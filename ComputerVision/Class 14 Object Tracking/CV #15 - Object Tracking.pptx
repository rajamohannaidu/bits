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11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9" r:id="rId94"/>
    <p:sldId id="350"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Lst>
  <p:sldSz cx="9144000" cy="5143500" type="screen16x9"/>
  <p:notesSz cx="6858000" cy="9144000"/>
  <p:embeddedFontLst>
    <p:embeddedFont>
      <p:font typeface="Comfortaa" panose="020B0604020202020204" charset="0"/>
      <p:regular r:id="rId112"/>
      <p:bold r:id="rId113"/>
    </p:embeddedFont>
    <p:embeddedFont>
      <p:font typeface="Comic Sans MS" panose="030F0702030302020204" pitchFamily="66" charset="0"/>
      <p:regular r:id="rId114"/>
      <p:bold r:id="rId115"/>
      <p:italic r:id="rId116"/>
      <p:boldItalic r:id="rId117"/>
    </p:embeddedFont>
    <p:embeddedFont>
      <p:font typeface="Noto Sans Symbols" panose="020B0604020202020204" charset="0"/>
      <p:regular r:id="rId118"/>
      <p:bold r:id="rId119"/>
    </p:embeddedFont>
    <p:embeddedFont>
      <p:font typeface="Proxima Nova" panose="020B0604020202020204" charset="0"/>
      <p:regular r:id="rId120"/>
      <p:bold r:id="rId121"/>
      <p:italic r:id="rId122"/>
      <p:boldItalic r:id="rId123"/>
    </p:embeddedFont>
    <p:embeddedFont>
      <p:font typeface="Roboto" panose="02000000000000000000" pitchFamily="2" charset="0"/>
      <p:regular r:id="rId124"/>
      <p:bold r:id="rId125"/>
      <p:italic r:id="rId126"/>
      <p:boldItalic r:id="rId1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1" roundtripDataSignature="AMtx7mjBvN5y7UKtcsD/gWLnGVLWCjsF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90612A-5CAC-4EC8-808C-E3A5C57CBAA5}">
  <a:tblStyle styleId="{5790612A-5CAC-4EC8-808C-E3A5C57CBAA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60" y="276"/>
      </p:cViewPr>
      <p:guideLst>
        <p:guide orient="horz" pos="1620"/>
        <p:guide pos="2880"/>
      </p:guideLst>
    </p:cSldViewPr>
  </p:slideViewPr>
  <p:notesTextViewPr>
    <p:cViewPr>
      <p:scale>
        <a:sx n="1" d="1"/>
        <a:sy n="1" d="1"/>
      </p:scale>
      <p:origin x="0" y="-16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6.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fntdata"/><Relationship Id="rId133"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12.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2.fntdata"/><Relationship Id="rId118" Type="http://schemas.openxmlformats.org/officeDocument/2006/relationships/font" Target="fonts/font7.fntdata"/><Relationship Id="rId134"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13.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3.fntdata"/><Relationship Id="rId119" Type="http://schemas.openxmlformats.org/officeDocument/2006/relationships/font" Target="fonts/font8.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5"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9.fntdata"/><Relationship Id="rId125" Type="http://schemas.openxmlformats.org/officeDocument/2006/relationships/font" Target="fonts/font14.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font" Target="fonts/font4.fntdata"/><Relationship Id="rId131" Type="http://customschemas.google.com/relationships/presentationmetadata" Target="meta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15.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10.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notesMaster" Target="notesMasters/notesMaster1.xml"/><Relationship Id="rId132"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16.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ffcf8ca6e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2ffcf8ca6e8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ffcf8ca6e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Object tracking is the process of locating moving objects in a video over time. It is crucial in various applications such as autonomous vehicles, where it helps in navigating and avoiding obstacles; surveillance, where it aids in monitoring activities; and augmented reality, where it enhances interactive experiences by tracking objects in real-time.</a:t>
            </a:r>
            <a:endParaRPr dirty="0"/>
          </a:p>
        </p:txBody>
      </p:sp>
      <p:sp>
        <p:nvSpPr>
          <p:cNvPr id="255" name="Google Shape;255;g2ffcf8ca6e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ff6f630c79_0_18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ff6f630c79_0_1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Motion detection involves using sensors to detect movement, often triggering actions like alarms or lights. For example, motion sensors can automatically open doors or turn on lights by detecting movement through infrared waves. In contrast, object tracking uses algorithms to follow the movement of objects in a video sequence, such as monitoring traffic by tracking the speed and direction of vehicles.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ffcf8ca6e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Motion detection can be achieved through techniques like frame differencing, where changes between consecutive frames are detected, and background subtraction using Gaussian Mixture Models (GMM), which separates moving objects from the static background. However, challenges such as noise, lighting changes, and moving cameras can affect the accuracy of motion detection.</a:t>
            </a:r>
            <a:endParaRPr dirty="0"/>
          </a:p>
        </p:txBody>
      </p:sp>
      <p:sp>
        <p:nvSpPr>
          <p:cNvPr id="268" name="Google Shape;268;g2ffcf8ca6e8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ffcf8ca6e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this example, background subtraction is used to detect motion. The current frame is compared to a background model, and the difference is calculated. By applying a threshold, we can create a foreground mask that highlights the moving objects, effectively separating them from the background.</a:t>
            </a:r>
            <a:endParaRPr dirty="0"/>
          </a:p>
        </p:txBody>
      </p:sp>
      <p:sp>
        <p:nvSpPr>
          <p:cNvPr id="274" name="Google Shape;274;g2ffcf8ca6e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ff6f630c79_0_18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ff6f630c79_0_1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Object detection involves building a simple adaptive model of the background over time. By taking the median of several past frames, we create a background model. This model helps in identifying changes in the scene, allowing us to detect moving objects by comparing the current frame to the background and identifying significant differences.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ffcf8ca6e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Tracking by detection involves detecting objects in each frame and linking these detections across frames using a similarity metric. Detectors like YOLO (You Only Look Once) and SSD (Single Shot </a:t>
            </a:r>
            <a:r>
              <a:rPr lang="en-US" sz="1100" b="0" i="0" u="none" strike="noStrike" cap="none" dirty="0" err="1">
                <a:solidFill>
                  <a:srgbClr val="000000"/>
                </a:solidFill>
                <a:effectLst/>
                <a:latin typeface="Arial"/>
                <a:ea typeface="Arial"/>
                <a:cs typeface="Arial"/>
                <a:sym typeface="Arial"/>
              </a:rPr>
              <a:t>MultiBox</a:t>
            </a:r>
            <a:r>
              <a:rPr lang="en-US" sz="1100" b="0" i="0" u="none" strike="noStrike" cap="none" dirty="0">
                <a:solidFill>
                  <a:srgbClr val="000000"/>
                </a:solidFill>
                <a:effectLst/>
                <a:latin typeface="Arial"/>
                <a:ea typeface="Arial"/>
                <a:cs typeface="Arial"/>
                <a:sym typeface="Arial"/>
              </a:rPr>
              <a:t> Detector) are commonly used. Challenges in this approach include occlusion, where objects are temporarily hidden, fast-moving objects, and environmental changes like rain or snow.</a:t>
            </a:r>
            <a:endParaRPr dirty="0"/>
          </a:p>
        </p:txBody>
      </p:sp>
      <p:sp>
        <p:nvSpPr>
          <p:cNvPr id="288" name="Google Shape;288;g2ffcf8ca6e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ffcf8ca6e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example demonstrates tracking by detection using YOLO. The system identifies and tracks cars across frames in a video, showing how each car is consistently followed as it moves through the scene. This method is effective for applications like traffic monitoring, where continuous tracking of multiple objects is required.</a:t>
            </a:r>
            <a:endParaRPr dirty="0"/>
          </a:p>
        </p:txBody>
      </p:sp>
      <p:sp>
        <p:nvSpPr>
          <p:cNvPr id="295" name="Google Shape;295;g2ffcf8ca6e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ffcf8ca6e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2ffcf8ca6e8_3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ffcf8ca6e8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Optical flow describes the motion of objects between consecutive frames of a video. It is a crucial concept used in various applications such as motion detection, object tracking, and scene understanding. By analyzing the flow of pixels, we can infer the movement and direction of objects within a video sequence.</a:t>
            </a:r>
          </a:p>
          <a:p>
            <a:br>
              <a:rPr lang="en-US" dirty="0"/>
            </a:br>
            <a:endParaRPr dirty="0"/>
          </a:p>
        </p:txBody>
      </p:sp>
      <p:sp>
        <p:nvSpPr>
          <p:cNvPr id="307" name="Google Shape;307;g2ffcf8ca6e8_3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ffcf8ca6e8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There are several methods to calculate optical flow:</a:t>
            </a:r>
          </a:p>
          <a:p>
            <a:r>
              <a:rPr lang="en-US" sz="1100" b="1" i="0" u="none" strike="noStrike" cap="none" dirty="0">
                <a:solidFill>
                  <a:srgbClr val="000000"/>
                </a:solidFill>
                <a:effectLst/>
                <a:latin typeface="Arial"/>
                <a:ea typeface="Arial"/>
                <a:cs typeface="Arial"/>
                <a:sym typeface="Arial"/>
              </a:rPr>
              <a:t>Horn-Schunck Method:</a:t>
            </a:r>
            <a:r>
              <a:rPr lang="en-US" sz="1100" b="0" i="0" u="none" strike="noStrike" cap="none" dirty="0">
                <a:solidFill>
                  <a:srgbClr val="000000"/>
                </a:solidFill>
                <a:effectLst/>
                <a:latin typeface="Arial"/>
                <a:ea typeface="Arial"/>
                <a:cs typeface="Arial"/>
                <a:sym typeface="Arial"/>
              </a:rPr>
              <a:t> This is a global approach that assumes a smooth flow across the entire image. It works well for scenes with gradual motion changes.</a:t>
            </a:r>
          </a:p>
          <a:p>
            <a:r>
              <a:rPr lang="en-US" sz="1100" b="1" i="0" u="none" strike="noStrike" cap="none" dirty="0">
                <a:solidFill>
                  <a:srgbClr val="000000"/>
                </a:solidFill>
                <a:effectLst/>
                <a:latin typeface="Arial"/>
                <a:ea typeface="Arial"/>
                <a:cs typeface="Arial"/>
                <a:sym typeface="Arial"/>
              </a:rPr>
              <a:t>Lucas-Kanade Method:</a:t>
            </a:r>
            <a:r>
              <a:rPr lang="en-US" sz="1100" b="0" i="0" u="none" strike="noStrike" cap="none" dirty="0">
                <a:solidFill>
                  <a:srgbClr val="000000"/>
                </a:solidFill>
                <a:effectLst/>
                <a:latin typeface="Arial"/>
                <a:ea typeface="Arial"/>
                <a:cs typeface="Arial"/>
                <a:sym typeface="Arial"/>
              </a:rPr>
              <a:t> This is a local approach that uses small window patches to track movement. It is effective for tracking features in a video.</a:t>
            </a:r>
          </a:p>
          <a:p>
            <a:r>
              <a:rPr lang="en-US" sz="1100" b="1" i="0" u="none" strike="noStrike" cap="none" dirty="0" err="1">
                <a:solidFill>
                  <a:srgbClr val="000000"/>
                </a:solidFill>
                <a:effectLst/>
                <a:latin typeface="Arial"/>
                <a:ea typeface="Arial"/>
                <a:cs typeface="Arial"/>
                <a:sym typeface="Arial"/>
              </a:rPr>
              <a:t>Farneback</a:t>
            </a:r>
            <a:r>
              <a:rPr lang="en-US" sz="1100" b="1" i="0" u="none" strike="noStrike" cap="none" dirty="0">
                <a:solidFill>
                  <a:srgbClr val="000000"/>
                </a:solidFill>
                <a:effectLst/>
                <a:latin typeface="Arial"/>
                <a:ea typeface="Arial"/>
                <a:cs typeface="Arial"/>
                <a:sym typeface="Arial"/>
              </a:rPr>
              <a:t> Method:</a:t>
            </a:r>
            <a:r>
              <a:rPr lang="en-US" sz="1100" b="0" i="0" u="none" strike="noStrike" cap="none" dirty="0">
                <a:solidFill>
                  <a:srgbClr val="000000"/>
                </a:solidFill>
                <a:effectLst/>
                <a:latin typeface="Arial"/>
                <a:ea typeface="Arial"/>
                <a:cs typeface="Arial"/>
                <a:sym typeface="Arial"/>
              </a:rPr>
              <a:t> This method provides dense flow estimation for every pixel, offering detailed motion information across the image.</a:t>
            </a:r>
          </a:p>
          <a:p>
            <a:pPr marL="0" lvl="0" indent="0" algn="l" rtl="0">
              <a:spcBef>
                <a:spcPts val="0"/>
              </a:spcBef>
              <a:spcAft>
                <a:spcPts val="0"/>
              </a:spcAft>
              <a:buClr>
                <a:schemeClr val="dk1"/>
              </a:buClr>
              <a:buSzPts val="1100"/>
              <a:buFont typeface="Arial"/>
              <a:buNone/>
            </a:pPr>
            <a:br>
              <a:rPr lang="en-US" dirty="0"/>
            </a:br>
            <a:r>
              <a:rPr lang="en-US" dirty="0"/>
              <a:t>he Horn-Schunck and Lucas-Kanade algorithms are both used to estimate optical flow, but they differ in their approach and some of their characteristics: </a:t>
            </a:r>
            <a:endParaRPr dirty="0"/>
          </a:p>
          <a:p>
            <a:pPr marL="0" lvl="0" indent="0" algn="l" rtl="0">
              <a:spcBef>
                <a:spcPts val="0"/>
              </a:spcBef>
              <a:spcAft>
                <a:spcPts val="0"/>
              </a:spcAft>
              <a:buClr>
                <a:schemeClr val="dk1"/>
              </a:buClr>
              <a:buSzPts val="1100"/>
              <a:buFont typeface="Arial"/>
              <a:buNone/>
            </a:pPr>
            <a:r>
              <a:rPr lang="en-US" dirty="0"/>
              <a:t>Approach</a:t>
            </a:r>
            <a:endParaRPr dirty="0"/>
          </a:p>
          <a:p>
            <a:pPr marL="0" lvl="0" indent="0" algn="l" rtl="0">
              <a:spcBef>
                <a:spcPts val="0"/>
              </a:spcBef>
              <a:spcAft>
                <a:spcPts val="0"/>
              </a:spcAft>
              <a:buClr>
                <a:schemeClr val="dk1"/>
              </a:buClr>
              <a:buSzPts val="1100"/>
              <a:buFont typeface="Arial"/>
              <a:buNone/>
            </a:pPr>
            <a:r>
              <a:rPr lang="en-US" dirty="0"/>
              <a:t>The Horn-Schunck algorithm is a global method that estimates flow across an entire image, while the Lucas-Kanade algorithm is a local method that operates on small windows within an image. </a:t>
            </a:r>
            <a:endParaRPr dirty="0"/>
          </a:p>
          <a:p>
            <a:pPr marL="0" lvl="0" indent="0" algn="l" rtl="0">
              <a:spcBef>
                <a:spcPts val="0"/>
              </a:spcBef>
              <a:spcAft>
                <a:spcPts val="0"/>
              </a:spcAft>
              <a:buClr>
                <a:schemeClr val="dk1"/>
              </a:buClr>
              <a:buSzPts val="1100"/>
              <a:buFont typeface="Arial"/>
              <a:buNone/>
            </a:pPr>
            <a:r>
              <a:rPr lang="en-US" dirty="0"/>
              <a:t>Assumptions</a:t>
            </a:r>
            <a:endParaRPr dirty="0"/>
          </a:p>
          <a:p>
            <a:pPr marL="0" lvl="0" indent="0" algn="l" rtl="0">
              <a:spcBef>
                <a:spcPts val="0"/>
              </a:spcBef>
              <a:spcAft>
                <a:spcPts val="0"/>
              </a:spcAft>
              <a:buClr>
                <a:schemeClr val="dk1"/>
              </a:buClr>
              <a:buSzPts val="1100"/>
              <a:buFont typeface="Arial"/>
              <a:buNone/>
            </a:pPr>
            <a:r>
              <a:rPr lang="en-US" dirty="0"/>
              <a:t>The Horn-Schunck algorithm assumes that flow is smooth across the entire image, while the Lucas-Kanade algorithm assumes that motion between frames is small and can be approximated as a translation. </a:t>
            </a:r>
            <a:endParaRPr dirty="0"/>
          </a:p>
          <a:p>
            <a:pPr marL="0" lvl="0" indent="0" algn="l" rtl="0">
              <a:spcBef>
                <a:spcPts val="0"/>
              </a:spcBef>
              <a:spcAft>
                <a:spcPts val="0"/>
              </a:spcAft>
              <a:buClr>
                <a:schemeClr val="dk1"/>
              </a:buClr>
              <a:buSzPts val="1100"/>
              <a:buFont typeface="Arial"/>
              <a:buNone/>
            </a:pPr>
            <a:r>
              <a:rPr lang="en-US" dirty="0"/>
              <a:t>Noise robustness</a:t>
            </a:r>
            <a:endParaRPr dirty="0"/>
          </a:p>
          <a:p>
            <a:pPr marL="0" lvl="0" indent="0" algn="l" rtl="0">
              <a:spcBef>
                <a:spcPts val="0"/>
              </a:spcBef>
              <a:spcAft>
                <a:spcPts val="0"/>
              </a:spcAft>
              <a:buClr>
                <a:schemeClr val="dk1"/>
              </a:buClr>
              <a:buSzPts val="1100"/>
              <a:buFont typeface="Arial"/>
              <a:buNone/>
            </a:pPr>
            <a:r>
              <a:rPr lang="en-US" dirty="0"/>
              <a:t>The Lucas-Kanade algorithm is generally more robust to noise than the Horn-Schunck algorithm. </a:t>
            </a:r>
            <a:endParaRPr dirty="0"/>
          </a:p>
          <a:p>
            <a:pPr marL="0" lvl="0" indent="0" algn="l" rtl="0">
              <a:spcBef>
                <a:spcPts val="0"/>
              </a:spcBef>
              <a:spcAft>
                <a:spcPts val="0"/>
              </a:spcAft>
              <a:buClr>
                <a:schemeClr val="dk1"/>
              </a:buClr>
              <a:buSzPts val="1100"/>
              <a:buFont typeface="Arial"/>
              <a:buNone/>
            </a:pPr>
            <a:r>
              <a:rPr lang="en-US" dirty="0"/>
              <a:t>Applications</a:t>
            </a:r>
            <a:endParaRPr dirty="0"/>
          </a:p>
          <a:p>
            <a:pPr marL="0" lvl="0" indent="0" algn="l" rtl="0">
              <a:spcBef>
                <a:spcPts val="0"/>
              </a:spcBef>
              <a:spcAft>
                <a:spcPts val="0"/>
              </a:spcAft>
              <a:buClr>
                <a:schemeClr val="dk1"/>
              </a:buClr>
              <a:buSzPts val="1100"/>
              <a:buFont typeface="Arial"/>
              <a:buNone/>
            </a:pPr>
            <a:r>
              <a:rPr lang="en-US" dirty="0"/>
              <a:t>The Lucas-Kanade algorithm has many applications, including image alignment, tracking, and medical image registration. </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
        <p:nvSpPr>
          <p:cNvPr id="313" name="Google Shape;313;g2ffcf8ca6e8_3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2ff6f630c79_0_16: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 video is essentially a sequence of frames captured over time. In this context, our image data becomes a function of space (x, y) and time (t). This means that each pixel in a video can be described by its position and the time at which it was captured, allowing us to analyze changes over time.</a:t>
            </a:r>
            <a:endParaRPr dirty="0"/>
          </a:p>
        </p:txBody>
      </p:sp>
      <p:sp>
        <p:nvSpPr>
          <p:cNvPr id="319" name="Google Shape;319;g2ff6f630c79_0_1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ff6f630c79_0_22: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Motion analysis has several applications:</a:t>
            </a:r>
          </a:p>
          <a:p>
            <a:r>
              <a:rPr lang="en-US" sz="1100" b="1" i="0" u="none" strike="noStrike" cap="none" dirty="0">
                <a:solidFill>
                  <a:srgbClr val="000000"/>
                </a:solidFill>
                <a:effectLst/>
                <a:latin typeface="Arial"/>
                <a:ea typeface="Arial"/>
                <a:cs typeface="Arial"/>
                <a:sym typeface="Arial"/>
              </a:rPr>
              <a:t>Improving Video Quality:</a:t>
            </a:r>
            <a:r>
              <a:rPr lang="en-US" sz="1100" b="0" i="0" u="none" strike="noStrike" cap="none" dirty="0">
                <a:solidFill>
                  <a:srgbClr val="000000"/>
                </a:solidFill>
                <a:effectLst/>
                <a:latin typeface="Arial"/>
                <a:ea typeface="Arial"/>
                <a:cs typeface="Arial"/>
                <a:sym typeface="Arial"/>
              </a:rPr>
              <a:t> Techniques like motion stabilization and super resolution enhance the visual quality of videos.</a:t>
            </a:r>
          </a:p>
          <a:p>
            <a:r>
              <a:rPr lang="en-US" sz="1100" b="1" i="0" u="none" strike="noStrike" cap="none" dirty="0">
                <a:solidFill>
                  <a:srgbClr val="000000"/>
                </a:solidFill>
                <a:effectLst/>
                <a:latin typeface="Arial"/>
                <a:ea typeface="Arial"/>
                <a:cs typeface="Arial"/>
                <a:sym typeface="Arial"/>
              </a:rPr>
              <a:t>Segmenting Objects:</a:t>
            </a:r>
            <a:r>
              <a:rPr lang="en-US" sz="1100" b="0" i="0" u="none" strike="noStrike" cap="none" dirty="0">
                <a:solidFill>
                  <a:srgbClr val="000000"/>
                </a:solidFill>
                <a:effectLst/>
                <a:latin typeface="Arial"/>
                <a:ea typeface="Arial"/>
                <a:cs typeface="Arial"/>
                <a:sym typeface="Arial"/>
              </a:rPr>
              <a:t> Motion cues help in segmenting objects from the background.</a:t>
            </a:r>
          </a:p>
          <a:p>
            <a:r>
              <a:rPr lang="en-US" sz="1100" b="1" i="0" u="none" strike="noStrike" cap="none" dirty="0">
                <a:solidFill>
                  <a:srgbClr val="000000"/>
                </a:solidFill>
                <a:effectLst/>
                <a:latin typeface="Arial"/>
                <a:ea typeface="Arial"/>
                <a:cs typeface="Arial"/>
                <a:sym typeface="Arial"/>
              </a:rPr>
              <a:t>Tracking Objects:</a:t>
            </a:r>
            <a:r>
              <a:rPr lang="en-US" sz="1100" b="0" i="0" u="none" strike="noStrike" cap="none" dirty="0">
                <a:solidFill>
                  <a:srgbClr val="000000"/>
                </a:solidFill>
                <a:effectLst/>
                <a:latin typeface="Arial"/>
                <a:ea typeface="Arial"/>
                <a:cs typeface="Arial"/>
                <a:sym typeface="Arial"/>
              </a:rPr>
              <a:t> Motion information is used to track objects across frames.</a:t>
            </a:r>
          </a:p>
          <a:p>
            <a:r>
              <a:rPr lang="en-US" sz="1100" b="1" i="0" u="none" strike="noStrike" cap="none" dirty="0">
                <a:solidFill>
                  <a:srgbClr val="000000"/>
                </a:solidFill>
                <a:effectLst/>
                <a:latin typeface="Arial"/>
                <a:ea typeface="Arial"/>
                <a:cs typeface="Arial"/>
                <a:sym typeface="Arial"/>
              </a:rPr>
              <a:t>Recognizing Events and Activities:</a:t>
            </a:r>
            <a:r>
              <a:rPr lang="en-US" sz="1100" b="0" i="0" u="none" strike="noStrike" cap="none" dirty="0">
                <a:solidFill>
                  <a:srgbClr val="000000"/>
                </a:solidFill>
                <a:effectLst/>
                <a:latin typeface="Arial"/>
                <a:ea typeface="Arial"/>
                <a:cs typeface="Arial"/>
                <a:sym typeface="Arial"/>
              </a:rPr>
              <a:t> By analyzing motion patterns, we can recognize specific events and activities in a video.</a:t>
            </a:r>
          </a:p>
          <a:p>
            <a:pPr marL="0" lvl="0" indent="0" algn="l" rtl="0">
              <a:spcBef>
                <a:spcPts val="0"/>
              </a:spcBef>
              <a:spcAft>
                <a:spcPts val="0"/>
              </a:spcAft>
              <a:buNone/>
            </a:pPr>
            <a:endParaRPr dirty="0"/>
          </a:p>
        </p:txBody>
      </p:sp>
      <p:sp>
        <p:nvSpPr>
          <p:cNvPr id="327" name="Google Shape;327;g2ff6f630c79_0_2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ff6f630c79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g2ff6f630c79_0_27: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Super-resolution is a technique used to enhance the resolution of images. It involves combining multiple low-quality images to produce a higher-resolution output. This process is useful in applications where high-quality images are required but only low-resolution data is available.</a:t>
            </a:r>
          </a:p>
          <a:p>
            <a:pPr marL="0" lvl="0" indent="0" algn="l" rtl="0">
              <a:spcBef>
                <a:spcPts val="0"/>
              </a:spcBef>
              <a:spcAft>
                <a:spcPts val="0"/>
              </a:spcAft>
              <a:buNone/>
            </a:pPr>
            <a:br>
              <a:rPr lang="en-US" dirty="0"/>
            </a:br>
            <a:r>
              <a:rPr lang="en-US" dirty="0"/>
              <a:t>Super-resolution reconstruction produces one or a set of high-resolution images from a set of low-resolution images.</a:t>
            </a:r>
            <a:endParaRPr dirty="0"/>
          </a:p>
          <a:p>
            <a:pPr marL="0" lvl="0" indent="0" algn="l" rtl="0">
              <a:spcBef>
                <a:spcPts val="0"/>
              </a:spcBef>
              <a:spcAft>
                <a:spcPts val="0"/>
              </a:spcAft>
              <a:buNone/>
            </a:pPr>
            <a:endParaRPr dirty="0"/>
          </a:p>
        </p:txBody>
      </p:sp>
      <p:sp>
        <p:nvSpPr>
          <p:cNvPr id="335" name="Google Shape;335;g2ff6f630c79_0_27: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ff6f630c79_0_44: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Each of these images represents a low-quality input. By applying super-resolution techniques, we can enhance the clarity and detail of these images, resulting in a much clearer and more detailed output.</a:t>
            </a:r>
          </a:p>
          <a:p>
            <a:br>
              <a:rPr lang="en-US" dirty="0"/>
            </a:br>
            <a:endParaRPr dirty="0"/>
          </a:p>
        </p:txBody>
      </p:sp>
      <p:sp>
        <p:nvSpPr>
          <p:cNvPr id="353" name="Google Shape;353;g2ff6f630c79_0_4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ff6f630c79_0_51: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recovery result shows the enhanced image after applying super-resolution. The text is clearer and more readable, demonstrating the effectiveness of the technique in improving image quality.</a:t>
            </a:r>
            <a:endParaRPr dirty="0"/>
          </a:p>
        </p:txBody>
      </p:sp>
      <p:sp>
        <p:nvSpPr>
          <p:cNvPr id="362" name="Google Shape;362;g2ff6f630c79_0_5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ff6f630c79_0_5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g2ff6f630c79_0_58: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r>
              <a:rPr lang="en-US" sz="1100" b="0" i="0" u="none" strike="noStrike" cap="none" dirty="0">
                <a:solidFill>
                  <a:srgbClr val="000000"/>
                </a:solidFill>
                <a:effectLst/>
                <a:latin typeface="Arial"/>
                <a:ea typeface="Arial"/>
                <a:cs typeface="Arial"/>
                <a:sym typeface="Arial"/>
              </a:rPr>
              <a:t>The process of super-resolution involves several steps:</a:t>
            </a:r>
          </a:p>
          <a:p>
            <a:r>
              <a:rPr lang="en-US" sz="1100" b="1" i="0" u="none" strike="noStrike" cap="none" dirty="0">
                <a:solidFill>
                  <a:srgbClr val="000000"/>
                </a:solidFill>
                <a:effectLst/>
                <a:latin typeface="Arial"/>
                <a:ea typeface="Arial"/>
                <a:cs typeface="Arial"/>
                <a:sym typeface="Arial"/>
              </a:rPr>
              <a:t>Register:</a:t>
            </a:r>
            <a:r>
              <a:rPr lang="en-US" sz="1100" b="0" i="0" u="none" strike="noStrike" cap="none" dirty="0">
                <a:solidFill>
                  <a:srgbClr val="000000"/>
                </a:solidFill>
                <a:effectLst/>
                <a:latin typeface="Arial"/>
                <a:ea typeface="Arial"/>
                <a:cs typeface="Arial"/>
                <a:sym typeface="Arial"/>
              </a:rPr>
              <a:t> Align the input images to find corresponding pixels.</a:t>
            </a:r>
          </a:p>
          <a:p>
            <a:r>
              <a:rPr lang="en-US" sz="1100" b="1" i="0" u="none" strike="noStrike" cap="none" dirty="0">
                <a:solidFill>
                  <a:srgbClr val="000000"/>
                </a:solidFill>
                <a:effectLst/>
                <a:latin typeface="Arial"/>
                <a:ea typeface="Arial"/>
                <a:cs typeface="Arial"/>
                <a:sym typeface="Arial"/>
              </a:rPr>
              <a:t>Warp:</a:t>
            </a:r>
            <a:r>
              <a:rPr lang="en-US" sz="1100" b="0" i="0" u="none" strike="noStrike" cap="none" dirty="0">
                <a:solidFill>
                  <a:srgbClr val="000000"/>
                </a:solidFill>
                <a:effectLst/>
                <a:latin typeface="Arial"/>
                <a:ea typeface="Arial"/>
                <a:cs typeface="Arial"/>
                <a:sym typeface="Arial"/>
              </a:rPr>
              <a:t> Transform the original images into a common coordinate frame.</a:t>
            </a:r>
          </a:p>
          <a:p>
            <a:r>
              <a:rPr lang="en-US" sz="1100" b="1" i="0" u="none" strike="noStrike" cap="none" dirty="0">
                <a:solidFill>
                  <a:srgbClr val="000000"/>
                </a:solidFill>
                <a:effectLst/>
                <a:latin typeface="Arial"/>
                <a:ea typeface="Arial"/>
                <a:cs typeface="Arial"/>
                <a:sym typeface="Arial"/>
              </a:rPr>
              <a:t>Fuse:</a:t>
            </a:r>
            <a:r>
              <a:rPr lang="en-US" sz="1100" b="0" i="0" u="none" strike="noStrike" cap="none" dirty="0">
                <a:solidFill>
                  <a:srgbClr val="000000"/>
                </a:solidFill>
                <a:effectLst/>
                <a:latin typeface="Arial"/>
                <a:ea typeface="Arial"/>
                <a:cs typeface="Arial"/>
                <a:sym typeface="Arial"/>
              </a:rPr>
              <a:t> Combine the warped images to form a super-resolution image.</a:t>
            </a:r>
          </a:p>
          <a:p>
            <a:r>
              <a:rPr lang="en-US" sz="1100" b="1" i="0" u="none" strike="noStrike" cap="none" dirty="0">
                <a:solidFill>
                  <a:srgbClr val="000000"/>
                </a:solidFill>
                <a:effectLst/>
                <a:latin typeface="Arial"/>
                <a:ea typeface="Arial"/>
                <a:cs typeface="Arial"/>
                <a:sym typeface="Arial"/>
              </a:rPr>
              <a:t>Deblur (optional):</a:t>
            </a:r>
            <a:r>
              <a:rPr lang="en-US" sz="1100" b="0" i="0" u="none" strike="noStrike" cap="none" dirty="0">
                <a:solidFill>
                  <a:srgbClr val="000000"/>
                </a:solidFill>
                <a:effectLst/>
                <a:latin typeface="Arial"/>
                <a:ea typeface="Arial"/>
                <a:cs typeface="Arial"/>
                <a:sym typeface="Arial"/>
              </a:rPr>
              <a:t> Further enhance the image by reducing blur.</a:t>
            </a:r>
          </a:p>
          <a:p>
            <a:pPr marL="0" lvl="0" indent="0" algn="l" rtl="0">
              <a:spcBef>
                <a:spcPts val="0"/>
              </a:spcBef>
              <a:spcAft>
                <a:spcPts val="0"/>
              </a:spcAft>
              <a:buNone/>
            </a:pPr>
            <a:endParaRPr dirty="0"/>
          </a:p>
        </p:txBody>
      </p:sp>
      <p:sp>
        <p:nvSpPr>
          <p:cNvPr id="372" name="Google Shape;372;g2ff6f630c79_0_58: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ff6f630c79_0_6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2ff6f630c79_0_68: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illustrates how super-resolution can be combined with optical flow. The input is an original image sequence, and the output is a super-resolution image sequence enhanced with optical flow information. This combination allows for improved motion analysis and image quality.</a:t>
            </a:r>
            <a:endParaRPr dirty="0"/>
          </a:p>
        </p:txBody>
      </p:sp>
      <p:sp>
        <p:nvSpPr>
          <p:cNvPr id="384" name="Google Shape;384;g2ff6f630c79_0_68: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ff6f630c79_0_7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2ff6f630c79_0_75: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Visual SLAM is a technique used to build a map of an environment while simultaneously keeping track of an agent's location within it. The images show how features in a scene are detected and mapped, allowing for navigation and understanding of the environment. This is particularly useful in robotics and augmented reality applications.</a:t>
            </a:r>
            <a:endParaRPr dirty="0"/>
          </a:p>
        </p:txBody>
      </p:sp>
      <p:sp>
        <p:nvSpPr>
          <p:cNvPr id="393" name="Google Shape;393;g2ff6f630c79_0_75: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ff6f630c79_0_8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g2ff6f630c79_0_84: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Visual SLAM is a technique used to create a map of an environment while simultaneously tracking the position of a camera or robot within that environment. The left image shows observations and loop closure points, which are crucial for maintaining accuracy in mapping. The right image illustrates landmarks as white dots, the latest visual odometry pose as a blue arrow, and accumulated odometry as a green line, demonstrating how SLAM integrates visual data to map and navigate spaces.</a:t>
            </a:r>
            <a:endParaRPr dirty="0"/>
          </a:p>
        </p:txBody>
      </p:sp>
      <p:sp>
        <p:nvSpPr>
          <p:cNvPr id="404" name="Google Shape;404;g2ff6f630c79_0_84: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ff6f630c79_0_9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g2ff6f630c79_0_92: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Background subtraction is a method used to separate the static background from the moving foreground in a video. A static camera observes the scene, and the goal is to identify and isolate moving objects. The images show how a person is segmented from the background, highlighting the effectiveness of this technique in motion-based object segmentation.</a:t>
            </a:r>
            <a:endParaRPr dirty="0"/>
          </a:p>
        </p:txBody>
      </p:sp>
      <p:sp>
        <p:nvSpPr>
          <p:cNvPr id="414" name="Google Shape;414;g2ff6f630c79_0_92: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ff6f630c79_0_102: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presents a comparison of different motion segmentation techniques applied to the Hopkins-People2 sequence. The images demonstrate how motion inference can improve segmentation accuracy, with the top-left image showing the results of the presented method, and the other images showing alternative approaches. The video link provides further insight into the segmentation process.</a:t>
            </a:r>
            <a:endParaRPr dirty="0"/>
          </a:p>
        </p:txBody>
      </p:sp>
      <p:sp>
        <p:nvSpPr>
          <p:cNvPr id="425" name="Google Shape;425;g2ff6f630c79_0_10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ff6f630c79_0_108: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Motion segmentation involves dividing a video into multiple segments based on coherently moving objects. The diagram illustrates how different motion patterns are identified and grouped, while the image on the right shows colored clusters representing distinct moving objects. This technique is essential for understanding complex scenes with multiple moving elements.</a:t>
            </a:r>
          </a:p>
          <a:p>
            <a:br>
              <a:rPr lang="en-US" dirty="0"/>
            </a:br>
            <a:endParaRPr dirty="0"/>
          </a:p>
        </p:txBody>
      </p:sp>
      <p:sp>
        <p:nvSpPr>
          <p:cNvPr id="433" name="Google Shape;433;g2ff6f630c79_0_10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ff6f630c79_0_116: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OpenCV's face tracking uses the </a:t>
            </a:r>
            <a:r>
              <a:rPr lang="en-US" sz="1100" b="0" i="0" u="none" strike="noStrike" cap="none" dirty="0" err="1">
                <a:solidFill>
                  <a:srgbClr val="000000"/>
                </a:solidFill>
                <a:effectLst/>
                <a:latin typeface="Arial"/>
                <a:ea typeface="Arial"/>
                <a:cs typeface="Arial"/>
                <a:sym typeface="Arial"/>
              </a:rPr>
              <a:t>Camshift</a:t>
            </a:r>
            <a:r>
              <a:rPr lang="en-US" sz="1100" b="0" i="0" u="none" strike="noStrike" cap="none" dirty="0">
                <a:solidFill>
                  <a:srgbClr val="000000"/>
                </a:solidFill>
                <a:effectLst/>
                <a:latin typeface="Arial"/>
                <a:ea typeface="Arial"/>
                <a:cs typeface="Arial"/>
                <a:sym typeface="Arial"/>
              </a:rPr>
              <a:t> algorithm, which is based on the </a:t>
            </a:r>
            <a:r>
              <a:rPr lang="en-US" sz="1100" b="0" i="0" u="none" strike="noStrike" cap="none" dirty="0" err="1">
                <a:solidFill>
                  <a:srgbClr val="000000"/>
                </a:solidFill>
                <a:effectLst/>
                <a:latin typeface="Arial"/>
                <a:ea typeface="Arial"/>
                <a:cs typeface="Arial"/>
                <a:sym typeface="Arial"/>
              </a:rPr>
              <a:t>meanshift</a:t>
            </a:r>
            <a:r>
              <a:rPr lang="en-US" sz="1100" b="0" i="0" u="none" strike="noStrike" cap="none" dirty="0">
                <a:solidFill>
                  <a:srgbClr val="000000"/>
                </a:solidFill>
                <a:effectLst/>
                <a:latin typeface="Arial"/>
                <a:ea typeface="Arial"/>
                <a:cs typeface="Arial"/>
                <a:sym typeface="Arial"/>
              </a:rPr>
              <a:t> algorithm. This method is effective for tracking objects in real-time video streams. The video link provides a demonstration of face tracking using OpenCV, showcasing its practical applications in object tracking.</a:t>
            </a:r>
            <a:endParaRPr dirty="0"/>
          </a:p>
        </p:txBody>
      </p:sp>
      <p:sp>
        <p:nvSpPr>
          <p:cNvPr id="443" name="Google Shape;443;g2ff6f630c79_0_116: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ff6f630c79_0_123: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Object tracking can be enhanced using Scale Invariant Feature Transform (SIFT), especially for flat objects. The images show how local features are oversampled to maintain tracking accuracy. The "Double Loop" concept is highlighted, and links are provided for further exploration and download of related resources.</a:t>
            </a:r>
            <a:endParaRPr dirty="0"/>
          </a:p>
        </p:txBody>
      </p:sp>
      <p:sp>
        <p:nvSpPr>
          <p:cNvPr id="452" name="Google Shape;452;g2ff6f630c79_0_12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ff6f630c79_0_132: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illustrates object tracking in a real-world environment. The tracking system identifies and follows objects as they move through the scene, demonstrating the application of tracking algorithms in dynamic settings.</a:t>
            </a:r>
            <a:endParaRPr dirty="0"/>
          </a:p>
        </p:txBody>
      </p:sp>
      <p:sp>
        <p:nvSpPr>
          <p:cNvPr id="463" name="Google Shape;463;g2ff6f630c79_0_13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ff6f630c79_0_137: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Joint tracking and 3D localization combine object tracking with spatial mapping to understand the position and movement of objects in three-dimensional space. The left image shows tracked objects in a street scene, while the right image provides a grid-based representation of their positions, highlighting the integration of tracking and localization techniques.</a:t>
            </a:r>
            <a:endParaRPr dirty="0"/>
          </a:p>
        </p:txBody>
      </p:sp>
      <p:sp>
        <p:nvSpPr>
          <p:cNvPr id="470" name="Google Shape;470;g2ff6f630c79_0_13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ff6f630c79_0_143: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Tracking body parts involves estimating the pose of articulated figures, such as humans, in a video. The images show how key points on the body are identified and tracked over time, using models for articulated pose estimation. This technique is useful for applications in human-computer interaction and activity recognition.</a:t>
            </a:r>
            <a:endParaRPr dirty="0"/>
          </a:p>
        </p:txBody>
      </p:sp>
      <p:sp>
        <p:nvSpPr>
          <p:cNvPr id="478" name="Google Shape;478;g2ff6f630c79_0_14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ff6f630c79_0_153: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Recognizing events and activities in video involves analyzing motion patterns to identify specific actions. The images show a figure skater performing different spins, with annotations indicating the type of spin. This approach uses spatial-temporal words to categorize human actions, providing insights into activity recognition in dynamic scenes.</a:t>
            </a:r>
            <a:endParaRPr lang="en-US" dirty="0"/>
          </a:p>
          <a:p>
            <a:pPr marL="0" lvl="0" indent="0" algn="l" rtl="0">
              <a:spcBef>
                <a:spcPts val="0"/>
              </a:spcBef>
              <a:spcAft>
                <a:spcPts val="0"/>
              </a:spcAft>
              <a:buNone/>
            </a:pPr>
            <a:endParaRPr dirty="0"/>
          </a:p>
        </p:txBody>
      </p:sp>
      <p:sp>
        <p:nvSpPr>
          <p:cNvPr id="490" name="Google Shape;490;g2ff6f630c79_0_15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ff6f630c79_0_159: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illustrates the recognition of group activities such as crossing, talking, queuing, dancing, and jogging. The images show different scenarios where individuals are engaged in these activities, with bounding boxes and labels indicating the specific actions. The labels include X for crossing, S for waiting, Q for queuing, W for walking, T for talking, and D for dancing. This approach helps in understanding and analyzing group dynamics in various environments.</a:t>
            </a:r>
            <a:endParaRPr dirty="0"/>
          </a:p>
        </p:txBody>
      </p:sp>
      <p:sp>
        <p:nvSpPr>
          <p:cNvPr id="498" name="Google Shape;498;g2ff6f630c79_0_15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ff6f630c79_0_171: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Motion estimation involves techniques like optical flow and feature-tracking. Optical flow is used to recover image motion at each pixel by analyzing </a:t>
            </a:r>
            <a:r>
              <a:rPr lang="en-US" sz="1100" b="0" i="0" u="none" strike="noStrike" cap="none" dirty="0" err="1">
                <a:solidFill>
                  <a:srgbClr val="000000"/>
                </a:solidFill>
                <a:effectLst/>
                <a:latin typeface="Arial"/>
                <a:ea typeface="Arial"/>
                <a:cs typeface="Arial"/>
                <a:sym typeface="Arial"/>
              </a:rPr>
              <a:t>spatio</a:t>
            </a:r>
            <a:r>
              <a:rPr lang="en-US" sz="1100" b="0" i="0" u="none" strike="noStrike" cap="none" dirty="0">
                <a:solidFill>
                  <a:srgbClr val="000000"/>
                </a:solidFill>
                <a:effectLst/>
                <a:latin typeface="Arial"/>
                <a:ea typeface="Arial"/>
                <a:cs typeface="Arial"/>
                <a:sym typeface="Arial"/>
              </a:rPr>
              <a:t>-temporal variations in image brightness. Feature-tracking involves extracting visual features, such as corners and textured areas, and tracking them over multiple frames. These techniques are essential for understanding motion in video sequences.</a:t>
            </a:r>
            <a:endParaRPr dirty="0"/>
          </a:p>
        </p:txBody>
      </p:sp>
      <p:sp>
        <p:nvSpPr>
          <p:cNvPr id="512" name="Google Shape;512;g2ff6f630c79_0_17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ff6f630c79_0_177: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Optical flow is represented as a vector field function of </a:t>
            </a:r>
            <a:r>
              <a:rPr lang="en-US" sz="1100" b="0" i="0" u="none" strike="noStrike" cap="none" dirty="0" err="1">
                <a:solidFill>
                  <a:srgbClr val="000000"/>
                </a:solidFill>
                <a:effectLst/>
                <a:latin typeface="Arial"/>
                <a:ea typeface="Arial"/>
                <a:cs typeface="Arial"/>
                <a:sym typeface="Arial"/>
              </a:rPr>
              <a:t>spatio</a:t>
            </a:r>
            <a:r>
              <a:rPr lang="en-US" sz="1100" b="0" i="0" u="none" strike="noStrike" cap="none" dirty="0">
                <a:solidFill>
                  <a:srgbClr val="000000"/>
                </a:solidFill>
                <a:effectLst/>
                <a:latin typeface="Arial"/>
                <a:ea typeface="Arial"/>
                <a:cs typeface="Arial"/>
                <a:sym typeface="Arial"/>
              </a:rPr>
              <a:t>-temporal image brightness variations. The image shows a scene with vectors indicating the direction and magnitude of motion across the frame. This visualization helps in understanding how optical flow captures the movement of objects within a scene.</a:t>
            </a:r>
            <a:endParaRPr dirty="0"/>
          </a:p>
        </p:txBody>
      </p:sp>
      <p:sp>
        <p:nvSpPr>
          <p:cNvPr id="519" name="Google Shape;519;g2ff6f630c79_0_17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ff6f630c79_0_184: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continues to explore optical flow, emphasizing its role in capturing the apparent motion of brightness patterns in an image. The goal is to recover image motion at each pixel, providing detailed insights into how objects move within a video sequence.</a:t>
            </a:r>
            <a:endParaRPr dirty="0"/>
          </a:p>
        </p:txBody>
      </p:sp>
      <p:sp>
        <p:nvSpPr>
          <p:cNvPr id="528" name="Google Shape;528;g2ff6f630c79_0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2ff6f630c79_0_19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g2ff6f630c79_0_191: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Optical flow is defined as the apparent motion of brightness patterns in an image. The goal is to recover image motion at each pixel using optical flow techniques. The diagrams illustrate how motion is detected over time, with arrows representing the direction and speed of movement.</a:t>
            </a:r>
            <a:endParaRPr dirty="0"/>
          </a:p>
        </p:txBody>
      </p:sp>
      <p:sp>
        <p:nvSpPr>
          <p:cNvPr id="538" name="Google Shape;538;g2ff6f630c79_0_191: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ff6f630c79_0_19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g2ff6f630c79_0_199: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reiterates the definition of optical flow and its goal of recovering image motion at each pixel. It notes that apparent motion can sometimes be caused by lighting changes rather than actual movement, highlighting the importance of distinguishing between these effects in motion analysis.</a:t>
            </a:r>
            <a:endParaRPr dirty="0"/>
          </a:p>
        </p:txBody>
      </p:sp>
      <p:sp>
        <p:nvSpPr>
          <p:cNvPr id="548" name="Google Shape;548;g2ff6f630c79_0_199: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2ff6f630c79_0_206: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To estimate optical flow, we analyze two subsequent frames to determine the apparent motion field between them. Key assumptions include brightness constancy, small motion, and spatial coherence. These assumptions help in accurately estimating the motion vectors that describe how points move between frames.</a:t>
            </a:r>
          </a:p>
          <a:p>
            <a:br>
              <a:rPr lang="en-US" dirty="0"/>
            </a:br>
            <a:endParaRPr dirty="0"/>
          </a:p>
        </p:txBody>
      </p:sp>
      <p:sp>
        <p:nvSpPr>
          <p:cNvPr id="556" name="Google Shape;556;g2ff6f630c79_0_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ff6f630c79_0_23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g2ff6f630c79_0_232:notes"/>
          <p:cNvSpPr txBox="1">
            <a:spLocks noGrp="1"/>
          </p:cNvSpPr>
          <p:nvPr>
            <p:ph type="body" idx="1"/>
          </p:nvPr>
        </p:nvSpPr>
        <p:spPr>
          <a:xfrm>
            <a:off x="685800" y="4400551"/>
            <a:ext cx="54864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brightness constancy constraint is a fundamental principle in optical flow estimation. It states that the brightness of a point in an image remains constant over time. The slide presents the brightness constancy equation and its linearization using Taylor expansion, leading to the optical flow constraint equation. This equation is used to compute motion from two successive frames.</a:t>
            </a:r>
            <a:endParaRPr dirty="0"/>
          </a:p>
        </p:txBody>
      </p:sp>
      <p:sp>
        <p:nvSpPr>
          <p:cNvPr id="585" name="Google Shape;585;g2ff6f630c79_0_232:notes"/>
          <p:cNvSpPr txBox="1">
            <a:spLocks noGrp="1"/>
          </p:cNvSpPr>
          <p:nvPr>
            <p:ph type="sldNum" idx="12"/>
          </p:nvPr>
        </p:nvSpPr>
        <p:spPr>
          <a:xfrm>
            <a:off x="3885010" y="8684684"/>
            <a:ext cx="2971800" cy="459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2ff6f630c79_0_257: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poses the question of whether the brightness constancy equation can be used to recover image motion at each pixel. It highlights the challenge of having one equation with two unknowns (u, v), emphasizing the need for additional constraints to solve the problem.</a:t>
            </a:r>
            <a:endParaRPr dirty="0"/>
          </a:p>
        </p:txBody>
      </p:sp>
      <p:sp>
        <p:nvSpPr>
          <p:cNvPr id="611" name="Google Shape;611;g2ff6f630c79_0_257: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ff6f630c79_0_26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To obtain more equations for a pixel, we use the spatial coherence constraint, which assumes that a pixel's neighbors have the same motion (u, v). By using a 5x5 window, we can generate 25 equations per pixel, allowing for a more robust estimation of optical flow. This approach is based on the work of Lucas and Kanade, who developed an iterative image registration technique.</a:t>
            </a:r>
            <a:endParaRPr dirty="0"/>
          </a:p>
        </p:txBody>
      </p:sp>
      <p:sp>
        <p:nvSpPr>
          <p:cNvPr id="621" name="Google Shape;621;g2ff6f630c79_0_26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ff6f630c79_0_273: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Lucas-Kanade method involves solving an </a:t>
            </a:r>
            <a:r>
              <a:rPr lang="en-US" sz="1100" b="0" i="0" u="none" strike="noStrike" cap="none" dirty="0" err="1">
                <a:solidFill>
                  <a:srgbClr val="000000"/>
                </a:solidFill>
                <a:effectLst/>
                <a:latin typeface="Arial"/>
                <a:ea typeface="Arial"/>
                <a:cs typeface="Arial"/>
                <a:sym typeface="Arial"/>
              </a:rPr>
              <a:t>overconstrained</a:t>
            </a:r>
            <a:r>
              <a:rPr lang="en-US" sz="1100" b="0" i="0" u="none" strike="noStrike" cap="none" dirty="0">
                <a:solidFill>
                  <a:srgbClr val="000000"/>
                </a:solidFill>
                <a:effectLst/>
                <a:latin typeface="Arial"/>
                <a:ea typeface="Arial"/>
                <a:cs typeface="Arial"/>
                <a:sym typeface="Arial"/>
              </a:rPr>
              <a:t> linear system to estimate optical flow. The system is represented by the matrix equation A \</a:t>
            </a:r>
            <a:r>
              <a:rPr lang="en-US" sz="1100" b="0" i="0" u="none" strike="noStrike" cap="none" dirty="0" err="1">
                <a:solidFill>
                  <a:srgbClr val="000000"/>
                </a:solidFill>
                <a:effectLst/>
                <a:latin typeface="Arial"/>
                <a:ea typeface="Arial"/>
                <a:cs typeface="Arial"/>
                <a:sym typeface="Arial"/>
              </a:rPr>
              <a:t>cdot</a:t>
            </a:r>
            <a:r>
              <a:rPr lang="en-US" sz="1100" b="0" i="0" u="none" strike="noStrike" cap="none" dirty="0">
                <a:solidFill>
                  <a:srgbClr val="000000"/>
                </a:solidFill>
                <a:effectLst/>
                <a:latin typeface="Arial"/>
                <a:ea typeface="Arial"/>
                <a:cs typeface="Arial"/>
                <a:sym typeface="Arial"/>
              </a:rPr>
              <a:t> d = b, where A is a 25x2 matrix of image gradients, d is a 2x1 vector of flow components (u, v), and b is a 25x1 vector of temporal image gradients. This setup allows for the estimation of motion by considering a window of pixels around each point.</a:t>
            </a:r>
            <a:endParaRPr dirty="0"/>
          </a:p>
        </p:txBody>
      </p:sp>
      <p:sp>
        <p:nvSpPr>
          <p:cNvPr id="631" name="Google Shape;631;g2ff6f630c79_0_27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ff6f630c79_0_283: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To solve the </a:t>
            </a:r>
            <a:r>
              <a:rPr lang="en-US" sz="1100" b="0" i="0" u="none" strike="noStrike" cap="none" dirty="0" err="1">
                <a:solidFill>
                  <a:srgbClr val="000000"/>
                </a:solidFill>
                <a:effectLst/>
                <a:latin typeface="Arial"/>
                <a:ea typeface="Arial"/>
                <a:cs typeface="Arial"/>
                <a:sym typeface="Arial"/>
              </a:rPr>
              <a:t>overconstrained</a:t>
            </a:r>
            <a:r>
              <a:rPr lang="en-US" sz="1100" b="0" i="0" u="none" strike="noStrike" cap="none" dirty="0">
                <a:solidFill>
                  <a:srgbClr val="000000"/>
                </a:solidFill>
                <a:effectLst/>
                <a:latin typeface="Arial"/>
                <a:ea typeface="Arial"/>
                <a:cs typeface="Arial"/>
                <a:sym typeface="Arial"/>
              </a:rPr>
              <a:t> system, the least squares solution is used. The equation (A^T A) \</a:t>
            </a:r>
            <a:r>
              <a:rPr lang="en-US" sz="1100" b="0" i="0" u="none" strike="noStrike" cap="none" dirty="0" err="1">
                <a:solidFill>
                  <a:srgbClr val="000000"/>
                </a:solidFill>
                <a:effectLst/>
                <a:latin typeface="Arial"/>
                <a:ea typeface="Arial"/>
                <a:cs typeface="Arial"/>
                <a:sym typeface="Arial"/>
              </a:rPr>
              <a:t>cdot</a:t>
            </a:r>
            <a:r>
              <a:rPr lang="en-US" sz="1100" b="0" i="0" u="none" strike="noStrike" cap="none" dirty="0">
                <a:solidFill>
                  <a:srgbClr val="000000"/>
                </a:solidFill>
                <a:effectLst/>
                <a:latin typeface="Arial"/>
                <a:ea typeface="Arial"/>
                <a:cs typeface="Arial"/>
                <a:sym typeface="Arial"/>
              </a:rPr>
              <a:t> d = A^T b provides the optimal flow vector (u, v). The matrices A^T A and A^T b involve summations over all pixels in the </a:t>
            </a:r>
            <a:r>
              <a:rPr lang="en-US" sz="1100" b="0" i="0" u="none" strike="noStrike" cap="none" dirty="0" err="1">
                <a:solidFill>
                  <a:srgbClr val="000000"/>
                </a:solidFill>
                <a:effectLst/>
                <a:latin typeface="Arial"/>
                <a:ea typeface="Arial"/>
                <a:cs typeface="Arial"/>
                <a:sym typeface="Arial"/>
              </a:rPr>
              <a:t>KxK</a:t>
            </a:r>
            <a:r>
              <a:rPr lang="en-US" sz="1100" b="0" i="0" u="none" strike="noStrike" cap="none" dirty="0">
                <a:solidFill>
                  <a:srgbClr val="000000"/>
                </a:solidFill>
                <a:effectLst/>
                <a:latin typeface="Arial"/>
                <a:ea typeface="Arial"/>
                <a:cs typeface="Arial"/>
                <a:sym typeface="Arial"/>
              </a:rPr>
              <a:t> window, capturing the spatial and temporal gradients necessary for accurate motion estimation.</a:t>
            </a:r>
            <a:endParaRPr dirty="0"/>
          </a:p>
        </p:txBody>
      </p:sp>
      <p:sp>
        <p:nvSpPr>
          <p:cNvPr id="643" name="Google Shape;643;g2ff6f630c79_0_283: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2ff6f630c79_0_299: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For the Lucas-Kanade equation to be solvable, certain conditions must be met:</a:t>
            </a:r>
          </a:p>
          <a:p>
            <a:r>
              <a:rPr lang="en-US" sz="1100" b="0" i="0" u="none" strike="noStrike" cap="none" dirty="0">
                <a:solidFill>
                  <a:srgbClr val="000000"/>
                </a:solidFill>
                <a:effectLst/>
                <a:latin typeface="Arial"/>
                <a:ea typeface="Arial"/>
                <a:cs typeface="Arial"/>
                <a:sym typeface="Arial"/>
              </a:rPr>
              <a:t>The matrix A^T A should be invertible.</a:t>
            </a:r>
          </a:p>
          <a:p>
            <a:r>
              <a:rPr lang="en-US" sz="1100" b="0" i="0" u="none" strike="noStrike" cap="none" dirty="0">
                <a:solidFill>
                  <a:srgbClr val="000000"/>
                </a:solidFill>
                <a:effectLst/>
                <a:latin typeface="Arial"/>
                <a:ea typeface="Arial"/>
                <a:cs typeface="Arial"/>
                <a:sym typeface="Arial"/>
              </a:rPr>
              <a:t>The eigenvalues \lambda_1 and \lambda_2 of A^T A should not be too small, ensuring that the matrix is well-conditioned.</a:t>
            </a:r>
          </a:p>
          <a:p>
            <a:r>
              <a:rPr lang="en-US" sz="1100" b="0" i="0" u="none" strike="noStrike" cap="none" dirty="0">
                <a:solidFill>
                  <a:srgbClr val="000000"/>
                </a:solidFill>
                <a:effectLst/>
                <a:latin typeface="Arial"/>
                <a:ea typeface="Arial"/>
                <a:cs typeface="Arial"/>
                <a:sym typeface="Arial"/>
              </a:rPr>
              <a:t>The ratio \lambda_1 / \lambda_2 should not be too large, maintaining numerical stability in the solution.</a:t>
            </a:r>
          </a:p>
          <a:p>
            <a:pPr marL="0" lvl="0" indent="0" algn="l" rtl="0">
              <a:spcBef>
                <a:spcPts val="0"/>
              </a:spcBef>
              <a:spcAft>
                <a:spcPts val="0"/>
              </a:spcAft>
              <a:buNone/>
            </a:pPr>
            <a:endParaRPr dirty="0"/>
          </a:p>
        </p:txBody>
      </p:sp>
      <p:sp>
        <p:nvSpPr>
          <p:cNvPr id="661" name="Google Shape;661;g2ff6f630c79_0_29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ff6f630c79_0_309: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3" name="Google Shape;673;g2ff6f630c79_0_30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ff6f630c79_0_31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g2ff6f630c79_0_31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ff6f630c79_0_34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low-texture regions, the gradients have small magnitudes, leading to small eigenvalues \lambda_1 and \lambda_2. This makes it difficult to accurately estimate motion, as there is insufficient texture to provide reliable gradient information.</a:t>
            </a:r>
            <a:endParaRPr dirty="0"/>
          </a:p>
        </p:txBody>
      </p:sp>
      <p:sp>
        <p:nvSpPr>
          <p:cNvPr id="713" name="Google Shape;713;g2ff6f630c79_0_34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ff6f630c79_0_35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At edges, gradients can be very large or very small, resulting in one large eigenvalue and one small eigenvalue. This creates ambiguity in motion estimation, as the flow can be constrained along the edge direction, making it challenging to determine the true motion.</a:t>
            </a:r>
            <a:endParaRPr dirty="0"/>
          </a:p>
        </p:txBody>
      </p:sp>
      <p:sp>
        <p:nvSpPr>
          <p:cNvPr id="725" name="Google Shape;725;g2ff6f630c79_0_35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ff6f630c79_0_36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High-texture regions have different gradients with large magnitudes, resulting in large eigenvalues \lambda_1 and \lambda_2. These regions are ideal for tracking, as the rich texture provides robust gradient information for accurate motion estimation.</a:t>
            </a:r>
            <a:endParaRPr dirty="0"/>
          </a:p>
        </p:txBody>
      </p:sp>
      <p:sp>
        <p:nvSpPr>
          <p:cNvPr id="737" name="Google Shape;737;g2ff6f630c79_0_36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ff6f630c79_0_37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Good features to track are those that provide reliable and stable information over time. Harris corners are considered good features because they guarantee small error sensitivity. In contrast, image points with small eigenvalues \lambda_1 or \lambda_2 (such as edges or uniform textured regions) are bad features to track due to their instability.</a:t>
            </a:r>
            <a:endParaRPr dirty="0"/>
          </a:p>
        </p:txBody>
      </p:sp>
      <p:sp>
        <p:nvSpPr>
          <p:cNvPr id="749" name="Google Shape;749;g2ff6f630c79_0_37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ff6f630c79_0_381: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barber pole illusion is a visual phenomenon where diagonal stripes on a rotating pole appear to move vertically. This illusion highlights the complexity of motion perception and the challenges in accurately interpreting motion direction from visual cues. The link provides further information on this optical illusion.</a:t>
            </a:r>
            <a:endParaRPr dirty="0"/>
          </a:p>
        </p:txBody>
      </p:sp>
      <p:sp>
        <p:nvSpPr>
          <p:cNvPr id="757" name="Google Shape;757;g2ff6f630c79_0_38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ff6f630c79_0_389: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Motion estimation can be achieved through optical flow and feature-tracking. Optical flow recovers image motion at each pixel by analyzing </a:t>
            </a:r>
            <a:r>
              <a:rPr lang="en-US" sz="1100" b="0" i="0" u="none" strike="noStrike" cap="none" dirty="0" err="1">
                <a:solidFill>
                  <a:srgbClr val="000000"/>
                </a:solidFill>
                <a:effectLst/>
                <a:latin typeface="Arial"/>
                <a:ea typeface="Arial"/>
                <a:cs typeface="Arial"/>
                <a:sym typeface="Arial"/>
              </a:rPr>
              <a:t>spatio</a:t>
            </a:r>
            <a:r>
              <a:rPr lang="en-US" sz="1100" b="0" i="0" u="none" strike="noStrike" cap="none" dirty="0">
                <a:solidFill>
                  <a:srgbClr val="000000"/>
                </a:solidFill>
                <a:effectLst/>
                <a:latin typeface="Arial"/>
                <a:ea typeface="Arial"/>
                <a:cs typeface="Arial"/>
                <a:sym typeface="Arial"/>
              </a:rPr>
              <a:t>-temporal brightness variations. Feature-tracking involves extracting visual features, such as corners and textured areas, and tracking them over multiple frames. Techniques like the Shi-Tomasi feature tracker and tracking with dynamics enhance the accuracy and robustness of motion estimation.</a:t>
            </a:r>
            <a:endParaRPr dirty="0"/>
          </a:p>
        </p:txBody>
      </p:sp>
      <p:sp>
        <p:nvSpPr>
          <p:cNvPr id="767" name="Google Shape;767;g2ff6f630c79_0_38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ff6f630c79_0_39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this slide, we see two images of a hallway. The first image is a plain view, while the second shows numerous arrows and points. These represent the features being tracked across the scene. Feature tracking is a fundamental aspect of object tracking, where we identify and follow distinct points or patterns in a sequence of images. This process helps us understand how objects move within a scene.</a:t>
            </a:r>
            <a:endParaRPr dirty="0"/>
          </a:p>
        </p:txBody>
      </p:sp>
      <p:sp>
        <p:nvSpPr>
          <p:cNvPr id="775" name="Google Shape;775;g2ff6f630c79_0_39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ff6f630c79_0_402: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 we recap the key assumptions of the Lucas-Kanade method, a popular technique for optical flow estimation. The assumptions include:</a:t>
            </a:r>
          </a:p>
          <a:p>
            <a:r>
              <a:rPr lang="en-US" sz="1100" b="1" i="0" u="none" strike="noStrike" cap="none" dirty="0">
                <a:solidFill>
                  <a:srgbClr val="000000"/>
                </a:solidFill>
                <a:effectLst/>
                <a:latin typeface="Arial"/>
                <a:ea typeface="Arial"/>
                <a:cs typeface="Arial"/>
                <a:sym typeface="Arial"/>
              </a:rPr>
              <a:t>Small Motion:</a:t>
            </a:r>
            <a:r>
              <a:rPr lang="en-US" sz="1100" b="0" i="0" u="none" strike="noStrike" cap="none" dirty="0">
                <a:solidFill>
                  <a:srgbClr val="000000"/>
                </a:solidFill>
                <a:effectLst/>
                <a:latin typeface="Arial"/>
                <a:ea typeface="Arial"/>
                <a:cs typeface="Arial"/>
                <a:sym typeface="Arial"/>
              </a:rPr>
              <a:t> Points in the image do not move very far between frames.</a:t>
            </a:r>
          </a:p>
          <a:p>
            <a:r>
              <a:rPr lang="en-US" sz="1100" b="1" i="0" u="none" strike="noStrike" cap="none" dirty="0">
                <a:solidFill>
                  <a:srgbClr val="000000"/>
                </a:solidFill>
                <a:effectLst/>
                <a:latin typeface="Arial"/>
                <a:ea typeface="Arial"/>
                <a:cs typeface="Arial"/>
                <a:sym typeface="Arial"/>
              </a:rPr>
              <a:t>Brightness Constancy:</a:t>
            </a:r>
            <a:r>
              <a:rPr lang="en-US" sz="1100" b="0" i="0" u="none" strike="noStrike" cap="none" dirty="0">
                <a:solidFill>
                  <a:srgbClr val="000000"/>
                </a:solidFill>
                <a:effectLst/>
                <a:latin typeface="Arial"/>
                <a:ea typeface="Arial"/>
                <a:cs typeface="Arial"/>
                <a:sym typeface="Arial"/>
              </a:rPr>
              <a:t> The appearance of a point remains consistent across frames.</a:t>
            </a:r>
          </a:p>
          <a:p>
            <a:r>
              <a:rPr lang="en-US" sz="1100" b="1" i="0" u="none" strike="noStrike" cap="none" dirty="0">
                <a:solidFill>
                  <a:srgbClr val="000000"/>
                </a:solidFill>
                <a:effectLst/>
                <a:latin typeface="Arial"/>
                <a:ea typeface="Arial"/>
                <a:cs typeface="Arial"/>
                <a:sym typeface="Arial"/>
              </a:rPr>
              <a:t>Spatial Coherence:</a:t>
            </a:r>
            <a:r>
              <a:rPr lang="en-US" sz="1100" b="0" i="0" u="none" strike="noStrike" cap="none" dirty="0">
                <a:solidFill>
                  <a:srgbClr val="000000"/>
                </a:solidFill>
                <a:effectLst/>
                <a:latin typeface="Arial"/>
                <a:ea typeface="Arial"/>
                <a:cs typeface="Arial"/>
                <a:sym typeface="Arial"/>
              </a:rPr>
              <a:t> Neighboring points move in a similar manner.</a:t>
            </a:r>
          </a:p>
          <a:p>
            <a:r>
              <a:rPr lang="en-US" sz="1100" b="0" i="0" u="none" strike="noStrike" cap="none" dirty="0">
                <a:solidFill>
                  <a:srgbClr val="000000"/>
                </a:solidFill>
                <a:effectLst/>
                <a:latin typeface="Arial"/>
                <a:ea typeface="Arial"/>
                <a:cs typeface="Arial"/>
                <a:sym typeface="Arial"/>
              </a:rPr>
              <a:t>These assumptions simplify the problem but can lead to errors if not met.</a:t>
            </a:r>
          </a:p>
          <a:p>
            <a:pPr marL="0" lvl="0" indent="0" algn="l" rtl="0">
              <a:spcBef>
                <a:spcPts val="0"/>
              </a:spcBef>
              <a:spcAft>
                <a:spcPts val="0"/>
              </a:spcAft>
              <a:buNone/>
            </a:pPr>
            <a:endParaRPr dirty="0"/>
          </a:p>
        </p:txBody>
      </p:sp>
      <p:sp>
        <p:nvSpPr>
          <p:cNvPr id="784" name="Google Shape;784;g2ff6f630c79_0_40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ff6f630c79_0_409: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challenges the small motion assumption. The image shows a scene with significant motion, likely exceeding the small motion threshold. When motion is too large, the basic Lucas-Kanade method struggles. We need to consider how to address this issue, perhaps by modifying our approach to handle larger displacements.</a:t>
            </a:r>
            <a:endParaRPr dirty="0"/>
          </a:p>
        </p:txBody>
      </p:sp>
      <p:sp>
        <p:nvSpPr>
          <p:cNvPr id="793" name="Google Shape;793;g2ff6f630c79_0_409: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ff6f630c79_0_41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One solution to the large motion problem is to reduce the image resolution. By doing so, we effectively decrease the apparent motion between frames, making it easier to track features. The images here illustrate how reducing resolution can simplify the tracking process by smoothing out details and focusing on broader movements.</a:t>
            </a:r>
            <a:endParaRPr dirty="0"/>
          </a:p>
        </p:txBody>
      </p:sp>
      <p:sp>
        <p:nvSpPr>
          <p:cNvPr id="801" name="Google Shape;801;g2ff6f630c79_0_41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ff6f630c79_0_424: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introduces the concept of using a Gaussian pyramid for coarse-to-fine optical flow estimation. By creating a pyramid of images at different resolutions, we can start tracking at a coarse level and refine our estimates as we move to finer resolutions. This method helps manage larger motions by breaking them down into smaller, more manageable steps.</a:t>
            </a:r>
            <a:endParaRPr dirty="0"/>
          </a:p>
        </p:txBody>
      </p:sp>
      <p:sp>
        <p:nvSpPr>
          <p:cNvPr id="812" name="Google Shape;812;g2ff6f630c79_0_424: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ff6f630c79_0_461: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Continuing from the previous slide, we see how the Lucas-Kanade method is applied at each level of the pyramid. Starting from the top, we estimate motion and progressively refine it as we move down the pyramid. This iterative process allows us to handle larger displacements effectively.</a:t>
            </a:r>
            <a:endParaRPr dirty="0"/>
          </a:p>
        </p:txBody>
      </p:sp>
      <p:sp>
        <p:nvSpPr>
          <p:cNvPr id="851" name="Google Shape;851;g2ff6f630c79_0_461: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ff6f630c79_0_502: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 we compare the results of optical flow estimation with and without using pyramids. Without pyramids, the Lucas-Kanade method fails in areas with large motion, as shown in the image. This highlights the importance of the pyramid approach in improving tracking accuracy.</a:t>
            </a:r>
          </a:p>
          <a:p>
            <a:br>
              <a:rPr lang="en-US" dirty="0"/>
            </a:br>
            <a:endParaRPr dirty="0"/>
          </a:p>
        </p:txBody>
      </p:sp>
      <p:sp>
        <p:nvSpPr>
          <p:cNvPr id="894" name="Google Shape;894;g2ff6f630c79_0_502: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ff6f630c79_0_508: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shows the improved results when using pyramids. The Lucas-Kanade method with pyramids successfully tracks motion even in challenging areas. The link provided offers additional resources for implementing this technique using OpenCV.</a:t>
            </a:r>
            <a:endParaRPr dirty="0"/>
          </a:p>
        </p:txBody>
      </p:sp>
      <p:sp>
        <p:nvSpPr>
          <p:cNvPr id="902" name="Google Shape;902;g2ff6f630c79_0_508: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ff6f630c79_0_18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Optical flow estimation faces several challenges:</a:t>
            </a:r>
          </a:p>
          <a:p>
            <a:r>
              <a:rPr lang="en-US" sz="1100" b="1" i="0" u="none" strike="noStrike" cap="none" dirty="0">
                <a:solidFill>
                  <a:srgbClr val="000000"/>
                </a:solidFill>
                <a:effectLst/>
                <a:latin typeface="Arial"/>
                <a:ea typeface="Arial"/>
                <a:cs typeface="Arial"/>
                <a:sym typeface="Arial"/>
              </a:rPr>
              <a:t>Aperture Problem:</a:t>
            </a:r>
            <a:r>
              <a:rPr lang="en-US" sz="1100" b="0" i="0" u="none" strike="noStrike" cap="none" dirty="0">
                <a:solidFill>
                  <a:srgbClr val="000000"/>
                </a:solidFill>
                <a:effectLst/>
                <a:latin typeface="Arial"/>
                <a:ea typeface="Arial"/>
                <a:cs typeface="Arial"/>
                <a:sym typeface="Arial"/>
              </a:rPr>
              <a:t> Difficulty in estimating flow in regions with uniform textures.</a:t>
            </a:r>
          </a:p>
          <a:p>
            <a:r>
              <a:rPr lang="en-US" sz="1100" b="1" i="0" u="none" strike="noStrike" cap="none" dirty="0">
                <a:solidFill>
                  <a:srgbClr val="000000"/>
                </a:solidFill>
                <a:effectLst/>
                <a:latin typeface="Arial"/>
                <a:ea typeface="Arial"/>
                <a:cs typeface="Arial"/>
                <a:sym typeface="Arial"/>
              </a:rPr>
              <a:t>Sensitivity to Lighting Changes and Noise:</a:t>
            </a:r>
            <a:r>
              <a:rPr lang="en-US" sz="1100" b="0" i="0" u="none" strike="noStrike" cap="none" dirty="0">
                <a:solidFill>
                  <a:srgbClr val="000000"/>
                </a:solidFill>
                <a:effectLst/>
                <a:latin typeface="Arial"/>
                <a:ea typeface="Arial"/>
                <a:cs typeface="Arial"/>
                <a:sym typeface="Arial"/>
              </a:rPr>
              <a:t> Variations in lighting and noise can affect accuracy.</a:t>
            </a:r>
          </a:p>
          <a:p>
            <a:r>
              <a:rPr lang="en-US" sz="1100" b="1" i="0" u="none" strike="noStrike" cap="none" dirty="0">
                <a:solidFill>
                  <a:srgbClr val="000000"/>
                </a:solidFill>
                <a:effectLst/>
                <a:latin typeface="Arial"/>
                <a:ea typeface="Arial"/>
                <a:cs typeface="Arial"/>
                <a:sym typeface="Arial"/>
              </a:rPr>
              <a:t>Handling Occlusion and Large Object Movements:</a:t>
            </a:r>
            <a:r>
              <a:rPr lang="en-US" sz="1100" b="0" i="0" u="none" strike="noStrike" cap="none" dirty="0">
                <a:solidFill>
                  <a:srgbClr val="000000"/>
                </a:solidFill>
                <a:effectLst/>
                <a:latin typeface="Arial"/>
                <a:ea typeface="Arial"/>
                <a:cs typeface="Arial"/>
                <a:sym typeface="Arial"/>
              </a:rPr>
              <a:t> These factors complicate tracking and require robust solutions.</a:t>
            </a:r>
          </a:p>
          <a:p>
            <a:pPr marL="0" lvl="0" indent="0" algn="l" rtl="0">
              <a:spcBef>
                <a:spcPts val="0"/>
              </a:spcBef>
              <a:spcAft>
                <a:spcPts val="0"/>
              </a:spcAft>
              <a:buNone/>
            </a:pPr>
            <a:endParaRPr dirty="0"/>
          </a:p>
        </p:txBody>
      </p:sp>
      <p:sp>
        <p:nvSpPr>
          <p:cNvPr id="911" name="Google Shape;911;g2ff6f630c79_0_18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ff6f630c79_0_18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Finally, we explore advanced techniques like deep learning approaches, such as </a:t>
            </a:r>
            <a:r>
              <a:rPr lang="en-US" sz="1100" b="0" i="0" u="none" strike="noStrike" cap="none" dirty="0" err="1">
                <a:solidFill>
                  <a:srgbClr val="000000"/>
                </a:solidFill>
                <a:effectLst/>
                <a:latin typeface="Arial"/>
                <a:ea typeface="Arial"/>
                <a:cs typeface="Arial"/>
                <a:sym typeface="Arial"/>
              </a:rPr>
              <a:t>FlowNet</a:t>
            </a:r>
            <a:r>
              <a:rPr lang="en-US" sz="1100" b="0" i="0" u="none" strike="noStrike" cap="none" dirty="0">
                <a:solidFill>
                  <a:srgbClr val="000000"/>
                </a:solidFill>
                <a:effectLst/>
                <a:latin typeface="Arial"/>
                <a:ea typeface="Arial"/>
                <a:cs typeface="Arial"/>
                <a:sym typeface="Arial"/>
              </a:rPr>
              <a:t>, which offer more accurate flow estimation. These methods are particularly useful in applications like autonomous driving and medical imaging, where precision is crucial.</a:t>
            </a:r>
            <a:endParaRPr dirty="0"/>
          </a:p>
        </p:txBody>
      </p:sp>
      <p:sp>
        <p:nvSpPr>
          <p:cNvPr id="918" name="Google Shape;918;g2ff6f630c79_0_18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ff6f630c79_0_515:notes"/>
          <p:cNvSpPr txBox="1">
            <a:spLocks noGrp="1"/>
          </p:cNvSpPr>
          <p:nvPr>
            <p:ph type="body" idx="1"/>
          </p:nvPr>
        </p:nvSpPr>
        <p:spPr>
          <a:xfrm>
            <a:off x="685800" y="4400551"/>
            <a:ext cx="54864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this slide, we revisit the key assumptions of the Lucas-Kanade method, focusing on spatial coherence. This assumption suggests that points in an image tend to move similarly to their neighbors. This is crucial for tracking because it allows us to predict the movement of a point based on the movement of surrounding points, making the tracking process more robust.</a:t>
            </a:r>
            <a:endParaRPr dirty="0"/>
          </a:p>
        </p:txBody>
      </p:sp>
      <p:sp>
        <p:nvSpPr>
          <p:cNvPr id="924" name="Google Shape;924;g2ff6f630c79_0_515:notes"/>
          <p:cNvSpPr>
            <a:spLocks noGrp="1" noRot="1" noChangeAspect="1"/>
          </p:cNvSpPr>
          <p:nvPr>
            <p:ph type="sldImg" idx="2"/>
          </p:nvPr>
        </p:nvSpPr>
        <p:spPr>
          <a:xfrm>
            <a:off x="1885950" y="1143000"/>
            <a:ext cx="30861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ff6f630c79_0_52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63</a:t>
            </a:fld>
            <a:endParaRPr/>
          </a:p>
        </p:txBody>
      </p:sp>
      <p:sp>
        <p:nvSpPr>
          <p:cNvPr id="932" name="Google Shape;932;g2ff6f630c79_0_52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3" name="Google Shape;933;g2ff6f630c79_0_5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r>
              <a:rPr lang="en-US" sz="1100" b="0" i="0" u="none" strike="noStrike" cap="none" dirty="0">
                <a:solidFill>
                  <a:srgbClr val="000000"/>
                </a:solidFill>
                <a:effectLst/>
                <a:latin typeface="Arial"/>
                <a:ea typeface="Arial"/>
                <a:cs typeface="Arial"/>
                <a:sym typeface="Arial"/>
              </a:rPr>
              <a:t>Now, we transition to a different tracking method: the Mean Shift algorithm. This slide introduces the concept of using Mean Shift for tracking purposes. Mean Shift is a powerful tool for locating the mode, or the most densely populated area, in a feature space, which is particularly useful for tracking objects in video sequences.</a:t>
            </a:r>
          </a:p>
          <a:p>
            <a:br>
              <a:rPr lang="en-US" dirty="0"/>
            </a:br>
            <a:endParaRPr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ff6f630c79_0_1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delve into the Mean Shift algorithm. It's a mode-seeking algorithm that tracks objects based on color histograms. The advantages of this method are its simplicity and efficiency. However, it has limitations, such as failing when there are drastic changes in the object's appearance, which can occur due to lighting changes or occlusions.</a:t>
            </a:r>
            <a:endParaRPr dirty="0"/>
          </a:p>
        </p:txBody>
      </p:sp>
      <p:sp>
        <p:nvSpPr>
          <p:cNvPr id="940" name="Google Shape;940;g2ff6f630c79_0_16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ff6f630c79_0_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illustrates the concept of appearance-based tracking. We use the current frame and the object's previous location to predict its current location. The appearance model, which can include image templates or color histograms, helps in estimating the likelihood of the object's location. Mode-seeking methods like Mean Shift, Lucas-Kanade, and particle filtering are used to refine this estimation.</a:t>
            </a:r>
            <a:endParaRPr dirty="0"/>
          </a:p>
        </p:txBody>
      </p:sp>
      <p:sp>
        <p:nvSpPr>
          <p:cNvPr id="946" name="Google Shape;946;g2ff6f630c79_0_527: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ff6f630c79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motivation for using methods like Mean Shift is to track non-rigid objects, such as a walking person. These objects are challenging to track because they don't conform to a simple 2D parametric motion model. Instead, their appearances can be modeled using color distributions, which are more flexible and can adapt to changes in shape and posture.</a:t>
            </a:r>
          </a:p>
          <a:p>
            <a:br>
              <a:rPr lang="en-US" dirty="0"/>
            </a:br>
            <a:endParaRPr dirty="0"/>
          </a:p>
        </p:txBody>
      </p:sp>
      <p:sp>
        <p:nvSpPr>
          <p:cNvPr id="984" name="Google Shape;984;g2ff6f630c79_0_564: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ff6f630c79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These slides provide an intuitive description of the Mean Shift algorithm. The objective is to find the densest region in a feature space. We start with a region of interest and calculate the center of mass. The Mean Shift vector then points towards the direction of maximum increase in density. By iteratively updating the region of interest and recalculating the center of mass, the algorithm converges to the mode of the distribution. This process is visualized through a series of steps, showing how the region of interest moves towards the densest cluster of points.</a:t>
            </a:r>
            <a:endParaRPr dirty="0"/>
          </a:p>
        </p:txBody>
      </p:sp>
      <p:sp>
        <p:nvSpPr>
          <p:cNvPr id="990" name="Google Shape;990;g2ff6f630c79_0_569: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ff6f630c79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6" name="Google Shape;1036;g2ff6f630c79_0_614: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2ff6f630c79_0_6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6" name="Google Shape;1096;g2ff6f630c79_0_673: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2ff6f630c79_0_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4" name="Google Shape;1154;g2ff6f630c79_0_730: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ff6f630c79_0_7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2" name="Google Shape;1212;g2ff6f630c79_0_787: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g2ff6f630c79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67" name="Google Shape;1267;g2ff6f630c79_0_8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2ff6f630c79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2" name="Google Shape;1322;g2ff6f630c79_0_895: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g2ff6f630c79_0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introduces the concept of non-parametric density estimation. The assumption here is that data points are sampled from an underlying probability density function (PDF). The density of data points in a region implies the value of the PDF at that location. The left side of the slide shows an assumed underlying PDF, while the right side illustrates real data samples. This concept is crucial for understanding how we estimate densities without assuming a specific parametric form.</a:t>
            </a:r>
            <a:endParaRPr dirty="0"/>
          </a:p>
        </p:txBody>
      </p:sp>
      <p:sp>
        <p:nvSpPr>
          <p:cNvPr id="1410" name="Google Shape;1410;g2ff6f630c79_0_98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2ff6f630c79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Continuing from the previous slide, we see a visual representation of how real data samples relate to the assumed PDF. The height of the cylinders on the right indicates the density of data points, which corresponds to the peaks in the PDF on the left. This visualization helps us understand how non-parametric methods estimate the density based on the distribution of data points.</a:t>
            </a:r>
            <a:endParaRPr dirty="0"/>
          </a:p>
        </p:txBody>
      </p:sp>
      <p:sp>
        <p:nvSpPr>
          <p:cNvPr id="1512" name="Google Shape;1512;g2ff6f630c79_0_1082: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0"/>
        <p:cNvGrpSpPr/>
        <p:nvPr/>
      </p:nvGrpSpPr>
      <p:grpSpPr>
        <a:xfrm>
          <a:off x="0" y="0"/>
          <a:ext cx="0" cy="0"/>
          <a:chOff x="0" y="0"/>
          <a:chExt cx="0" cy="0"/>
        </a:xfrm>
      </p:grpSpPr>
      <p:sp>
        <p:nvSpPr>
          <p:cNvPr id="1611" name="Google Shape;1611;g2ff6f630c79_0_1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further illustrates the relationship between real data samples and the assumed PDF. The stacked cylinders represent areas of high data point density, which align with the peaks in the PDF. This method allows us to estimate the density without making assumptions about the underlying distribution's shape.</a:t>
            </a:r>
            <a:endParaRPr dirty="0"/>
          </a:p>
        </p:txBody>
      </p:sp>
      <p:sp>
        <p:nvSpPr>
          <p:cNvPr id="1612" name="Google Shape;1612;g2ff6f630c79_0_118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g2ff6f630c79_0_1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explore how color histograms are used to represent the appearance of objects. The RGB color space is discretized to create a histogram that captures the color distribution of an object. This histogram is normalized to have unit weight, making it a robust feature for tracking. The total histogram size depends on the number of bits used for encoding each color channel.</a:t>
            </a:r>
            <a:endParaRPr dirty="0"/>
          </a:p>
        </p:txBody>
      </p:sp>
      <p:sp>
        <p:nvSpPr>
          <p:cNvPr id="1710" name="Google Shape;1710;g2ff6f630c79_0_1278: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4"/>
        <p:cNvGrpSpPr/>
        <p:nvPr/>
      </p:nvGrpSpPr>
      <p:grpSpPr>
        <a:xfrm>
          <a:off x="0" y="0"/>
          <a:ext cx="0" cy="0"/>
          <a:chOff x="0" y="0"/>
          <a:chExt cx="0" cy="0"/>
        </a:xfrm>
      </p:grpSpPr>
      <p:sp>
        <p:nvSpPr>
          <p:cNvPr id="1725" name="Google Shape;1725;g2ff6f630c79_0_1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discusses the trade-off between histogram size and color resolvability. By reducing the number of bits used for encoding, we can create smaller histograms, which are computationally efficient but may lose some color detail. The slide shows how marginal distributions for each color channel can be used to create a more compact representation.</a:t>
            </a:r>
            <a:endParaRPr dirty="0"/>
          </a:p>
        </p:txBody>
      </p:sp>
      <p:sp>
        <p:nvSpPr>
          <p:cNvPr id="1726" name="Google Shape;1726;g2ff6f630c79_0_1293: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2"/>
        <p:cNvGrpSpPr/>
        <p:nvPr/>
      </p:nvGrpSpPr>
      <p:grpSpPr>
        <a:xfrm>
          <a:off x="0" y="0"/>
          <a:ext cx="0" cy="0"/>
          <a:chOff x="0" y="0"/>
          <a:chExt cx="0" cy="0"/>
        </a:xfrm>
      </p:grpSpPr>
      <p:sp>
        <p:nvSpPr>
          <p:cNvPr id="1813" name="Google Shape;1813;g2ff6f630c79_0_1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this example, we see how color histograms are applied in practice. The top graph shows the distribution of red, green, and blue components, while the images below illustrate how these distributions correspond to different regions in a scene. This example demonstrates how color histograms can be used to identify and track objects based on their color characteristics.</a:t>
            </a:r>
            <a:endParaRPr dirty="0"/>
          </a:p>
        </p:txBody>
      </p:sp>
      <p:sp>
        <p:nvSpPr>
          <p:cNvPr id="1814" name="Google Shape;1814;g2ff6f630c79_0_1380: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1"/>
        <p:cNvGrpSpPr/>
        <p:nvPr/>
      </p:nvGrpSpPr>
      <p:grpSpPr>
        <a:xfrm>
          <a:off x="0" y="0"/>
          <a:ext cx="0" cy="0"/>
          <a:chOff x="0" y="0"/>
          <a:chExt cx="0" cy="0"/>
        </a:xfrm>
      </p:grpSpPr>
      <p:sp>
        <p:nvSpPr>
          <p:cNvPr id="1832" name="Google Shape;1832;g2ff6f630c79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3" name="Google Shape;1833;g2ff6f630c79_0_13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202122"/>
              </a:buClr>
              <a:buSzPts val="1800"/>
              <a:buNone/>
            </a:pPr>
            <a:r>
              <a:rPr lang="en-US" sz="1100" b="0" i="0" u="none" strike="noStrike" cap="none" dirty="0">
                <a:solidFill>
                  <a:srgbClr val="000000"/>
                </a:solidFill>
                <a:effectLst/>
                <a:latin typeface="Arial"/>
                <a:ea typeface="Arial"/>
                <a:cs typeface="Arial"/>
                <a:sym typeface="Arial"/>
              </a:rPr>
              <a:t>This slide explains the concept of normalized color, which removes the influence of brightness by dividing each color channel by the sum of all channels. This process leaves only the chromaticity information, making the representation less sensitive to changes in lighting. The image on the right shows how normalization affects the appearance of an object.</a:t>
            </a:r>
          </a:p>
          <a:p>
            <a:pPr marL="0" lvl="0" indent="0" algn="l" rtl="0">
              <a:spcBef>
                <a:spcPts val="0"/>
              </a:spcBef>
              <a:spcAft>
                <a:spcPts val="0"/>
              </a:spcAft>
              <a:buClr>
                <a:srgbClr val="202122"/>
              </a:buClr>
              <a:buSzPts val="1800"/>
              <a:buNone/>
            </a:pPr>
            <a:r>
              <a:rPr lang="en-US" dirty="0">
                <a:solidFill>
                  <a:srgbClr val="202122"/>
                </a:solidFill>
              </a:rPr>
              <a:t>The distribution of color values in an image depends on the illumination, which may vary depending on lighting conditions, cameras, and other factors. Color normalization allows for object recognition techniques based on color to compensate for these variations.</a:t>
            </a:r>
            <a:endParaRPr dirty="0"/>
          </a:p>
          <a:p>
            <a:pPr marL="0" lvl="0" indent="0" algn="l" rtl="0">
              <a:spcBef>
                <a:spcPts val="0"/>
              </a:spcBef>
              <a:spcAft>
                <a:spcPts val="0"/>
              </a:spcAft>
              <a:buSzPts val="1800"/>
              <a:buNone/>
            </a:pPr>
            <a:endParaRPr dirty="0">
              <a:solidFill>
                <a:srgbClr val="202122"/>
              </a:solidFill>
            </a:endParaRPr>
          </a:p>
          <a:p>
            <a:pPr marL="0" lvl="0" indent="0" algn="l" rtl="0">
              <a:spcBef>
                <a:spcPts val="0"/>
              </a:spcBef>
              <a:spcAft>
                <a:spcPts val="0"/>
              </a:spcAft>
              <a:buSzPts val="1800"/>
              <a:buNone/>
            </a:pPr>
            <a:r>
              <a:rPr lang="en-US" dirty="0"/>
              <a:t>Color images depend on the color of the capture illuminant and object reflectance. As such image colors are not stable features for object recognition, however stability is necessary since perceived colors (the colors we see) are illuminant independent and do correlate with object identity. Before the colors in images can be compared, they must first be preprocessed to remove the effect of illumination. </a:t>
            </a:r>
            <a:endParaRPr dirty="0"/>
          </a:p>
          <a:p>
            <a:pPr marL="0" lvl="0" indent="0" algn="l" rtl="0">
              <a:spcBef>
                <a:spcPts val="0"/>
              </a:spcBef>
              <a:spcAft>
                <a:spcPts val="0"/>
              </a:spcAft>
              <a:buSzPts val="1800"/>
              <a:buNone/>
            </a:pPr>
            <a:endParaRPr dirty="0"/>
          </a:p>
          <a:p>
            <a:pPr marL="0" lvl="0" indent="0" algn="l" rtl="0">
              <a:spcBef>
                <a:spcPts val="0"/>
              </a:spcBef>
              <a:spcAft>
                <a:spcPts val="0"/>
              </a:spcAft>
              <a:buSzPts val="1800"/>
              <a:buNone/>
            </a:pPr>
            <a:r>
              <a:rPr lang="en-US" dirty="0"/>
              <a:t>Two types of preprocessing have been proposed: </a:t>
            </a:r>
            <a:endParaRPr dirty="0"/>
          </a:p>
          <a:p>
            <a:pPr marL="0" lvl="0" indent="0" algn="l" rtl="0">
              <a:spcBef>
                <a:spcPts val="0"/>
              </a:spcBef>
              <a:spcAft>
                <a:spcPts val="0"/>
              </a:spcAft>
              <a:buSzPts val="1800"/>
              <a:buNone/>
            </a:pPr>
            <a:endParaRPr dirty="0"/>
          </a:p>
          <a:p>
            <a:pPr marL="0" lvl="0" indent="0" algn="l" rtl="0">
              <a:spcBef>
                <a:spcPts val="0"/>
              </a:spcBef>
              <a:spcAft>
                <a:spcPts val="0"/>
              </a:spcAft>
              <a:buSzPts val="1800"/>
              <a:buNone/>
            </a:pPr>
            <a:r>
              <a:rPr lang="en-US" dirty="0"/>
              <a:t>first, run a color constancy algorithm or second apply an invariant normalization. In color constancy preprocessing the illuminant color is estimated and then, at a second stage, the image colors are corrected to remove color bias due to illumination. </a:t>
            </a:r>
            <a:endParaRPr dirty="0"/>
          </a:p>
          <a:p>
            <a:pPr marL="0" lvl="0" indent="0" algn="l" rtl="0">
              <a:spcBef>
                <a:spcPts val="0"/>
              </a:spcBef>
              <a:spcAft>
                <a:spcPts val="0"/>
              </a:spcAft>
              <a:buSzPts val="1800"/>
              <a:buNone/>
            </a:pPr>
            <a:endParaRPr dirty="0"/>
          </a:p>
          <a:p>
            <a:pPr marL="0" lvl="0" indent="0" algn="l" rtl="0">
              <a:spcBef>
                <a:spcPts val="0"/>
              </a:spcBef>
              <a:spcAft>
                <a:spcPts val="0"/>
              </a:spcAft>
              <a:buSzPts val="1800"/>
              <a:buNone/>
            </a:pPr>
            <a:r>
              <a:rPr lang="en-US" dirty="0"/>
              <a:t>In color invariant normalization image RGBs are redescribed, in an illuminant independent way, relative to the context in which they are seen (e.g. RGBs might be divided by a local RGB average). In theory the color constancy approach is superior since it works in a scene independently:</a:t>
            </a:r>
            <a:endParaRPr dirty="0"/>
          </a:p>
        </p:txBody>
      </p:sp>
      <p:sp>
        <p:nvSpPr>
          <p:cNvPr id="1834" name="Google Shape;1834;g2ff6f630c79_0_139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5"/>
        <p:cNvGrpSpPr/>
        <p:nvPr/>
      </p:nvGrpSpPr>
      <p:grpSpPr>
        <a:xfrm>
          <a:off x="0" y="0"/>
          <a:ext cx="0" cy="0"/>
          <a:chOff x="0" y="0"/>
          <a:chExt cx="0" cy="0"/>
        </a:xfrm>
      </p:grpSpPr>
      <p:sp>
        <p:nvSpPr>
          <p:cNvPr id="1846" name="Google Shape;1846;g2ff6f630c79_0_1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 we see a sequence of frames illustrating the tracking of a non-rigid object. Non-rigid objects, like the one shown, can change shape and position, making them challenging to track. This slide sets the stage for discussing methods that can handle such complexities.</a:t>
            </a:r>
          </a:p>
          <a:p>
            <a:br>
              <a:rPr lang="en-US" dirty="0"/>
            </a:br>
            <a:endParaRPr dirty="0"/>
          </a:p>
        </p:txBody>
      </p:sp>
      <p:sp>
        <p:nvSpPr>
          <p:cNvPr id="1847" name="Google Shape;1847;g2ff6f630c79_0_141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4"/>
        <p:cNvGrpSpPr/>
        <p:nvPr/>
      </p:nvGrpSpPr>
      <p:grpSpPr>
        <a:xfrm>
          <a:off x="0" y="0"/>
          <a:ext cx="0" cy="0"/>
          <a:chOff x="0" y="0"/>
          <a:chExt cx="0" cy="0"/>
        </a:xfrm>
      </p:grpSpPr>
      <p:sp>
        <p:nvSpPr>
          <p:cNvPr id="1855" name="Google Shape;1855;g2ff6f630c79_0_1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outlines the general framework for Mean-Shift object tracking. The process begins by choosing a reference model in the current frame, selecting a feature space, and representing the model in that space. This framework helps in maintaining a consistent representation of the target as it moves across frames.</a:t>
            </a:r>
            <a:endParaRPr dirty="0"/>
          </a:p>
        </p:txBody>
      </p:sp>
      <p:sp>
        <p:nvSpPr>
          <p:cNvPr id="1856" name="Google Shape;1856;g2ff6f630c79_0_1419: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g2ff6f630c79_0_1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Continuing with the Mean-Shift framework, this slide focuses on target localization. Starting from the model's position in the current frame, we search in the neighborhood in the next frame to find the best candidate by maximizing a similarity function. This process is repeated for each pair of frames, allowing for continuous tracking of the object.</a:t>
            </a:r>
            <a:endParaRPr dirty="0"/>
          </a:p>
        </p:txBody>
      </p:sp>
      <p:sp>
        <p:nvSpPr>
          <p:cNvPr id="1877" name="Google Shape;1877;g2ff6f630c79_0_1439: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g2ff6f630c79_0_1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In this slide, we explore how to represent a target for Mean-Shift tracking. The process begins by choosing a reference target model, which is then represented in a chosen feature space. Here, the feature space is a quantized color space, which simplifies the representation of the target. The model is then represented by its probability density function (PDF) in this feature space, allowing for efficient tracking.</a:t>
            </a:r>
          </a:p>
          <a:p>
            <a:br>
              <a:rPr lang="en-US" dirty="0"/>
            </a:br>
            <a:endParaRPr dirty="0"/>
          </a:p>
        </p:txBody>
      </p:sp>
      <p:sp>
        <p:nvSpPr>
          <p:cNvPr id="1910" name="Google Shape;1910;g2ff6f630c79_0_147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g2ff6f630c79_0_1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slide illustrates the PDF representation of both the target model and the target candidate. The target model is centered at a reference point, while the target candidate is centered at a new location. The similarity function, f(y), compares these two PDFs to determine how closely the candidate matches the model. This comparison is crucial for identifying the correct location of the target in subsequent frames.</a:t>
            </a:r>
          </a:p>
          <a:p>
            <a:br>
              <a:rPr lang="en-US" dirty="0"/>
            </a:br>
            <a:endParaRPr dirty="0"/>
          </a:p>
        </p:txBody>
      </p:sp>
      <p:sp>
        <p:nvSpPr>
          <p:cNvPr id="1931" name="Google Shape;1931;g2ff6f630c79_0_149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0"/>
        <p:cNvGrpSpPr/>
        <p:nvPr/>
      </p:nvGrpSpPr>
      <p:grpSpPr>
        <a:xfrm>
          <a:off x="0" y="0"/>
          <a:ext cx="0" cy="0"/>
          <a:chOff x="0" y="0"/>
          <a:chExt cx="0" cy="0"/>
        </a:xfrm>
      </p:grpSpPr>
      <p:sp>
        <p:nvSpPr>
          <p:cNvPr id="1951" name="Google Shape;1951;g2ff6f630c79_0_1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address the challenge of adapting the scale of the tracking kernel as the target changes size over time. The solution involves running the localization process multiple times with different kernel scales, h, and selecting the one that maximizes similarity. This adaptive approach ensures that the tracking remains accurate even as the target's size varies.</a:t>
            </a:r>
            <a:endParaRPr dirty="0"/>
          </a:p>
        </p:txBody>
      </p:sp>
      <p:sp>
        <p:nvSpPr>
          <p:cNvPr id="1952" name="Google Shape;1952;g2ff6f630c79_0_1511: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3"/>
        <p:cNvGrpSpPr/>
        <p:nvPr/>
      </p:nvGrpSpPr>
      <p:grpSpPr>
        <a:xfrm>
          <a:off x="0" y="0"/>
          <a:ext cx="0" cy="0"/>
          <a:chOff x="0" y="0"/>
          <a:chExt cx="0" cy="0"/>
        </a:xfrm>
      </p:grpSpPr>
      <p:sp>
        <p:nvSpPr>
          <p:cNvPr id="1974" name="Google Shape;1974;g2ff6f630c79_0_1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presents the results of applying Mean-Shift tracking in a real-world scenario. The feature space used is a 16×16×16 quantized RGB space, and the target is manually selected in the first frame. On average, four Mean-Shift iterations are required to track the target effectively. This demonstrates the method's efficiency and effectiveness in practical applications.</a:t>
            </a:r>
            <a:endParaRPr dirty="0"/>
          </a:p>
        </p:txBody>
      </p:sp>
      <p:sp>
        <p:nvSpPr>
          <p:cNvPr id="1975" name="Google Shape;1975;g2ff6f630c79_0_1533: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0"/>
        <p:cNvGrpSpPr/>
        <p:nvPr/>
      </p:nvGrpSpPr>
      <p:grpSpPr>
        <a:xfrm>
          <a:off x="0" y="0"/>
          <a:ext cx="0" cy="0"/>
          <a:chOff x="0" y="0"/>
          <a:chExt cx="0" cy="0"/>
        </a:xfrm>
      </p:grpSpPr>
      <p:sp>
        <p:nvSpPr>
          <p:cNvPr id="1981" name="Google Shape;1981;g2ff6f630c79_0_1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see the Mean-Shift tracking results under challenging conditions such as partial occlusion, distraction, and motion blur. Despite these challenges, the method successfully tracks the target, as shown in the images. The graph below illustrates the number of Mean-Shift iterations required over time, highlighting the method's robustness.</a:t>
            </a:r>
            <a:endParaRPr dirty="0"/>
          </a:p>
        </p:txBody>
      </p:sp>
      <p:sp>
        <p:nvSpPr>
          <p:cNvPr id="1982" name="Google Shape;1982;g2ff6f630c79_0_1539:notes"/>
          <p:cNvSpPr>
            <a:spLocks noGrp="1" noRot="1" noChangeAspect="1"/>
          </p:cNvSpPr>
          <p:nvPr>
            <p:ph type="sldImg" idx="2"/>
          </p:nvPr>
        </p:nvSpPr>
        <p:spPr>
          <a:xfrm>
            <a:off x="3810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3"/>
        <p:cNvGrpSpPr/>
        <p:nvPr/>
      </p:nvGrpSpPr>
      <p:grpSpPr>
        <a:xfrm>
          <a:off x="0" y="0"/>
          <a:ext cx="0" cy="0"/>
          <a:chOff x="0" y="0"/>
          <a:chExt cx="0" cy="0"/>
        </a:xfrm>
      </p:grpSpPr>
      <p:sp>
        <p:nvSpPr>
          <p:cNvPr id="1994" name="Google Shape;19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5" name="Google Shape;1995;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6" name="Google Shape;1996;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89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0"/>
        <p:cNvGrpSpPr/>
        <p:nvPr/>
      </p:nvGrpSpPr>
      <p:grpSpPr>
        <a:xfrm>
          <a:off x="0" y="0"/>
          <a:ext cx="0" cy="0"/>
          <a:chOff x="0" y="0"/>
          <a:chExt cx="0" cy="0"/>
        </a:xfrm>
      </p:grpSpPr>
      <p:sp>
        <p:nvSpPr>
          <p:cNvPr id="2001" name="Google Shape;2001;g2ff6f630c79_0_16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introduces Kalman Filters, a powerful tool for estimating the state of a system. Kalman Filters are recursive, meaning they continuously update their estimates as new data becomes available. They are particularly useful for predicting and correcting an object's position over time, even in noisy environments.</a:t>
            </a:r>
            <a:endParaRPr dirty="0"/>
          </a:p>
        </p:txBody>
      </p:sp>
      <p:sp>
        <p:nvSpPr>
          <p:cNvPr id="2002" name="Google Shape;2002;g2ff6f630c79_0_16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6"/>
        <p:cNvGrpSpPr/>
        <p:nvPr/>
      </p:nvGrpSpPr>
      <p:grpSpPr>
        <a:xfrm>
          <a:off x="0" y="0"/>
          <a:ext cx="0" cy="0"/>
          <a:chOff x="0" y="0"/>
          <a:chExt cx="0" cy="0"/>
        </a:xfrm>
      </p:grpSpPr>
      <p:sp>
        <p:nvSpPr>
          <p:cNvPr id="2007" name="Google Shape;2007;g2ff6f630c79_0_1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briefly discuss the mathematical foundation of Kalman Filters, focusing on the predict and update steps. The predict step estimates the future state based on current information, while the update step corrects this estimate using new observations. This iterative process is key to the filter's ability to track objects accurately.</a:t>
            </a:r>
            <a:endParaRPr dirty="0"/>
          </a:p>
        </p:txBody>
      </p:sp>
      <p:sp>
        <p:nvSpPr>
          <p:cNvPr id="2008" name="Google Shape;2008;g2ff6f630c79_0_1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g26c94a5ba1d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0" name="Google Shape;2020;g26c94a5ba1d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slide presents various scenarios where Kalman Filters can be applied, such as tracking a bird, a missile, or planets. In each case, the observations are noisy, but we can still formulate expectations about the trajectory. The goal is to infer the state, X, of a dynamic system using noisy measurements, Z, over time.</a:t>
            </a:r>
            <a:endParaRPr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4"/>
        <p:cNvGrpSpPr/>
        <p:nvPr/>
      </p:nvGrpSpPr>
      <p:grpSpPr>
        <a:xfrm>
          <a:off x="0" y="0"/>
          <a:ext cx="0" cy="0"/>
          <a:chOff x="0" y="0"/>
          <a:chExt cx="0" cy="0"/>
        </a:xfrm>
      </p:grpSpPr>
      <p:sp>
        <p:nvSpPr>
          <p:cNvPr id="2025" name="Google Shape;2025;g26c94a5ba1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6" name="Google Shape;2026;g26c94a5ba1d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In this slide, we delve into the mathematical model for tracking, using the example of a bird's coordinate. The model incorporates velocity and time intervals, with Gaussian noise added to account for variations. This results in a linear-Gaussian transition model, which is fundamental to the Kalman Filter's operation.</a:t>
            </a:r>
            <a:endParaRPr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8"/>
        <p:cNvGrpSpPr/>
        <p:nvPr/>
      </p:nvGrpSpPr>
      <p:grpSpPr>
        <a:xfrm>
          <a:off x="0" y="0"/>
          <a:ext cx="0" cy="0"/>
          <a:chOff x="0" y="0"/>
          <a:chExt cx="0" cy="0"/>
        </a:xfrm>
      </p:grpSpPr>
      <p:sp>
        <p:nvSpPr>
          <p:cNvPr id="2059" name="Google Shape;2059;g26c94a5ba1d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0" name="Google Shape;2060;g26c94a5ba1d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Finally, we explore the predictor-corrector iterative cycle used in Kalman Filters. The time update (predict) step forecasts the next state, while the measurement update (correct) step adjusts this estimate based on new observations. This cycle is crucial for maintaining accurate estimates of an object's state over time.</a:t>
            </a:r>
            <a:endParaRPr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4"/>
        <p:cNvGrpSpPr/>
        <p:nvPr/>
      </p:nvGrpSpPr>
      <p:grpSpPr>
        <a:xfrm>
          <a:off x="0" y="0"/>
          <a:ext cx="0" cy="0"/>
          <a:chOff x="0" y="0"/>
          <a:chExt cx="0" cy="0"/>
        </a:xfrm>
      </p:grpSpPr>
      <p:sp>
        <p:nvSpPr>
          <p:cNvPr id="2085" name="Google Shape;2085;g26c94a5ba1d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6" name="Google Shape;2086;g26c94a5ba1d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slide provides an overview of Kalman Filters, highlighting their key assumptions and framework. Kalman Filters assume that the results of experiments are noisy measurements of the "system state." They model how the system evolves over time, combining the system model and observations optimally. The framework involves a prediction and correction cycle, and it operates under the assumption that the system is linear. The diagram on the right illustrates the iterative process of observing, predicting, and estimating the system state.</a:t>
            </a:r>
            <a:endParaRPr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p:cNvGrpSpPr/>
        <p:nvPr/>
      </p:nvGrpSpPr>
      <p:grpSpPr>
        <a:xfrm>
          <a:off x="0" y="0"/>
          <a:ext cx="0" cy="0"/>
          <a:chOff x="0" y="0"/>
          <a:chExt cx="0" cy="0"/>
        </a:xfrm>
      </p:grpSpPr>
      <p:sp>
        <p:nvSpPr>
          <p:cNvPr id="2112" name="Google Shape;2112;g26c94a5ba1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3" name="Google Shape;2113;g26c94a5ba1d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Here, we delve into the components of the Kalman Filter. The measurement vector </a:t>
            </a:r>
            <a:r>
              <a:rPr lang="en-US" sz="1100" b="0" i="0" u="none" strike="noStrike" cap="none" dirty="0" err="1">
                <a:solidFill>
                  <a:srgbClr val="000000"/>
                </a:solidFill>
                <a:effectLst/>
                <a:latin typeface="Arial"/>
                <a:ea typeface="Arial"/>
                <a:cs typeface="Arial"/>
                <a:sym typeface="Arial"/>
              </a:rPr>
              <a:t>z_k</a:t>
            </a:r>
            <a:r>
              <a:rPr lang="en-US" sz="1100" b="0" i="0" u="none" strike="noStrike" cap="none" dirty="0">
                <a:solidFill>
                  <a:srgbClr val="000000"/>
                </a:solidFill>
                <a:effectLst/>
                <a:latin typeface="Arial"/>
                <a:ea typeface="Arial"/>
                <a:cs typeface="Arial"/>
                <a:sym typeface="Arial"/>
              </a:rPr>
              <a:t> includes parameters like position, while the measurement covariance matrix </a:t>
            </a:r>
            <a:r>
              <a:rPr lang="en-US" sz="1100" b="0" i="0" u="none" strike="noStrike" cap="none" dirty="0" err="1">
                <a:solidFill>
                  <a:srgbClr val="000000"/>
                </a:solidFill>
                <a:effectLst/>
                <a:latin typeface="Arial"/>
                <a:ea typeface="Arial"/>
                <a:cs typeface="Arial"/>
                <a:sym typeface="Arial"/>
              </a:rPr>
              <a:t>R_k</a:t>
            </a:r>
            <a:r>
              <a:rPr lang="en-US" sz="1100" b="0" i="0" u="none" strike="noStrike" cap="none" dirty="0">
                <a:solidFill>
                  <a:srgbClr val="000000"/>
                </a:solidFill>
                <a:effectLst/>
                <a:latin typeface="Arial"/>
                <a:ea typeface="Arial"/>
                <a:cs typeface="Arial"/>
                <a:sym typeface="Arial"/>
              </a:rPr>
              <a:t> captures the uncertainty in these measurements. The table on the right provides a reference for the various terms used in the Kalman Filter algorithm, such as the state variable x, state covariance matrix P, and Kalman Gain K.</a:t>
            </a:r>
            <a:endParaRPr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0"/>
        <p:cNvGrpSpPr/>
        <p:nvPr/>
      </p:nvGrpSpPr>
      <p:grpSpPr>
        <a:xfrm>
          <a:off x="0" y="0"/>
          <a:ext cx="0" cy="0"/>
          <a:chOff x="0" y="0"/>
          <a:chExt cx="0" cy="0"/>
        </a:xfrm>
      </p:grpSpPr>
      <p:sp>
        <p:nvSpPr>
          <p:cNvPr id="2121" name="Google Shape;2121;g26c97ce80bd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2" name="Google Shape;2122;g26c97ce80bd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slide extends the previous discussion by introducing the state vector </a:t>
            </a:r>
            <a:r>
              <a:rPr lang="en-US" sz="1100" b="0" i="0" u="none" strike="noStrike" cap="none" dirty="0" err="1">
                <a:solidFill>
                  <a:srgbClr val="000000"/>
                </a:solidFill>
                <a:effectLst/>
                <a:latin typeface="Arial"/>
                <a:ea typeface="Arial"/>
                <a:cs typeface="Arial"/>
                <a:sym typeface="Arial"/>
              </a:rPr>
              <a:t>x_k</a:t>
            </a:r>
            <a:r>
              <a:rPr lang="en-US" sz="1100" b="0" i="0" u="none" strike="noStrike" cap="none" dirty="0">
                <a:solidFill>
                  <a:srgbClr val="000000"/>
                </a:solidFill>
                <a:effectLst/>
                <a:latin typeface="Arial"/>
                <a:ea typeface="Arial"/>
                <a:cs typeface="Arial"/>
                <a:sym typeface="Arial"/>
              </a:rPr>
              <a:t> and the state covariance matrix </a:t>
            </a:r>
            <a:r>
              <a:rPr lang="en-US" sz="1100" b="0" i="0" u="none" strike="noStrike" cap="none" dirty="0" err="1">
                <a:solidFill>
                  <a:srgbClr val="000000"/>
                </a:solidFill>
                <a:effectLst/>
                <a:latin typeface="Arial"/>
                <a:ea typeface="Arial"/>
                <a:cs typeface="Arial"/>
                <a:sym typeface="Arial"/>
              </a:rPr>
              <a:t>P_k</a:t>
            </a:r>
            <a:r>
              <a:rPr lang="en-US" sz="1100" b="0" i="0" u="none" strike="noStrike" cap="none" dirty="0">
                <a:solidFill>
                  <a:srgbClr val="000000"/>
                </a:solidFill>
                <a:effectLst/>
                <a:latin typeface="Arial"/>
                <a:ea typeface="Arial"/>
                <a:cs typeface="Arial"/>
                <a:sym typeface="Arial"/>
              </a:rPr>
              <a:t>. The state vector includes position and velocity components, while the covariance matrix captures the uncertainties and correlations between these components. The table on the right continues to serve as a reference for understanding the roles of different matrices and vectors in the Kalman Filter.</a:t>
            </a:r>
            <a:endParaRPr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0"/>
        <p:cNvGrpSpPr/>
        <p:nvPr/>
      </p:nvGrpSpPr>
      <p:grpSpPr>
        <a:xfrm>
          <a:off x="0" y="0"/>
          <a:ext cx="0" cy="0"/>
          <a:chOff x="0" y="0"/>
          <a:chExt cx="0" cy="0"/>
        </a:xfrm>
      </p:grpSpPr>
      <p:sp>
        <p:nvSpPr>
          <p:cNvPr id="2131" name="Google Shape;2131;g26c97ce80bd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2" name="Google Shape;2132;g26c97ce80bd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slide outlines the step-by-step process of implementing a Kalman Filter. It begins with initializing the system state estimate and its covariance. As new measurements are received, the system state and covariance are re-initialized. The prediction step uses the state transition matrix A to forecast the next state, while the Kalman Gain is computed to adjust the estimate based on new measurements. This iterative process ensures that the system state estimate remains accurate over time.</a:t>
            </a:r>
            <a:endParaRPr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7"/>
        <p:cNvGrpSpPr/>
        <p:nvPr/>
      </p:nvGrpSpPr>
      <p:grpSpPr>
        <a:xfrm>
          <a:off x="0" y="0"/>
          <a:ext cx="0" cy="0"/>
          <a:chOff x="0" y="0"/>
          <a:chExt cx="0" cy="0"/>
        </a:xfrm>
      </p:grpSpPr>
      <p:sp>
        <p:nvSpPr>
          <p:cNvPr id="2138" name="Google Shape;2138;g26c97ce80bd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9" name="Google Shape;2139;g26c97ce80bd_0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26c97ce80b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0" name="Google Shape;2150;g26c97ce80bd_0_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500">
              <a:solidFill>
                <a:srgbClr val="28303D"/>
              </a:solidFill>
              <a:highlight>
                <a:srgbClr val="D1E4DD"/>
              </a:highlight>
              <a:latin typeface="Roboto"/>
              <a:ea typeface="Roboto"/>
              <a:cs typeface="Roboto"/>
              <a:sym typeface="Roboto"/>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9"/>
        <p:cNvGrpSpPr/>
        <p:nvPr/>
      </p:nvGrpSpPr>
      <p:grpSpPr>
        <a:xfrm>
          <a:off x="0" y="0"/>
          <a:ext cx="0" cy="0"/>
          <a:chOff x="0" y="0"/>
          <a:chExt cx="0" cy="0"/>
        </a:xfrm>
      </p:grpSpPr>
      <p:sp>
        <p:nvSpPr>
          <p:cNvPr id="2160" name="Google Shape;2160;g26c97ce80bd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1" name="Google Shape;2161;g26c97ce80bd_0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500">
              <a:solidFill>
                <a:srgbClr val="28303D"/>
              </a:solidFill>
              <a:highlight>
                <a:srgbClr val="D1E4DD"/>
              </a:highlight>
              <a:latin typeface="Roboto"/>
              <a:ea typeface="Roboto"/>
              <a:cs typeface="Roboto"/>
              <a:sym typeface="Roboto"/>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2"/>
        <p:cNvGrpSpPr/>
        <p:nvPr/>
      </p:nvGrpSpPr>
      <p:grpSpPr>
        <a:xfrm>
          <a:off x="0" y="0"/>
          <a:ext cx="0" cy="0"/>
          <a:chOff x="0" y="0"/>
          <a:chExt cx="0" cy="0"/>
        </a:xfrm>
      </p:grpSpPr>
      <p:sp>
        <p:nvSpPr>
          <p:cNvPr id="2173" name="Google Shape;2173;g26c97ce80bd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4" name="Google Shape;2174;g26c97ce80bd_0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500">
              <a:solidFill>
                <a:srgbClr val="28303D"/>
              </a:solidFill>
              <a:highlight>
                <a:srgbClr val="D1E4DD"/>
              </a:highlight>
              <a:latin typeface="Roboto"/>
              <a:ea typeface="Roboto"/>
              <a:cs typeface="Roboto"/>
              <a:sym typeface="Roboto"/>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1"/>
        <p:cNvGrpSpPr/>
        <p:nvPr/>
      </p:nvGrpSpPr>
      <p:grpSpPr>
        <a:xfrm>
          <a:off x="0" y="0"/>
          <a:ext cx="0" cy="0"/>
          <a:chOff x="0" y="0"/>
          <a:chExt cx="0" cy="0"/>
        </a:xfrm>
      </p:grpSpPr>
      <p:sp>
        <p:nvSpPr>
          <p:cNvPr id="2182" name="Google Shape;2182;g26c97ce80bd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3" name="Google Shape;2183;g26c97ce80bd_0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500">
              <a:solidFill>
                <a:srgbClr val="28303D"/>
              </a:solidFill>
              <a:highlight>
                <a:srgbClr val="D1E4DD"/>
              </a:highlight>
              <a:latin typeface="Roboto"/>
              <a:ea typeface="Roboto"/>
              <a:cs typeface="Roboto"/>
              <a:sym typeface="Roboto"/>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0"/>
        <p:cNvGrpSpPr/>
        <p:nvPr/>
      </p:nvGrpSpPr>
      <p:grpSpPr>
        <a:xfrm>
          <a:off x="0" y="0"/>
          <a:ext cx="0" cy="0"/>
          <a:chOff x="0" y="0"/>
          <a:chExt cx="0" cy="0"/>
        </a:xfrm>
      </p:grpSpPr>
      <p:sp>
        <p:nvSpPr>
          <p:cNvPr id="2191" name="Google Shape;2191;g2ff6f630c79_0_1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introduces Deep Neural Network (DNN) architectures used for tracking. Some popular DNN-based trackers include </a:t>
            </a:r>
            <a:r>
              <a:rPr lang="en-US" sz="1100" b="0" i="0" u="none" strike="noStrike" cap="none" dirty="0" err="1">
                <a:solidFill>
                  <a:srgbClr val="000000"/>
                </a:solidFill>
                <a:effectLst/>
                <a:latin typeface="Arial"/>
                <a:ea typeface="Arial"/>
                <a:cs typeface="Arial"/>
                <a:sym typeface="Arial"/>
              </a:rPr>
              <a:t>DeepSORT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FairMOT</a:t>
            </a:r>
            <a:r>
              <a:rPr lang="en-US" sz="1100" b="0" i="0" u="none" strike="noStrike" cap="none" dirty="0">
                <a:solidFill>
                  <a:srgbClr val="000000"/>
                </a:solidFill>
                <a:effectLst/>
                <a:latin typeface="Arial"/>
                <a:ea typeface="Arial"/>
                <a:cs typeface="Arial"/>
                <a:sym typeface="Arial"/>
              </a:rPr>
              <a:t>, and Siamese Networks. These architectures leverage end-to-end learning, which integrates detection and tracking into a single process. This approach offers improved performance over traditional methods by learning features directly from data, leading to higher accuracy and robustness.</a:t>
            </a:r>
            <a:br>
              <a:rPr lang="en-US" dirty="0"/>
            </a:br>
            <a:r>
              <a:rPr lang="en-US" dirty="0"/>
              <a:t>https://learnopencv.com/understanding-multiple-object-tracking-using-deepsort/#Introduction-to-DeepSORT</a:t>
            </a:r>
            <a:endParaRPr dirty="0"/>
          </a:p>
        </p:txBody>
      </p:sp>
      <p:sp>
        <p:nvSpPr>
          <p:cNvPr id="2192" name="Google Shape;2192;g2ff6f630c79_0_17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ff6f630c79_0_1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Here, we see an example of DNN-based tracking using </a:t>
            </a:r>
            <a:r>
              <a:rPr lang="en-US" sz="1100" b="0" i="0" u="none" strike="noStrike" cap="none" dirty="0" err="1">
                <a:solidFill>
                  <a:srgbClr val="000000"/>
                </a:solidFill>
                <a:effectLst/>
                <a:latin typeface="Arial"/>
                <a:ea typeface="Arial"/>
                <a:cs typeface="Arial"/>
                <a:sym typeface="Arial"/>
              </a:rPr>
              <a:t>DeepSORT</a:t>
            </a:r>
            <a:r>
              <a:rPr lang="en-US" sz="1100" b="0" i="0" u="none" strike="noStrike" cap="none" dirty="0">
                <a:solidFill>
                  <a:srgbClr val="000000"/>
                </a:solidFill>
                <a:effectLst/>
                <a:latin typeface="Arial"/>
                <a:ea typeface="Arial"/>
                <a:cs typeface="Arial"/>
                <a:sym typeface="Arial"/>
              </a:rPr>
              <a:t>. The image shows a video frame where multiple objects, in this case, athletes, are being tracked simultaneously. Each object is assigned a unique ID, demonstrating the capability of </a:t>
            </a:r>
            <a:r>
              <a:rPr lang="en-US" sz="1100" b="0" i="0" u="none" strike="noStrike" cap="none" dirty="0" err="1">
                <a:solidFill>
                  <a:srgbClr val="000000"/>
                </a:solidFill>
                <a:effectLst/>
                <a:latin typeface="Arial"/>
                <a:ea typeface="Arial"/>
                <a:cs typeface="Arial"/>
                <a:sym typeface="Arial"/>
              </a:rPr>
              <a:t>DeepSORT</a:t>
            </a:r>
            <a:r>
              <a:rPr lang="en-US" sz="1100" b="0" i="0" u="none" strike="noStrike" cap="none" dirty="0">
                <a:solidFill>
                  <a:srgbClr val="000000"/>
                </a:solidFill>
                <a:effectLst/>
                <a:latin typeface="Arial"/>
                <a:ea typeface="Arial"/>
                <a:cs typeface="Arial"/>
                <a:sym typeface="Arial"/>
              </a:rPr>
              <a:t> to handle multiple object tracking efficiently and accurately.</a:t>
            </a:r>
            <a:endParaRPr dirty="0"/>
          </a:p>
        </p:txBody>
      </p:sp>
      <p:sp>
        <p:nvSpPr>
          <p:cNvPr id="2198" name="Google Shape;2198;g2ff6f630c79_0_17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3"/>
        <p:cNvGrpSpPr/>
        <p:nvPr/>
      </p:nvGrpSpPr>
      <p:grpSpPr>
        <a:xfrm>
          <a:off x="0" y="0"/>
          <a:ext cx="0" cy="0"/>
          <a:chOff x="0" y="0"/>
          <a:chExt cx="0" cy="0"/>
        </a:xfrm>
      </p:grpSpPr>
      <p:sp>
        <p:nvSpPr>
          <p:cNvPr id="2204" name="Google Shape;2204;g2ff6f630c79_0_17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compares traditional tracking methods with DNN-based approaches. Traditional methods rely on handcrafted features, which can limit their performance. In contrast, DNN-based methods use learned features, which adapt to the data and provide higher accuracy and robustness. This comparison highlights the advantages of using deep learning for tracking tasks.</a:t>
            </a:r>
            <a:endParaRPr dirty="0"/>
          </a:p>
        </p:txBody>
      </p:sp>
      <p:sp>
        <p:nvSpPr>
          <p:cNvPr id="2205" name="Google Shape;2205;g2ff6f630c79_0_17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9"/>
        <p:cNvGrpSpPr/>
        <p:nvPr/>
      </p:nvGrpSpPr>
      <p:grpSpPr>
        <a:xfrm>
          <a:off x="0" y="0"/>
          <a:ext cx="0" cy="0"/>
          <a:chOff x="0" y="0"/>
          <a:chExt cx="0" cy="0"/>
        </a:xfrm>
      </p:grpSpPr>
      <p:sp>
        <p:nvSpPr>
          <p:cNvPr id="2210" name="Google Shape;2210;g2ff6f630c79_0_1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conclusion, motion detection and tracking are essential components of computer vision. Various algorithms, such as Mean Shift and Kalman Filters, offer unique strengths for different tracking scenarios. However, DNN-based architectures represent the future of tracking, providing powerful tools for handling complex and dynamic environments with greater precision.</a:t>
            </a:r>
            <a:endParaRPr dirty="0"/>
          </a:p>
        </p:txBody>
      </p:sp>
      <p:sp>
        <p:nvSpPr>
          <p:cNvPr id="2211" name="Google Shape;2211;g2ff6f630c79_0_17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5"/>
        <p:cNvGrpSpPr/>
        <p:nvPr/>
      </p:nvGrpSpPr>
      <p:grpSpPr>
        <a:xfrm>
          <a:off x="0" y="0"/>
          <a:ext cx="0" cy="0"/>
          <a:chOff x="0" y="0"/>
          <a:chExt cx="0" cy="0"/>
        </a:xfrm>
      </p:grpSpPr>
      <p:sp>
        <p:nvSpPr>
          <p:cNvPr id="2216" name="Google Shape;221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7" name="Google Shape;2217;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8" name="Google Shape;2218;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108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1.gif"/><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hyperlink" Target="mailto:sangeetha.viswanathan@pilani.bits-pilani.ac.in" TargetMode="Externa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
        <p:cNvGrpSpPr/>
        <p:nvPr/>
      </p:nvGrpSpPr>
      <p:grpSpPr>
        <a:xfrm>
          <a:off x="0" y="0"/>
          <a:ext cx="0" cy="0"/>
          <a:chOff x="0" y="0"/>
          <a:chExt cx="0" cy="0"/>
        </a:xfrm>
      </p:grpSpPr>
      <p:pic>
        <p:nvPicPr>
          <p:cNvPr id="10" name="Google Shape;10;p40" descr="BITS Pilani logo"/>
          <p:cNvPicPr preferRelativeResize="0"/>
          <p:nvPr/>
        </p:nvPicPr>
        <p:blipFill rotWithShape="1">
          <a:blip r:embed="rId2">
            <a:alphaModFix/>
          </a:blip>
          <a:srcRect/>
          <a:stretch/>
        </p:blipFill>
        <p:spPr>
          <a:xfrm>
            <a:off x="6617084" y="197102"/>
            <a:ext cx="2504055" cy="649430"/>
          </a:xfrm>
          <a:prstGeom prst="rect">
            <a:avLst/>
          </a:prstGeom>
          <a:noFill/>
          <a:ln>
            <a:noFill/>
          </a:ln>
        </p:spPr>
      </p:pic>
      <p:pic>
        <p:nvPicPr>
          <p:cNvPr id="11" name="Google Shape;11;p40"/>
          <p:cNvPicPr preferRelativeResize="0"/>
          <p:nvPr/>
        </p:nvPicPr>
        <p:blipFill rotWithShape="1">
          <a:blip r:embed="rId3">
            <a:alphaModFix/>
          </a:blip>
          <a:srcRect/>
          <a:stretch/>
        </p:blipFill>
        <p:spPr>
          <a:xfrm>
            <a:off x="48400" y="0"/>
            <a:ext cx="4186242" cy="5143500"/>
          </a:xfrm>
          <a:prstGeom prst="rect">
            <a:avLst/>
          </a:prstGeom>
          <a:noFill/>
          <a:ln>
            <a:noFill/>
          </a:ln>
        </p:spPr>
      </p:pic>
      <p:sp>
        <p:nvSpPr>
          <p:cNvPr id="12" name="Google Shape;12;p40"/>
          <p:cNvSpPr txBox="1">
            <a:spLocks noGrp="1"/>
          </p:cNvSpPr>
          <p:nvPr>
            <p:ph type="ctrTitle"/>
          </p:nvPr>
        </p:nvSpPr>
        <p:spPr>
          <a:xfrm>
            <a:off x="1400993" y="2419895"/>
            <a:ext cx="7117500" cy="95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700"/>
              <a:buFont typeface="Calibri"/>
              <a:buNone/>
              <a:defRPr sz="2700" cap="none">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40"/>
          <p:cNvSpPr txBox="1"/>
          <p:nvPr/>
        </p:nvSpPr>
        <p:spPr>
          <a:xfrm>
            <a:off x="384325" y="790425"/>
            <a:ext cx="2734200" cy="682200"/>
          </a:xfrm>
          <a:prstGeom prst="rect">
            <a:avLst/>
          </a:prstGeom>
          <a:noFill/>
          <a:ln>
            <a:noFill/>
          </a:ln>
        </p:spPr>
        <p:txBody>
          <a:bodyPr spcFirstLastPara="1" wrap="square" lIns="68575" tIns="34275" rIns="68575" bIns="34275" anchor="t" anchorCtr="0">
            <a:normAutofit/>
          </a:bodyPr>
          <a:lstStyle/>
          <a:p>
            <a:pPr marL="0" marR="0" lvl="0" indent="0" algn="l" rtl="0">
              <a:lnSpc>
                <a:spcPct val="70000"/>
              </a:lnSpc>
              <a:spcBef>
                <a:spcPts val="0"/>
              </a:spcBef>
              <a:spcAft>
                <a:spcPts val="0"/>
              </a:spcAft>
              <a:buClr>
                <a:schemeClr val="dk1"/>
              </a:buClr>
              <a:buSzPts val="1200"/>
              <a:buFont typeface="Arial"/>
              <a:buNone/>
            </a:pPr>
            <a:r>
              <a:rPr lang="en-US" sz="1700" b="1" i="0" u="none" strike="noStrike" cap="none">
                <a:solidFill>
                  <a:srgbClr val="073763"/>
                </a:solidFill>
                <a:latin typeface="Proxima Nova"/>
                <a:ea typeface="Proxima Nova"/>
                <a:cs typeface="Proxima Nova"/>
                <a:sym typeface="Proxima Nova"/>
              </a:rPr>
              <a:t>AIMLC </a:t>
            </a:r>
            <a:r>
              <a:rPr lang="en-US" sz="1700" b="1" i="0" u="none" strike="noStrike" cap="none">
                <a:solidFill>
                  <a:srgbClr val="20124D"/>
                </a:solidFill>
                <a:latin typeface="Proxima Nova"/>
                <a:ea typeface="Proxima Nova"/>
                <a:cs typeface="Proxima Nova"/>
                <a:sym typeface="Proxima Nova"/>
              </a:rPr>
              <a:t>ZG525</a:t>
            </a:r>
            <a:endParaRPr sz="1700" b="1" i="0" u="none" strike="noStrike" cap="none">
              <a:solidFill>
                <a:srgbClr val="20124D"/>
              </a:solidFill>
              <a:latin typeface="Proxima Nova"/>
              <a:ea typeface="Proxima Nova"/>
              <a:cs typeface="Proxima Nova"/>
              <a:sym typeface="Proxima Nova"/>
            </a:endParaRPr>
          </a:p>
          <a:p>
            <a:pPr marL="0" marR="0" lvl="0" indent="0" algn="l" rtl="0">
              <a:lnSpc>
                <a:spcPct val="70000"/>
              </a:lnSpc>
              <a:spcBef>
                <a:spcPts val="0"/>
              </a:spcBef>
              <a:spcAft>
                <a:spcPts val="0"/>
              </a:spcAft>
              <a:buClr>
                <a:schemeClr val="dk1"/>
              </a:buClr>
              <a:buSzPts val="1200"/>
              <a:buFont typeface="Arial"/>
              <a:buNone/>
            </a:pPr>
            <a:r>
              <a:rPr lang="en-US" sz="1700" b="1" i="0" u="none" strike="noStrike" cap="none">
                <a:solidFill>
                  <a:srgbClr val="073763"/>
                </a:solidFill>
                <a:latin typeface="Proxima Nova"/>
                <a:ea typeface="Proxima Nova"/>
                <a:cs typeface="Proxima Nova"/>
                <a:sym typeface="Proxima Nova"/>
              </a:rPr>
              <a:t> </a:t>
            </a:r>
            <a:endParaRPr sz="1700" b="1" i="0" u="none" strike="noStrike" cap="none">
              <a:solidFill>
                <a:srgbClr val="073763"/>
              </a:solidFill>
              <a:latin typeface="Proxima Nova"/>
              <a:ea typeface="Proxima Nova"/>
              <a:cs typeface="Proxima Nova"/>
              <a:sym typeface="Proxima Nova"/>
            </a:endParaRPr>
          </a:p>
          <a:p>
            <a:pPr marL="0" marR="0" lvl="0" indent="0" algn="l" rtl="0">
              <a:lnSpc>
                <a:spcPct val="70000"/>
              </a:lnSpc>
              <a:spcBef>
                <a:spcPts val="0"/>
              </a:spcBef>
              <a:spcAft>
                <a:spcPts val="0"/>
              </a:spcAft>
              <a:buClr>
                <a:schemeClr val="dk1"/>
              </a:buClr>
              <a:buSzPts val="1200"/>
              <a:buFont typeface="Arial"/>
              <a:buNone/>
            </a:pPr>
            <a:r>
              <a:rPr lang="en-US" sz="2300" b="1" i="0" u="none" strike="noStrike" cap="none">
                <a:solidFill>
                  <a:srgbClr val="073763"/>
                </a:solidFill>
                <a:latin typeface="Proxima Nova"/>
                <a:ea typeface="Proxima Nova"/>
                <a:cs typeface="Proxima Nova"/>
                <a:sym typeface="Proxima Nova"/>
              </a:rPr>
              <a:t>Computer Vision</a:t>
            </a:r>
            <a:r>
              <a:rPr lang="en-US" sz="1700" b="1" i="0" u="sng" strike="noStrike" cap="none">
                <a:solidFill>
                  <a:srgbClr val="073763"/>
                </a:solidFill>
                <a:latin typeface="Proxima Nova"/>
                <a:ea typeface="Proxima Nova"/>
                <a:cs typeface="Proxima Nova"/>
                <a:sym typeface="Proxima Nova"/>
              </a:rPr>
              <a:t>  </a:t>
            </a:r>
            <a:endParaRPr sz="1700" b="1" i="0" u="sng" strike="noStrike" cap="none">
              <a:solidFill>
                <a:srgbClr val="073763"/>
              </a:solidFill>
              <a:latin typeface="Proxima Nova"/>
              <a:ea typeface="Proxima Nova"/>
              <a:cs typeface="Proxima Nova"/>
              <a:sym typeface="Proxima Nova"/>
            </a:endParaRPr>
          </a:p>
        </p:txBody>
      </p:sp>
      <p:sp>
        <p:nvSpPr>
          <p:cNvPr id="14" name="Google Shape;14;p40"/>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15"/>
        <p:cNvGrpSpPr/>
        <p:nvPr/>
      </p:nvGrpSpPr>
      <p:grpSpPr>
        <a:xfrm>
          <a:off x="0" y="0"/>
          <a:ext cx="0" cy="0"/>
          <a:chOff x="0" y="0"/>
          <a:chExt cx="0" cy="0"/>
        </a:xfrm>
      </p:grpSpPr>
      <p:sp>
        <p:nvSpPr>
          <p:cNvPr id="16" name="Google Shape;16;p41"/>
          <p:cNvSpPr txBox="1">
            <a:spLocks noGrp="1"/>
          </p:cNvSpPr>
          <p:nvPr>
            <p:ph type="title"/>
          </p:nvPr>
        </p:nvSpPr>
        <p:spPr>
          <a:xfrm>
            <a:off x="628650" y="274369"/>
            <a:ext cx="7886700" cy="9348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3000"/>
              <a:buFont typeface="Calibri"/>
              <a:buNone/>
              <a:defRPr sz="3000" b="1"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8" name="Google Shape;18;p41"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
        <p:nvSpPr>
          <p:cNvPr id="19" name="Google Shape;19;p41"/>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0" name="Google Shape;20;p4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21"/>
        <p:cNvGrpSpPr/>
        <p:nvPr/>
      </p:nvGrpSpPr>
      <p:grpSpPr>
        <a:xfrm>
          <a:off x="0" y="0"/>
          <a:ext cx="0" cy="0"/>
          <a:chOff x="0" y="0"/>
          <a:chExt cx="0" cy="0"/>
        </a:xfrm>
      </p:grpSpPr>
      <p:sp>
        <p:nvSpPr>
          <p:cNvPr id="22" name="Google Shape;22;g2c0ef3173c8_0_826"/>
          <p:cNvSpPr txBox="1">
            <a:spLocks noGrp="1"/>
          </p:cNvSpPr>
          <p:nvPr>
            <p:ph type="title"/>
          </p:nvPr>
        </p:nvSpPr>
        <p:spPr>
          <a:xfrm>
            <a:off x="628650" y="273844"/>
            <a:ext cx="7650000" cy="7710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g2c0ef3173c8_0_8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4" name="Google Shape;24;g2c0ef3173c8_0_8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5" name="Google Shape;25;g2c0ef3173c8_0_826"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26" name="Google Shape;26;g2c0ef3173c8_0_826"/>
          <p:cNvSpPr txBox="1">
            <a:spLocks noGrp="1"/>
          </p:cNvSpPr>
          <p:nvPr>
            <p:ph type="body" idx="1"/>
          </p:nvPr>
        </p:nvSpPr>
        <p:spPr>
          <a:xfrm>
            <a:off x="628650" y="1224643"/>
            <a:ext cx="7886700" cy="33312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2"/>
          <p:cNvSpPr txBox="1">
            <a:spLocks noGrp="1"/>
          </p:cNvSpPr>
          <p:nvPr>
            <p:ph type="title"/>
          </p:nvPr>
        </p:nvSpPr>
        <p:spPr>
          <a:xfrm>
            <a:off x="255550" y="122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1" name="Google Shape;31;p42"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
        <p:nvSpPr>
          <p:cNvPr id="32" name="Google Shape;32;p4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4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5" name="Google Shape;35;p4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6" name="Google Shape;36;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7" name="Google Shape;37;p46"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
        <p:nvSpPr>
          <p:cNvPr id="38" name="Google Shape;38;p46"/>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4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1" name="Google Shape;41;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2" name="Google Shape;42;p47"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3"/>
        <p:cNvGrpSpPr/>
        <p:nvPr/>
      </p:nvGrpSpPr>
      <p:grpSpPr>
        <a:xfrm>
          <a:off x="0" y="0"/>
          <a:ext cx="0" cy="0"/>
          <a:chOff x="0" y="0"/>
          <a:chExt cx="0" cy="0"/>
        </a:xfrm>
      </p:grpSpPr>
      <p:sp>
        <p:nvSpPr>
          <p:cNvPr id="44" name="Google Shape;44;p48"/>
          <p:cNvSpPr txBox="1">
            <a:spLocks noGrp="1"/>
          </p:cNvSpPr>
          <p:nvPr>
            <p:ph type="title"/>
          </p:nvPr>
        </p:nvSpPr>
        <p:spPr>
          <a:xfrm>
            <a:off x="255550" y="122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5" name="Google Shape;45;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6" name="Google Shape;46;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7" name="Google Shape;47;p48"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sp>
        <p:nvSpPr>
          <p:cNvPr id="49" name="Google Shape;49;p49"/>
          <p:cNvSpPr txBox="1">
            <a:spLocks noGrp="1"/>
          </p:cNvSpPr>
          <p:nvPr>
            <p:ph type="title"/>
          </p:nvPr>
        </p:nvSpPr>
        <p:spPr>
          <a:xfrm>
            <a:off x="255550" y="122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0" name="Google Shape;50;p4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4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49"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50"/>
          <p:cNvSpPr txBox="1">
            <a:spLocks noGrp="1"/>
          </p:cNvSpPr>
          <p:nvPr>
            <p:ph type="title"/>
          </p:nvPr>
        </p:nvSpPr>
        <p:spPr>
          <a:xfrm>
            <a:off x="255550" y="122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6" name="Google Shape;56;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7" name="Google Shape;57;p50"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60" name="Google Shape;60;p5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1" name="Google Shape;61;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62" name="Google Shape;62;p51"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sp>
        <p:nvSpPr>
          <p:cNvPr id="64" name="Google Shape;64;p5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5" name="Google Shape;65;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66" name="Google Shape;66;p52"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69" name="Google Shape;69;p56"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
        <p:nvSpPr>
          <p:cNvPr id="70" name="Google Shape;70;p56"/>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 Slide_1">
    <p:spTree>
      <p:nvGrpSpPr>
        <p:cNvPr id="1" name="Shape 71"/>
        <p:cNvGrpSpPr/>
        <p:nvPr/>
      </p:nvGrpSpPr>
      <p:grpSpPr>
        <a:xfrm>
          <a:off x="0" y="0"/>
          <a:ext cx="0" cy="0"/>
          <a:chOff x="0" y="0"/>
          <a:chExt cx="0" cy="0"/>
        </a:xfrm>
      </p:grpSpPr>
      <p:sp>
        <p:nvSpPr>
          <p:cNvPr id="72" name="Google Shape;72;g2ff6f630c79_0_1591"/>
          <p:cNvSpPr txBox="1">
            <a:spLocks noGrp="1"/>
          </p:cNvSpPr>
          <p:nvPr>
            <p:ph type="ctrTitle"/>
          </p:nvPr>
        </p:nvSpPr>
        <p:spPr>
          <a:xfrm>
            <a:off x="764540" y="159410"/>
            <a:ext cx="7614900" cy="407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800"/>
              <a:buNone/>
              <a:defRPr b="0" i="0">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3" name="Google Shape;73;g2ff6f630c79_0_1591"/>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4" name="Google Shape;74;g2ff6f630c79_0_159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g2ff6f630c79_0_159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g2ff6f630c79_0_1591"/>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7"/>
        <p:cNvGrpSpPr/>
        <p:nvPr/>
      </p:nvGrpSpPr>
      <p:grpSpPr>
        <a:xfrm>
          <a:off x="0" y="0"/>
          <a:ext cx="0" cy="0"/>
          <a:chOff x="0" y="0"/>
          <a:chExt cx="0" cy="0"/>
        </a:xfrm>
      </p:grpSpPr>
      <p:sp>
        <p:nvSpPr>
          <p:cNvPr id="78" name="Google Shape;78;g2ff6f630c79_0_1597"/>
          <p:cNvSpPr txBox="1">
            <a:spLocks noGrp="1"/>
          </p:cNvSpPr>
          <p:nvPr>
            <p:ph type="title"/>
          </p:nvPr>
        </p:nvSpPr>
        <p:spPr>
          <a:xfrm>
            <a:off x="1135786" y="65684"/>
            <a:ext cx="6872400" cy="9336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800"/>
              <a:buNone/>
              <a:defRPr sz="4000" b="0" i="0">
                <a:solidFill>
                  <a:schemeClr val="dk1"/>
                </a:solidFill>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g2ff6f630c79_0_1597"/>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 name="Google Shape;80;g2ff6f630c79_0_159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g2ff6f630c79_0_1597"/>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7"/>
        <p:cNvGrpSpPr/>
        <p:nvPr/>
      </p:nvGrpSpPr>
      <p:grpSpPr>
        <a:xfrm>
          <a:off x="0" y="0"/>
          <a:ext cx="0" cy="0"/>
          <a:chOff x="0" y="0"/>
          <a:chExt cx="0" cy="0"/>
        </a:xfrm>
      </p:grpSpPr>
      <p:pic>
        <p:nvPicPr>
          <p:cNvPr id="88" name="Google Shape;88;p45"/>
          <p:cNvPicPr preferRelativeResize="0"/>
          <p:nvPr/>
        </p:nvPicPr>
        <p:blipFill rotWithShape="1">
          <a:blip r:embed="rId2">
            <a:alphaModFix/>
          </a:blip>
          <a:srcRect/>
          <a:stretch/>
        </p:blipFill>
        <p:spPr>
          <a:xfrm>
            <a:off x="0" y="0"/>
            <a:ext cx="4186242" cy="5143500"/>
          </a:xfrm>
          <a:prstGeom prst="rect">
            <a:avLst/>
          </a:prstGeom>
          <a:noFill/>
          <a:ln>
            <a:noFill/>
          </a:ln>
        </p:spPr>
      </p:pic>
      <p:sp>
        <p:nvSpPr>
          <p:cNvPr id="89" name="Google Shape;89;p45"/>
          <p:cNvSpPr txBox="1">
            <a:spLocks noGrp="1"/>
          </p:cNvSpPr>
          <p:nvPr>
            <p:ph type="title"/>
          </p:nvPr>
        </p:nvSpPr>
        <p:spPr>
          <a:xfrm>
            <a:off x="3493293" y="2107406"/>
            <a:ext cx="5022000" cy="14325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45"/>
          <p:cNvSpPr txBox="1">
            <a:spLocks noGrp="1"/>
          </p:cNvSpPr>
          <p:nvPr>
            <p:ph type="subTitle" idx="1"/>
          </p:nvPr>
        </p:nvSpPr>
        <p:spPr>
          <a:xfrm>
            <a:off x="3493294" y="3771602"/>
            <a:ext cx="5022000" cy="273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800"/>
              </a:spcBef>
              <a:spcAft>
                <a:spcPts val="0"/>
              </a:spcAft>
              <a:buClr>
                <a:srgbClr val="757070"/>
              </a:buClr>
              <a:buSzPts val="1200"/>
              <a:buNone/>
              <a:defRPr sz="1200">
                <a:solidFill>
                  <a:srgbClr val="757070"/>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91" name="Google Shape;91;p45"/>
          <p:cNvSpPr txBox="1">
            <a:spLocks noGrp="1"/>
          </p:cNvSpPr>
          <p:nvPr>
            <p:ph type="ftr" idx="11"/>
          </p:nvPr>
        </p:nvSpPr>
        <p:spPr>
          <a:xfrm>
            <a:off x="5057774" y="4767263"/>
            <a:ext cx="19074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45"/>
          <p:cNvSpPr txBox="1">
            <a:spLocks noGrp="1"/>
          </p:cNvSpPr>
          <p:nvPr>
            <p:ph type="sldNum" idx="12"/>
          </p:nvPr>
        </p:nvSpPr>
        <p:spPr>
          <a:xfrm>
            <a:off x="7243763" y="4767263"/>
            <a:ext cx="1271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3" name="Google Shape;93;p45" descr="BITS Pilani logo"/>
          <p:cNvPicPr preferRelativeResize="0"/>
          <p:nvPr/>
        </p:nvPicPr>
        <p:blipFill rotWithShape="1">
          <a:blip r:embed="rId3">
            <a:alphaModFix/>
          </a:blip>
          <a:srcRect/>
          <a:stretch/>
        </p:blipFill>
        <p:spPr>
          <a:xfrm>
            <a:off x="6627529" y="144383"/>
            <a:ext cx="2504055" cy="64943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94"/>
        <p:cNvGrpSpPr/>
        <p:nvPr/>
      </p:nvGrpSpPr>
      <p:grpSpPr>
        <a:xfrm>
          <a:off x="0" y="0"/>
          <a:ext cx="0" cy="0"/>
          <a:chOff x="0" y="0"/>
          <a:chExt cx="0" cy="0"/>
        </a:xfrm>
      </p:grpSpPr>
      <p:sp>
        <p:nvSpPr>
          <p:cNvPr id="95" name="Google Shape;95;p44"/>
          <p:cNvSpPr txBox="1">
            <a:spLocks noGrp="1"/>
          </p:cNvSpPr>
          <p:nvPr>
            <p:ph type="title"/>
          </p:nvPr>
        </p:nvSpPr>
        <p:spPr>
          <a:xfrm>
            <a:off x="628650" y="273844"/>
            <a:ext cx="7886700" cy="9351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6" name="Google Shape;96;p4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8" name="Google Shape;98;p44"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99" name="Google Shape;99;p44"/>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pic>
        <p:nvPicPr>
          <p:cNvPr id="101" name="Google Shape;101;p57" descr="BITS Pilani logo"/>
          <p:cNvPicPr preferRelativeResize="0"/>
          <p:nvPr/>
        </p:nvPicPr>
        <p:blipFill rotWithShape="1">
          <a:blip r:embed="rId2">
            <a:alphaModFix/>
          </a:blip>
          <a:srcRect/>
          <a:stretch/>
        </p:blipFill>
        <p:spPr>
          <a:xfrm>
            <a:off x="6617084" y="197102"/>
            <a:ext cx="2504055" cy="649430"/>
          </a:xfrm>
          <a:prstGeom prst="rect">
            <a:avLst/>
          </a:prstGeom>
          <a:noFill/>
          <a:ln>
            <a:noFill/>
          </a:ln>
        </p:spPr>
      </p:pic>
      <p:sp>
        <p:nvSpPr>
          <p:cNvPr id="102" name="Google Shape;102;p57"/>
          <p:cNvSpPr txBox="1"/>
          <p:nvPr/>
        </p:nvSpPr>
        <p:spPr>
          <a:xfrm>
            <a:off x="3276900" y="4287169"/>
            <a:ext cx="5414700" cy="6495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1"/>
              </a:buClr>
              <a:buSzPts val="1200"/>
              <a:buFont typeface="Arial"/>
              <a:buNone/>
            </a:pPr>
            <a:r>
              <a:rPr lang="en-US" sz="1200" b="1" i="0" u="none" strike="noStrike" cap="none">
                <a:solidFill>
                  <a:schemeClr val="dk1"/>
                </a:solidFill>
                <a:latin typeface="Calibri"/>
                <a:ea typeface="Calibri"/>
                <a:cs typeface="Calibri"/>
                <a:sym typeface="Calibri"/>
              </a:rPr>
              <a:t>Instructors</a:t>
            </a:r>
            <a:r>
              <a:rPr lang="en-US" sz="1200" b="0" i="0" u="none" strike="noStrike" cap="none">
                <a:solidFill>
                  <a:schemeClr val="dk1"/>
                </a:solidFill>
                <a:latin typeface="Calibri"/>
                <a:ea typeface="Calibri"/>
                <a:cs typeface="Calibri"/>
                <a:sym typeface="Calibri"/>
              </a:rPr>
              <a:t> : </a:t>
            </a:r>
            <a:endParaRPr sz="1200" b="0" i="0" u="none" strike="noStrike" cap="none">
              <a:solidFill>
                <a:schemeClr val="dk1"/>
              </a:solidFill>
              <a:latin typeface="Calibri"/>
              <a:ea typeface="Calibri"/>
              <a:cs typeface="Calibri"/>
              <a:sym typeface="Calibri"/>
            </a:endParaRPr>
          </a:p>
          <a:p>
            <a:pPr marL="342900" marR="0" lvl="0" indent="-241300" algn="l" rtl="0">
              <a:lnSpc>
                <a:spcPct val="90000"/>
              </a:lnSpc>
              <a:spcBef>
                <a:spcPts val="0"/>
              </a:spcBef>
              <a:spcAft>
                <a:spcPts val="0"/>
              </a:spcAft>
              <a:buClr>
                <a:srgbClr val="000000"/>
              </a:buClr>
              <a:buSzPts val="1200"/>
              <a:buFont typeface="Calibri"/>
              <a:buAutoNum type="arabicPeriod"/>
            </a:pPr>
            <a:r>
              <a:rPr lang="en-US" sz="1200" b="0" i="0" u="none" strike="noStrike" cap="none">
                <a:solidFill>
                  <a:schemeClr val="dk1"/>
                </a:solidFill>
                <a:latin typeface="Calibri"/>
                <a:ea typeface="Calibri"/>
                <a:cs typeface="Calibri"/>
                <a:sym typeface="Calibri"/>
              </a:rPr>
              <a:t>Prof. S. P. Vimal (</a:t>
            </a:r>
            <a:r>
              <a:rPr lang="en-US" sz="1200" b="0" i="0" u="sng" strike="noStrike" cap="none">
                <a:solidFill>
                  <a:schemeClr val="hlink"/>
                </a:solidFill>
                <a:latin typeface="Calibri"/>
                <a:ea typeface="Calibri"/>
                <a:cs typeface="Calibri"/>
                <a:sym typeface="Calibri"/>
                <a:hlinkClick r:id="rId3"/>
              </a:rPr>
              <a:t>vimalsp@wilp.bits-pilani.ac.in</a:t>
            </a:r>
            <a:r>
              <a:rPr lang="en-US" sz="1200" b="0" i="0" u="none" strike="noStrike" cap="none">
                <a:solidFill>
                  <a:schemeClr val="dk1"/>
                </a:solidFill>
                <a:latin typeface="Calibri"/>
                <a:ea typeface="Calibri"/>
                <a:cs typeface="Calibri"/>
                <a:sym typeface="Calibri"/>
              </a:rPr>
              <a:t>), </a:t>
            </a:r>
            <a:endParaRPr sz="1200" b="0" i="0" u="none" strike="noStrike" cap="none">
              <a:solidFill>
                <a:schemeClr val="dk1"/>
              </a:solidFill>
              <a:latin typeface="Calibri"/>
              <a:ea typeface="Calibri"/>
              <a:cs typeface="Calibri"/>
              <a:sym typeface="Calibri"/>
            </a:endParaRPr>
          </a:p>
          <a:p>
            <a:pPr marL="342900" marR="0" lvl="0" indent="-241300" algn="l" rtl="0">
              <a:lnSpc>
                <a:spcPct val="90000"/>
              </a:lnSpc>
              <a:spcBef>
                <a:spcPts val="0"/>
              </a:spcBef>
              <a:spcAft>
                <a:spcPts val="0"/>
              </a:spcAft>
              <a:buClr>
                <a:srgbClr val="000000"/>
              </a:buClr>
              <a:buSzPts val="1200"/>
              <a:buFont typeface="Calibri"/>
              <a:buAutoNum type="arabicPeriod"/>
            </a:pPr>
            <a:r>
              <a:rPr lang="en-US" sz="1200" b="0" i="0" u="none" strike="noStrike" cap="none">
                <a:solidFill>
                  <a:schemeClr val="dk1"/>
                </a:solidFill>
                <a:latin typeface="Calibri"/>
                <a:ea typeface="Calibri"/>
                <a:cs typeface="Calibri"/>
                <a:sym typeface="Calibri"/>
              </a:rPr>
              <a:t>Prof. Sangeetha Viswanathan (</a:t>
            </a:r>
            <a:r>
              <a:rPr lang="en-US" sz="1200" b="0" i="0" u="sng" strike="noStrike" cap="none">
                <a:solidFill>
                  <a:schemeClr val="hlink"/>
                </a:solidFill>
                <a:latin typeface="Calibri"/>
                <a:ea typeface="Calibri"/>
                <a:cs typeface="Calibri"/>
                <a:sym typeface="Calibri"/>
                <a:hlinkClick r:id="rId4"/>
              </a:rPr>
              <a:t>sangeetha.viswanathan@pilani.bits-pilani.ac.in</a:t>
            </a:r>
            <a:r>
              <a:rPr lang="en-US" sz="1200" b="0" i="0" u="none" strike="noStrike" cap="none">
                <a:solidFill>
                  <a:schemeClr val="dk1"/>
                </a:solidFill>
                <a:latin typeface="Calibri"/>
                <a:ea typeface="Calibri"/>
                <a:cs typeface="Calibri"/>
                <a:sym typeface="Calibri"/>
              </a:rPr>
              <a:t>) </a:t>
            </a:r>
            <a:endParaRPr sz="1100" b="0" i="0" u="none" strike="noStrike" cap="none">
              <a:solidFill>
                <a:srgbClr val="000000"/>
              </a:solidFill>
              <a:latin typeface="Arial"/>
              <a:ea typeface="Arial"/>
              <a:cs typeface="Arial"/>
              <a:sym typeface="Arial"/>
            </a:endParaRPr>
          </a:p>
        </p:txBody>
      </p:sp>
      <p:pic>
        <p:nvPicPr>
          <p:cNvPr id="103" name="Google Shape;103;p57"/>
          <p:cNvPicPr preferRelativeResize="0"/>
          <p:nvPr/>
        </p:nvPicPr>
        <p:blipFill rotWithShape="1">
          <a:blip r:embed="rId5">
            <a:alphaModFix/>
          </a:blip>
          <a:srcRect/>
          <a:stretch/>
        </p:blipFill>
        <p:spPr>
          <a:xfrm>
            <a:off x="0" y="0"/>
            <a:ext cx="4186242" cy="5143500"/>
          </a:xfrm>
          <a:prstGeom prst="rect">
            <a:avLst/>
          </a:prstGeom>
          <a:noFill/>
          <a:ln>
            <a:noFill/>
          </a:ln>
        </p:spPr>
      </p:pic>
      <p:sp>
        <p:nvSpPr>
          <p:cNvPr id="104" name="Google Shape;104;p57"/>
          <p:cNvSpPr txBox="1">
            <a:spLocks noGrp="1"/>
          </p:cNvSpPr>
          <p:nvPr>
            <p:ph type="ctrTitle"/>
          </p:nvPr>
        </p:nvSpPr>
        <p:spPr>
          <a:xfrm>
            <a:off x="1400993" y="2419895"/>
            <a:ext cx="7117500" cy="95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700"/>
              <a:buFont typeface="Calibri"/>
              <a:buNone/>
              <a:defRPr sz="2700" cap="none">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57"/>
          <p:cNvSpPr txBox="1"/>
          <p:nvPr/>
        </p:nvSpPr>
        <p:spPr>
          <a:xfrm>
            <a:off x="48394" y="790425"/>
            <a:ext cx="3147000" cy="682200"/>
          </a:xfrm>
          <a:prstGeom prst="rect">
            <a:avLst/>
          </a:prstGeom>
          <a:noFill/>
          <a:ln>
            <a:noFill/>
          </a:ln>
        </p:spPr>
        <p:txBody>
          <a:bodyPr spcFirstLastPara="1" wrap="square" lIns="68575" tIns="34275" rIns="68575" bIns="34275" anchor="t" anchorCtr="0">
            <a:normAutofit fontScale="92500"/>
          </a:bodyPr>
          <a:lstStyle/>
          <a:p>
            <a:pPr marL="0" marR="0" lvl="0" indent="0" algn="r" rtl="0">
              <a:lnSpc>
                <a:spcPct val="90000"/>
              </a:lnSpc>
              <a:spcBef>
                <a:spcPts val="0"/>
              </a:spcBef>
              <a:spcAft>
                <a:spcPts val="0"/>
              </a:spcAft>
              <a:buClr>
                <a:schemeClr val="dk1"/>
              </a:buClr>
              <a:buSzPct val="64864"/>
              <a:buFont typeface="Arial"/>
              <a:buNone/>
            </a:pPr>
            <a:r>
              <a:rPr lang="en-US" sz="2000" b="0" i="0" u="none" strike="noStrike" cap="none">
                <a:solidFill>
                  <a:schemeClr val="dk1"/>
                </a:solidFill>
                <a:latin typeface="Calibri"/>
                <a:ea typeface="Calibri"/>
                <a:cs typeface="Calibri"/>
                <a:sym typeface="Calibri"/>
              </a:rPr>
              <a:t>Deep Reinforcement Learning</a:t>
            </a:r>
            <a:endParaRPr sz="2000" b="0" i="0" u="none" strike="noStrike" cap="none">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ct val="99792"/>
              <a:buFont typeface="Arial"/>
              <a:buNone/>
            </a:pPr>
            <a:r>
              <a:rPr lang="en-US" sz="1300" b="0" i="0" u="none" strike="noStrike" cap="none">
                <a:solidFill>
                  <a:schemeClr val="dk1"/>
                </a:solidFill>
                <a:latin typeface="Calibri"/>
                <a:ea typeface="Calibri"/>
                <a:cs typeface="Calibri"/>
                <a:sym typeface="Calibri"/>
              </a:rPr>
              <a:t>2022-23 Second Semester, M.Tech (AIML)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106"/>
        <p:cNvGrpSpPr/>
        <p:nvPr/>
      </p:nvGrpSpPr>
      <p:grpSpPr>
        <a:xfrm>
          <a:off x="0" y="0"/>
          <a:ext cx="0" cy="0"/>
          <a:chOff x="0" y="0"/>
          <a:chExt cx="0" cy="0"/>
        </a:xfrm>
      </p:grpSpPr>
      <p:sp>
        <p:nvSpPr>
          <p:cNvPr id="107" name="Google Shape;107;p58"/>
          <p:cNvSpPr txBox="1">
            <a:spLocks noGrp="1"/>
          </p:cNvSpPr>
          <p:nvPr>
            <p:ph type="title"/>
          </p:nvPr>
        </p:nvSpPr>
        <p:spPr>
          <a:xfrm>
            <a:off x="628650" y="273844"/>
            <a:ext cx="7886700" cy="9348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3000"/>
              <a:buFont typeface="Calibri"/>
              <a:buNone/>
              <a:defRPr sz="3000" b="1"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5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9" name="Google Shape;109;p5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0" name="Google Shape;110;p58"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111" name="Google Shape;111;p58"/>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112"/>
        <p:cNvGrpSpPr/>
        <p:nvPr/>
      </p:nvGrpSpPr>
      <p:grpSpPr>
        <a:xfrm>
          <a:off x="0" y="0"/>
          <a:ext cx="0" cy="0"/>
          <a:chOff x="0" y="0"/>
          <a:chExt cx="0" cy="0"/>
        </a:xfrm>
      </p:grpSpPr>
      <p:sp>
        <p:nvSpPr>
          <p:cNvPr id="113" name="Google Shape;113;p59"/>
          <p:cNvSpPr txBox="1">
            <a:spLocks noGrp="1"/>
          </p:cNvSpPr>
          <p:nvPr>
            <p:ph type="title"/>
          </p:nvPr>
        </p:nvSpPr>
        <p:spPr>
          <a:xfrm>
            <a:off x="628650" y="273844"/>
            <a:ext cx="7650000" cy="7710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5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5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6" name="Google Shape;116;p59"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117" name="Google Shape;117;p59"/>
          <p:cNvSpPr txBox="1">
            <a:spLocks noGrp="1"/>
          </p:cNvSpPr>
          <p:nvPr>
            <p:ph type="body" idx="1"/>
          </p:nvPr>
        </p:nvSpPr>
        <p:spPr>
          <a:xfrm>
            <a:off x="628650" y="1224643"/>
            <a:ext cx="7886700" cy="33312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118"/>
        <p:cNvGrpSpPr/>
        <p:nvPr/>
      </p:nvGrpSpPr>
      <p:grpSpPr>
        <a:xfrm>
          <a:off x="0" y="0"/>
          <a:ext cx="0" cy="0"/>
          <a:chOff x="0" y="0"/>
          <a:chExt cx="0" cy="0"/>
        </a:xfrm>
      </p:grpSpPr>
      <p:pic>
        <p:nvPicPr>
          <p:cNvPr id="119" name="Google Shape;119;p60" descr="BITS Pilani logo"/>
          <p:cNvPicPr preferRelativeResize="0"/>
          <p:nvPr/>
        </p:nvPicPr>
        <p:blipFill rotWithShape="1">
          <a:blip r:embed="rId2">
            <a:alphaModFix/>
          </a:blip>
          <a:srcRect/>
          <a:stretch/>
        </p:blipFill>
        <p:spPr>
          <a:xfrm>
            <a:off x="288131" y="216696"/>
            <a:ext cx="2504055" cy="649430"/>
          </a:xfrm>
          <a:prstGeom prst="rect">
            <a:avLst/>
          </a:prstGeom>
          <a:noFill/>
          <a:ln>
            <a:noFill/>
          </a:ln>
        </p:spPr>
      </p:pic>
      <p:sp>
        <p:nvSpPr>
          <p:cNvPr id="120" name="Google Shape;120;p60"/>
          <p:cNvSpPr txBox="1">
            <a:spLocks noGrp="1"/>
          </p:cNvSpPr>
          <p:nvPr>
            <p:ph type="title"/>
          </p:nvPr>
        </p:nvSpPr>
        <p:spPr>
          <a:xfrm>
            <a:off x="351337" y="1253729"/>
            <a:ext cx="4504200" cy="489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60"/>
          <p:cNvSpPr txBox="1">
            <a:spLocks noGrp="1"/>
          </p:cNvSpPr>
          <p:nvPr>
            <p:ph type="body" idx="1"/>
          </p:nvPr>
        </p:nvSpPr>
        <p:spPr>
          <a:xfrm>
            <a:off x="1021556" y="1939835"/>
            <a:ext cx="4504200" cy="2478600"/>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800"/>
              </a:spcBef>
              <a:spcAft>
                <a:spcPts val="0"/>
              </a:spcAft>
              <a:buClr>
                <a:schemeClr val="dk1"/>
              </a:buClr>
              <a:buSzPts val="1800"/>
              <a:buFont typeface="Calibri"/>
              <a:buAutoNum type="arabicPeriod"/>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22" name="Google Shape;122;p60"/>
          <p:cNvSpPr txBox="1">
            <a:spLocks noGrp="1"/>
          </p:cNvSpPr>
          <p:nvPr>
            <p:ph type="ftr" idx="11"/>
          </p:nvPr>
        </p:nvSpPr>
        <p:spPr>
          <a:xfrm>
            <a:off x="1847850" y="4767263"/>
            <a:ext cx="26097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6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124"/>
        <p:cNvGrpSpPr/>
        <p:nvPr/>
      </p:nvGrpSpPr>
      <p:grpSpPr>
        <a:xfrm>
          <a:off x="0" y="0"/>
          <a:ext cx="0" cy="0"/>
          <a:chOff x="0" y="0"/>
          <a:chExt cx="0" cy="0"/>
        </a:xfrm>
      </p:grpSpPr>
      <p:pic>
        <p:nvPicPr>
          <p:cNvPr id="125" name="Google Shape;125;p61"/>
          <p:cNvPicPr preferRelativeResize="0"/>
          <p:nvPr/>
        </p:nvPicPr>
        <p:blipFill rotWithShape="1">
          <a:blip r:embed="rId2">
            <a:alphaModFix/>
          </a:blip>
          <a:srcRect t="18296" r="28339" b="23066"/>
          <a:stretch/>
        </p:blipFill>
        <p:spPr>
          <a:xfrm>
            <a:off x="4116611" y="0"/>
            <a:ext cx="5027390" cy="5143500"/>
          </a:xfrm>
          <a:prstGeom prst="rect">
            <a:avLst/>
          </a:prstGeom>
          <a:noFill/>
          <a:ln>
            <a:noFill/>
          </a:ln>
        </p:spPr>
      </p:pic>
      <p:sp>
        <p:nvSpPr>
          <p:cNvPr id="126" name="Google Shape;126;p61"/>
          <p:cNvSpPr txBox="1">
            <a:spLocks noGrp="1"/>
          </p:cNvSpPr>
          <p:nvPr>
            <p:ph type="title"/>
          </p:nvPr>
        </p:nvSpPr>
        <p:spPr>
          <a:xfrm>
            <a:off x="1000125" y="765334"/>
            <a:ext cx="2171700" cy="9942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100"/>
              <a:buFont typeface="Calibri"/>
              <a:buNone/>
              <a:defRPr sz="21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61"/>
          <p:cNvSpPr txBox="1">
            <a:spLocks noGrp="1"/>
          </p:cNvSpPr>
          <p:nvPr>
            <p:ph type="body" idx="1"/>
          </p:nvPr>
        </p:nvSpPr>
        <p:spPr>
          <a:xfrm>
            <a:off x="1000125" y="2193131"/>
            <a:ext cx="2171700" cy="1889700"/>
          </a:xfrm>
          <a:prstGeom prst="rect">
            <a:avLst/>
          </a:prstGeom>
          <a:noFill/>
          <a:ln>
            <a:noFill/>
          </a:ln>
        </p:spPr>
        <p:txBody>
          <a:bodyPr spcFirstLastPara="1" wrap="square" lIns="68575" tIns="34275" rIns="68575" bIns="34275" anchor="t" anchorCtr="0">
            <a:normAutofit/>
          </a:bodyPr>
          <a:lstStyle>
            <a:lvl1pPr marL="457200" lvl="0" indent="-228600" algn="l">
              <a:lnSpc>
                <a:spcPct val="150000"/>
              </a:lnSpc>
              <a:spcBef>
                <a:spcPts val="800"/>
              </a:spcBef>
              <a:spcAft>
                <a:spcPts val="0"/>
              </a:spcAft>
              <a:buClr>
                <a:schemeClr val="lt1"/>
              </a:buClr>
              <a:buSzPts val="1100"/>
              <a:buNone/>
              <a:defRPr sz="1100">
                <a:solidFill>
                  <a:schemeClr val="lt1"/>
                </a:solidFill>
              </a:defRPr>
            </a:lvl1pPr>
            <a:lvl2pPr marL="914400" lvl="1" indent="-228600" algn="l">
              <a:lnSpc>
                <a:spcPct val="150000"/>
              </a:lnSpc>
              <a:spcBef>
                <a:spcPts val="400"/>
              </a:spcBef>
              <a:spcAft>
                <a:spcPts val="0"/>
              </a:spcAft>
              <a:buClr>
                <a:schemeClr val="lt1"/>
              </a:buClr>
              <a:buSzPts val="1100"/>
              <a:buNone/>
              <a:defRPr sz="1100">
                <a:solidFill>
                  <a:schemeClr val="lt1"/>
                </a:solidFill>
              </a:defRPr>
            </a:lvl2pPr>
            <a:lvl3pPr marL="1371600" lvl="2" indent="-228600" algn="l">
              <a:lnSpc>
                <a:spcPct val="150000"/>
              </a:lnSpc>
              <a:spcBef>
                <a:spcPts val="400"/>
              </a:spcBef>
              <a:spcAft>
                <a:spcPts val="0"/>
              </a:spcAft>
              <a:buClr>
                <a:schemeClr val="lt1"/>
              </a:buClr>
              <a:buSzPts val="1100"/>
              <a:buNone/>
              <a:defRPr sz="1100">
                <a:solidFill>
                  <a:schemeClr val="lt1"/>
                </a:solidFill>
              </a:defRPr>
            </a:lvl3pPr>
            <a:lvl4pPr marL="1828800" lvl="3" indent="-228600" algn="l">
              <a:lnSpc>
                <a:spcPct val="150000"/>
              </a:lnSpc>
              <a:spcBef>
                <a:spcPts val="400"/>
              </a:spcBef>
              <a:spcAft>
                <a:spcPts val="0"/>
              </a:spcAft>
              <a:buClr>
                <a:schemeClr val="lt1"/>
              </a:buClr>
              <a:buSzPts val="1100"/>
              <a:buNone/>
              <a:defRPr sz="1100">
                <a:solidFill>
                  <a:schemeClr val="lt1"/>
                </a:solidFill>
              </a:defRPr>
            </a:lvl4pPr>
            <a:lvl5pPr marL="2286000" lvl="4" indent="-228600" algn="l">
              <a:lnSpc>
                <a:spcPct val="150000"/>
              </a:lnSpc>
              <a:spcBef>
                <a:spcPts val="400"/>
              </a:spcBef>
              <a:spcAft>
                <a:spcPts val="0"/>
              </a:spcAft>
              <a:buClr>
                <a:schemeClr val="lt1"/>
              </a:buClr>
              <a:buSzPts val="1100"/>
              <a:buNone/>
              <a:defRPr sz="1100">
                <a:solidFill>
                  <a:schemeClr val="lt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61"/>
          <p:cNvSpPr txBox="1">
            <a:spLocks noGrp="1"/>
          </p:cNvSpPr>
          <p:nvPr>
            <p:ph type="ftr" idx="11"/>
          </p:nvPr>
        </p:nvSpPr>
        <p:spPr>
          <a:xfrm>
            <a:off x="2002414" y="4767262"/>
            <a:ext cx="1862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9" name="Google Shape;129;p61"/>
          <p:cNvSpPr txBox="1">
            <a:spLocks noGrp="1"/>
          </p:cNvSpPr>
          <p:nvPr>
            <p:ph type="sldNum" idx="12"/>
          </p:nvPr>
        </p:nvSpPr>
        <p:spPr>
          <a:xfrm>
            <a:off x="4152229" y="4767263"/>
            <a:ext cx="740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130"/>
        <p:cNvGrpSpPr/>
        <p:nvPr/>
      </p:nvGrpSpPr>
      <p:grpSpPr>
        <a:xfrm>
          <a:off x="0" y="0"/>
          <a:ext cx="0" cy="0"/>
          <a:chOff x="0" y="0"/>
          <a:chExt cx="0" cy="0"/>
        </a:xfrm>
      </p:grpSpPr>
      <p:sp>
        <p:nvSpPr>
          <p:cNvPr id="131" name="Google Shape;131;p62"/>
          <p:cNvSpPr txBox="1">
            <a:spLocks noGrp="1"/>
          </p:cNvSpPr>
          <p:nvPr>
            <p:ph type="title"/>
          </p:nvPr>
        </p:nvSpPr>
        <p:spPr>
          <a:xfrm>
            <a:off x="351337" y="1253729"/>
            <a:ext cx="4504200" cy="489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2" name="Google Shape;132;p62"/>
          <p:cNvSpPr txBox="1">
            <a:spLocks noGrp="1"/>
          </p:cNvSpPr>
          <p:nvPr>
            <p:ph type="body" idx="1"/>
          </p:nvPr>
        </p:nvSpPr>
        <p:spPr>
          <a:xfrm>
            <a:off x="1021556" y="1939835"/>
            <a:ext cx="4504200" cy="2478600"/>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800"/>
              </a:spcBef>
              <a:spcAft>
                <a:spcPts val="0"/>
              </a:spcAft>
              <a:buClr>
                <a:schemeClr val="dk1"/>
              </a:buClr>
              <a:buSzPts val="1800"/>
              <a:buFont typeface="Calibri"/>
              <a:buAutoNum type="arabicPeriod"/>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33" name="Google Shape;133;p62"/>
          <p:cNvSpPr txBox="1">
            <a:spLocks noGrp="1"/>
          </p:cNvSpPr>
          <p:nvPr>
            <p:ph type="ftr" idx="11"/>
          </p:nvPr>
        </p:nvSpPr>
        <p:spPr>
          <a:xfrm>
            <a:off x="1847850" y="4767263"/>
            <a:ext cx="26097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6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5" name="Google Shape;135;p62" descr="BITS Pilani logo"/>
          <p:cNvPicPr preferRelativeResize="0"/>
          <p:nvPr/>
        </p:nvPicPr>
        <p:blipFill rotWithShape="1">
          <a:blip r:embed="rId2">
            <a:alphaModFix/>
          </a:blip>
          <a:srcRect/>
          <a:stretch/>
        </p:blipFill>
        <p:spPr>
          <a:xfrm>
            <a:off x="288131" y="216696"/>
            <a:ext cx="2504055" cy="64943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136"/>
        <p:cNvGrpSpPr/>
        <p:nvPr/>
      </p:nvGrpSpPr>
      <p:grpSpPr>
        <a:xfrm>
          <a:off x="0" y="0"/>
          <a:ext cx="0" cy="0"/>
          <a:chOff x="0" y="0"/>
          <a:chExt cx="0" cy="0"/>
        </a:xfrm>
      </p:grpSpPr>
      <p:sp>
        <p:nvSpPr>
          <p:cNvPr id="137" name="Google Shape;137;p63"/>
          <p:cNvSpPr txBox="1">
            <a:spLocks noGrp="1"/>
          </p:cNvSpPr>
          <p:nvPr>
            <p:ph type="ctrTitle"/>
          </p:nvPr>
        </p:nvSpPr>
        <p:spPr>
          <a:xfrm>
            <a:off x="5243513" y="1611630"/>
            <a:ext cx="3134700" cy="12864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lt1"/>
              </a:buClr>
              <a:buSzPts val="2700"/>
              <a:buFont typeface="Calibri"/>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8" name="Google Shape;138;p63"/>
          <p:cNvSpPr txBox="1">
            <a:spLocks noGrp="1"/>
          </p:cNvSpPr>
          <p:nvPr>
            <p:ph type="subTitle" idx="1"/>
          </p:nvPr>
        </p:nvSpPr>
        <p:spPr>
          <a:xfrm>
            <a:off x="5243513" y="2971502"/>
            <a:ext cx="3134700" cy="273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200"/>
              <a:buNone/>
              <a:defRPr sz="12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139" name="Google Shape;139;p63"/>
          <p:cNvPicPr preferRelativeResize="0"/>
          <p:nvPr/>
        </p:nvPicPr>
        <p:blipFill rotWithShape="1">
          <a:blip r:embed="rId2">
            <a:alphaModFix/>
          </a:blip>
          <a:srcRect/>
          <a:stretch/>
        </p:blipFill>
        <p:spPr>
          <a:xfrm>
            <a:off x="0" y="621506"/>
            <a:ext cx="4407694" cy="390048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140"/>
        <p:cNvGrpSpPr/>
        <p:nvPr/>
      </p:nvGrpSpPr>
      <p:grpSpPr>
        <a:xfrm>
          <a:off x="0" y="0"/>
          <a:ext cx="0" cy="0"/>
          <a:chOff x="0" y="0"/>
          <a:chExt cx="0" cy="0"/>
        </a:xfrm>
      </p:grpSpPr>
      <p:sp>
        <p:nvSpPr>
          <p:cNvPr id="141" name="Google Shape;141;p64"/>
          <p:cNvSpPr txBox="1">
            <a:spLocks noGrp="1"/>
          </p:cNvSpPr>
          <p:nvPr>
            <p:ph type="title"/>
          </p:nvPr>
        </p:nvSpPr>
        <p:spPr>
          <a:xfrm>
            <a:off x="921425" y="280022"/>
            <a:ext cx="7847100" cy="9741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2" name="Google Shape;142;p64"/>
          <p:cNvSpPr>
            <a:spLocks noGrp="1"/>
          </p:cNvSpPr>
          <p:nvPr>
            <p:ph type="pic" idx="2"/>
          </p:nvPr>
        </p:nvSpPr>
        <p:spPr>
          <a:xfrm>
            <a:off x="1115386" y="2164556"/>
            <a:ext cx="1384200" cy="1384200"/>
          </a:xfrm>
          <a:prstGeom prst="rect">
            <a:avLst/>
          </a:prstGeom>
          <a:solidFill>
            <a:srgbClr val="F2F2F2"/>
          </a:solidFill>
          <a:ln>
            <a:noFill/>
          </a:ln>
        </p:spPr>
      </p:sp>
      <p:sp>
        <p:nvSpPr>
          <p:cNvPr id="143" name="Google Shape;143;p64"/>
          <p:cNvSpPr txBox="1">
            <a:spLocks noGrp="1"/>
          </p:cNvSpPr>
          <p:nvPr>
            <p:ph type="body" idx="1"/>
          </p:nvPr>
        </p:nvSpPr>
        <p:spPr>
          <a:xfrm>
            <a:off x="921426"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4" name="Google Shape;144;p64"/>
          <p:cNvSpPr txBox="1">
            <a:spLocks noGrp="1"/>
          </p:cNvSpPr>
          <p:nvPr>
            <p:ph type="body" idx="3"/>
          </p:nvPr>
        </p:nvSpPr>
        <p:spPr>
          <a:xfrm>
            <a:off x="1115386" y="4098086"/>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5" name="Google Shape;145;p64"/>
          <p:cNvSpPr>
            <a:spLocks noGrp="1"/>
          </p:cNvSpPr>
          <p:nvPr>
            <p:ph type="pic" idx="4"/>
          </p:nvPr>
        </p:nvSpPr>
        <p:spPr>
          <a:xfrm>
            <a:off x="2877685" y="2164556"/>
            <a:ext cx="1384200" cy="1384200"/>
          </a:xfrm>
          <a:prstGeom prst="rect">
            <a:avLst/>
          </a:prstGeom>
          <a:solidFill>
            <a:srgbClr val="F2F2F2"/>
          </a:solidFill>
          <a:ln>
            <a:noFill/>
          </a:ln>
        </p:spPr>
      </p:sp>
      <p:sp>
        <p:nvSpPr>
          <p:cNvPr id="146" name="Google Shape;146;p64"/>
          <p:cNvSpPr txBox="1">
            <a:spLocks noGrp="1"/>
          </p:cNvSpPr>
          <p:nvPr>
            <p:ph type="body" idx="5"/>
          </p:nvPr>
        </p:nvSpPr>
        <p:spPr>
          <a:xfrm>
            <a:off x="2683725" y="3813393"/>
            <a:ext cx="17481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7" name="Google Shape;147;p64"/>
          <p:cNvSpPr txBox="1">
            <a:spLocks noGrp="1"/>
          </p:cNvSpPr>
          <p:nvPr>
            <p:ph type="body" idx="6"/>
          </p:nvPr>
        </p:nvSpPr>
        <p:spPr>
          <a:xfrm>
            <a:off x="2877685" y="4109097"/>
            <a:ext cx="13920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8" name="Google Shape;148;p64"/>
          <p:cNvSpPr>
            <a:spLocks noGrp="1"/>
          </p:cNvSpPr>
          <p:nvPr>
            <p:ph type="pic" idx="7"/>
          </p:nvPr>
        </p:nvSpPr>
        <p:spPr>
          <a:xfrm>
            <a:off x="4745684" y="2164556"/>
            <a:ext cx="1384200" cy="1384200"/>
          </a:xfrm>
          <a:prstGeom prst="rect">
            <a:avLst/>
          </a:prstGeom>
          <a:solidFill>
            <a:srgbClr val="F2F2F2"/>
          </a:solidFill>
          <a:ln>
            <a:noFill/>
          </a:ln>
        </p:spPr>
      </p:sp>
      <p:sp>
        <p:nvSpPr>
          <p:cNvPr id="149" name="Google Shape;149;p64"/>
          <p:cNvSpPr txBox="1">
            <a:spLocks noGrp="1"/>
          </p:cNvSpPr>
          <p:nvPr>
            <p:ph type="body" idx="8"/>
          </p:nvPr>
        </p:nvSpPr>
        <p:spPr>
          <a:xfrm>
            <a:off x="4551723"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0" name="Google Shape;150;p64"/>
          <p:cNvSpPr txBox="1">
            <a:spLocks noGrp="1"/>
          </p:cNvSpPr>
          <p:nvPr>
            <p:ph type="body" idx="9"/>
          </p:nvPr>
        </p:nvSpPr>
        <p:spPr>
          <a:xfrm>
            <a:off x="4745683" y="4109097"/>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1" name="Google Shape;151;p64"/>
          <p:cNvSpPr>
            <a:spLocks noGrp="1"/>
          </p:cNvSpPr>
          <p:nvPr>
            <p:ph type="pic" idx="13"/>
          </p:nvPr>
        </p:nvSpPr>
        <p:spPr>
          <a:xfrm>
            <a:off x="6560594" y="2164556"/>
            <a:ext cx="1384200" cy="1384200"/>
          </a:xfrm>
          <a:prstGeom prst="rect">
            <a:avLst/>
          </a:prstGeom>
          <a:solidFill>
            <a:srgbClr val="F2F2F2"/>
          </a:solidFill>
          <a:ln>
            <a:noFill/>
          </a:ln>
        </p:spPr>
      </p:sp>
      <p:sp>
        <p:nvSpPr>
          <p:cNvPr id="152" name="Google Shape;152;p64"/>
          <p:cNvSpPr txBox="1">
            <a:spLocks noGrp="1"/>
          </p:cNvSpPr>
          <p:nvPr>
            <p:ph type="body" idx="14"/>
          </p:nvPr>
        </p:nvSpPr>
        <p:spPr>
          <a:xfrm>
            <a:off x="6366634"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3" name="Google Shape;153;p64"/>
          <p:cNvSpPr txBox="1">
            <a:spLocks noGrp="1"/>
          </p:cNvSpPr>
          <p:nvPr>
            <p:ph type="body" idx="15"/>
          </p:nvPr>
        </p:nvSpPr>
        <p:spPr>
          <a:xfrm>
            <a:off x="6560594" y="4098086"/>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4" name="Google Shape;154;p6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5" name="Google Shape;155;p6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6" name="Google Shape;156;p64"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157"/>
        <p:cNvGrpSpPr/>
        <p:nvPr/>
      </p:nvGrpSpPr>
      <p:grpSpPr>
        <a:xfrm>
          <a:off x="0" y="0"/>
          <a:ext cx="0" cy="0"/>
          <a:chOff x="0" y="0"/>
          <a:chExt cx="0" cy="0"/>
        </a:xfrm>
      </p:grpSpPr>
      <p:grpSp>
        <p:nvGrpSpPr>
          <p:cNvPr id="158" name="Google Shape;158;p65"/>
          <p:cNvGrpSpPr/>
          <p:nvPr/>
        </p:nvGrpSpPr>
        <p:grpSpPr>
          <a:xfrm>
            <a:off x="0" y="355465"/>
            <a:ext cx="9144000" cy="4216002"/>
            <a:chOff x="0" y="473953"/>
            <a:chExt cx="12192000" cy="5621336"/>
          </a:xfrm>
        </p:grpSpPr>
        <p:pic>
          <p:nvPicPr>
            <p:cNvPr id="159" name="Google Shape;159;p65"/>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60" name="Google Shape;160;p65"/>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61" name="Google Shape;161;p65"/>
          <p:cNvSpPr txBox="1">
            <a:spLocks noGrp="1"/>
          </p:cNvSpPr>
          <p:nvPr>
            <p:ph type="title"/>
          </p:nvPr>
        </p:nvSpPr>
        <p:spPr>
          <a:xfrm>
            <a:off x="1413867" y="669133"/>
            <a:ext cx="6316200" cy="9942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lt1"/>
              </a:buClr>
              <a:buSzPts val="2100"/>
              <a:buFont typeface="Calibri"/>
              <a:buNone/>
              <a:defRPr sz="2100">
                <a:solidFill>
                  <a:schemeClr val="lt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2" name="Google Shape;162;p65"/>
          <p:cNvSpPr>
            <a:spLocks noGrp="1"/>
          </p:cNvSpPr>
          <p:nvPr>
            <p:ph type="pic" idx="2"/>
          </p:nvPr>
        </p:nvSpPr>
        <p:spPr>
          <a:xfrm>
            <a:off x="1407882" y="1821656"/>
            <a:ext cx="800100" cy="800100"/>
          </a:xfrm>
          <a:prstGeom prst="rect">
            <a:avLst/>
          </a:prstGeom>
          <a:solidFill>
            <a:schemeClr val="lt1"/>
          </a:solidFill>
          <a:ln>
            <a:noFill/>
          </a:ln>
        </p:spPr>
      </p:sp>
      <p:sp>
        <p:nvSpPr>
          <p:cNvPr id="163" name="Google Shape;163;p65"/>
          <p:cNvSpPr txBox="1">
            <a:spLocks noGrp="1"/>
          </p:cNvSpPr>
          <p:nvPr>
            <p:ph type="body" idx="1"/>
          </p:nvPr>
        </p:nvSpPr>
        <p:spPr>
          <a:xfrm>
            <a:off x="1125126"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4" name="Google Shape;164;p65"/>
          <p:cNvSpPr txBox="1">
            <a:spLocks noGrp="1"/>
          </p:cNvSpPr>
          <p:nvPr>
            <p:ph type="body" idx="3"/>
          </p:nvPr>
        </p:nvSpPr>
        <p:spPr>
          <a:xfrm>
            <a:off x="1125126" y="2857310"/>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5" name="Google Shape;165;p65"/>
          <p:cNvSpPr>
            <a:spLocks noGrp="1"/>
          </p:cNvSpPr>
          <p:nvPr>
            <p:ph type="pic" idx="4"/>
          </p:nvPr>
        </p:nvSpPr>
        <p:spPr>
          <a:xfrm>
            <a:off x="3169703" y="1821656"/>
            <a:ext cx="800100" cy="800100"/>
          </a:xfrm>
          <a:prstGeom prst="rect">
            <a:avLst/>
          </a:prstGeom>
          <a:solidFill>
            <a:schemeClr val="lt1"/>
          </a:solidFill>
          <a:ln>
            <a:noFill/>
          </a:ln>
        </p:spPr>
      </p:sp>
      <p:sp>
        <p:nvSpPr>
          <p:cNvPr id="166" name="Google Shape;166;p65"/>
          <p:cNvSpPr txBox="1">
            <a:spLocks noGrp="1"/>
          </p:cNvSpPr>
          <p:nvPr>
            <p:ph type="body" idx="5"/>
          </p:nvPr>
        </p:nvSpPr>
        <p:spPr>
          <a:xfrm>
            <a:off x="2886946"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7" name="Google Shape;167;p65"/>
          <p:cNvSpPr txBox="1">
            <a:spLocks noGrp="1"/>
          </p:cNvSpPr>
          <p:nvPr>
            <p:ph type="body" idx="6"/>
          </p:nvPr>
        </p:nvSpPr>
        <p:spPr>
          <a:xfrm>
            <a:off x="2886946" y="2857310"/>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8" name="Google Shape;168;p65"/>
          <p:cNvSpPr>
            <a:spLocks noGrp="1"/>
          </p:cNvSpPr>
          <p:nvPr>
            <p:ph type="pic" idx="7"/>
          </p:nvPr>
        </p:nvSpPr>
        <p:spPr>
          <a:xfrm>
            <a:off x="4991688" y="1821656"/>
            <a:ext cx="800100" cy="800100"/>
          </a:xfrm>
          <a:prstGeom prst="rect">
            <a:avLst/>
          </a:prstGeom>
          <a:solidFill>
            <a:schemeClr val="lt1"/>
          </a:solidFill>
          <a:ln>
            <a:noFill/>
          </a:ln>
        </p:spPr>
      </p:sp>
      <p:sp>
        <p:nvSpPr>
          <p:cNvPr id="169" name="Google Shape;169;p65"/>
          <p:cNvSpPr txBox="1">
            <a:spLocks noGrp="1"/>
          </p:cNvSpPr>
          <p:nvPr>
            <p:ph type="body" idx="8"/>
          </p:nvPr>
        </p:nvSpPr>
        <p:spPr>
          <a:xfrm>
            <a:off x="4648766" y="2740784"/>
            <a:ext cx="15789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0" name="Google Shape;170;p65"/>
          <p:cNvSpPr txBox="1">
            <a:spLocks noGrp="1"/>
          </p:cNvSpPr>
          <p:nvPr>
            <p:ph type="body" idx="9"/>
          </p:nvPr>
        </p:nvSpPr>
        <p:spPr>
          <a:xfrm>
            <a:off x="4571999" y="2857310"/>
            <a:ext cx="1725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1" name="Google Shape;171;p65"/>
          <p:cNvSpPr>
            <a:spLocks noGrp="1"/>
          </p:cNvSpPr>
          <p:nvPr>
            <p:ph type="pic" idx="13"/>
          </p:nvPr>
        </p:nvSpPr>
        <p:spPr>
          <a:xfrm>
            <a:off x="6852611" y="1821656"/>
            <a:ext cx="800100" cy="800100"/>
          </a:xfrm>
          <a:prstGeom prst="rect">
            <a:avLst/>
          </a:prstGeom>
          <a:solidFill>
            <a:schemeClr val="lt1"/>
          </a:solidFill>
          <a:ln>
            <a:noFill/>
          </a:ln>
        </p:spPr>
      </p:sp>
      <p:sp>
        <p:nvSpPr>
          <p:cNvPr id="172" name="Google Shape;172;p65"/>
          <p:cNvSpPr txBox="1">
            <a:spLocks noGrp="1"/>
          </p:cNvSpPr>
          <p:nvPr>
            <p:ph type="body" idx="14"/>
          </p:nvPr>
        </p:nvSpPr>
        <p:spPr>
          <a:xfrm>
            <a:off x="6569855"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3" name="Google Shape;173;p65"/>
          <p:cNvSpPr txBox="1">
            <a:spLocks noGrp="1"/>
          </p:cNvSpPr>
          <p:nvPr>
            <p:ph type="body" idx="15"/>
          </p:nvPr>
        </p:nvSpPr>
        <p:spPr>
          <a:xfrm>
            <a:off x="6558360" y="2857310"/>
            <a:ext cx="1383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4" name="Google Shape;174;p65"/>
          <p:cNvSpPr>
            <a:spLocks noGrp="1"/>
          </p:cNvSpPr>
          <p:nvPr>
            <p:ph type="pic" idx="16"/>
          </p:nvPr>
        </p:nvSpPr>
        <p:spPr>
          <a:xfrm>
            <a:off x="1407882" y="3215783"/>
            <a:ext cx="800100" cy="800100"/>
          </a:xfrm>
          <a:prstGeom prst="rect">
            <a:avLst/>
          </a:prstGeom>
          <a:solidFill>
            <a:schemeClr val="lt1"/>
          </a:solidFill>
          <a:ln>
            <a:noFill/>
          </a:ln>
        </p:spPr>
      </p:sp>
      <p:sp>
        <p:nvSpPr>
          <p:cNvPr id="175" name="Google Shape;175;p65"/>
          <p:cNvSpPr txBox="1">
            <a:spLocks noGrp="1"/>
          </p:cNvSpPr>
          <p:nvPr>
            <p:ph type="body" idx="17"/>
          </p:nvPr>
        </p:nvSpPr>
        <p:spPr>
          <a:xfrm>
            <a:off x="1125126"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6" name="Google Shape;176;p65"/>
          <p:cNvSpPr txBox="1">
            <a:spLocks noGrp="1"/>
          </p:cNvSpPr>
          <p:nvPr>
            <p:ph type="body" idx="18"/>
          </p:nvPr>
        </p:nvSpPr>
        <p:spPr>
          <a:xfrm>
            <a:off x="1125126" y="4251437"/>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7" name="Google Shape;177;p65"/>
          <p:cNvSpPr>
            <a:spLocks noGrp="1"/>
          </p:cNvSpPr>
          <p:nvPr>
            <p:ph type="pic" idx="19"/>
          </p:nvPr>
        </p:nvSpPr>
        <p:spPr>
          <a:xfrm>
            <a:off x="3169703" y="3215783"/>
            <a:ext cx="800100" cy="800100"/>
          </a:xfrm>
          <a:prstGeom prst="rect">
            <a:avLst/>
          </a:prstGeom>
          <a:solidFill>
            <a:schemeClr val="lt1"/>
          </a:solidFill>
          <a:ln>
            <a:noFill/>
          </a:ln>
        </p:spPr>
      </p:sp>
      <p:sp>
        <p:nvSpPr>
          <p:cNvPr id="178" name="Google Shape;178;p65"/>
          <p:cNvSpPr txBox="1">
            <a:spLocks noGrp="1"/>
          </p:cNvSpPr>
          <p:nvPr>
            <p:ph type="body" idx="20"/>
          </p:nvPr>
        </p:nvSpPr>
        <p:spPr>
          <a:xfrm>
            <a:off x="2886946"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9" name="Google Shape;179;p65"/>
          <p:cNvSpPr txBox="1">
            <a:spLocks noGrp="1"/>
          </p:cNvSpPr>
          <p:nvPr>
            <p:ph type="body" idx="21"/>
          </p:nvPr>
        </p:nvSpPr>
        <p:spPr>
          <a:xfrm>
            <a:off x="2886946" y="4251437"/>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80" name="Google Shape;180;p65"/>
          <p:cNvSpPr>
            <a:spLocks noGrp="1"/>
          </p:cNvSpPr>
          <p:nvPr>
            <p:ph type="pic" idx="22"/>
          </p:nvPr>
        </p:nvSpPr>
        <p:spPr>
          <a:xfrm>
            <a:off x="4991688" y="3215783"/>
            <a:ext cx="800100" cy="800100"/>
          </a:xfrm>
          <a:prstGeom prst="rect">
            <a:avLst/>
          </a:prstGeom>
          <a:solidFill>
            <a:schemeClr val="lt1"/>
          </a:solidFill>
          <a:ln>
            <a:noFill/>
          </a:ln>
        </p:spPr>
      </p:sp>
      <p:sp>
        <p:nvSpPr>
          <p:cNvPr id="181" name="Google Shape;181;p65"/>
          <p:cNvSpPr txBox="1">
            <a:spLocks noGrp="1"/>
          </p:cNvSpPr>
          <p:nvPr>
            <p:ph type="body" idx="23"/>
          </p:nvPr>
        </p:nvSpPr>
        <p:spPr>
          <a:xfrm>
            <a:off x="4754945"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82" name="Google Shape;182;p65"/>
          <p:cNvSpPr txBox="1">
            <a:spLocks noGrp="1"/>
          </p:cNvSpPr>
          <p:nvPr>
            <p:ph type="body" idx="24"/>
          </p:nvPr>
        </p:nvSpPr>
        <p:spPr>
          <a:xfrm>
            <a:off x="4754945" y="4251437"/>
            <a:ext cx="13602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83" name="Google Shape;183;p65"/>
          <p:cNvSpPr>
            <a:spLocks noGrp="1"/>
          </p:cNvSpPr>
          <p:nvPr>
            <p:ph type="pic" idx="25"/>
          </p:nvPr>
        </p:nvSpPr>
        <p:spPr>
          <a:xfrm>
            <a:off x="6852611" y="3215783"/>
            <a:ext cx="800100" cy="800100"/>
          </a:xfrm>
          <a:prstGeom prst="rect">
            <a:avLst/>
          </a:prstGeom>
          <a:solidFill>
            <a:schemeClr val="lt1"/>
          </a:solidFill>
          <a:ln>
            <a:noFill/>
          </a:ln>
        </p:spPr>
      </p:sp>
      <p:sp>
        <p:nvSpPr>
          <p:cNvPr id="184" name="Google Shape;184;p65"/>
          <p:cNvSpPr txBox="1">
            <a:spLocks noGrp="1"/>
          </p:cNvSpPr>
          <p:nvPr>
            <p:ph type="body" idx="26"/>
          </p:nvPr>
        </p:nvSpPr>
        <p:spPr>
          <a:xfrm>
            <a:off x="6569855"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85" name="Google Shape;185;p65"/>
          <p:cNvSpPr txBox="1">
            <a:spLocks noGrp="1"/>
          </p:cNvSpPr>
          <p:nvPr>
            <p:ph type="body" idx="27"/>
          </p:nvPr>
        </p:nvSpPr>
        <p:spPr>
          <a:xfrm>
            <a:off x="6558360" y="4251437"/>
            <a:ext cx="1383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86" name="Google Shape;186;p6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solidFill>
                  <a:srgbClr val="898989"/>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7" name="Google Shape;187;p6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88"/>
        <p:cNvGrpSpPr/>
        <p:nvPr/>
      </p:nvGrpSpPr>
      <p:grpSpPr>
        <a:xfrm>
          <a:off x="0" y="0"/>
          <a:ext cx="0" cy="0"/>
          <a:chOff x="0" y="0"/>
          <a:chExt cx="0" cy="0"/>
        </a:xfrm>
      </p:grpSpPr>
      <p:sp>
        <p:nvSpPr>
          <p:cNvPr id="189" name="Google Shape;189;p66"/>
          <p:cNvSpPr/>
          <p:nvPr/>
        </p:nvSpPr>
        <p:spPr>
          <a:xfrm>
            <a:off x="1585413" y="0"/>
            <a:ext cx="7558587" cy="51435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0" name="Google Shape;190;p66"/>
          <p:cNvSpPr txBox="1">
            <a:spLocks noGrp="1"/>
          </p:cNvSpPr>
          <p:nvPr>
            <p:ph type="body" idx="1"/>
          </p:nvPr>
        </p:nvSpPr>
        <p:spPr>
          <a:xfrm>
            <a:off x="124556" y="1287585"/>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800"/>
              <a:buNone/>
              <a:defRPr sz="18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1" name="Google Shape;191;p66"/>
          <p:cNvSpPr txBox="1">
            <a:spLocks noGrp="1"/>
          </p:cNvSpPr>
          <p:nvPr>
            <p:ph type="body" idx="2"/>
          </p:nvPr>
        </p:nvSpPr>
        <p:spPr>
          <a:xfrm>
            <a:off x="549098" y="2094829"/>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2" name="Google Shape;192;p66"/>
          <p:cNvSpPr txBox="1">
            <a:spLocks noGrp="1"/>
          </p:cNvSpPr>
          <p:nvPr>
            <p:ph type="body" idx="3"/>
          </p:nvPr>
        </p:nvSpPr>
        <p:spPr>
          <a:xfrm>
            <a:off x="1003917" y="2902073"/>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3" name="Google Shape;193;p66"/>
          <p:cNvSpPr txBox="1">
            <a:spLocks noGrp="1"/>
          </p:cNvSpPr>
          <p:nvPr>
            <p:ph type="body" idx="4"/>
          </p:nvPr>
        </p:nvSpPr>
        <p:spPr>
          <a:xfrm>
            <a:off x="1442067" y="3719114"/>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66"/>
          <p:cNvSpPr txBox="1">
            <a:spLocks noGrp="1"/>
          </p:cNvSpPr>
          <p:nvPr>
            <p:ph type="body" idx="5"/>
          </p:nvPr>
        </p:nvSpPr>
        <p:spPr>
          <a:xfrm>
            <a:off x="3291355" y="1112174"/>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5" name="Google Shape;195;p66"/>
          <p:cNvSpPr txBox="1">
            <a:spLocks noGrp="1"/>
          </p:cNvSpPr>
          <p:nvPr>
            <p:ph type="body" idx="6"/>
          </p:nvPr>
        </p:nvSpPr>
        <p:spPr>
          <a:xfrm>
            <a:off x="3739522" y="1953140"/>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6" name="Google Shape;196;p66"/>
          <p:cNvSpPr txBox="1">
            <a:spLocks noGrp="1"/>
          </p:cNvSpPr>
          <p:nvPr>
            <p:ph type="body" idx="7"/>
          </p:nvPr>
        </p:nvSpPr>
        <p:spPr>
          <a:xfrm>
            <a:off x="4182704" y="2757764"/>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7" name="Google Shape;197;p66"/>
          <p:cNvSpPr txBox="1">
            <a:spLocks noGrp="1"/>
          </p:cNvSpPr>
          <p:nvPr>
            <p:ph type="body" idx="8"/>
          </p:nvPr>
        </p:nvSpPr>
        <p:spPr>
          <a:xfrm>
            <a:off x="4631460" y="3588931"/>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8" name="Google Shape;198;p66"/>
          <p:cNvSpPr txBox="1">
            <a:spLocks noGrp="1"/>
          </p:cNvSpPr>
          <p:nvPr>
            <p:ph type="ftr" idx="11"/>
          </p:nvPr>
        </p:nvSpPr>
        <p:spPr>
          <a:xfrm>
            <a:off x="5061857" y="4767263"/>
            <a:ext cx="28320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9" name="Google Shape;199;p66"/>
          <p:cNvSpPr txBox="1">
            <a:spLocks noGrp="1"/>
          </p:cNvSpPr>
          <p:nvPr>
            <p:ph type="sldNum" idx="12"/>
          </p:nvPr>
        </p:nvSpPr>
        <p:spPr>
          <a:xfrm>
            <a:off x="8108156" y="4767263"/>
            <a:ext cx="4071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00" name="Google Shape;200;p66"/>
          <p:cNvCxnSpPr/>
          <p:nvPr/>
        </p:nvCxnSpPr>
        <p:spPr>
          <a:xfrm>
            <a:off x="3265136" y="3944300"/>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01" name="Google Shape;201;p66"/>
          <p:cNvCxnSpPr/>
          <p:nvPr/>
        </p:nvCxnSpPr>
        <p:spPr>
          <a:xfrm>
            <a:off x="2819938" y="3118094"/>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02" name="Google Shape;202;p66"/>
          <p:cNvCxnSpPr/>
          <p:nvPr/>
        </p:nvCxnSpPr>
        <p:spPr>
          <a:xfrm>
            <a:off x="2380090" y="2311271"/>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03" name="Google Shape;203;p66"/>
          <p:cNvCxnSpPr/>
          <p:nvPr/>
        </p:nvCxnSpPr>
        <p:spPr>
          <a:xfrm>
            <a:off x="1939697" y="1503818"/>
            <a:ext cx="1134900" cy="0"/>
          </a:xfrm>
          <a:prstGeom prst="straightConnector1">
            <a:avLst/>
          </a:prstGeom>
          <a:noFill/>
          <a:ln w="9525" cap="flat" cmpd="sng">
            <a:solidFill>
              <a:schemeClr val="dk1"/>
            </a:solidFill>
            <a:prstDash val="solid"/>
            <a:miter lim="800000"/>
            <a:headEnd type="none" w="sm" len="sm"/>
            <a:tailEnd type="none" w="sm" len="sm"/>
          </a:ln>
        </p:spPr>
      </p:cxnSp>
      <p:pic>
        <p:nvPicPr>
          <p:cNvPr id="204" name="Google Shape;204;p66"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205" name="Google Shape;205;p66"/>
          <p:cNvSpPr txBox="1"/>
          <p:nvPr/>
        </p:nvSpPr>
        <p:spPr>
          <a:xfrm>
            <a:off x="547282" y="430768"/>
            <a:ext cx="4504200" cy="489900"/>
          </a:xfrm>
          <a:prstGeom prst="rect">
            <a:avLst/>
          </a:prstGeom>
          <a:noFill/>
          <a:ln>
            <a:noFill/>
          </a:ln>
        </p:spPr>
        <p:txBody>
          <a:bodyPr spcFirstLastPara="1" wrap="square" lIns="68575" tIns="34275" rIns="68575" bIns="34275" anchor="b"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Agenda</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206"/>
        <p:cNvGrpSpPr/>
        <p:nvPr/>
      </p:nvGrpSpPr>
      <p:grpSpPr>
        <a:xfrm>
          <a:off x="0" y="0"/>
          <a:ext cx="0" cy="0"/>
          <a:chOff x="0" y="0"/>
          <a:chExt cx="0" cy="0"/>
        </a:xfrm>
      </p:grpSpPr>
      <p:sp>
        <p:nvSpPr>
          <p:cNvPr id="207" name="Google Shape;207;p67"/>
          <p:cNvSpPr txBox="1">
            <a:spLocks noGrp="1"/>
          </p:cNvSpPr>
          <p:nvPr>
            <p:ph type="title"/>
          </p:nvPr>
        </p:nvSpPr>
        <p:spPr>
          <a:xfrm>
            <a:off x="932328" y="332527"/>
            <a:ext cx="7583100" cy="7887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8" name="Google Shape;208;p67"/>
          <p:cNvSpPr txBox="1">
            <a:spLocks noGrp="1"/>
          </p:cNvSpPr>
          <p:nvPr>
            <p:ph type="body" idx="1"/>
          </p:nvPr>
        </p:nvSpPr>
        <p:spPr>
          <a:xfrm>
            <a:off x="932327" y="1449578"/>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9" name="Google Shape;209;p67"/>
          <p:cNvSpPr txBox="1">
            <a:spLocks noGrp="1"/>
          </p:cNvSpPr>
          <p:nvPr>
            <p:ph type="body" idx="2"/>
          </p:nvPr>
        </p:nvSpPr>
        <p:spPr>
          <a:xfrm>
            <a:off x="932328"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0" name="Google Shape;210;p67"/>
          <p:cNvSpPr txBox="1">
            <a:spLocks noGrp="1"/>
          </p:cNvSpPr>
          <p:nvPr>
            <p:ph type="body" idx="3"/>
          </p:nvPr>
        </p:nvSpPr>
        <p:spPr>
          <a:xfrm>
            <a:off x="3485748" y="1465082"/>
            <a:ext cx="21726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11" name="Google Shape;211;p67"/>
          <p:cNvSpPr txBox="1">
            <a:spLocks noGrp="1"/>
          </p:cNvSpPr>
          <p:nvPr>
            <p:ph type="body" idx="4"/>
          </p:nvPr>
        </p:nvSpPr>
        <p:spPr>
          <a:xfrm>
            <a:off x="3485749" y="2292532"/>
            <a:ext cx="21726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2" name="Google Shape;212;p67"/>
          <p:cNvSpPr txBox="1">
            <a:spLocks noGrp="1"/>
          </p:cNvSpPr>
          <p:nvPr>
            <p:ph type="body" idx="5"/>
          </p:nvPr>
        </p:nvSpPr>
        <p:spPr>
          <a:xfrm>
            <a:off x="6049815" y="1469172"/>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13" name="Google Shape;213;p67"/>
          <p:cNvSpPr txBox="1">
            <a:spLocks noGrp="1"/>
          </p:cNvSpPr>
          <p:nvPr>
            <p:ph type="body" idx="6"/>
          </p:nvPr>
        </p:nvSpPr>
        <p:spPr>
          <a:xfrm>
            <a:off x="6049816"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4" name="Google Shape;214;p6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5" name="Google Shape;215;p6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6" name="Google Shape;216;p67"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217"/>
        <p:cNvGrpSpPr/>
        <p:nvPr/>
      </p:nvGrpSpPr>
      <p:grpSpPr>
        <a:xfrm>
          <a:off x="0" y="0"/>
          <a:ext cx="0" cy="0"/>
          <a:chOff x="0" y="0"/>
          <a:chExt cx="0" cy="0"/>
        </a:xfrm>
      </p:grpSpPr>
      <p:sp>
        <p:nvSpPr>
          <p:cNvPr id="218" name="Google Shape;218;p68"/>
          <p:cNvSpPr txBox="1">
            <a:spLocks noGrp="1"/>
          </p:cNvSpPr>
          <p:nvPr>
            <p:ph type="title"/>
          </p:nvPr>
        </p:nvSpPr>
        <p:spPr>
          <a:xfrm>
            <a:off x="932328" y="332527"/>
            <a:ext cx="7583100" cy="7887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9" name="Google Shape;219;p68"/>
          <p:cNvSpPr txBox="1">
            <a:spLocks noGrp="1"/>
          </p:cNvSpPr>
          <p:nvPr>
            <p:ph type="body" idx="1"/>
          </p:nvPr>
        </p:nvSpPr>
        <p:spPr>
          <a:xfrm>
            <a:off x="932327" y="1449578"/>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20" name="Google Shape;220;p68"/>
          <p:cNvSpPr txBox="1">
            <a:spLocks noGrp="1"/>
          </p:cNvSpPr>
          <p:nvPr>
            <p:ph type="body" idx="2"/>
          </p:nvPr>
        </p:nvSpPr>
        <p:spPr>
          <a:xfrm>
            <a:off x="932328"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1" name="Google Shape;221;p68"/>
          <p:cNvSpPr txBox="1">
            <a:spLocks noGrp="1"/>
          </p:cNvSpPr>
          <p:nvPr>
            <p:ph type="body" idx="3"/>
          </p:nvPr>
        </p:nvSpPr>
        <p:spPr>
          <a:xfrm>
            <a:off x="3485748" y="1465082"/>
            <a:ext cx="21726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22" name="Google Shape;222;p68"/>
          <p:cNvSpPr txBox="1">
            <a:spLocks noGrp="1"/>
          </p:cNvSpPr>
          <p:nvPr>
            <p:ph type="body" idx="4"/>
          </p:nvPr>
        </p:nvSpPr>
        <p:spPr>
          <a:xfrm>
            <a:off x="3485749" y="2292532"/>
            <a:ext cx="21726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3" name="Google Shape;223;p68"/>
          <p:cNvSpPr txBox="1">
            <a:spLocks noGrp="1"/>
          </p:cNvSpPr>
          <p:nvPr>
            <p:ph type="body" idx="5"/>
          </p:nvPr>
        </p:nvSpPr>
        <p:spPr>
          <a:xfrm>
            <a:off x="6049815" y="1469172"/>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24" name="Google Shape;224;p68"/>
          <p:cNvSpPr txBox="1">
            <a:spLocks noGrp="1"/>
          </p:cNvSpPr>
          <p:nvPr>
            <p:ph type="body" idx="6"/>
          </p:nvPr>
        </p:nvSpPr>
        <p:spPr>
          <a:xfrm>
            <a:off x="6049816"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5" name="Google Shape;225;p6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6" name="Google Shape;226;p6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27" name="Google Shape;227;p68"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228"/>
        <p:cNvGrpSpPr/>
        <p:nvPr/>
      </p:nvGrpSpPr>
      <p:grpSpPr>
        <a:xfrm>
          <a:off x="0" y="0"/>
          <a:ext cx="0" cy="0"/>
          <a:chOff x="0" y="0"/>
          <a:chExt cx="0" cy="0"/>
        </a:xfrm>
      </p:grpSpPr>
      <p:sp>
        <p:nvSpPr>
          <p:cNvPr id="229" name="Google Shape;229;p69"/>
          <p:cNvSpPr txBox="1">
            <a:spLocks noGrp="1"/>
          </p:cNvSpPr>
          <p:nvPr>
            <p:ph type="title"/>
          </p:nvPr>
        </p:nvSpPr>
        <p:spPr>
          <a:xfrm>
            <a:off x="2890157" y="1253729"/>
            <a:ext cx="5051400" cy="903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0" name="Google Shape;230;p69"/>
          <p:cNvSpPr txBox="1">
            <a:spLocks noGrp="1"/>
          </p:cNvSpPr>
          <p:nvPr>
            <p:ph type="body" idx="1"/>
          </p:nvPr>
        </p:nvSpPr>
        <p:spPr>
          <a:xfrm>
            <a:off x="2890157" y="2745581"/>
            <a:ext cx="5051400" cy="11442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800"/>
              <a:buNone/>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31" name="Google Shape;231;p6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2" name="Google Shape;232;p6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33" name="Google Shape;233;p69" descr="BITS Pilani logo"/>
          <p:cNvPicPr preferRelativeResize="0"/>
          <p:nvPr/>
        </p:nvPicPr>
        <p:blipFill rotWithShape="1">
          <a:blip r:embed="rId2">
            <a:alphaModFix/>
          </a:blip>
          <a:srcRect/>
          <a:stretch/>
        </p:blipFill>
        <p:spPr>
          <a:xfrm>
            <a:off x="6627529" y="144383"/>
            <a:ext cx="2504055" cy="649430"/>
          </a:xfrm>
          <a:prstGeom prst="rect">
            <a:avLst/>
          </a:prstGeom>
          <a:noFill/>
          <a:ln>
            <a:noFill/>
          </a:ln>
        </p:spPr>
      </p:pic>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234"/>
        <p:cNvGrpSpPr/>
        <p:nvPr/>
      </p:nvGrpSpPr>
      <p:grpSpPr>
        <a:xfrm>
          <a:off x="0" y="0"/>
          <a:ext cx="0" cy="0"/>
          <a:chOff x="0" y="0"/>
          <a:chExt cx="0" cy="0"/>
        </a:xfrm>
      </p:grpSpPr>
      <p:sp>
        <p:nvSpPr>
          <p:cNvPr id="235" name="Google Shape;235;p70"/>
          <p:cNvSpPr txBox="1">
            <a:spLocks noGrp="1"/>
          </p:cNvSpPr>
          <p:nvPr>
            <p:ph type="ctrTitle"/>
          </p:nvPr>
        </p:nvSpPr>
        <p:spPr>
          <a:xfrm>
            <a:off x="3200400" y="1211802"/>
            <a:ext cx="3134700" cy="1143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lt1"/>
              </a:buClr>
              <a:buSzPts val="2700"/>
              <a:buFont typeface="Calibri"/>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6" name="Google Shape;236;p70"/>
          <p:cNvSpPr txBox="1">
            <a:spLocks noGrp="1"/>
          </p:cNvSpPr>
          <p:nvPr>
            <p:ph type="subTitle" idx="1"/>
          </p:nvPr>
        </p:nvSpPr>
        <p:spPr>
          <a:xfrm>
            <a:off x="3200400" y="2428577"/>
            <a:ext cx="3134700" cy="1029000"/>
          </a:xfrm>
          <a:prstGeom prst="rect">
            <a:avLst/>
          </a:prstGeom>
          <a:noFill/>
          <a:ln>
            <a:noFill/>
          </a:ln>
        </p:spPr>
        <p:txBody>
          <a:bodyPr spcFirstLastPara="1" wrap="square" lIns="68575" tIns="34275" rIns="68575" bIns="34275" anchor="t" anchorCtr="0">
            <a:normAutofit/>
          </a:bodyPr>
          <a:lstStyle>
            <a:lvl1pPr lvl="0" algn="l">
              <a:lnSpc>
                <a:spcPct val="150000"/>
              </a:lnSpc>
              <a:spcBef>
                <a:spcPts val="800"/>
              </a:spcBef>
              <a:spcAft>
                <a:spcPts val="0"/>
              </a:spcAft>
              <a:buClr>
                <a:schemeClr val="lt1"/>
              </a:buClr>
              <a:buSzPts val="1100"/>
              <a:buNone/>
              <a:defRPr sz="11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237" name="Google Shape;237;p70"/>
          <p:cNvPicPr preferRelativeResize="0"/>
          <p:nvPr/>
        </p:nvPicPr>
        <p:blipFill rotWithShape="1">
          <a:blip r:embed="rId2">
            <a:alphaModFix/>
          </a:blip>
          <a:srcRect/>
          <a:stretch/>
        </p:blipFill>
        <p:spPr>
          <a:xfrm>
            <a:off x="0" y="0"/>
            <a:ext cx="2382704" cy="5143500"/>
          </a:xfrm>
          <a:prstGeom prst="rect">
            <a:avLst/>
          </a:prstGeom>
          <a:noFill/>
          <a:ln>
            <a:noFill/>
          </a:ln>
        </p:spPr>
      </p:pic>
      <p:sp>
        <p:nvSpPr>
          <p:cNvPr id="238" name="Google Shape;238;p70"/>
          <p:cNvSpPr txBox="1">
            <a:spLocks noGrp="1"/>
          </p:cNvSpPr>
          <p:nvPr>
            <p:ph type="ftr" idx="11"/>
          </p:nvPr>
        </p:nvSpPr>
        <p:spPr>
          <a:xfrm>
            <a:off x="4859791" y="4767263"/>
            <a:ext cx="19962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9" name="Google Shape;239;p70"/>
          <p:cNvSpPr txBox="1">
            <a:spLocks noGrp="1"/>
          </p:cNvSpPr>
          <p:nvPr>
            <p:ph type="sldNum" idx="12"/>
          </p:nvPr>
        </p:nvSpPr>
        <p:spPr>
          <a:xfrm>
            <a:off x="7184571" y="4767263"/>
            <a:ext cx="13308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255550" y="1222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4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84" name="Google Shape;84;p4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5" name="Google Shape;85;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86" name="Google Shape;86;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ysGM3CfBVpU"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8.jpg"/><Relationship Id="rId11" Type="http://schemas.openxmlformats.org/officeDocument/2006/relationships/image" Target="../media/image23.jpg"/><Relationship Id="rId5" Type="http://schemas.openxmlformats.org/officeDocument/2006/relationships/image" Target="../media/image17.jpg"/><Relationship Id="rId10" Type="http://schemas.openxmlformats.org/officeDocument/2006/relationships/image" Target="../media/image22.jpg"/><Relationship Id="rId4" Type="http://schemas.openxmlformats.org/officeDocument/2006/relationships/image" Target="../media/image16.jpg"/><Relationship Id="rId9"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ri.cmu.edu/pub_files/pub2/baker_simon_1999_3/baker_simon_1999_3.pdf"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hyperlink" Target="https://www.youtube.com/watch?v=YAszeOaInUM" TargetMode="External"/><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YAszeOaInUM"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3.jpg"/></Relationships>
</file>

<file path=ppt/slides/_rels/slide2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5.jpg"/></Relationships>
</file>

<file path=ppt/slides/_rels/slide25.xml.rels><?xml version="1.0" encoding="UTF-8" standalone="yes"?>
<Relationships xmlns="http://schemas.openxmlformats.org/package/2006/relationships"><Relationship Id="rId3" Type="http://schemas.openxmlformats.org/officeDocument/2006/relationships/hyperlink" Target="http://www.youtube.com/watch?v=HTk_UwAYzVk"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36.jpg"/></Relationships>
</file>

<file path=ppt/slides/_rels/slide26.xml.rels><?xml version="1.0" encoding="UTF-8" standalone="yes"?>
<Relationships xmlns="http://schemas.openxmlformats.org/package/2006/relationships"><Relationship Id="rId3" Type="http://schemas.openxmlformats.org/officeDocument/2006/relationships/hyperlink" Target="http://www.micc.unifi.it/pernici/#alien" TargetMode="External"/><Relationship Id="rId7"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hyperlink" Target="http://www.micc.unifi.it/pernici/"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45.jpg"/><Relationship Id="rId5" Type="http://schemas.openxmlformats.org/officeDocument/2006/relationships/image" Target="../media/image44.jpg"/><Relationship Id="rId4" Type="http://schemas.openxmlformats.org/officeDocument/2006/relationships/image" Target="../media/image43.jpg"/></Relationships>
</file>

<file path=ppt/slides/_rels/slide3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hyperlink" Target="http://www.macs.hw.ac.uk/bmvc2006/"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50.jpg"/><Relationship Id="rId5" Type="http://schemas.openxmlformats.org/officeDocument/2006/relationships/image" Target="../media/image49.jpg"/><Relationship Id="rId4" Type="http://schemas.openxmlformats.org/officeDocument/2006/relationships/image" Target="../media/image48.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www.youtube.com/watch?v=JlLkkom6tWw" TargetMode="External"/><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52.jp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71.png"/><Relationship Id="rId5" Type="http://schemas.openxmlformats.org/officeDocument/2006/relationships/image" Target="../media/image66.png"/><Relationship Id="rId10" Type="http://schemas.openxmlformats.org/officeDocument/2006/relationships/image" Target="../media/image70.png"/><Relationship Id="rId4" Type="http://schemas.openxmlformats.org/officeDocument/2006/relationships/image" Target="../media/image65.png"/><Relationship Id="rId9" Type="http://schemas.openxmlformats.org/officeDocument/2006/relationships/image" Target="../media/image69.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48.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49.xml.rels><?xml version="1.0" encoding="UTF-8" standalone="yes"?>
<Relationships xmlns="http://schemas.openxmlformats.org/package/2006/relationships"><Relationship Id="rId3" Type="http://schemas.openxmlformats.org/officeDocument/2006/relationships/hyperlink" Target="http://web.stanford.edu/class/cs231m/references/TR_93-1399_Cornell" TargetMode="External"/><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0.xml"/><Relationship Id="rId1" Type="http://schemas.openxmlformats.org/officeDocument/2006/relationships/slideLayout" Target="../slideLayouts/slideLayout12.xml"/><Relationship Id="rId5" Type="http://schemas.openxmlformats.org/officeDocument/2006/relationships/hyperlink" Target="http://en.wikipedia.org/wiki/Barberpole_illusion" TargetMode="External"/><Relationship Id="rId4" Type="http://schemas.openxmlformats.org/officeDocument/2006/relationships/image" Target="../media/image76.jp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29.jp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5.xml"/><Relationship Id="rId1" Type="http://schemas.openxmlformats.org/officeDocument/2006/relationships/slideLayout" Target="../slideLayouts/slideLayout12.xml"/><Relationship Id="rId6" Type="http://schemas.openxmlformats.org/officeDocument/2006/relationships/image" Target="../media/image81.jpg"/><Relationship Id="rId5" Type="http://schemas.openxmlformats.org/officeDocument/2006/relationships/image" Target="../media/image80.jpg"/><Relationship Id="rId4" Type="http://schemas.openxmlformats.org/officeDocument/2006/relationships/image" Target="../media/image79.jpg"/></Relationships>
</file>

<file path=ppt/slides/_rels/slide56.xml.rels><?xml version="1.0" encoding="UTF-8" standalone="yes"?>
<Relationships xmlns="http://schemas.openxmlformats.org/package/2006/relationships"><Relationship Id="rId3" Type="http://schemas.openxmlformats.org/officeDocument/2006/relationships/hyperlink" Target="http://robots.stanford.edu/cs223b04/algo_tracking.pdf" TargetMode="External"/><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hyperlink" Target="http://robots.stanford.edu/cs223b04/algo_tracking.pdf" TargetMode="External"/><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hyperlink" Target="http://www.ces.clemson.edu/~stb/klt/"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image" Target="../media/image87.jpg"/><Relationship Id="rId5" Type="http://schemas.openxmlformats.org/officeDocument/2006/relationships/image" Target="../media/image86.png"/><Relationship Id="rId4" Type="http://schemas.openxmlformats.org/officeDocument/2006/relationships/image" Target="../media/image85.jp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67.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1.png"/><Relationship Id="rId2" Type="http://schemas.openxmlformats.org/officeDocument/2006/relationships/notesSlide" Target="../notesSlides/notesSlide68.xml"/><Relationship Id="rId1" Type="http://schemas.openxmlformats.org/officeDocument/2006/relationships/slideLayout" Target="../slideLayouts/slideLayout4.xml"/><Relationship Id="rId6" Type="http://schemas.openxmlformats.org/officeDocument/2006/relationships/image" Target="../media/image94.png"/><Relationship Id="rId5" Type="http://schemas.openxmlformats.org/officeDocument/2006/relationships/image" Target="../media/image90.png"/><Relationship Id="rId4" Type="http://schemas.openxmlformats.org/officeDocument/2006/relationships/image" Target="../media/image89.png"/></Relationships>
</file>

<file path=ppt/slides/_rels/slide69.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1.png"/><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0.png"/><Relationship Id="rId4" Type="http://schemas.openxmlformats.org/officeDocument/2006/relationships/image" Target="../media/image89.png"/></Relationships>
</file>

<file path=ppt/slides/_rels/slide70.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1.png"/><Relationship Id="rId2" Type="http://schemas.openxmlformats.org/officeDocument/2006/relationships/notesSlide" Target="../notesSlides/notesSlide70.xml"/><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image" Target="../media/image90.png"/><Relationship Id="rId4" Type="http://schemas.openxmlformats.org/officeDocument/2006/relationships/image" Target="../media/image89.png"/></Relationships>
</file>

<file path=ppt/slides/_rels/slide7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1.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97.png"/><Relationship Id="rId4" Type="http://schemas.openxmlformats.org/officeDocument/2006/relationships/image" Target="../media/image89.png"/></Relationships>
</file>

<file path=ppt/slides/_rels/slide7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2.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98.png"/><Relationship Id="rId4" Type="http://schemas.openxmlformats.org/officeDocument/2006/relationships/image" Target="../media/image89.png"/></Relationships>
</file>

<file path=ppt/slides/_rels/slide7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image" Target="../media/image91.png"/><Relationship Id="rId5" Type="http://schemas.openxmlformats.org/officeDocument/2006/relationships/image" Target="../media/image99.png"/><Relationship Id="rId4" Type="http://schemas.openxmlformats.org/officeDocument/2006/relationships/image" Target="../media/image89.png"/></Relationships>
</file>

<file path=ppt/slides/_rels/slide74.xml.rels><?xml version="1.0" encoding="UTF-8" standalone="yes"?>
<Relationships xmlns="http://schemas.openxmlformats.org/package/2006/relationships"><Relationship Id="rId13" Type="http://schemas.openxmlformats.org/officeDocument/2006/relationships/image" Target="../media/image110.png"/><Relationship Id="rId18" Type="http://schemas.openxmlformats.org/officeDocument/2006/relationships/image" Target="../media/image115.png"/><Relationship Id="rId26" Type="http://schemas.openxmlformats.org/officeDocument/2006/relationships/image" Target="../media/image123.png"/><Relationship Id="rId39" Type="http://schemas.openxmlformats.org/officeDocument/2006/relationships/image" Target="../media/image136.png"/><Relationship Id="rId21" Type="http://schemas.openxmlformats.org/officeDocument/2006/relationships/image" Target="../media/image118.png"/><Relationship Id="rId34" Type="http://schemas.openxmlformats.org/officeDocument/2006/relationships/image" Target="../media/image131.png"/><Relationship Id="rId42" Type="http://schemas.openxmlformats.org/officeDocument/2006/relationships/image" Target="../media/image139.png"/><Relationship Id="rId47" Type="http://schemas.openxmlformats.org/officeDocument/2006/relationships/image" Target="../media/image144.png"/><Relationship Id="rId50" Type="http://schemas.openxmlformats.org/officeDocument/2006/relationships/image" Target="../media/image147.png"/><Relationship Id="rId55" Type="http://schemas.openxmlformats.org/officeDocument/2006/relationships/image" Target="../media/image152.png"/><Relationship Id="rId7" Type="http://schemas.openxmlformats.org/officeDocument/2006/relationships/image" Target="../media/image104.png"/><Relationship Id="rId2" Type="http://schemas.openxmlformats.org/officeDocument/2006/relationships/notesSlide" Target="../notesSlides/notesSlide74.xml"/><Relationship Id="rId16" Type="http://schemas.openxmlformats.org/officeDocument/2006/relationships/image" Target="../media/image113.png"/><Relationship Id="rId29" Type="http://schemas.openxmlformats.org/officeDocument/2006/relationships/image" Target="../media/image126.png"/><Relationship Id="rId11" Type="http://schemas.openxmlformats.org/officeDocument/2006/relationships/image" Target="../media/image108.png"/><Relationship Id="rId24" Type="http://schemas.openxmlformats.org/officeDocument/2006/relationships/image" Target="../media/image121.png"/><Relationship Id="rId32" Type="http://schemas.openxmlformats.org/officeDocument/2006/relationships/image" Target="../media/image129.png"/><Relationship Id="rId37" Type="http://schemas.openxmlformats.org/officeDocument/2006/relationships/image" Target="../media/image134.png"/><Relationship Id="rId40" Type="http://schemas.openxmlformats.org/officeDocument/2006/relationships/image" Target="../media/image137.png"/><Relationship Id="rId45" Type="http://schemas.openxmlformats.org/officeDocument/2006/relationships/image" Target="../media/image142.png"/><Relationship Id="rId53" Type="http://schemas.openxmlformats.org/officeDocument/2006/relationships/image" Target="../media/image150.png"/><Relationship Id="rId58" Type="http://schemas.openxmlformats.org/officeDocument/2006/relationships/image" Target="../media/image155.png"/><Relationship Id="rId5" Type="http://schemas.openxmlformats.org/officeDocument/2006/relationships/image" Target="../media/image102.png"/><Relationship Id="rId61" Type="http://schemas.openxmlformats.org/officeDocument/2006/relationships/image" Target="../media/image158.png"/><Relationship Id="rId19" Type="http://schemas.openxmlformats.org/officeDocument/2006/relationships/image" Target="../media/image116.png"/><Relationship Id="rId14" Type="http://schemas.openxmlformats.org/officeDocument/2006/relationships/image" Target="../media/image111.png"/><Relationship Id="rId22" Type="http://schemas.openxmlformats.org/officeDocument/2006/relationships/image" Target="../media/image119.png"/><Relationship Id="rId27" Type="http://schemas.openxmlformats.org/officeDocument/2006/relationships/image" Target="../media/image124.png"/><Relationship Id="rId30" Type="http://schemas.openxmlformats.org/officeDocument/2006/relationships/image" Target="../media/image127.png"/><Relationship Id="rId35" Type="http://schemas.openxmlformats.org/officeDocument/2006/relationships/image" Target="../media/image132.png"/><Relationship Id="rId43" Type="http://schemas.openxmlformats.org/officeDocument/2006/relationships/image" Target="../media/image140.png"/><Relationship Id="rId48" Type="http://schemas.openxmlformats.org/officeDocument/2006/relationships/image" Target="../media/image145.png"/><Relationship Id="rId56" Type="http://schemas.openxmlformats.org/officeDocument/2006/relationships/image" Target="../media/image153.png"/><Relationship Id="rId8" Type="http://schemas.openxmlformats.org/officeDocument/2006/relationships/image" Target="../media/image105.png"/><Relationship Id="rId51" Type="http://schemas.openxmlformats.org/officeDocument/2006/relationships/image" Target="../media/image148.png"/><Relationship Id="rId3" Type="http://schemas.openxmlformats.org/officeDocument/2006/relationships/image" Target="../media/image100.png"/><Relationship Id="rId12" Type="http://schemas.openxmlformats.org/officeDocument/2006/relationships/image" Target="../media/image109.png"/><Relationship Id="rId17" Type="http://schemas.openxmlformats.org/officeDocument/2006/relationships/image" Target="../media/image114.png"/><Relationship Id="rId25" Type="http://schemas.openxmlformats.org/officeDocument/2006/relationships/image" Target="../media/image122.png"/><Relationship Id="rId33" Type="http://schemas.openxmlformats.org/officeDocument/2006/relationships/image" Target="../media/image130.png"/><Relationship Id="rId38" Type="http://schemas.openxmlformats.org/officeDocument/2006/relationships/image" Target="../media/image135.png"/><Relationship Id="rId46" Type="http://schemas.openxmlformats.org/officeDocument/2006/relationships/image" Target="../media/image143.png"/><Relationship Id="rId59" Type="http://schemas.openxmlformats.org/officeDocument/2006/relationships/image" Target="../media/image156.png"/><Relationship Id="rId20" Type="http://schemas.openxmlformats.org/officeDocument/2006/relationships/image" Target="../media/image117.png"/><Relationship Id="rId41" Type="http://schemas.openxmlformats.org/officeDocument/2006/relationships/image" Target="../media/image138.png"/><Relationship Id="rId54" Type="http://schemas.openxmlformats.org/officeDocument/2006/relationships/image" Target="../media/image151.png"/><Relationship Id="rId62" Type="http://schemas.openxmlformats.org/officeDocument/2006/relationships/image" Target="../media/image159.jpg"/><Relationship Id="rId1" Type="http://schemas.openxmlformats.org/officeDocument/2006/relationships/slideLayout" Target="../slideLayouts/slideLayout4.xml"/><Relationship Id="rId6" Type="http://schemas.openxmlformats.org/officeDocument/2006/relationships/image" Target="../media/image103.png"/><Relationship Id="rId15" Type="http://schemas.openxmlformats.org/officeDocument/2006/relationships/image" Target="../media/image112.png"/><Relationship Id="rId23" Type="http://schemas.openxmlformats.org/officeDocument/2006/relationships/image" Target="../media/image120.png"/><Relationship Id="rId28" Type="http://schemas.openxmlformats.org/officeDocument/2006/relationships/image" Target="../media/image125.png"/><Relationship Id="rId36" Type="http://schemas.openxmlformats.org/officeDocument/2006/relationships/image" Target="../media/image133.png"/><Relationship Id="rId49" Type="http://schemas.openxmlformats.org/officeDocument/2006/relationships/image" Target="../media/image146.png"/><Relationship Id="rId57" Type="http://schemas.openxmlformats.org/officeDocument/2006/relationships/image" Target="../media/image154.png"/><Relationship Id="rId10" Type="http://schemas.openxmlformats.org/officeDocument/2006/relationships/image" Target="../media/image107.png"/><Relationship Id="rId31" Type="http://schemas.openxmlformats.org/officeDocument/2006/relationships/image" Target="../media/image128.png"/><Relationship Id="rId44" Type="http://schemas.openxmlformats.org/officeDocument/2006/relationships/image" Target="../media/image141.png"/><Relationship Id="rId52" Type="http://schemas.openxmlformats.org/officeDocument/2006/relationships/image" Target="../media/image149.png"/><Relationship Id="rId60" Type="http://schemas.openxmlformats.org/officeDocument/2006/relationships/image" Target="../media/image157.png"/><Relationship Id="rId4" Type="http://schemas.openxmlformats.org/officeDocument/2006/relationships/image" Target="../media/image101.png"/><Relationship Id="rId9" Type="http://schemas.openxmlformats.org/officeDocument/2006/relationships/image" Target="../media/image106.png"/></Relationships>
</file>

<file path=ppt/slides/_rels/slide75.xml.rels><?xml version="1.0" encoding="UTF-8" standalone="yes"?>
<Relationships xmlns="http://schemas.openxmlformats.org/package/2006/relationships"><Relationship Id="rId26" Type="http://schemas.openxmlformats.org/officeDocument/2006/relationships/image" Target="../media/image123.png"/><Relationship Id="rId21" Type="http://schemas.openxmlformats.org/officeDocument/2006/relationships/image" Target="../media/image174.png"/><Relationship Id="rId34" Type="http://schemas.openxmlformats.org/officeDocument/2006/relationships/image" Target="../media/image131.png"/><Relationship Id="rId42" Type="http://schemas.openxmlformats.org/officeDocument/2006/relationships/image" Target="../media/image139.png"/><Relationship Id="rId47" Type="http://schemas.openxmlformats.org/officeDocument/2006/relationships/image" Target="../media/image189.png"/><Relationship Id="rId50" Type="http://schemas.openxmlformats.org/officeDocument/2006/relationships/image" Target="../media/image192.png"/><Relationship Id="rId55" Type="http://schemas.openxmlformats.org/officeDocument/2006/relationships/image" Target="../media/image196.png"/><Relationship Id="rId63" Type="http://schemas.openxmlformats.org/officeDocument/2006/relationships/image" Target="../media/image203.png"/><Relationship Id="rId7" Type="http://schemas.openxmlformats.org/officeDocument/2006/relationships/image" Target="../media/image164.png"/><Relationship Id="rId2" Type="http://schemas.openxmlformats.org/officeDocument/2006/relationships/notesSlide" Target="../notesSlides/notesSlide75.xml"/><Relationship Id="rId16" Type="http://schemas.openxmlformats.org/officeDocument/2006/relationships/image" Target="../media/image170.png"/><Relationship Id="rId29" Type="http://schemas.openxmlformats.org/officeDocument/2006/relationships/image" Target="../media/image179.png"/><Relationship Id="rId11" Type="http://schemas.openxmlformats.org/officeDocument/2006/relationships/image" Target="../media/image108.png"/><Relationship Id="rId24" Type="http://schemas.openxmlformats.org/officeDocument/2006/relationships/image" Target="../media/image121.png"/><Relationship Id="rId32" Type="http://schemas.openxmlformats.org/officeDocument/2006/relationships/image" Target="../media/image129.png"/><Relationship Id="rId37" Type="http://schemas.openxmlformats.org/officeDocument/2006/relationships/image" Target="../media/image183.png"/><Relationship Id="rId40" Type="http://schemas.openxmlformats.org/officeDocument/2006/relationships/image" Target="../media/image185.png"/><Relationship Id="rId45" Type="http://schemas.openxmlformats.org/officeDocument/2006/relationships/image" Target="../media/image188.png"/><Relationship Id="rId53" Type="http://schemas.openxmlformats.org/officeDocument/2006/relationships/image" Target="../media/image194.png"/><Relationship Id="rId58" Type="http://schemas.openxmlformats.org/officeDocument/2006/relationships/image" Target="../media/image199.png"/><Relationship Id="rId5" Type="http://schemas.openxmlformats.org/officeDocument/2006/relationships/image" Target="../media/image162.png"/><Relationship Id="rId61" Type="http://schemas.openxmlformats.org/officeDocument/2006/relationships/image" Target="../media/image202.png"/><Relationship Id="rId19" Type="http://schemas.openxmlformats.org/officeDocument/2006/relationships/image" Target="../media/image116.png"/><Relationship Id="rId14" Type="http://schemas.openxmlformats.org/officeDocument/2006/relationships/image" Target="../media/image169.png"/><Relationship Id="rId22" Type="http://schemas.openxmlformats.org/officeDocument/2006/relationships/image" Target="../media/image119.png"/><Relationship Id="rId27" Type="http://schemas.openxmlformats.org/officeDocument/2006/relationships/image" Target="../media/image177.png"/><Relationship Id="rId30" Type="http://schemas.openxmlformats.org/officeDocument/2006/relationships/image" Target="../media/image127.png"/><Relationship Id="rId35" Type="http://schemas.openxmlformats.org/officeDocument/2006/relationships/image" Target="../media/image182.png"/><Relationship Id="rId43" Type="http://schemas.openxmlformats.org/officeDocument/2006/relationships/image" Target="../media/image187.png"/><Relationship Id="rId48" Type="http://schemas.openxmlformats.org/officeDocument/2006/relationships/image" Target="../media/image190.png"/><Relationship Id="rId56" Type="http://schemas.openxmlformats.org/officeDocument/2006/relationships/image" Target="../media/image197.png"/><Relationship Id="rId64" Type="http://schemas.openxmlformats.org/officeDocument/2006/relationships/image" Target="../media/image204.png"/><Relationship Id="rId8" Type="http://schemas.openxmlformats.org/officeDocument/2006/relationships/image" Target="../media/image165.png"/><Relationship Id="rId51" Type="http://schemas.openxmlformats.org/officeDocument/2006/relationships/image" Target="../media/image148.png"/><Relationship Id="rId3" Type="http://schemas.openxmlformats.org/officeDocument/2006/relationships/image" Target="../media/image160.png"/><Relationship Id="rId12" Type="http://schemas.openxmlformats.org/officeDocument/2006/relationships/image" Target="../media/image168.png"/><Relationship Id="rId17" Type="http://schemas.openxmlformats.org/officeDocument/2006/relationships/image" Target="../media/image171.png"/><Relationship Id="rId25" Type="http://schemas.openxmlformats.org/officeDocument/2006/relationships/image" Target="../media/image176.png"/><Relationship Id="rId33" Type="http://schemas.openxmlformats.org/officeDocument/2006/relationships/image" Target="../media/image181.png"/><Relationship Id="rId38" Type="http://schemas.openxmlformats.org/officeDocument/2006/relationships/image" Target="../media/image184.png"/><Relationship Id="rId46" Type="http://schemas.openxmlformats.org/officeDocument/2006/relationships/image" Target="../media/image143.png"/><Relationship Id="rId59" Type="http://schemas.openxmlformats.org/officeDocument/2006/relationships/image" Target="../media/image200.png"/><Relationship Id="rId20" Type="http://schemas.openxmlformats.org/officeDocument/2006/relationships/image" Target="../media/image173.png"/><Relationship Id="rId41" Type="http://schemas.openxmlformats.org/officeDocument/2006/relationships/image" Target="../media/image186.png"/><Relationship Id="rId54" Type="http://schemas.openxmlformats.org/officeDocument/2006/relationships/image" Target="../media/image195.png"/><Relationship Id="rId62" Type="http://schemas.openxmlformats.org/officeDocument/2006/relationships/image" Target="../media/image159.jpg"/><Relationship Id="rId1" Type="http://schemas.openxmlformats.org/officeDocument/2006/relationships/slideLayout" Target="../slideLayouts/slideLayout4.xml"/><Relationship Id="rId6" Type="http://schemas.openxmlformats.org/officeDocument/2006/relationships/image" Target="../media/image163.png"/><Relationship Id="rId15" Type="http://schemas.openxmlformats.org/officeDocument/2006/relationships/image" Target="../media/image112.png"/><Relationship Id="rId23" Type="http://schemas.openxmlformats.org/officeDocument/2006/relationships/image" Target="../media/image175.png"/><Relationship Id="rId28" Type="http://schemas.openxmlformats.org/officeDocument/2006/relationships/image" Target="../media/image178.png"/><Relationship Id="rId36" Type="http://schemas.openxmlformats.org/officeDocument/2006/relationships/image" Target="../media/image133.png"/><Relationship Id="rId49" Type="http://schemas.openxmlformats.org/officeDocument/2006/relationships/image" Target="../media/image191.png"/><Relationship Id="rId57" Type="http://schemas.openxmlformats.org/officeDocument/2006/relationships/image" Target="../media/image198.png"/><Relationship Id="rId10" Type="http://schemas.openxmlformats.org/officeDocument/2006/relationships/image" Target="../media/image167.png"/><Relationship Id="rId31" Type="http://schemas.openxmlformats.org/officeDocument/2006/relationships/image" Target="../media/image180.png"/><Relationship Id="rId44" Type="http://schemas.openxmlformats.org/officeDocument/2006/relationships/image" Target="../media/image141.png"/><Relationship Id="rId52" Type="http://schemas.openxmlformats.org/officeDocument/2006/relationships/image" Target="../media/image193.png"/><Relationship Id="rId60" Type="http://schemas.openxmlformats.org/officeDocument/2006/relationships/image" Target="../media/image201.png"/><Relationship Id="rId65" Type="http://schemas.openxmlformats.org/officeDocument/2006/relationships/image" Target="../media/image205.png"/><Relationship Id="rId4" Type="http://schemas.openxmlformats.org/officeDocument/2006/relationships/image" Target="../media/image161.png"/><Relationship Id="rId9" Type="http://schemas.openxmlformats.org/officeDocument/2006/relationships/image" Target="../media/image166.png"/><Relationship Id="rId13" Type="http://schemas.openxmlformats.org/officeDocument/2006/relationships/image" Target="../media/image110.png"/><Relationship Id="rId18" Type="http://schemas.openxmlformats.org/officeDocument/2006/relationships/image" Target="../media/image172.png"/><Relationship Id="rId39" Type="http://schemas.openxmlformats.org/officeDocument/2006/relationships/image" Target="../media/image136.png"/></Relationships>
</file>

<file path=ppt/slides/_rels/slide76.xml.rels><?xml version="1.0" encoding="UTF-8" standalone="yes"?>
<Relationships xmlns="http://schemas.openxmlformats.org/package/2006/relationships"><Relationship Id="rId13" Type="http://schemas.openxmlformats.org/officeDocument/2006/relationships/image" Target="../media/image110.png"/><Relationship Id="rId18" Type="http://schemas.openxmlformats.org/officeDocument/2006/relationships/image" Target="../media/image218.png"/><Relationship Id="rId26" Type="http://schemas.openxmlformats.org/officeDocument/2006/relationships/image" Target="../media/image123.png"/><Relationship Id="rId39" Type="http://schemas.openxmlformats.org/officeDocument/2006/relationships/image" Target="../media/image136.png"/><Relationship Id="rId21" Type="http://schemas.openxmlformats.org/officeDocument/2006/relationships/image" Target="../media/image220.png"/><Relationship Id="rId34" Type="http://schemas.openxmlformats.org/officeDocument/2006/relationships/image" Target="../media/image131.png"/><Relationship Id="rId42" Type="http://schemas.openxmlformats.org/officeDocument/2006/relationships/image" Target="../media/image139.png"/><Relationship Id="rId47" Type="http://schemas.openxmlformats.org/officeDocument/2006/relationships/image" Target="../media/image235.png"/><Relationship Id="rId50" Type="http://schemas.openxmlformats.org/officeDocument/2006/relationships/image" Target="../media/image238.png"/><Relationship Id="rId55" Type="http://schemas.openxmlformats.org/officeDocument/2006/relationships/image" Target="../media/image242.png"/><Relationship Id="rId63" Type="http://schemas.openxmlformats.org/officeDocument/2006/relationships/image" Target="../media/image249.png"/><Relationship Id="rId7" Type="http://schemas.openxmlformats.org/officeDocument/2006/relationships/image" Target="../media/image210.png"/><Relationship Id="rId2" Type="http://schemas.openxmlformats.org/officeDocument/2006/relationships/notesSlide" Target="../notesSlides/notesSlide76.xml"/><Relationship Id="rId16" Type="http://schemas.openxmlformats.org/officeDocument/2006/relationships/image" Target="../media/image216.png"/><Relationship Id="rId29" Type="http://schemas.openxmlformats.org/officeDocument/2006/relationships/image" Target="../media/image225.png"/><Relationship Id="rId11" Type="http://schemas.openxmlformats.org/officeDocument/2006/relationships/image" Target="../media/image108.png"/><Relationship Id="rId24" Type="http://schemas.openxmlformats.org/officeDocument/2006/relationships/image" Target="../media/image121.png"/><Relationship Id="rId32" Type="http://schemas.openxmlformats.org/officeDocument/2006/relationships/image" Target="../media/image129.png"/><Relationship Id="rId37" Type="http://schemas.openxmlformats.org/officeDocument/2006/relationships/image" Target="../media/image229.png"/><Relationship Id="rId40" Type="http://schemas.openxmlformats.org/officeDocument/2006/relationships/image" Target="../media/image231.png"/><Relationship Id="rId45" Type="http://schemas.openxmlformats.org/officeDocument/2006/relationships/image" Target="../media/image234.png"/><Relationship Id="rId53" Type="http://schemas.openxmlformats.org/officeDocument/2006/relationships/image" Target="../media/image240.png"/><Relationship Id="rId58" Type="http://schemas.openxmlformats.org/officeDocument/2006/relationships/image" Target="../media/image245.png"/><Relationship Id="rId5" Type="http://schemas.openxmlformats.org/officeDocument/2006/relationships/image" Target="../media/image208.png"/><Relationship Id="rId61" Type="http://schemas.openxmlformats.org/officeDocument/2006/relationships/image" Target="../media/image248.png"/><Relationship Id="rId19" Type="http://schemas.openxmlformats.org/officeDocument/2006/relationships/image" Target="../media/image116.png"/><Relationship Id="rId14" Type="http://schemas.openxmlformats.org/officeDocument/2006/relationships/image" Target="../media/image215.png"/><Relationship Id="rId22" Type="http://schemas.openxmlformats.org/officeDocument/2006/relationships/image" Target="../media/image119.png"/><Relationship Id="rId27" Type="http://schemas.openxmlformats.org/officeDocument/2006/relationships/image" Target="../media/image223.png"/><Relationship Id="rId30" Type="http://schemas.openxmlformats.org/officeDocument/2006/relationships/image" Target="../media/image127.png"/><Relationship Id="rId35" Type="http://schemas.openxmlformats.org/officeDocument/2006/relationships/image" Target="../media/image228.png"/><Relationship Id="rId43" Type="http://schemas.openxmlformats.org/officeDocument/2006/relationships/image" Target="../media/image233.png"/><Relationship Id="rId48" Type="http://schemas.openxmlformats.org/officeDocument/2006/relationships/image" Target="../media/image236.png"/><Relationship Id="rId56" Type="http://schemas.openxmlformats.org/officeDocument/2006/relationships/image" Target="../media/image243.png"/><Relationship Id="rId8" Type="http://schemas.openxmlformats.org/officeDocument/2006/relationships/image" Target="../media/image211.png"/><Relationship Id="rId51" Type="http://schemas.openxmlformats.org/officeDocument/2006/relationships/image" Target="../media/image148.png"/><Relationship Id="rId3" Type="http://schemas.openxmlformats.org/officeDocument/2006/relationships/image" Target="../media/image206.png"/><Relationship Id="rId12" Type="http://schemas.openxmlformats.org/officeDocument/2006/relationships/image" Target="../media/image214.png"/><Relationship Id="rId17" Type="http://schemas.openxmlformats.org/officeDocument/2006/relationships/image" Target="../media/image217.png"/><Relationship Id="rId25" Type="http://schemas.openxmlformats.org/officeDocument/2006/relationships/image" Target="../media/image222.png"/><Relationship Id="rId33" Type="http://schemas.openxmlformats.org/officeDocument/2006/relationships/image" Target="../media/image227.png"/><Relationship Id="rId38" Type="http://schemas.openxmlformats.org/officeDocument/2006/relationships/image" Target="../media/image230.png"/><Relationship Id="rId46" Type="http://schemas.openxmlformats.org/officeDocument/2006/relationships/image" Target="../media/image143.png"/><Relationship Id="rId59" Type="http://schemas.openxmlformats.org/officeDocument/2006/relationships/image" Target="../media/image246.png"/><Relationship Id="rId20" Type="http://schemas.openxmlformats.org/officeDocument/2006/relationships/image" Target="../media/image219.png"/><Relationship Id="rId41" Type="http://schemas.openxmlformats.org/officeDocument/2006/relationships/image" Target="../media/image232.png"/><Relationship Id="rId54" Type="http://schemas.openxmlformats.org/officeDocument/2006/relationships/image" Target="../media/image241.png"/><Relationship Id="rId62" Type="http://schemas.openxmlformats.org/officeDocument/2006/relationships/image" Target="../media/image159.jpg"/><Relationship Id="rId1" Type="http://schemas.openxmlformats.org/officeDocument/2006/relationships/slideLayout" Target="../slideLayouts/slideLayout4.xml"/><Relationship Id="rId6" Type="http://schemas.openxmlformats.org/officeDocument/2006/relationships/image" Target="../media/image209.png"/><Relationship Id="rId15" Type="http://schemas.openxmlformats.org/officeDocument/2006/relationships/image" Target="../media/image112.png"/><Relationship Id="rId23" Type="http://schemas.openxmlformats.org/officeDocument/2006/relationships/image" Target="../media/image221.png"/><Relationship Id="rId28" Type="http://schemas.openxmlformats.org/officeDocument/2006/relationships/image" Target="../media/image224.png"/><Relationship Id="rId36" Type="http://schemas.openxmlformats.org/officeDocument/2006/relationships/image" Target="../media/image133.png"/><Relationship Id="rId49" Type="http://schemas.openxmlformats.org/officeDocument/2006/relationships/image" Target="../media/image237.png"/><Relationship Id="rId57" Type="http://schemas.openxmlformats.org/officeDocument/2006/relationships/image" Target="../media/image244.png"/><Relationship Id="rId10" Type="http://schemas.openxmlformats.org/officeDocument/2006/relationships/image" Target="../media/image213.png"/><Relationship Id="rId31" Type="http://schemas.openxmlformats.org/officeDocument/2006/relationships/image" Target="../media/image226.png"/><Relationship Id="rId44" Type="http://schemas.openxmlformats.org/officeDocument/2006/relationships/image" Target="../media/image141.png"/><Relationship Id="rId52" Type="http://schemas.openxmlformats.org/officeDocument/2006/relationships/image" Target="../media/image239.png"/><Relationship Id="rId60" Type="http://schemas.openxmlformats.org/officeDocument/2006/relationships/image" Target="../media/image247.png"/><Relationship Id="rId4" Type="http://schemas.openxmlformats.org/officeDocument/2006/relationships/image" Target="../media/image207.png"/><Relationship Id="rId9" Type="http://schemas.openxmlformats.org/officeDocument/2006/relationships/image" Target="../media/image212.png"/></Relationships>
</file>

<file path=ppt/slides/_rels/slide7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77.xml"/><Relationship Id="rId1" Type="http://schemas.openxmlformats.org/officeDocument/2006/relationships/slideLayout" Target="../slideLayouts/slideLayout4.xml"/><Relationship Id="rId4" Type="http://schemas.openxmlformats.org/officeDocument/2006/relationships/image" Target="../media/image251.png"/></Relationships>
</file>

<file path=ppt/slides/_rels/slide78.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78.xml"/><Relationship Id="rId1" Type="http://schemas.openxmlformats.org/officeDocument/2006/relationships/slideLayout" Target="../slideLayouts/slideLayout4.xml"/><Relationship Id="rId5" Type="http://schemas.openxmlformats.org/officeDocument/2006/relationships/image" Target="../media/image254.png"/><Relationship Id="rId4" Type="http://schemas.openxmlformats.org/officeDocument/2006/relationships/image" Target="../media/image253.png"/></Relationships>
</file>

<file path=ppt/slides/_rels/slide79.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notesSlide" Target="../notesSlides/notesSlide79.xml"/><Relationship Id="rId1" Type="http://schemas.openxmlformats.org/officeDocument/2006/relationships/slideLayout" Target="../slideLayouts/slideLayout4.xml"/><Relationship Id="rId4" Type="http://schemas.openxmlformats.org/officeDocument/2006/relationships/image" Target="../media/image256.jpg"/></Relationships>
</file>

<file path=ppt/slides/_rels/slide80.xml.rels><?xml version="1.0" encoding="UTF-8" standalone="yes"?>
<Relationships xmlns="http://schemas.openxmlformats.org/package/2006/relationships"><Relationship Id="rId3" Type="http://schemas.openxmlformats.org/officeDocument/2006/relationships/image" Target="../media/image257.jp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258.jpg"/></Relationships>
</file>

<file path=ppt/slides/_rels/slide81.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82.xml"/><Relationship Id="rId1" Type="http://schemas.openxmlformats.org/officeDocument/2006/relationships/slideLayout" Target="../slideLayouts/slideLayout4.xml"/><Relationship Id="rId4" Type="http://schemas.openxmlformats.org/officeDocument/2006/relationships/image" Target="../media/image261.png"/></Relationships>
</file>

<file path=ppt/slides/_rels/slide8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83.xml"/><Relationship Id="rId1" Type="http://schemas.openxmlformats.org/officeDocument/2006/relationships/slideLayout" Target="../slideLayouts/slideLayout4.xml"/><Relationship Id="rId4" Type="http://schemas.openxmlformats.org/officeDocument/2006/relationships/image" Target="../media/image261.png"/></Relationships>
</file>

<file path=ppt/slides/_rels/slide84.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notesSlide" Target="../notesSlides/notesSlide84.xml"/><Relationship Id="rId1" Type="http://schemas.openxmlformats.org/officeDocument/2006/relationships/slideLayout" Target="../slideLayouts/slideLayout4.xml"/><Relationship Id="rId4" Type="http://schemas.openxmlformats.org/officeDocument/2006/relationships/image" Target="../media/image263.png"/></Relationships>
</file>

<file path=ppt/slides/_rels/slide85.xml.rels><?xml version="1.0" encoding="UTF-8" standalone="yes"?>
<Relationships xmlns="http://schemas.openxmlformats.org/package/2006/relationships"><Relationship Id="rId8" Type="http://schemas.openxmlformats.org/officeDocument/2006/relationships/image" Target="../media/image268.png"/><Relationship Id="rId3" Type="http://schemas.openxmlformats.org/officeDocument/2006/relationships/image" Target="../media/image260.png"/><Relationship Id="rId7" Type="http://schemas.openxmlformats.org/officeDocument/2006/relationships/image" Target="../media/image267.png"/><Relationship Id="rId2" Type="http://schemas.openxmlformats.org/officeDocument/2006/relationships/notesSlide" Target="../notesSlides/notesSlide85.xml"/><Relationship Id="rId1" Type="http://schemas.openxmlformats.org/officeDocument/2006/relationships/slideLayout" Target="../slideLayouts/slideLayout4.xml"/><Relationship Id="rId6" Type="http://schemas.openxmlformats.org/officeDocument/2006/relationships/image" Target="../media/image266.png"/><Relationship Id="rId5" Type="http://schemas.openxmlformats.org/officeDocument/2006/relationships/image" Target="../media/image265.png"/><Relationship Id="rId4" Type="http://schemas.openxmlformats.org/officeDocument/2006/relationships/image" Target="../media/image264.png"/></Relationships>
</file>

<file path=ppt/slides/_rels/slide86.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86.xml"/><Relationship Id="rId1" Type="http://schemas.openxmlformats.org/officeDocument/2006/relationships/slideLayout" Target="../slideLayouts/slideLayout4.xml"/><Relationship Id="rId4" Type="http://schemas.openxmlformats.org/officeDocument/2006/relationships/image" Target="../media/image262.png"/></Relationships>
</file>

<file path=ppt/slides/_rels/slide87.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88.xml"/><Relationship Id="rId1" Type="http://schemas.openxmlformats.org/officeDocument/2006/relationships/slideLayout" Target="../slideLayouts/slideLayout4.xml"/><Relationship Id="rId6" Type="http://schemas.openxmlformats.org/officeDocument/2006/relationships/image" Target="../media/image273.png"/><Relationship Id="rId5" Type="http://schemas.openxmlformats.org/officeDocument/2006/relationships/image" Target="../media/image272.png"/><Relationship Id="rId4" Type="http://schemas.openxmlformats.org/officeDocument/2006/relationships/image" Target="../media/image271.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276.png"/><Relationship Id="rId4" Type="http://schemas.openxmlformats.org/officeDocument/2006/relationships/image" Target="../media/image275.png"/></Relationships>
</file>

<file path=ppt/slides/_rels/slide94.xml.rels><?xml version="1.0" encoding="UTF-8" standalone="yes"?>
<Relationships xmlns="http://schemas.openxmlformats.org/package/2006/relationships"><Relationship Id="rId3" Type="http://schemas.openxmlformats.org/officeDocument/2006/relationships/image" Target="../media/image277.png"/><Relationship Id="rId7" Type="http://schemas.openxmlformats.org/officeDocument/2006/relationships/image" Target="../media/image281.png"/><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279.png"/><Relationship Id="rId4" Type="http://schemas.openxmlformats.org/officeDocument/2006/relationships/image" Target="../media/image278.png"/></Relationships>
</file>

<file path=ppt/slides/_rels/slide95.xml.rels><?xml version="1.0" encoding="UTF-8" standalone="yes"?>
<Relationships xmlns="http://schemas.openxmlformats.org/package/2006/relationships"><Relationship Id="rId3" Type="http://schemas.openxmlformats.org/officeDocument/2006/relationships/image" Target="../media/image278.png"/><Relationship Id="rId7" Type="http://schemas.openxmlformats.org/officeDocument/2006/relationships/image" Target="../media/image282.pn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281.png"/><Relationship Id="rId5" Type="http://schemas.openxmlformats.org/officeDocument/2006/relationships/image" Target="../media/image280.png"/><Relationship Id="rId4" Type="http://schemas.openxmlformats.org/officeDocument/2006/relationships/image" Target="../media/image279.png"/></Relationships>
</file>

<file path=ppt/slides/_rels/slide96.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284.png"/></Relationships>
</file>

<file path=ppt/slides/_rels/slide97.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image" Target="../media/image285.png"/><Relationship Id="rId4" Type="http://schemas.openxmlformats.org/officeDocument/2006/relationships/image" Target="../media/image284.png"/></Relationships>
</file>

<file path=ppt/slides/_rels/slide98.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289.png"/><Relationship Id="rId5" Type="http://schemas.openxmlformats.org/officeDocument/2006/relationships/image" Target="../media/image288.png"/><Relationship Id="rId4" Type="http://schemas.openxmlformats.org/officeDocument/2006/relationships/image" Target="../media/image286.png"/></Relationships>
</file>

<file path=ppt/slides/_rels/slide100.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image" Target="../media/image292.png"/><Relationship Id="rId5" Type="http://schemas.openxmlformats.org/officeDocument/2006/relationships/image" Target="../media/image291.png"/><Relationship Id="rId4" Type="http://schemas.openxmlformats.org/officeDocument/2006/relationships/image" Target="../media/image290.png"/></Relationships>
</file>

<file path=ppt/slides/_rels/slide101.xml.rels><?xml version="1.0" encoding="UTF-8" standalone="yes"?>
<Relationships xmlns="http://schemas.openxmlformats.org/package/2006/relationships"><Relationship Id="rId8" Type="http://schemas.openxmlformats.org/officeDocument/2006/relationships/image" Target="../media/image297.png"/><Relationship Id="rId3" Type="http://schemas.openxmlformats.org/officeDocument/2006/relationships/image" Target="../media/image286.png"/><Relationship Id="rId7" Type="http://schemas.openxmlformats.org/officeDocument/2006/relationships/image" Target="../media/image296.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295.png"/><Relationship Id="rId5" Type="http://schemas.openxmlformats.org/officeDocument/2006/relationships/image" Target="../media/image294.png"/><Relationship Id="rId4" Type="http://schemas.openxmlformats.org/officeDocument/2006/relationships/image" Target="../media/image293.png"/></Relationships>
</file>

<file path=ppt/slides/_rels/slide102.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hyperlink" Target="http://www.youtube.com/watch?v=hBVef59QWWo" TargetMode="External"/><Relationship Id="rId2" Type="http://schemas.openxmlformats.org/officeDocument/2006/relationships/notesSlide" Target="../notesSlides/notesSlide105.xml"/><Relationship Id="rId1" Type="http://schemas.openxmlformats.org/officeDocument/2006/relationships/slideLayout" Target="../slideLayouts/slideLayout4.xml"/><Relationship Id="rId4" Type="http://schemas.openxmlformats.org/officeDocument/2006/relationships/image" Target="../media/image298.jp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
          <p:cNvSpPr txBox="1">
            <a:spLocks noGrp="1"/>
          </p:cNvSpPr>
          <p:nvPr>
            <p:ph type="ctrTitle"/>
          </p:nvPr>
        </p:nvSpPr>
        <p:spPr>
          <a:xfrm>
            <a:off x="3206500" y="2457050"/>
            <a:ext cx="5749800" cy="3771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dk1"/>
              </a:buClr>
              <a:buSzPts val="2700"/>
              <a:buFont typeface="Calibri"/>
              <a:buNone/>
            </a:pPr>
            <a:r>
              <a:rPr lang="en-US" sz="2300" b="1" dirty="0">
                <a:solidFill>
                  <a:srgbClr val="073763"/>
                </a:solidFill>
                <a:latin typeface="Proxima Nova"/>
                <a:ea typeface="Proxima Nova"/>
                <a:cs typeface="Proxima Nova"/>
                <a:sym typeface="Proxima Nova"/>
              </a:rPr>
              <a:t>CV#15 Object Tracking Techniques and Applications</a:t>
            </a:r>
            <a:endParaRPr sz="2300" b="1" dirty="0">
              <a:solidFill>
                <a:srgbClr val="073763"/>
              </a:solidFill>
              <a:latin typeface="Proxima Nova"/>
              <a:ea typeface="Proxima Nova"/>
              <a:cs typeface="Proxima Nova"/>
              <a:sym typeface="Proxima Nova"/>
            </a:endParaRPr>
          </a:p>
        </p:txBody>
      </p:sp>
      <p:sp>
        <p:nvSpPr>
          <p:cNvPr id="245" name="Google Shape;245;p1"/>
          <p:cNvSpPr txBox="1">
            <a:spLocks noGrp="1"/>
          </p:cNvSpPr>
          <p:nvPr>
            <p:ph type="sldNum" idx="4294967295"/>
          </p:nvPr>
        </p:nvSpPr>
        <p:spPr>
          <a:xfrm>
            <a:off x="708660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t>1</a:t>
            </a:fld>
            <a:endParaRPr/>
          </a:p>
        </p:txBody>
      </p:sp>
      <p:sp>
        <p:nvSpPr>
          <p:cNvPr id="246" name="Google Shape;246;p1"/>
          <p:cNvSpPr txBox="1">
            <a:spLocks noGrp="1"/>
          </p:cNvSpPr>
          <p:nvPr>
            <p:ph type="subTitle" idx="4294967295"/>
          </p:nvPr>
        </p:nvSpPr>
        <p:spPr>
          <a:xfrm>
            <a:off x="1919025" y="2866675"/>
            <a:ext cx="6924600" cy="5946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Clr>
                <a:srgbClr val="888888"/>
              </a:buClr>
              <a:buSzPct val="177777"/>
              <a:buNone/>
            </a:pPr>
            <a:r>
              <a:rPr lang="en-US">
                <a:solidFill>
                  <a:srgbClr val="888888"/>
                </a:solidFill>
              </a:rPr>
              <a:t>Motion Detection, Optical Flow, Tracking by Detection, Mean Shift, Kalman Filters, DNN Architectures</a:t>
            </a:r>
            <a:endParaRPr/>
          </a:p>
          <a:p>
            <a:pPr marL="0" lvl="0" indent="0" algn="ctr" rtl="0">
              <a:spcBef>
                <a:spcPts val="640"/>
              </a:spcBef>
              <a:spcAft>
                <a:spcPts val="0"/>
              </a:spcAft>
              <a:buClr>
                <a:srgbClr val="888888"/>
              </a:buClr>
              <a:buSzPct val="177777"/>
              <a:buNone/>
            </a:pPr>
            <a:endParaRPr/>
          </a:p>
          <a:p>
            <a:pPr marL="0" lvl="0" indent="0" algn="ctr" rtl="0">
              <a:spcBef>
                <a:spcPts val="640"/>
              </a:spcBef>
              <a:spcAft>
                <a:spcPts val="0"/>
              </a:spcAft>
              <a:buClr>
                <a:srgbClr val="888888"/>
              </a:buClr>
              <a:buSzPct val="177777"/>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2ffcf8ca6e8_0_7"/>
          <p:cNvSpPr txBox="1">
            <a:spLocks noGrp="1"/>
          </p:cNvSpPr>
          <p:nvPr>
            <p:ph type="title"/>
          </p:nvPr>
        </p:nvSpPr>
        <p:spPr>
          <a:xfrm>
            <a:off x="149975" y="43481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Learning Objectives</a:t>
            </a:r>
            <a:endParaRPr/>
          </a:p>
        </p:txBody>
      </p:sp>
      <p:sp>
        <p:nvSpPr>
          <p:cNvPr id="252" name="Google Shape;252;g2ffcf8ca6e8_0_7"/>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Understand motion detection techniques.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Learn tracking by detection.</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Explore the Mean Shift algorithm for tracking.</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Study Kalman filters in object tracking.</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Introduction to DNN architectures used in object tracking.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ffcf8ca6e8_0_12"/>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Introduction to Object Tracking</a:t>
            </a:r>
            <a:endParaRPr/>
          </a:p>
        </p:txBody>
      </p:sp>
      <p:sp>
        <p:nvSpPr>
          <p:cNvPr id="258" name="Google Shape;258;g2ffcf8ca6e8_0_12"/>
          <p:cNvSpPr txBox="1">
            <a:spLocks noGrp="1"/>
          </p:cNvSpPr>
          <p:nvPr>
            <p:ph type="body" idx="1"/>
          </p:nvPr>
        </p:nvSpPr>
        <p:spPr>
          <a:xfrm>
            <a:off x="311700" y="864347"/>
            <a:ext cx="8520600" cy="36261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Definition: Object tracking refers to the process of locating moving objects in a video over time.</a:t>
            </a: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Applications: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Autonomous vehicles.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Surveillance.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Augmented reality.</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a:p>
        </p:txBody>
      </p:sp>
      <p:pic>
        <p:nvPicPr>
          <p:cNvPr id="259" name="Google Shape;259;g2ffcf8ca6e8_0_12" descr="UCR EE 243: Advanced Computer Vision&#10;Optical flow demo. Lucas-Kanade method.&#10;By Tue-Cuong Dong-Si." title="Optical flow demo">
            <a:hlinkClick r:id="rId3"/>
          </p:cNvPr>
          <p:cNvPicPr preferRelativeResize="0"/>
          <p:nvPr/>
        </p:nvPicPr>
        <p:blipFill>
          <a:blip r:embed="rId4">
            <a:alphaModFix/>
          </a:blip>
          <a:stretch>
            <a:fillRect/>
          </a:stretch>
        </p:blipFill>
        <p:spPr>
          <a:xfrm>
            <a:off x="4201000" y="2018775"/>
            <a:ext cx="3841550" cy="2160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2ff6f630c79_0_1810"/>
          <p:cNvSpPr txBox="1">
            <a:spLocks noGrp="1"/>
          </p:cNvSpPr>
          <p:nvPr>
            <p:ph type="title"/>
          </p:nvPr>
        </p:nvSpPr>
        <p:spPr>
          <a:xfrm>
            <a:off x="255550" y="1222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640"/>
              </a:spcBef>
              <a:spcAft>
                <a:spcPts val="0"/>
              </a:spcAft>
              <a:buClr>
                <a:schemeClr val="dk1"/>
              </a:buClr>
              <a:buSzPct val="34375"/>
              <a:buFont typeface="Arial"/>
              <a:buNone/>
            </a:pPr>
            <a:r>
              <a:rPr lang="en-US" sz="3200">
                <a:latin typeface="Calibri"/>
                <a:ea typeface="Calibri"/>
                <a:cs typeface="Calibri"/>
                <a:sym typeface="Calibri"/>
              </a:rPr>
              <a:t>Key Difference: Motion detection vs. Object tracking.</a:t>
            </a:r>
            <a:endParaRPr sz="1800">
              <a:solidFill>
                <a:schemeClr val="dk2"/>
              </a:solidFill>
            </a:endParaRPr>
          </a:p>
          <a:p>
            <a:pPr marL="0" lvl="0" indent="0" algn="l" rtl="0">
              <a:spcBef>
                <a:spcPts val="0"/>
              </a:spcBef>
              <a:spcAft>
                <a:spcPts val="0"/>
              </a:spcAft>
              <a:buNone/>
            </a:pPr>
            <a:endParaRPr/>
          </a:p>
        </p:txBody>
      </p:sp>
      <p:sp>
        <p:nvSpPr>
          <p:cNvPr id="265" name="Google Shape;265;g2ff6f630c79_0_181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US"/>
              <a:t>Motion detection</a:t>
            </a:r>
            <a:endParaRPr/>
          </a:p>
          <a:p>
            <a:pPr marL="0" lvl="0" indent="0" algn="l" rtl="0">
              <a:spcBef>
                <a:spcPts val="0"/>
              </a:spcBef>
              <a:spcAft>
                <a:spcPts val="0"/>
              </a:spcAft>
              <a:buNone/>
            </a:pPr>
            <a:r>
              <a:rPr lang="en-US"/>
              <a:t>Uses sensors to detect movement, often to trigger alarms or other actions. For example, motion sensors can automatically open doors or turn on lights. Motion detectors can use infrared energy waves or microwaves to detect movement.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Object tracking</a:t>
            </a:r>
            <a:endParaRPr/>
          </a:p>
          <a:p>
            <a:pPr marL="0" lvl="0" indent="0" algn="l" rtl="0">
              <a:spcBef>
                <a:spcPts val="0"/>
              </a:spcBef>
              <a:spcAft>
                <a:spcPts val="0"/>
              </a:spcAft>
              <a:buClr>
                <a:schemeClr val="dk1"/>
              </a:buClr>
              <a:buSzPts val="1100"/>
              <a:buFont typeface="Arial"/>
              <a:buNone/>
            </a:pPr>
            <a:r>
              <a:rPr lang="en-US"/>
              <a:t>Uses algorithms to follow the movement of objects in a video sequence. Object tracking can be used to monitor traffic, for example, by tracking the speed and direction of vehicles. </a:t>
            </a:r>
            <a:endParaRPr/>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ffcf8ca6e8_0_17"/>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Motion Detection - Overview</a:t>
            </a:r>
            <a:endParaRPr/>
          </a:p>
        </p:txBody>
      </p:sp>
      <p:sp>
        <p:nvSpPr>
          <p:cNvPr id="271" name="Google Shape;271;g2ffcf8ca6e8_0_17"/>
          <p:cNvSpPr txBox="1">
            <a:spLocks noGrp="1"/>
          </p:cNvSpPr>
          <p:nvPr>
            <p:ph type="body" idx="1"/>
          </p:nvPr>
        </p:nvSpPr>
        <p:spPr>
          <a:xfrm>
            <a:off x="311700" y="864349"/>
            <a:ext cx="8520600" cy="31713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Frame differencing</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Background subtraction (GMM)</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Challenges: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Noise and lighting changes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Moving cameras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2ffcf8ca6e8_0_22"/>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Motion Detection - Example</a:t>
            </a:r>
            <a:endParaRPr/>
          </a:p>
        </p:txBody>
      </p:sp>
      <p:sp>
        <p:nvSpPr>
          <p:cNvPr id="277" name="Google Shape;277;g2ffcf8ca6e8_0_22"/>
          <p:cNvSpPr txBox="1"/>
          <p:nvPr/>
        </p:nvSpPr>
        <p:spPr>
          <a:xfrm>
            <a:off x="1577550" y="4157825"/>
            <a:ext cx="74034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300">
                <a:solidFill>
                  <a:schemeClr val="dk1"/>
                </a:solidFill>
                <a:latin typeface="Calibri"/>
                <a:ea typeface="Calibri"/>
                <a:cs typeface="Calibri"/>
                <a:sym typeface="Calibri"/>
              </a:rPr>
              <a:t>Visual example of background subtraction detecting motion </a:t>
            </a:r>
            <a:endParaRPr sz="100">
              <a:solidFill>
                <a:schemeClr val="dk2"/>
              </a:solidFill>
            </a:endParaRPr>
          </a:p>
        </p:txBody>
      </p:sp>
      <p:pic>
        <p:nvPicPr>
          <p:cNvPr id="278" name="Google Shape;278;g2ffcf8ca6e8_0_22"/>
          <p:cNvPicPr preferRelativeResize="0"/>
          <p:nvPr/>
        </p:nvPicPr>
        <p:blipFill>
          <a:blip r:embed="rId3">
            <a:alphaModFix/>
          </a:blip>
          <a:stretch>
            <a:fillRect/>
          </a:stretch>
        </p:blipFill>
        <p:spPr>
          <a:xfrm>
            <a:off x="1208975" y="825994"/>
            <a:ext cx="6327690" cy="3097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ff6f630c79_0_1804"/>
          <p:cNvSpPr txBox="1">
            <a:spLocks noGrp="1"/>
          </p:cNvSpPr>
          <p:nvPr>
            <p:ph type="title"/>
          </p:nvPr>
        </p:nvSpPr>
        <p:spPr>
          <a:xfrm>
            <a:off x="990325" y="1676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Object Detection intuition </a:t>
            </a:r>
            <a:endParaRPr/>
          </a:p>
        </p:txBody>
      </p:sp>
      <p:sp>
        <p:nvSpPr>
          <p:cNvPr id="284" name="Google Shape;284;g2ff6f630c79_0_18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85" name="Google Shape;285;g2ff6f630c79_0_1804"/>
          <p:cNvPicPr preferRelativeResize="0"/>
          <p:nvPr/>
        </p:nvPicPr>
        <p:blipFill>
          <a:blip r:embed="rId3">
            <a:alphaModFix/>
          </a:blip>
          <a:stretch>
            <a:fillRect/>
          </a:stretch>
        </p:blipFill>
        <p:spPr>
          <a:xfrm>
            <a:off x="0" y="740376"/>
            <a:ext cx="9144001" cy="3999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2ffcf8ca6e8_0_27"/>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Tracking by Detection - Concept</a:t>
            </a:r>
            <a:endParaRPr/>
          </a:p>
        </p:txBody>
      </p:sp>
      <p:sp>
        <p:nvSpPr>
          <p:cNvPr id="291" name="Google Shape;291;g2ffcf8ca6e8_0_27"/>
          <p:cNvSpPr txBox="1">
            <a:spLocks noGrp="1"/>
          </p:cNvSpPr>
          <p:nvPr>
            <p:ph type="body" idx="1"/>
          </p:nvPr>
        </p:nvSpPr>
        <p:spPr>
          <a:xfrm>
            <a:off x="311700" y="864347"/>
            <a:ext cx="8520600" cy="3633600"/>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Process: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Object detection in each frame.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Linking detections across frames using a similarity metric.</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Examples of Detectors: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YOLO.</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SSD.</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Challenges: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Occlusion</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Fast-moving objects</a:t>
            </a: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uninteresting changes like rain snow, camera shake, illumination changes</a:t>
            </a:r>
            <a:endParaRPr sz="3200">
              <a:solidFill>
                <a:schemeClr val="dk1"/>
              </a:solidFill>
              <a:latin typeface="Calibri"/>
              <a:ea typeface="Calibri"/>
              <a:cs typeface="Calibri"/>
              <a:sym typeface="Calibri"/>
            </a:endParaRPr>
          </a:p>
        </p:txBody>
      </p:sp>
      <p:pic>
        <p:nvPicPr>
          <p:cNvPr id="292" name="Google Shape;292;g2ffcf8ca6e8_0_27"/>
          <p:cNvPicPr preferRelativeResize="0"/>
          <p:nvPr/>
        </p:nvPicPr>
        <p:blipFill>
          <a:blip r:embed="rId3">
            <a:alphaModFix/>
          </a:blip>
          <a:stretch>
            <a:fillRect/>
          </a:stretch>
        </p:blipFill>
        <p:spPr>
          <a:xfrm>
            <a:off x="6744425" y="2478050"/>
            <a:ext cx="1905000" cy="190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2ffcf8ca6e8_0_32"/>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Tracking by Detection - Example</a:t>
            </a:r>
            <a:endParaRPr/>
          </a:p>
        </p:txBody>
      </p:sp>
      <p:pic>
        <p:nvPicPr>
          <p:cNvPr id="298" name="Google Shape;298;g2ffcf8ca6e8_0_32"/>
          <p:cNvPicPr preferRelativeResize="0"/>
          <p:nvPr/>
        </p:nvPicPr>
        <p:blipFill>
          <a:blip r:embed="rId3">
            <a:alphaModFix/>
          </a:blip>
          <a:stretch>
            <a:fillRect/>
          </a:stretch>
        </p:blipFill>
        <p:spPr>
          <a:xfrm>
            <a:off x="1247376" y="628175"/>
            <a:ext cx="6298799" cy="3965001"/>
          </a:xfrm>
          <a:prstGeom prst="rect">
            <a:avLst/>
          </a:prstGeom>
          <a:noFill/>
          <a:ln>
            <a:noFill/>
          </a:ln>
        </p:spPr>
      </p:pic>
      <p:sp>
        <p:nvSpPr>
          <p:cNvPr id="299" name="Google Shape;299;g2ffcf8ca6e8_0_32"/>
          <p:cNvSpPr txBox="1"/>
          <p:nvPr/>
        </p:nvSpPr>
        <p:spPr>
          <a:xfrm>
            <a:off x="2751525" y="4490475"/>
            <a:ext cx="6618300" cy="52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200">
                <a:solidFill>
                  <a:schemeClr val="dk1"/>
                </a:solidFill>
                <a:latin typeface="Calibri"/>
                <a:ea typeface="Calibri"/>
                <a:cs typeface="Calibri"/>
                <a:sym typeface="Calibri"/>
              </a:rPr>
              <a:t>YOLO tracking objects across frames.</a:t>
            </a:r>
            <a:endParaRPr sz="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2ffcf8ca6e8_3_0"/>
          <p:cNvSpPr txBox="1">
            <a:spLocks noGrp="1"/>
          </p:cNvSpPr>
          <p:nvPr>
            <p:ph type="ctrTitle"/>
          </p:nvPr>
        </p:nvSpPr>
        <p:spPr>
          <a:xfrm>
            <a:off x="311708" y="558431"/>
            <a:ext cx="8520600" cy="153945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Optical Flow for Object Tracking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2ffcf8ca6e8_3_12"/>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Introduction to Optical Flow</a:t>
            </a:r>
            <a:endParaRPr/>
          </a:p>
        </p:txBody>
      </p:sp>
      <p:sp>
        <p:nvSpPr>
          <p:cNvPr id="310" name="Google Shape;310;g2ffcf8ca6e8_3_12"/>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Optical flow describes the motion of objects between consecutive frames of video.</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Used for motion detection, object tracking, and scene understanding.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2ffcf8ca6e8_3_17"/>
          <p:cNvSpPr txBox="1">
            <a:spLocks noGrp="1"/>
          </p:cNvSpPr>
          <p:nvPr>
            <p:ph type="title"/>
          </p:nvPr>
        </p:nvSpPr>
        <p:spPr>
          <a:xfrm>
            <a:off x="255550" y="91669"/>
            <a:ext cx="8520600" cy="4295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Methods of Optical Flow</a:t>
            </a:r>
            <a:endParaRPr/>
          </a:p>
        </p:txBody>
      </p:sp>
      <p:sp>
        <p:nvSpPr>
          <p:cNvPr id="316" name="Google Shape;316;g2ffcf8ca6e8_3_17"/>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Horn-Schunck Method: Global approach, assumes smooth flow across entire image.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Lucas-Kanade Method: Local approach, uses small window patches to track movement.</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Farneback Method: Dense flow estimation for every pixel.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320"/>
        <p:cNvGrpSpPr/>
        <p:nvPr/>
      </p:nvGrpSpPr>
      <p:grpSpPr>
        <a:xfrm>
          <a:off x="0" y="0"/>
          <a:ext cx="0" cy="0"/>
          <a:chOff x="0" y="0"/>
          <a:chExt cx="0" cy="0"/>
        </a:xfrm>
      </p:grpSpPr>
      <p:sp>
        <p:nvSpPr>
          <p:cNvPr id="321" name="Google Shape;321;g2ff6f630c79_0_16"/>
          <p:cNvSpPr txBox="1">
            <a:spLocks noGrp="1"/>
          </p:cNvSpPr>
          <p:nvPr>
            <p:ph type="title" idx="4294967295"/>
          </p:nvPr>
        </p:nvSpPr>
        <p:spPr>
          <a:xfrm>
            <a:off x="255550" y="122225"/>
            <a:ext cx="8520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400"/>
              <a:t>From images to videos</a:t>
            </a:r>
            <a:endParaRPr sz="4400"/>
          </a:p>
        </p:txBody>
      </p:sp>
      <p:sp>
        <p:nvSpPr>
          <p:cNvPr id="322" name="Google Shape;322;g2ff6f630c79_0_16"/>
          <p:cNvSpPr txBox="1"/>
          <p:nvPr/>
        </p:nvSpPr>
        <p:spPr>
          <a:xfrm>
            <a:off x="535940" y="1049940"/>
            <a:ext cx="8432700" cy="899700"/>
          </a:xfrm>
          <a:prstGeom prst="rect">
            <a:avLst/>
          </a:prstGeom>
          <a:noFill/>
          <a:ln>
            <a:noFill/>
          </a:ln>
        </p:spPr>
        <p:txBody>
          <a:bodyPr spcFirstLastPara="1" wrap="square" lIns="0" tIns="85725" rIns="0" bIns="0" anchor="t" anchorCtr="0">
            <a:spAutoFit/>
          </a:bodyPr>
          <a:lstStyle/>
          <a:p>
            <a:pPr marL="355600" marR="0" lvl="0" indent="-343535"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A video is a sequence of frames captured over time</a:t>
            </a:r>
            <a:endParaRPr sz="2400" b="0" i="0" u="none" strike="noStrike" cap="none">
              <a:solidFill>
                <a:schemeClr val="dk1"/>
              </a:solidFill>
              <a:latin typeface="Arial"/>
              <a:ea typeface="Arial"/>
              <a:cs typeface="Arial"/>
              <a:sym typeface="Arial"/>
            </a:endParaRPr>
          </a:p>
          <a:p>
            <a:pPr marL="355600" marR="0" lvl="0" indent="-343535" algn="l" rtl="0">
              <a:lnSpc>
                <a:spcPct val="100000"/>
              </a:lnSpc>
              <a:spcBef>
                <a:spcPts val="5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Now our image data is a function of space (x, y) and time (t)</a:t>
            </a:r>
            <a:endParaRPr sz="2400" b="0" i="0" u="none" strike="noStrike" cap="none">
              <a:solidFill>
                <a:schemeClr val="dk1"/>
              </a:solidFill>
              <a:latin typeface="Arial"/>
              <a:ea typeface="Arial"/>
              <a:cs typeface="Arial"/>
              <a:sym typeface="Arial"/>
            </a:endParaRPr>
          </a:p>
        </p:txBody>
      </p:sp>
      <p:pic>
        <p:nvPicPr>
          <p:cNvPr id="323" name="Google Shape;323;g2ff6f630c79_0_16"/>
          <p:cNvPicPr preferRelativeResize="0"/>
          <p:nvPr/>
        </p:nvPicPr>
        <p:blipFill rotWithShape="1">
          <a:blip r:embed="rId3">
            <a:alphaModFix/>
          </a:blip>
          <a:srcRect/>
          <a:stretch/>
        </p:blipFill>
        <p:spPr>
          <a:xfrm>
            <a:off x="2497343" y="2273264"/>
            <a:ext cx="3572850" cy="2625448"/>
          </a:xfrm>
          <a:prstGeom prst="rect">
            <a:avLst/>
          </a:prstGeom>
          <a:noFill/>
          <a:ln>
            <a:noFill/>
          </a:ln>
        </p:spPr>
      </p:pic>
      <p:sp>
        <p:nvSpPr>
          <p:cNvPr id="324" name="Google Shape;324;g2ff6f630c79_0_16"/>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28"/>
        <p:cNvGrpSpPr/>
        <p:nvPr/>
      </p:nvGrpSpPr>
      <p:grpSpPr>
        <a:xfrm>
          <a:off x="0" y="0"/>
          <a:ext cx="0" cy="0"/>
          <a:chOff x="0" y="0"/>
          <a:chExt cx="0" cy="0"/>
        </a:xfrm>
      </p:grpSpPr>
      <p:sp>
        <p:nvSpPr>
          <p:cNvPr id="329" name="Google Shape;329;g2ff6f630c79_0_22"/>
          <p:cNvSpPr txBox="1">
            <a:spLocks noGrp="1"/>
          </p:cNvSpPr>
          <p:nvPr>
            <p:ph type="title" idx="4294967295"/>
          </p:nvPr>
        </p:nvSpPr>
        <p:spPr>
          <a:xfrm>
            <a:off x="255550" y="122225"/>
            <a:ext cx="8520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400"/>
              <a:t>Uses of motion</a:t>
            </a:r>
            <a:endParaRPr sz="4400"/>
          </a:p>
        </p:txBody>
      </p:sp>
      <p:sp>
        <p:nvSpPr>
          <p:cNvPr id="330" name="Google Shape;330;g2ff6f630c79_0_22"/>
          <p:cNvSpPr txBox="1"/>
          <p:nvPr/>
        </p:nvSpPr>
        <p:spPr>
          <a:xfrm>
            <a:off x="764540" y="1381352"/>
            <a:ext cx="7077000" cy="2970000"/>
          </a:xfrm>
          <a:prstGeom prst="rect">
            <a:avLst/>
          </a:prstGeom>
          <a:noFill/>
          <a:ln>
            <a:noFill/>
          </a:ln>
        </p:spPr>
        <p:txBody>
          <a:bodyPr spcFirstLastPara="1" wrap="square" lIns="0" tIns="99675" rIns="0" bIns="0" anchor="t" anchorCtr="0">
            <a:spAutoFit/>
          </a:bodyPr>
          <a:lstStyle/>
          <a:p>
            <a:pPr marL="355600" marR="0" lvl="0" indent="-343535"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Improving video quality</a:t>
            </a:r>
            <a:endParaRPr sz="2800" b="0" i="0" u="none" strike="noStrike" cap="none">
              <a:solidFill>
                <a:schemeClr val="dk1"/>
              </a:solidFill>
              <a:latin typeface="Arial"/>
              <a:ea typeface="Arial"/>
              <a:cs typeface="Arial"/>
              <a:sym typeface="Arial"/>
            </a:endParaRPr>
          </a:p>
          <a:p>
            <a:pPr marL="756285" marR="0" lvl="1" indent="-287019" algn="l" rtl="0">
              <a:lnSpc>
                <a:spcPct val="100000"/>
              </a:lnSpc>
              <a:spcBef>
                <a:spcPts val="59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Motion stabilization</a:t>
            </a:r>
            <a:endParaRPr sz="2400" b="0" i="0" u="none" strike="noStrike" cap="none">
              <a:solidFill>
                <a:schemeClr val="dk1"/>
              </a:solidFill>
              <a:latin typeface="Arial"/>
              <a:ea typeface="Arial"/>
              <a:cs typeface="Arial"/>
              <a:sym typeface="Arial"/>
            </a:endParaRPr>
          </a:p>
          <a:p>
            <a:pPr marL="756285" marR="0" lvl="1" indent="-287019" algn="l" rtl="0">
              <a:lnSpc>
                <a:spcPct val="100000"/>
              </a:lnSpc>
              <a:spcBef>
                <a:spcPts val="5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Super resolution</a:t>
            </a:r>
            <a:endParaRPr sz="2400" b="0" i="0" u="none" strike="noStrike" cap="none">
              <a:solidFill>
                <a:schemeClr val="dk1"/>
              </a:solidFill>
              <a:latin typeface="Arial"/>
              <a:ea typeface="Arial"/>
              <a:cs typeface="Arial"/>
              <a:sym typeface="Arial"/>
            </a:endParaRPr>
          </a:p>
          <a:p>
            <a:pPr marL="355600" marR="0" lvl="0" indent="-343535" algn="l" rtl="0">
              <a:lnSpc>
                <a:spcPct val="100000"/>
              </a:lnSpc>
              <a:spcBef>
                <a:spcPts val="65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Segmenting objects based on motion cues</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67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Tracking objects</a:t>
            </a:r>
            <a:endParaRPr sz="2800" b="0" i="0" u="none" strike="noStrike" cap="none">
              <a:solidFill>
                <a:schemeClr val="dk1"/>
              </a:solidFill>
              <a:latin typeface="Arial"/>
              <a:ea typeface="Arial"/>
              <a:cs typeface="Arial"/>
              <a:sym typeface="Arial"/>
            </a:endParaRPr>
          </a:p>
          <a:p>
            <a:pPr marL="355600" marR="0" lvl="0" indent="-343535" algn="l" rtl="0">
              <a:lnSpc>
                <a:spcPct val="100000"/>
              </a:lnSpc>
              <a:spcBef>
                <a:spcPts val="67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Recognizing events and activities</a:t>
            </a:r>
            <a:endParaRPr sz="2800" b="0" i="0" u="none" strike="noStrike" cap="none">
              <a:solidFill>
                <a:schemeClr val="dk1"/>
              </a:solidFill>
              <a:latin typeface="Arial"/>
              <a:ea typeface="Arial"/>
              <a:cs typeface="Arial"/>
              <a:sym typeface="Arial"/>
            </a:endParaRPr>
          </a:p>
        </p:txBody>
      </p:sp>
      <p:sp>
        <p:nvSpPr>
          <p:cNvPr id="331" name="Google Shape;331;g2ff6f630c79_0_2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36"/>
        <p:cNvGrpSpPr/>
        <p:nvPr/>
      </p:nvGrpSpPr>
      <p:grpSpPr>
        <a:xfrm>
          <a:off x="0" y="0"/>
          <a:ext cx="0" cy="0"/>
          <a:chOff x="0" y="0"/>
          <a:chExt cx="0" cy="0"/>
        </a:xfrm>
      </p:grpSpPr>
      <p:sp>
        <p:nvSpPr>
          <p:cNvPr id="337" name="Google Shape;337;g2ff6f630c79_0_27"/>
          <p:cNvSpPr txBox="1"/>
          <p:nvPr/>
        </p:nvSpPr>
        <p:spPr>
          <a:xfrm>
            <a:off x="8483600" y="4705121"/>
            <a:ext cx="1251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0" i="0" u="none" strike="noStrike" cap="none">
                <a:solidFill>
                  <a:schemeClr val="dk1"/>
                </a:solidFill>
                <a:latin typeface="Arial"/>
                <a:ea typeface="Arial"/>
                <a:cs typeface="Arial"/>
                <a:sym typeface="Arial"/>
              </a:rPr>
              <a:t>4</a:t>
            </a:r>
            <a:endParaRPr sz="1400" b="0" i="0" u="none" strike="noStrike" cap="none">
              <a:solidFill>
                <a:schemeClr val="dk1"/>
              </a:solidFill>
              <a:latin typeface="Arial"/>
              <a:ea typeface="Arial"/>
              <a:cs typeface="Arial"/>
              <a:sym typeface="Arial"/>
            </a:endParaRPr>
          </a:p>
        </p:txBody>
      </p:sp>
      <p:pic>
        <p:nvPicPr>
          <p:cNvPr id="338" name="Google Shape;338;g2ff6f630c79_0_27"/>
          <p:cNvPicPr preferRelativeResize="0"/>
          <p:nvPr/>
        </p:nvPicPr>
        <p:blipFill rotWithShape="1">
          <a:blip r:embed="rId3">
            <a:alphaModFix/>
          </a:blip>
          <a:srcRect/>
          <a:stretch/>
        </p:blipFill>
        <p:spPr>
          <a:xfrm>
            <a:off x="3899915" y="1600200"/>
            <a:ext cx="1028700" cy="1028700"/>
          </a:xfrm>
          <a:prstGeom prst="rect">
            <a:avLst/>
          </a:prstGeom>
          <a:noFill/>
          <a:ln>
            <a:noFill/>
          </a:ln>
        </p:spPr>
      </p:pic>
      <p:pic>
        <p:nvPicPr>
          <p:cNvPr id="339" name="Google Shape;339;g2ff6f630c79_0_27"/>
          <p:cNvPicPr preferRelativeResize="0"/>
          <p:nvPr/>
        </p:nvPicPr>
        <p:blipFill rotWithShape="1">
          <a:blip r:embed="rId4">
            <a:alphaModFix/>
          </a:blip>
          <a:srcRect/>
          <a:stretch/>
        </p:blipFill>
        <p:spPr>
          <a:xfrm>
            <a:off x="5347715" y="1600200"/>
            <a:ext cx="1028699" cy="1029843"/>
          </a:xfrm>
          <a:prstGeom prst="rect">
            <a:avLst/>
          </a:prstGeom>
          <a:noFill/>
          <a:ln>
            <a:noFill/>
          </a:ln>
        </p:spPr>
      </p:pic>
      <p:pic>
        <p:nvPicPr>
          <p:cNvPr id="340" name="Google Shape;340;g2ff6f630c79_0_27"/>
          <p:cNvPicPr preferRelativeResize="0"/>
          <p:nvPr/>
        </p:nvPicPr>
        <p:blipFill rotWithShape="1">
          <a:blip r:embed="rId5">
            <a:alphaModFix/>
          </a:blip>
          <a:srcRect/>
          <a:stretch/>
        </p:blipFill>
        <p:spPr>
          <a:xfrm>
            <a:off x="6795516" y="1600200"/>
            <a:ext cx="1028700" cy="1027557"/>
          </a:xfrm>
          <a:prstGeom prst="rect">
            <a:avLst/>
          </a:prstGeom>
          <a:noFill/>
          <a:ln>
            <a:noFill/>
          </a:ln>
        </p:spPr>
      </p:pic>
      <p:pic>
        <p:nvPicPr>
          <p:cNvPr id="341" name="Google Shape;341;g2ff6f630c79_0_27"/>
          <p:cNvPicPr preferRelativeResize="0"/>
          <p:nvPr/>
        </p:nvPicPr>
        <p:blipFill rotWithShape="1">
          <a:blip r:embed="rId6">
            <a:alphaModFix/>
          </a:blip>
          <a:srcRect/>
          <a:stretch/>
        </p:blipFill>
        <p:spPr>
          <a:xfrm>
            <a:off x="3899915" y="2686050"/>
            <a:ext cx="1026414" cy="1026414"/>
          </a:xfrm>
          <a:prstGeom prst="rect">
            <a:avLst/>
          </a:prstGeom>
          <a:noFill/>
          <a:ln>
            <a:noFill/>
          </a:ln>
        </p:spPr>
      </p:pic>
      <p:pic>
        <p:nvPicPr>
          <p:cNvPr id="342" name="Google Shape;342;g2ff6f630c79_0_27"/>
          <p:cNvPicPr preferRelativeResize="0"/>
          <p:nvPr/>
        </p:nvPicPr>
        <p:blipFill rotWithShape="1">
          <a:blip r:embed="rId7">
            <a:alphaModFix/>
          </a:blip>
          <a:srcRect/>
          <a:stretch/>
        </p:blipFill>
        <p:spPr>
          <a:xfrm>
            <a:off x="5350764" y="2686050"/>
            <a:ext cx="1026414" cy="1026414"/>
          </a:xfrm>
          <a:prstGeom prst="rect">
            <a:avLst/>
          </a:prstGeom>
          <a:noFill/>
          <a:ln>
            <a:noFill/>
          </a:ln>
        </p:spPr>
      </p:pic>
      <p:pic>
        <p:nvPicPr>
          <p:cNvPr id="343" name="Google Shape;343;g2ff6f630c79_0_27"/>
          <p:cNvPicPr preferRelativeResize="0"/>
          <p:nvPr/>
        </p:nvPicPr>
        <p:blipFill rotWithShape="1">
          <a:blip r:embed="rId8">
            <a:alphaModFix/>
          </a:blip>
          <a:srcRect/>
          <a:stretch/>
        </p:blipFill>
        <p:spPr>
          <a:xfrm>
            <a:off x="6798564" y="2686050"/>
            <a:ext cx="1026414" cy="1026414"/>
          </a:xfrm>
          <a:prstGeom prst="rect">
            <a:avLst/>
          </a:prstGeom>
          <a:noFill/>
          <a:ln>
            <a:noFill/>
          </a:ln>
        </p:spPr>
      </p:pic>
      <p:pic>
        <p:nvPicPr>
          <p:cNvPr id="344" name="Google Shape;344;g2ff6f630c79_0_27"/>
          <p:cNvPicPr preferRelativeResize="0"/>
          <p:nvPr/>
        </p:nvPicPr>
        <p:blipFill rotWithShape="1">
          <a:blip r:embed="rId9">
            <a:alphaModFix/>
          </a:blip>
          <a:srcRect/>
          <a:stretch/>
        </p:blipFill>
        <p:spPr>
          <a:xfrm>
            <a:off x="3899915" y="3771900"/>
            <a:ext cx="1026414" cy="1026414"/>
          </a:xfrm>
          <a:prstGeom prst="rect">
            <a:avLst/>
          </a:prstGeom>
          <a:noFill/>
          <a:ln>
            <a:noFill/>
          </a:ln>
        </p:spPr>
      </p:pic>
      <p:pic>
        <p:nvPicPr>
          <p:cNvPr id="345" name="Google Shape;345;g2ff6f630c79_0_27"/>
          <p:cNvPicPr preferRelativeResize="0"/>
          <p:nvPr/>
        </p:nvPicPr>
        <p:blipFill rotWithShape="1">
          <a:blip r:embed="rId10">
            <a:alphaModFix/>
          </a:blip>
          <a:srcRect/>
          <a:stretch/>
        </p:blipFill>
        <p:spPr>
          <a:xfrm>
            <a:off x="5350764" y="3774185"/>
            <a:ext cx="1026414" cy="1026414"/>
          </a:xfrm>
          <a:prstGeom prst="rect">
            <a:avLst/>
          </a:prstGeom>
          <a:noFill/>
          <a:ln>
            <a:noFill/>
          </a:ln>
        </p:spPr>
      </p:pic>
      <p:pic>
        <p:nvPicPr>
          <p:cNvPr id="346" name="Google Shape;346;g2ff6f630c79_0_27"/>
          <p:cNvPicPr preferRelativeResize="0"/>
          <p:nvPr/>
        </p:nvPicPr>
        <p:blipFill rotWithShape="1">
          <a:blip r:embed="rId11">
            <a:alphaModFix/>
          </a:blip>
          <a:srcRect/>
          <a:stretch/>
        </p:blipFill>
        <p:spPr>
          <a:xfrm>
            <a:off x="6795516" y="3771900"/>
            <a:ext cx="1026414" cy="1026414"/>
          </a:xfrm>
          <a:prstGeom prst="rect">
            <a:avLst/>
          </a:prstGeom>
          <a:noFill/>
          <a:ln>
            <a:noFill/>
          </a:ln>
        </p:spPr>
      </p:pic>
      <p:sp>
        <p:nvSpPr>
          <p:cNvPr id="347" name="Google Shape;347;g2ff6f630c79_0_27"/>
          <p:cNvSpPr txBox="1"/>
          <p:nvPr/>
        </p:nvSpPr>
        <p:spPr>
          <a:xfrm>
            <a:off x="459740" y="1649158"/>
            <a:ext cx="2437800" cy="6291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2000" b="0" i="0" u="none" strike="noStrike" cap="none">
                <a:solidFill>
                  <a:srgbClr val="003399"/>
                </a:solidFill>
                <a:latin typeface="Arial"/>
                <a:ea typeface="Arial"/>
                <a:cs typeface="Arial"/>
                <a:sym typeface="Arial"/>
              </a:rPr>
              <a:t>Example: A set of low  quality images</a:t>
            </a:r>
            <a:endParaRPr sz="2000" b="0" i="0" u="none" strike="noStrike" cap="none">
              <a:solidFill>
                <a:schemeClr val="dk1"/>
              </a:solidFill>
              <a:latin typeface="Arial"/>
              <a:ea typeface="Arial"/>
              <a:cs typeface="Arial"/>
              <a:sym typeface="Arial"/>
            </a:endParaRPr>
          </a:p>
        </p:txBody>
      </p:sp>
      <p:sp>
        <p:nvSpPr>
          <p:cNvPr id="348" name="Google Shape;348;g2ff6f630c79_0_27"/>
          <p:cNvSpPr txBox="1"/>
          <p:nvPr/>
        </p:nvSpPr>
        <p:spPr>
          <a:xfrm>
            <a:off x="152400" y="665125"/>
            <a:ext cx="8735400" cy="758100"/>
          </a:xfrm>
          <a:prstGeom prst="rect">
            <a:avLst/>
          </a:prstGeom>
          <a:noFill/>
          <a:ln>
            <a:noFill/>
          </a:ln>
        </p:spPr>
        <p:txBody>
          <a:bodyPr spcFirstLastPara="1" wrap="square" lIns="0" tIns="12050" rIns="0" bIns="0" anchor="t" anchorCtr="0">
            <a:spAutoFit/>
          </a:bodyPr>
          <a:lstStyle/>
          <a:p>
            <a:pPr marL="184785" marR="0" lvl="0" indent="-17272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Irani, M.; Peleg, S. (June 1990). "Super Resolution From Image Sequences". International Conference on Pattern Recognition</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5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a:p>
            <a:pPr marL="184785" marR="5080" lvl="0" indent="-172720" algn="l" rtl="0">
              <a:lnSpc>
                <a:spcPct val="100000"/>
              </a:lnSpc>
              <a:spcBef>
                <a:spcPts val="5"/>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Fast and Robust Multiframe Super Resolution, Sina Farsiu, M. Dirk Robinson, Michael Elad, and Peyman Milanfar, EEE TRANSACTIONS ON  IMAGE PROCESSING, VOL. 13, NO. 10, OCTOBER 2004</a:t>
            </a:r>
            <a:endParaRPr sz="1200" b="0" i="0" u="none" strike="noStrike" cap="none">
              <a:solidFill>
                <a:schemeClr val="dk1"/>
              </a:solidFill>
              <a:latin typeface="Arial"/>
              <a:ea typeface="Arial"/>
              <a:cs typeface="Arial"/>
              <a:sym typeface="Arial"/>
            </a:endParaRPr>
          </a:p>
        </p:txBody>
      </p:sp>
      <p:sp>
        <p:nvSpPr>
          <p:cNvPr id="349" name="Google Shape;349;g2ff6f630c79_0_27"/>
          <p:cNvSpPr txBox="1">
            <a:spLocks noGrp="1"/>
          </p:cNvSpPr>
          <p:nvPr>
            <p:ph type="title" idx="4294967295"/>
          </p:nvPr>
        </p:nvSpPr>
        <p:spPr>
          <a:xfrm>
            <a:off x="262425" y="32950"/>
            <a:ext cx="8520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Super-resolution</a:t>
            </a:r>
            <a:endParaRPr sz="4400"/>
          </a:p>
        </p:txBody>
      </p:sp>
      <p:sp>
        <p:nvSpPr>
          <p:cNvPr id="350" name="Google Shape;350;g2ff6f630c79_0_27"/>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354"/>
        <p:cNvGrpSpPr/>
        <p:nvPr/>
      </p:nvGrpSpPr>
      <p:grpSpPr>
        <a:xfrm>
          <a:off x="0" y="0"/>
          <a:ext cx="0" cy="0"/>
          <a:chOff x="0" y="0"/>
          <a:chExt cx="0" cy="0"/>
        </a:xfrm>
      </p:grpSpPr>
      <p:sp>
        <p:nvSpPr>
          <p:cNvPr id="355" name="Google Shape;355;g2ff6f630c79_0_44"/>
          <p:cNvSpPr txBox="1"/>
          <p:nvPr/>
        </p:nvSpPr>
        <p:spPr>
          <a:xfrm>
            <a:off x="8483600" y="4705121"/>
            <a:ext cx="1251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0" i="0" u="none" strike="noStrike" cap="none">
                <a:solidFill>
                  <a:schemeClr val="dk1"/>
                </a:solidFill>
                <a:latin typeface="Arial"/>
                <a:ea typeface="Arial"/>
                <a:cs typeface="Arial"/>
                <a:sym typeface="Arial"/>
              </a:rPr>
              <a:t>5</a:t>
            </a:r>
            <a:endParaRPr sz="1400" b="0" i="0" u="none" strike="noStrike" cap="none">
              <a:solidFill>
                <a:schemeClr val="dk1"/>
              </a:solidFill>
              <a:latin typeface="Arial"/>
              <a:ea typeface="Arial"/>
              <a:cs typeface="Arial"/>
              <a:sym typeface="Arial"/>
            </a:endParaRPr>
          </a:p>
        </p:txBody>
      </p:sp>
      <p:sp>
        <p:nvSpPr>
          <p:cNvPr id="356" name="Google Shape;356;g2ff6f630c79_0_44"/>
          <p:cNvSpPr txBox="1"/>
          <p:nvPr/>
        </p:nvSpPr>
        <p:spPr>
          <a:xfrm>
            <a:off x="707542" y="1390612"/>
            <a:ext cx="2468100" cy="6297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b="0" i="0" u="none" strike="noStrike" cap="none">
                <a:solidFill>
                  <a:srgbClr val="003399"/>
                </a:solidFill>
                <a:latin typeface="Arial"/>
                <a:ea typeface="Arial"/>
                <a:cs typeface="Arial"/>
                <a:sym typeface="Arial"/>
              </a:rPr>
              <a:t>Each of these images</a:t>
            </a:r>
            <a:endParaRPr sz="2000" b="0" i="0" u="none" strike="noStrike" cap="none">
              <a:solidFill>
                <a:schemeClr val="dk1"/>
              </a:solidFill>
              <a:latin typeface="Arial"/>
              <a:ea typeface="Arial"/>
              <a:cs typeface="Arial"/>
              <a:sym typeface="Arial"/>
            </a:endParaRPr>
          </a:p>
          <a:p>
            <a:pPr marL="12700" marR="0" lvl="0" indent="0" algn="l" rtl="0">
              <a:lnSpc>
                <a:spcPct val="100000"/>
              </a:lnSpc>
              <a:spcBef>
                <a:spcPts val="5"/>
              </a:spcBef>
              <a:spcAft>
                <a:spcPts val="0"/>
              </a:spcAft>
              <a:buNone/>
            </a:pPr>
            <a:r>
              <a:rPr lang="en-US" sz="2000" b="0" i="0" u="none" strike="noStrike" cap="none">
                <a:solidFill>
                  <a:srgbClr val="003399"/>
                </a:solidFill>
                <a:latin typeface="Arial"/>
                <a:ea typeface="Arial"/>
                <a:cs typeface="Arial"/>
                <a:sym typeface="Arial"/>
              </a:rPr>
              <a:t>looks like this:</a:t>
            </a:r>
            <a:endParaRPr sz="2000" b="0" i="0" u="none" strike="noStrike" cap="none">
              <a:solidFill>
                <a:schemeClr val="dk1"/>
              </a:solidFill>
              <a:latin typeface="Arial"/>
              <a:ea typeface="Arial"/>
              <a:cs typeface="Arial"/>
              <a:sym typeface="Arial"/>
            </a:endParaRPr>
          </a:p>
        </p:txBody>
      </p:sp>
      <p:pic>
        <p:nvPicPr>
          <p:cNvPr id="357" name="Google Shape;357;g2ff6f630c79_0_44"/>
          <p:cNvPicPr preferRelativeResize="0"/>
          <p:nvPr/>
        </p:nvPicPr>
        <p:blipFill rotWithShape="1">
          <a:blip r:embed="rId3">
            <a:alphaModFix/>
          </a:blip>
          <a:srcRect/>
          <a:stretch/>
        </p:blipFill>
        <p:spPr>
          <a:xfrm>
            <a:off x="4026408" y="1251584"/>
            <a:ext cx="3084957" cy="3084957"/>
          </a:xfrm>
          <a:prstGeom prst="rect">
            <a:avLst/>
          </a:prstGeom>
          <a:noFill/>
          <a:ln>
            <a:noFill/>
          </a:ln>
        </p:spPr>
      </p:pic>
      <p:sp>
        <p:nvSpPr>
          <p:cNvPr id="358" name="Google Shape;358;g2ff6f630c79_0_44"/>
          <p:cNvSpPr txBox="1">
            <a:spLocks noGrp="1"/>
          </p:cNvSpPr>
          <p:nvPr>
            <p:ph type="title" idx="4294967295"/>
          </p:nvPr>
        </p:nvSpPr>
        <p:spPr>
          <a:xfrm>
            <a:off x="255550" y="122225"/>
            <a:ext cx="8520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Super-resolution</a:t>
            </a:r>
            <a:endParaRPr sz="4400"/>
          </a:p>
        </p:txBody>
      </p:sp>
      <p:sp>
        <p:nvSpPr>
          <p:cNvPr id="359" name="Google Shape;359;g2ff6f630c79_0_44"/>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63"/>
        <p:cNvGrpSpPr/>
        <p:nvPr/>
      </p:nvGrpSpPr>
      <p:grpSpPr>
        <a:xfrm>
          <a:off x="0" y="0"/>
          <a:ext cx="0" cy="0"/>
          <a:chOff x="0" y="0"/>
          <a:chExt cx="0" cy="0"/>
        </a:xfrm>
      </p:grpSpPr>
      <p:sp>
        <p:nvSpPr>
          <p:cNvPr id="364" name="Google Shape;364;g2ff6f630c79_0_51"/>
          <p:cNvSpPr txBox="1"/>
          <p:nvPr/>
        </p:nvSpPr>
        <p:spPr>
          <a:xfrm>
            <a:off x="8483600" y="4705121"/>
            <a:ext cx="1251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0" i="0" u="none" strike="noStrike" cap="none">
                <a:solidFill>
                  <a:schemeClr val="dk1"/>
                </a:solidFill>
                <a:latin typeface="Arial"/>
                <a:ea typeface="Arial"/>
                <a:cs typeface="Arial"/>
                <a:sym typeface="Arial"/>
              </a:rPr>
              <a:t>6</a:t>
            </a:r>
            <a:endParaRPr sz="1400" b="0" i="0" u="none" strike="noStrike" cap="none">
              <a:solidFill>
                <a:schemeClr val="dk1"/>
              </a:solidFill>
              <a:latin typeface="Arial"/>
              <a:ea typeface="Arial"/>
              <a:cs typeface="Arial"/>
              <a:sym typeface="Arial"/>
            </a:endParaRPr>
          </a:p>
        </p:txBody>
      </p:sp>
      <p:sp>
        <p:nvSpPr>
          <p:cNvPr id="365" name="Google Shape;365;g2ff6f630c79_0_51"/>
          <p:cNvSpPr txBox="1"/>
          <p:nvPr/>
        </p:nvSpPr>
        <p:spPr>
          <a:xfrm>
            <a:off x="721868" y="1498092"/>
            <a:ext cx="2270700" cy="321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b="0" i="0" u="none" strike="noStrike" cap="none">
                <a:solidFill>
                  <a:srgbClr val="003399"/>
                </a:solidFill>
                <a:latin typeface="Arial"/>
                <a:ea typeface="Arial"/>
                <a:cs typeface="Arial"/>
                <a:sym typeface="Arial"/>
              </a:rPr>
              <a:t>The recovery result:</a:t>
            </a:r>
            <a:endParaRPr sz="2000" b="0" i="0" u="none" strike="noStrike" cap="none">
              <a:solidFill>
                <a:schemeClr val="dk1"/>
              </a:solidFill>
              <a:latin typeface="Arial"/>
              <a:ea typeface="Arial"/>
              <a:cs typeface="Arial"/>
              <a:sym typeface="Arial"/>
            </a:endParaRPr>
          </a:p>
        </p:txBody>
      </p:sp>
      <p:pic>
        <p:nvPicPr>
          <p:cNvPr id="366" name="Google Shape;366;g2ff6f630c79_0_51"/>
          <p:cNvPicPr preferRelativeResize="0"/>
          <p:nvPr/>
        </p:nvPicPr>
        <p:blipFill rotWithShape="1">
          <a:blip r:embed="rId3">
            <a:alphaModFix/>
          </a:blip>
          <a:srcRect/>
          <a:stretch/>
        </p:blipFill>
        <p:spPr>
          <a:xfrm>
            <a:off x="4029455" y="1250441"/>
            <a:ext cx="3084957" cy="3084957"/>
          </a:xfrm>
          <a:prstGeom prst="rect">
            <a:avLst/>
          </a:prstGeom>
          <a:noFill/>
          <a:ln>
            <a:noFill/>
          </a:ln>
        </p:spPr>
      </p:pic>
      <p:sp>
        <p:nvSpPr>
          <p:cNvPr id="367" name="Google Shape;367;g2ff6f630c79_0_51"/>
          <p:cNvSpPr txBox="1"/>
          <p:nvPr/>
        </p:nvSpPr>
        <p:spPr>
          <a:xfrm>
            <a:off x="2418969" y="80963"/>
            <a:ext cx="41313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a:solidFill>
                  <a:schemeClr val="dk1"/>
                </a:solidFill>
                <a:latin typeface="Arial"/>
                <a:ea typeface="Arial"/>
                <a:cs typeface="Arial"/>
                <a:sym typeface="Arial"/>
              </a:rPr>
              <a:t>Super-resolution</a:t>
            </a:r>
            <a:endParaRPr sz="4400" b="0" i="0" u="none" strike="noStrike" cap="none">
              <a:solidFill>
                <a:schemeClr val="dk1"/>
              </a:solidFill>
              <a:latin typeface="Arial"/>
              <a:ea typeface="Arial"/>
              <a:cs typeface="Arial"/>
              <a:sym typeface="Arial"/>
            </a:endParaRPr>
          </a:p>
        </p:txBody>
      </p:sp>
      <p:sp>
        <p:nvSpPr>
          <p:cNvPr id="368" name="Google Shape;368;g2ff6f630c79_0_5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g2ff6f630c79_0_58"/>
          <p:cNvSpPr txBox="1"/>
          <p:nvPr/>
        </p:nvSpPr>
        <p:spPr>
          <a:xfrm>
            <a:off x="8483600" y="4705121"/>
            <a:ext cx="1251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0" i="0" u="none" strike="noStrike" cap="none">
                <a:solidFill>
                  <a:schemeClr val="dk1"/>
                </a:solidFill>
                <a:latin typeface="Arial"/>
                <a:ea typeface="Arial"/>
                <a:cs typeface="Arial"/>
                <a:sym typeface="Arial"/>
              </a:rPr>
              <a:t>6</a:t>
            </a:r>
            <a:endParaRPr sz="1400" b="0" i="0" u="none" strike="noStrike" cap="none">
              <a:solidFill>
                <a:schemeClr val="dk1"/>
              </a:solidFill>
              <a:latin typeface="Arial"/>
              <a:ea typeface="Arial"/>
              <a:cs typeface="Arial"/>
              <a:sym typeface="Arial"/>
            </a:endParaRPr>
          </a:p>
        </p:txBody>
      </p:sp>
      <p:sp>
        <p:nvSpPr>
          <p:cNvPr id="375" name="Google Shape;375;g2ff6f630c79_0_58"/>
          <p:cNvSpPr txBox="1"/>
          <p:nvPr/>
        </p:nvSpPr>
        <p:spPr>
          <a:xfrm>
            <a:off x="148208" y="971550"/>
            <a:ext cx="3661800" cy="321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b="0" i="0" u="sng" strike="noStrike" cap="none">
                <a:solidFill>
                  <a:srgbClr val="003399"/>
                </a:solidFill>
                <a:latin typeface="Arial"/>
                <a:ea typeface="Arial"/>
                <a:cs typeface="Arial"/>
                <a:sym typeface="Arial"/>
                <a:hlinkClick r:id="rId3">
                  <a:extLst>
                    <a:ext uri="{A12FA001-AC4F-418D-AE19-62706E023703}">
                      <ahyp:hlinkClr xmlns:ahyp="http://schemas.microsoft.com/office/drawing/2018/hyperlinkcolor" val="tx"/>
                    </a:ext>
                  </a:extLst>
                </a:hlinkClick>
              </a:rPr>
              <a:t>A peep into the process</a:t>
            </a:r>
            <a:endParaRPr sz="2000" b="0" i="0" u="none" strike="noStrike" cap="none">
              <a:solidFill>
                <a:schemeClr val="dk1"/>
              </a:solidFill>
              <a:latin typeface="Arial"/>
              <a:ea typeface="Arial"/>
              <a:cs typeface="Arial"/>
              <a:sym typeface="Arial"/>
            </a:endParaRPr>
          </a:p>
        </p:txBody>
      </p:sp>
      <p:sp>
        <p:nvSpPr>
          <p:cNvPr id="376" name="Google Shape;376;g2ff6f630c79_0_58"/>
          <p:cNvSpPr txBox="1"/>
          <p:nvPr/>
        </p:nvSpPr>
        <p:spPr>
          <a:xfrm>
            <a:off x="2418969" y="80963"/>
            <a:ext cx="41313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a:solidFill>
                  <a:schemeClr val="dk1"/>
                </a:solidFill>
                <a:latin typeface="Arial"/>
                <a:ea typeface="Arial"/>
                <a:cs typeface="Arial"/>
                <a:sym typeface="Arial"/>
              </a:rPr>
              <a:t>Super-resolution</a:t>
            </a:r>
            <a:endParaRPr sz="4400" b="0" i="0" u="none" strike="noStrike" cap="none">
              <a:solidFill>
                <a:schemeClr val="dk1"/>
              </a:solidFill>
              <a:latin typeface="Arial"/>
              <a:ea typeface="Arial"/>
              <a:cs typeface="Arial"/>
              <a:sym typeface="Arial"/>
            </a:endParaRPr>
          </a:p>
        </p:txBody>
      </p:sp>
      <p:pic>
        <p:nvPicPr>
          <p:cNvPr id="377" name="Google Shape;377;g2ff6f630c79_0_58"/>
          <p:cNvPicPr preferRelativeResize="0"/>
          <p:nvPr/>
        </p:nvPicPr>
        <p:blipFill rotWithShape="1">
          <a:blip r:embed="rId4">
            <a:alphaModFix/>
          </a:blip>
          <a:srcRect/>
          <a:stretch/>
        </p:blipFill>
        <p:spPr>
          <a:xfrm>
            <a:off x="457200" y="1314450"/>
            <a:ext cx="5751522" cy="2350621"/>
          </a:xfrm>
          <a:prstGeom prst="rect">
            <a:avLst/>
          </a:prstGeom>
          <a:noFill/>
          <a:ln>
            <a:noFill/>
          </a:ln>
        </p:spPr>
      </p:pic>
      <p:sp>
        <p:nvSpPr>
          <p:cNvPr id="378" name="Google Shape;378;g2ff6f630c79_0_58"/>
          <p:cNvSpPr txBox="1"/>
          <p:nvPr/>
        </p:nvSpPr>
        <p:spPr>
          <a:xfrm>
            <a:off x="685800" y="3894647"/>
            <a:ext cx="77724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The four steps of super-resolution: (1) the input images are registered to find corresponding pixels, (2) the original images are warped into the coordinate frame of one image, (3) the warped images are fused to form a super-resolution image, and (4) the super-resolution image is deblurred (optional) </a:t>
            </a:r>
            <a:endParaRPr sz="1800">
              <a:solidFill>
                <a:schemeClr val="dk1"/>
              </a:solidFill>
              <a:latin typeface="Calibri"/>
              <a:ea typeface="Calibri"/>
              <a:cs typeface="Calibri"/>
              <a:sym typeface="Calibri"/>
            </a:endParaRPr>
          </a:p>
        </p:txBody>
      </p:sp>
      <p:sp>
        <p:nvSpPr>
          <p:cNvPr id="379" name="Google Shape;379;g2ff6f630c79_0_58"/>
          <p:cNvSpPr txBox="1"/>
          <p:nvPr/>
        </p:nvSpPr>
        <p:spPr>
          <a:xfrm>
            <a:off x="2897783" y="971550"/>
            <a:ext cx="2007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g2ff6f630c79_0_58"/>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385"/>
        <p:cNvGrpSpPr/>
        <p:nvPr/>
      </p:nvGrpSpPr>
      <p:grpSpPr>
        <a:xfrm>
          <a:off x="0" y="0"/>
          <a:ext cx="0" cy="0"/>
          <a:chOff x="0" y="0"/>
          <a:chExt cx="0" cy="0"/>
        </a:xfrm>
      </p:grpSpPr>
      <p:sp>
        <p:nvSpPr>
          <p:cNvPr id="386" name="Google Shape;386;g2ff6f630c79_0_68"/>
          <p:cNvSpPr txBox="1"/>
          <p:nvPr/>
        </p:nvSpPr>
        <p:spPr>
          <a:xfrm>
            <a:off x="8483600" y="4705121"/>
            <a:ext cx="1251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Arial"/>
                <a:ea typeface="Arial"/>
                <a:cs typeface="Arial"/>
                <a:sym typeface="Arial"/>
              </a:rPr>
              <a:t>6</a:t>
            </a:r>
            <a:endParaRPr sz="1400">
              <a:solidFill>
                <a:schemeClr val="dk1"/>
              </a:solidFill>
              <a:latin typeface="Arial"/>
              <a:ea typeface="Arial"/>
              <a:cs typeface="Arial"/>
              <a:sym typeface="Arial"/>
            </a:endParaRPr>
          </a:p>
        </p:txBody>
      </p:sp>
      <p:sp>
        <p:nvSpPr>
          <p:cNvPr id="387" name="Google Shape;387;g2ff6f630c79_0_68"/>
          <p:cNvSpPr txBox="1"/>
          <p:nvPr/>
        </p:nvSpPr>
        <p:spPr>
          <a:xfrm>
            <a:off x="2418969" y="80963"/>
            <a:ext cx="41313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a:solidFill>
                  <a:schemeClr val="dk1"/>
                </a:solidFill>
                <a:latin typeface="Arial"/>
                <a:ea typeface="Arial"/>
                <a:cs typeface="Arial"/>
                <a:sym typeface="Arial"/>
              </a:rPr>
              <a:t>Super-resolution</a:t>
            </a:r>
            <a:endParaRPr sz="4400">
              <a:solidFill>
                <a:schemeClr val="dk1"/>
              </a:solidFill>
              <a:latin typeface="Arial"/>
              <a:ea typeface="Arial"/>
              <a:cs typeface="Arial"/>
              <a:sym typeface="Arial"/>
            </a:endParaRPr>
          </a:p>
        </p:txBody>
      </p:sp>
      <p:pic>
        <p:nvPicPr>
          <p:cNvPr id="388" name="Google Shape;388;g2ff6f630c79_0_68"/>
          <p:cNvPicPr preferRelativeResize="0"/>
          <p:nvPr/>
        </p:nvPicPr>
        <p:blipFill rotWithShape="1">
          <a:blip r:embed="rId3">
            <a:alphaModFix/>
          </a:blip>
          <a:srcRect/>
          <a:stretch/>
        </p:blipFill>
        <p:spPr>
          <a:xfrm>
            <a:off x="532562" y="1028700"/>
            <a:ext cx="5963279" cy="3037266"/>
          </a:xfrm>
          <a:prstGeom prst="rect">
            <a:avLst/>
          </a:prstGeom>
          <a:noFill/>
          <a:ln>
            <a:noFill/>
          </a:ln>
        </p:spPr>
      </p:pic>
      <p:sp>
        <p:nvSpPr>
          <p:cNvPr id="389" name="Google Shape;389;g2ff6f630c79_0_68"/>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394"/>
        <p:cNvGrpSpPr/>
        <p:nvPr/>
      </p:nvGrpSpPr>
      <p:grpSpPr>
        <a:xfrm>
          <a:off x="0" y="0"/>
          <a:ext cx="0" cy="0"/>
          <a:chOff x="0" y="0"/>
          <a:chExt cx="0" cy="0"/>
        </a:xfrm>
      </p:grpSpPr>
      <p:sp>
        <p:nvSpPr>
          <p:cNvPr id="395" name="Google Shape;395;g2ff6f630c79_0_75"/>
          <p:cNvSpPr txBox="1">
            <a:spLocks noGrp="1"/>
          </p:cNvSpPr>
          <p:nvPr>
            <p:ph type="title" idx="4294967295"/>
          </p:nvPr>
        </p:nvSpPr>
        <p:spPr>
          <a:xfrm>
            <a:off x="255550" y="122225"/>
            <a:ext cx="8520600" cy="56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t>Visual	SLAM</a:t>
            </a:r>
            <a:endParaRPr/>
          </a:p>
        </p:txBody>
      </p:sp>
      <p:pic>
        <p:nvPicPr>
          <p:cNvPr id="396" name="Google Shape;396;g2ff6f630c79_0_75"/>
          <p:cNvPicPr preferRelativeResize="0"/>
          <p:nvPr/>
        </p:nvPicPr>
        <p:blipFill rotWithShape="1">
          <a:blip r:embed="rId3">
            <a:alphaModFix/>
          </a:blip>
          <a:srcRect/>
          <a:stretch/>
        </p:blipFill>
        <p:spPr>
          <a:xfrm>
            <a:off x="4267200" y="1535049"/>
            <a:ext cx="2686050" cy="2065401"/>
          </a:xfrm>
          <a:prstGeom prst="rect">
            <a:avLst/>
          </a:prstGeom>
          <a:noFill/>
          <a:ln>
            <a:noFill/>
          </a:ln>
        </p:spPr>
      </p:pic>
      <p:pic>
        <p:nvPicPr>
          <p:cNvPr id="397" name="Google Shape;397;g2ff6f630c79_0_75"/>
          <p:cNvPicPr preferRelativeResize="0"/>
          <p:nvPr/>
        </p:nvPicPr>
        <p:blipFill rotWithShape="1">
          <a:blip r:embed="rId4">
            <a:alphaModFix/>
          </a:blip>
          <a:srcRect/>
          <a:stretch/>
        </p:blipFill>
        <p:spPr>
          <a:xfrm>
            <a:off x="457200" y="1535049"/>
            <a:ext cx="2686050" cy="2065401"/>
          </a:xfrm>
          <a:prstGeom prst="rect">
            <a:avLst/>
          </a:prstGeom>
          <a:noFill/>
          <a:ln>
            <a:noFill/>
          </a:ln>
        </p:spPr>
      </p:pic>
      <p:sp>
        <p:nvSpPr>
          <p:cNvPr id="398" name="Google Shape;398;g2ff6f630c79_0_75"/>
          <p:cNvSpPr txBox="1"/>
          <p:nvPr/>
        </p:nvSpPr>
        <p:spPr>
          <a:xfrm>
            <a:off x="1969389" y="4823078"/>
            <a:ext cx="53199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Courtesy of Jean-Yves Bouguet – Vision Lab, California Institute of Technology</a:t>
            </a:r>
            <a:endParaRPr sz="1200">
              <a:solidFill>
                <a:schemeClr val="dk1"/>
              </a:solidFill>
              <a:latin typeface="Arial"/>
              <a:ea typeface="Arial"/>
              <a:cs typeface="Arial"/>
              <a:sym typeface="Arial"/>
            </a:endParaRPr>
          </a:p>
        </p:txBody>
      </p:sp>
      <p:sp>
        <p:nvSpPr>
          <p:cNvPr id="399" name="Google Shape;399;g2ff6f630c79_0_75"/>
          <p:cNvSpPr txBox="1"/>
          <p:nvPr/>
        </p:nvSpPr>
        <p:spPr>
          <a:xfrm>
            <a:off x="4340368" y="499019"/>
            <a:ext cx="4365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7030A0"/>
                </a:solidFill>
                <a:latin typeface="arial"/>
                <a:ea typeface="arial"/>
                <a:cs typeface="arial"/>
                <a:sym typeface="arial"/>
              </a:rPr>
              <a:t>Simultaneous Localization And Mapping</a:t>
            </a:r>
            <a:endParaRPr sz="1800">
              <a:solidFill>
                <a:srgbClr val="7030A0"/>
              </a:solidFill>
              <a:latin typeface="Calibri"/>
              <a:ea typeface="Calibri"/>
              <a:cs typeface="Calibri"/>
              <a:sym typeface="Calibri"/>
            </a:endParaRPr>
          </a:p>
        </p:txBody>
      </p:sp>
      <p:sp>
        <p:nvSpPr>
          <p:cNvPr id="400" name="Google Shape;400;g2ff6f630c79_0_7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405"/>
        <p:cNvGrpSpPr/>
        <p:nvPr/>
      </p:nvGrpSpPr>
      <p:grpSpPr>
        <a:xfrm>
          <a:off x="0" y="0"/>
          <a:ext cx="0" cy="0"/>
          <a:chOff x="0" y="0"/>
          <a:chExt cx="0" cy="0"/>
        </a:xfrm>
      </p:grpSpPr>
      <p:sp>
        <p:nvSpPr>
          <p:cNvPr id="406" name="Google Shape;406;g2ff6f630c79_0_84"/>
          <p:cNvSpPr txBox="1">
            <a:spLocks noGrp="1"/>
          </p:cNvSpPr>
          <p:nvPr>
            <p:ph type="title" idx="4294967295"/>
          </p:nvPr>
        </p:nvSpPr>
        <p:spPr>
          <a:xfrm>
            <a:off x="255550" y="122225"/>
            <a:ext cx="8520600" cy="56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t>Visual	SLAM</a:t>
            </a:r>
            <a:endParaRPr/>
          </a:p>
        </p:txBody>
      </p:sp>
      <p:sp>
        <p:nvSpPr>
          <p:cNvPr id="407" name="Google Shape;407;g2ff6f630c79_0_84"/>
          <p:cNvSpPr txBox="1"/>
          <p:nvPr/>
        </p:nvSpPr>
        <p:spPr>
          <a:xfrm>
            <a:off x="1969389" y="4823078"/>
            <a:ext cx="53199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Courtesy of Jean-Yves Bouguet – Vision Lab, California Institute of Technology</a:t>
            </a:r>
            <a:endParaRPr sz="1200">
              <a:solidFill>
                <a:schemeClr val="dk1"/>
              </a:solidFill>
              <a:latin typeface="Arial"/>
              <a:ea typeface="Arial"/>
              <a:cs typeface="Arial"/>
              <a:sym typeface="Arial"/>
            </a:endParaRPr>
          </a:p>
        </p:txBody>
      </p:sp>
      <p:pic>
        <p:nvPicPr>
          <p:cNvPr id="408" name="Google Shape;408;g2ff6f630c79_0_84" title="VSLAM for Robotic Applications with NVIDIA Jetson Orin Nano"/>
          <p:cNvPicPr preferRelativeResize="0"/>
          <p:nvPr/>
        </p:nvPicPr>
        <p:blipFill rotWithShape="1">
          <a:blip r:embed="rId3">
            <a:alphaModFix/>
          </a:blip>
          <a:srcRect/>
          <a:stretch/>
        </p:blipFill>
        <p:spPr>
          <a:xfrm>
            <a:off x="762000" y="1202966"/>
            <a:ext cx="5958072" cy="3365897"/>
          </a:xfrm>
          <a:prstGeom prst="rect">
            <a:avLst/>
          </a:prstGeom>
          <a:noFill/>
          <a:ln>
            <a:noFill/>
          </a:ln>
        </p:spPr>
      </p:pic>
      <p:sp>
        <p:nvSpPr>
          <p:cNvPr id="409" name="Google Shape;409;g2ff6f630c79_0_84"/>
          <p:cNvSpPr txBox="1"/>
          <p:nvPr/>
        </p:nvSpPr>
        <p:spPr>
          <a:xfrm>
            <a:off x="4340368" y="499019"/>
            <a:ext cx="4365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a:solidFill>
                  <a:srgbClr val="7030A0"/>
                </a:solidFill>
                <a:latin typeface="arial"/>
                <a:ea typeface="arial"/>
                <a:cs typeface="arial"/>
                <a:sym typeface="arial"/>
              </a:rPr>
              <a:t>Simultaneous Localization And Mapping</a:t>
            </a:r>
            <a:endParaRPr sz="1800">
              <a:solidFill>
                <a:srgbClr val="7030A0"/>
              </a:solidFill>
              <a:latin typeface="Calibri"/>
              <a:ea typeface="Calibri"/>
              <a:cs typeface="Calibri"/>
              <a:sym typeface="Calibri"/>
            </a:endParaRPr>
          </a:p>
        </p:txBody>
      </p:sp>
      <p:sp>
        <p:nvSpPr>
          <p:cNvPr id="410" name="Google Shape;410;g2ff6f630c79_0_84"/>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1"/>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415"/>
        <p:cNvGrpSpPr/>
        <p:nvPr/>
      </p:nvGrpSpPr>
      <p:grpSpPr>
        <a:xfrm>
          <a:off x="0" y="0"/>
          <a:ext cx="0" cy="0"/>
          <a:chOff x="0" y="0"/>
          <a:chExt cx="0" cy="0"/>
        </a:xfrm>
      </p:grpSpPr>
      <p:sp>
        <p:nvSpPr>
          <p:cNvPr id="416" name="Google Shape;416;g2ff6f630c79_0_92"/>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989454" marR="5080" lvl="0" indent="-1977388" algn="l" rtl="0">
              <a:lnSpc>
                <a:spcPct val="100000"/>
              </a:lnSpc>
              <a:spcBef>
                <a:spcPts val="0"/>
              </a:spcBef>
              <a:spcAft>
                <a:spcPts val="0"/>
              </a:spcAft>
              <a:buNone/>
            </a:pPr>
            <a:r>
              <a:rPr lang="en-US"/>
              <a:t>Segmenting objects based on  motion cues</a:t>
            </a:r>
            <a:endParaRPr/>
          </a:p>
        </p:txBody>
      </p:sp>
      <p:sp>
        <p:nvSpPr>
          <p:cNvPr id="417" name="Google Shape;417;g2ff6f630c79_0_92"/>
          <p:cNvSpPr txBox="1"/>
          <p:nvPr/>
        </p:nvSpPr>
        <p:spPr>
          <a:xfrm>
            <a:off x="535940" y="683929"/>
            <a:ext cx="7371600" cy="1050300"/>
          </a:xfrm>
          <a:prstGeom prst="rect">
            <a:avLst/>
          </a:prstGeom>
          <a:noFill/>
          <a:ln>
            <a:noFill/>
          </a:ln>
        </p:spPr>
        <p:txBody>
          <a:bodyPr spcFirstLastPara="1" wrap="square" lIns="0" tIns="75550" rIns="0" bIns="0" anchor="t" anchorCtr="0">
            <a:spAutoFit/>
          </a:bodyPr>
          <a:lstStyle/>
          <a:p>
            <a:pPr marL="355600" marR="0" lvl="0" indent="-343535" algn="l" rtl="0">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Background subtraction</a:t>
            </a:r>
            <a:endParaRPr sz="2000">
              <a:solidFill>
                <a:schemeClr val="dk1"/>
              </a:solidFill>
              <a:latin typeface="Arial"/>
              <a:ea typeface="Arial"/>
              <a:cs typeface="Arial"/>
              <a:sym typeface="Arial"/>
            </a:endParaRPr>
          </a:p>
          <a:p>
            <a:pPr marL="756285" marR="0" lvl="1" indent="-287019" algn="l" rtl="0">
              <a:lnSpc>
                <a:spcPct val="100000"/>
              </a:lnSpc>
              <a:spcBef>
                <a:spcPts val="44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 static camera is observing a scene</a:t>
            </a:r>
            <a:endParaRPr sz="1800" b="0" i="0" u="none" strike="noStrike" cap="none">
              <a:solidFill>
                <a:schemeClr val="dk1"/>
              </a:solidFill>
              <a:latin typeface="Arial"/>
              <a:ea typeface="Arial"/>
              <a:cs typeface="Arial"/>
              <a:sym typeface="Arial"/>
            </a:endParaRPr>
          </a:p>
          <a:p>
            <a:pPr marL="756285" marR="0" lvl="1" indent="-287019" algn="l" rtl="0">
              <a:lnSpc>
                <a:spcPct val="100000"/>
              </a:lnSpc>
              <a:spcBef>
                <a:spcPts val="434"/>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Goal: separate the static </a:t>
            </a:r>
            <a:r>
              <a:rPr lang="en-US" sz="1800" b="0" i="1" u="none" strike="noStrike" cap="none">
                <a:solidFill>
                  <a:schemeClr val="dk1"/>
                </a:solidFill>
                <a:latin typeface="Arial"/>
                <a:ea typeface="Arial"/>
                <a:cs typeface="Arial"/>
                <a:sym typeface="Arial"/>
              </a:rPr>
              <a:t>background </a:t>
            </a:r>
            <a:r>
              <a:rPr lang="en-US" sz="1800" b="0" i="0" u="none" strike="noStrike" cap="none">
                <a:solidFill>
                  <a:schemeClr val="dk1"/>
                </a:solidFill>
                <a:latin typeface="Arial"/>
                <a:ea typeface="Arial"/>
                <a:cs typeface="Arial"/>
                <a:sym typeface="Arial"/>
              </a:rPr>
              <a:t>from the moving </a:t>
            </a:r>
            <a:r>
              <a:rPr lang="en-US" sz="1800" b="0" i="1" u="none" strike="noStrike" cap="none">
                <a:solidFill>
                  <a:schemeClr val="dk1"/>
                </a:solidFill>
                <a:latin typeface="Arial"/>
                <a:ea typeface="Arial"/>
                <a:cs typeface="Arial"/>
                <a:sym typeface="Arial"/>
              </a:rPr>
              <a:t>foreground</a:t>
            </a:r>
            <a:endParaRPr sz="1800" b="0" i="0" u="none" strike="noStrike" cap="none">
              <a:solidFill>
                <a:schemeClr val="dk1"/>
              </a:solidFill>
              <a:latin typeface="Arial"/>
              <a:ea typeface="Arial"/>
              <a:cs typeface="Arial"/>
              <a:sym typeface="Arial"/>
            </a:endParaRPr>
          </a:p>
        </p:txBody>
      </p:sp>
      <p:grpSp>
        <p:nvGrpSpPr>
          <p:cNvPr id="418" name="Google Shape;418;g2ff6f630c79_0_92"/>
          <p:cNvGrpSpPr/>
          <p:nvPr/>
        </p:nvGrpSpPr>
        <p:grpSpPr>
          <a:xfrm>
            <a:off x="2020823" y="1983984"/>
            <a:ext cx="3609093" cy="2438283"/>
            <a:chOff x="2020823" y="2645312"/>
            <a:chExt cx="4812125" cy="3251044"/>
          </a:xfrm>
        </p:grpSpPr>
        <p:pic>
          <p:nvPicPr>
            <p:cNvPr id="419" name="Google Shape;419;g2ff6f630c79_0_92"/>
            <p:cNvPicPr preferRelativeResize="0"/>
            <p:nvPr/>
          </p:nvPicPr>
          <p:blipFill rotWithShape="1">
            <a:blip r:embed="rId3">
              <a:alphaModFix/>
            </a:blip>
            <a:srcRect/>
            <a:stretch/>
          </p:blipFill>
          <p:spPr>
            <a:xfrm>
              <a:off x="2095517" y="2645312"/>
              <a:ext cx="4737431" cy="1597210"/>
            </a:xfrm>
            <a:prstGeom prst="rect">
              <a:avLst/>
            </a:prstGeom>
            <a:noFill/>
            <a:ln>
              <a:noFill/>
            </a:ln>
          </p:spPr>
        </p:pic>
        <p:pic>
          <p:nvPicPr>
            <p:cNvPr id="420" name="Google Shape;420;g2ff6f630c79_0_92"/>
            <p:cNvPicPr preferRelativeResize="0"/>
            <p:nvPr/>
          </p:nvPicPr>
          <p:blipFill rotWithShape="1">
            <a:blip r:embed="rId4">
              <a:alphaModFix/>
            </a:blip>
            <a:srcRect/>
            <a:stretch/>
          </p:blipFill>
          <p:spPr>
            <a:xfrm>
              <a:off x="2020823" y="4215384"/>
              <a:ext cx="4806697" cy="1680972"/>
            </a:xfrm>
            <a:prstGeom prst="rect">
              <a:avLst/>
            </a:prstGeom>
            <a:noFill/>
            <a:ln>
              <a:noFill/>
            </a:ln>
          </p:spPr>
        </p:pic>
      </p:grpSp>
      <p:sp>
        <p:nvSpPr>
          <p:cNvPr id="421" name="Google Shape;421;g2ff6f630c79_0_92"/>
          <p:cNvSpPr txBox="1"/>
          <p:nvPr/>
        </p:nvSpPr>
        <p:spPr>
          <a:xfrm>
            <a:off x="231140" y="4624883"/>
            <a:ext cx="7808100" cy="522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u="sng">
                <a:solidFill>
                  <a:srgbClr val="009999"/>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https://www.youtube.com/watch?v=YAszeOaInUM</a:t>
            </a:r>
            <a:endParaRPr sz="1800">
              <a:solidFill>
                <a:schemeClr val="dk1"/>
              </a:solidFill>
              <a:latin typeface="Arial"/>
              <a:ea typeface="Arial"/>
              <a:cs typeface="Arial"/>
              <a:sym typeface="Arial"/>
            </a:endParaRPr>
          </a:p>
          <a:p>
            <a:pPr marL="208915" marR="0" lvl="0" indent="0" algn="l" rtl="0">
              <a:lnSpc>
                <a:spcPct val="100000"/>
              </a:lnSpc>
              <a:spcBef>
                <a:spcPts val="969"/>
              </a:spcBef>
              <a:spcAft>
                <a:spcPts val="0"/>
              </a:spcAft>
              <a:buNone/>
            </a:pPr>
            <a:r>
              <a:rPr lang="en-US" sz="700">
                <a:solidFill>
                  <a:schemeClr val="dk1"/>
                </a:solidFill>
                <a:latin typeface="Arial"/>
                <a:ea typeface="Arial"/>
                <a:cs typeface="Arial"/>
                <a:sym typeface="Arial"/>
              </a:rPr>
              <a:t>Suha Kwak, Taegyu Lim, Woonhyun Nam, Bohyung Han, Joon Hee Han: Generalized background subtraction based on hybrid inference by belief propagation and Bayesian filtering. ICCV 2011</a:t>
            </a:r>
            <a:endParaRPr sz="700">
              <a:solidFill>
                <a:schemeClr val="dk1"/>
              </a:solidFill>
              <a:latin typeface="Arial"/>
              <a:ea typeface="Arial"/>
              <a:cs typeface="Arial"/>
              <a:sym typeface="Arial"/>
            </a:endParaRPr>
          </a:p>
        </p:txBody>
      </p:sp>
      <p:sp>
        <p:nvSpPr>
          <p:cNvPr id="422" name="Google Shape;422;g2ff6f630c79_0_9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426"/>
        <p:cNvGrpSpPr/>
        <p:nvPr/>
      </p:nvGrpSpPr>
      <p:grpSpPr>
        <a:xfrm>
          <a:off x="0" y="0"/>
          <a:ext cx="0" cy="0"/>
          <a:chOff x="0" y="0"/>
          <a:chExt cx="0" cy="0"/>
        </a:xfrm>
      </p:grpSpPr>
      <p:sp>
        <p:nvSpPr>
          <p:cNvPr id="427" name="Google Shape;427;g2ff6f630c79_0_102"/>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989454" marR="5080" lvl="0" indent="-1977388" algn="l" rtl="0">
              <a:lnSpc>
                <a:spcPct val="100000"/>
              </a:lnSpc>
              <a:spcBef>
                <a:spcPts val="0"/>
              </a:spcBef>
              <a:spcAft>
                <a:spcPts val="0"/>
              </a:spcAft>
              <a:buNone/>
            </a:pPr>
            <a:r>
              <a:rPr lang="en-US"/>
              <a:t>Segmenting objects based on  motion cues</a:t>
            </a:r>
            <a:endParaRPr/>
          </a:p>
        </p:txBody>
      </p:sp>
      <p:sp>
        <p:nvSpPr>
          <p:cNvPr id="428" name="Google Shape;428;g2ff6f630c79_0_102"/>
          <p:cNvSpPr txBox="1"/>
          <p:nvPr/>
        </p:nvSpPr>
        <p:spPr>
          <a:xfrm>
            <a:off x="457200" y="4343400"/>
            <a:ext cx="7808100" cy="522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u="sng">
                <a:solidFill>
                  <a:srgbClr val="009999"/>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https://www.youtube.com/watch?v=YAszeOaInUM</a:t>
            </a:r>
            <a:endParaRPr sz="1800">
              <a:solidFill>
                <a:schemeClr val="dk1"/>
              </a:solidFill>
              <a:latin typeface="Arial"/>
              <a:ea typeface="Arial"/>
              <a:cs typeface="Arial"/>
              <a:sym typeface="Arial"/>
            </a:endParaRPr>
          </a:p>
          <a:p>
            <a:pPr marL="208915" marR="0" lvl="0" indent="0" algn="l" rtl="0">
              <a:lnSpc>
                <a:spcPct val="100000"/>
              </a:lnSpc>
              <a:spcBef>
                <a:spcPts val="969"/>
              </a:spcBef>
              <a:spcAft>
                <a:spcPts val="0"/>
              </a:spcAft>
              <a:buNone/>
            </a:pPr>
            <a:r>
              <a:rPr lang="en-US" sz="700">
                <a:solidFill>
                  <a:schemeClr val="dk1"/>
                </a:solidFill>
                <a:latin typeface="Arial"/>
                <a:ea typeface="Arial"/>
                <a:cs typeface="Arial"/>
                <a:sym typeface="Arial"/>
              </a:rPr>
              <a:t>Suha Kwak, Taegyu Lim, Woonhyun Nam, Bohyung Han, Joon Hee Han: Generalized background subtraction based on hybrid inference by belief propagation and Bayesian filtering. ICCV 2011</a:t>
            </a:r>
            <a:endParaRPr sz="700">
              <a:solidFill>
                <a:schemeClr val="dk1"/>
              </a:solidFill>
              <a:latin typeface="Arial"/>
              <a:ea typeface="Arial"/>
              <a:cs typeface="Arial"/>
              <a:sym typeface="Arial"/>
            </a:endParaRPr>
          </a:p>
        </p:txBody>
      </p:sp>
      <p:pic>
        <p:nvPicPr>
          <p:cNvPr id="429" name="Google Shape;429;g2ff6f630c79_0_102" title="Generalized Background Subtraction (ICCV 2011, POSTECH Computer Vision Lab.)"/>
          <p:cNvPicPr preferRelativeResize="0"/>
          <p:nvPr/>
        </p:nvPicPr>
        <p:blipFill rotWithShape="1">
          <a:blip r:embed="rId4">
            <a:alphaModFix/>
          </a:blip>
          <a:srcRect/>
          <a:stretch/>
        </p:blipFill>
        <p:spPr>
          <a:xfrm>
            <a:off x="1203115" y="999134"/>
            <a:ext cx="4306623" cy="3229967"/>
          </a:xfrm>
          <a:prstGeom prst="rect">
            <a:avLst/>
          </a:prstGeom>
          <a:noFill/>
          <a:ln>
            <a:noFill/>
          </a:ln>
        </p:spPr>
      </p:pic>
      <p:sp>
        <p:nvSpPr>
          <p:cNvPr id="430" name="Google Shape;430;g2ff6f630c79_0_10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9"/>
                                        </p:tgtEl>
                                        <p:attrNameLst>
                                          <p:attrName>style.visibility</p:attrName>
                                        </p:attrNameLst>
                                      </p:cBhvr>
                                      <p:to>
                                        <p:strVal val="visible"/>
                                      </p:to>
                                    </p:set>
                                    <p:animEffect transition="in" filter="fade">
                                      <p:cBhvr>
                                        <p:cTn id="7" dur="1"/>
                                        <p:tgtEl>
                                          <p:spTgt spid="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434"/>
        <p:cNvGrpSpPr/>
        <p:nvPr/>
      </p:nvGrpSpPr>
      <p:grpSpPr>
        <a:xfrm>
          <a:off x="0" y="0"/>
          <a:ext cx="0" cy="0"/>
          <a:chOff x="0" y="0"/>
          <a:chExt cx="0" cy="0"/>
        </a:xfrm>
      </p:grpSpPr>
      <p:sp>
        <p:nvSpPr>
          <p:cNvPr id="435" name="Google Shape;435;g2ff6f630c79_0_108"/>
          <p:cNvSpPr txBox="1"/>
          <p:nvPr/>
        </p:nvSpPr>
        <p:spPr>
          <a:xfrm>
            <a:off x="535940" y="1164065"/>
            <a:ext cx="7320300" cy="1134300"/>
          </a:xfrm>
          <a:prstGeom prst="rect">
            <a:avLst/>
          </a:prstGeom>
          <a:noFill/>
          <a:ln>
            <a:noFill/>
          </a:ln>
        </p:spPr>
        <p:txBody>
          <a:bodyPr spcFirstLastPara="1" wrap="square" lIns="0" tIns="86350" rIns="0" bIns="0" anchor="t" anchorCtr="0">
            <a:spAutoFit/>
          </a:bodyPr>
          <a:lstStyle/>
          <a:p>
            <a:pPr marL="355600" marR="0" lvl="0" indent="-343535"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Motion segmentation</a:t>
            </a:r>
            <a:endParaRPr sz="2400">
              <a:solidFill>
                <a:schemeClr val="dk1"/>
              </a:solidFill>
              <a:latin typeface="Arial"/>
              <a:ea typeface="Arial"/>
              <a:cs typeface="Arial"/>
              <a:sym typeface="Arial"/>
            </a:endParaRPr>
          </a:p>
          <a:p>
            <a:pPr marL="469900" marR="0" lvl="0" indent="0" algn="l" rtl="0">
              <a:lnSpc>
                <a:spcPct val="100000"/>
              </a:lnSpc>
              <a:spcBef>
                <a:spcPts val="484"/>
              </a:spcBef>
              <a:spcAft>
                <a:spcPts val="0"/>
              </a:spcAft>
              <a:buNone/>
            </a:pPr>
            <a:r>
              <a:rPr lang="en-US" sz="2000">
                <a:solidFill>
                  <a:schemeClr val="dk1"/>
                </a:solidFill>
                <a:latin typeface="Arial"/>
                <a:ea typeface="Arial"/>
                <a:cs typeface="Arial"/>
                <a:sym typeface="Arial"/>
              </a:rPr>
              <a:t>–	Segment the video into multiple </a:t>
            </a:r>
            <a:r>
              <a:rPr lang="en-US" sz="2000" i="1">
                <a:solidFill>
                  <a:schemeClr val="dk1"/>
                </a:solidFill>
                <a:latin typeface="Arial"/>
                <a:ea typeface="Arial"/>
                <a:cs typeface="Arial"/>
                <a:sym typeface="Arial"/>
              </a:rPr>
              <a:t>coherently </a:t>
            </a:r>
            <a:r>
              <a:rPr lang="en-US" sz="2000">
                <a:solidFill>
                  <a:schemeClr val="dk1"/>
                </a:solidFill>
                <a:latin typeface="Arial"/>
                <a:ea typeface="Arial"/>
                <a:cs typeface="Arial"/>
                <a:sym typeface="Arial"/>
              </a:rPr>
              <a:t>moving objects</a:t>
            </a:r>
            <a:endParaRPr sz="2000">
              <a:solidFill>
                <a:schemeClr val="dk1"/>
              </a:solidFill>
              <a:latin typeface="Arial"/>
              <a:ea typeface="Arial"/>
              <a:cs typeface="Arial"/>
              <a:sym typeface="Arial"/>
            </a:endParaRPr>
          </a:p>
        </p:txBody>
      </p:sp>
      <p:pic>
        <p:nvPicPr>
          <p:cNvPr id="436" name="Google Shape;436;g2ff6f630c79_0_108"/>
          <p:cNvPicPr preferRelativeResize="0"/>
          <p:nvPr/>
        </p:nvPicPr>
        <p:blipFill rotWithShape="1">
          <a:blip r:embed="rId3">
            <a:alphaModFix/>
          </a:blip>
          <a:srcRect/>
          <a:stretch/>
        </p:blipFill>
        <p:spPr>
          <a:xfrm>
            <a:off x="941685" y="2057400"/>
            <a:ext cx="2837036" cy="2611755"/>
          </a:xfrm>
          <a:prstGeom prst="rect">
            <a:avLst/>
          </a:prstGeom>
          <a:noFill/>
          <a:ln>
            <a:noFill/>
          </a:ln>
        </p:spPr>
      </p:pic>
      <p:sp>
        <p:nvSpPr>
          <p:cNvPr id="437" name="Google Shape;437;g2ff6f630c79_0_108"/>
          <p:cNvSpPr txBox="1"/>
          <p:nvPr/>
        </p:nvSpPr>
        <p:spPr>
          <a:xfrm>
            <a:off x="4667503" y="4164939"/>
            <a:ext cx="4143300" cy="3366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1050">
                <a:solidFill>
                  <a:schemeClr val="dk1"/>
                </a:solidFill>
                <a:latin typeface="Arial"/>
                <a:ea typeface="Arial"/>
                <a:cs typeface="Arial"/>
                <a:sym typeface="Arial"/>
              </a:rPr>
              <a:t>S. J. Pundlik and S. T. Birchfield, Motion Segmentation at Any Speed,  Proceedings of the British Machine Vision Conference 06</a:t>
            </a:r>
            <a:endParaRPr sz="1050">
              <a:solidFill>
                <a:schemeClr val="dk1"/>
              </a:solidFill>
              <a:latin typeface="Arial"/>
              <a:ea typeface="Arial"/>
              <a:cs typeface="Arial"/>
              <a:sym typeface="Arial"/>
            </a:endParaRPr>
          </a:p>
        </p:txBody>
      </p:sp>
      <p:sp>
        <p:nvSpPr>
          <p:cNvPr id="438" name="Google Shape;438;g2ff6f630c79_0_108"/>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989454" marR="5080" lvl="0" indent="-1977388" algn="l" rtl="0">
              <a:lnSpc>
                <a:spcPct val="100000"/>
              </a:lnSpc>
              <a:spcBef>
                <a:spcPts val="0"/>
              </a:spcBef>
              <a:spcAft>
                <a:spcPts val="0"/>
              </a:spcAft>
              <a:buNone/>
            </a:pPr>
            <a:r>
              <a:rPr lang="en-US"/>
              <a:t>Segmenting objects based on motion cues</a:t>
            </a:r>
            <a:endParaRPr/>
          </a:p>
        </p:txBody>
      </p:sp>
      <p:pic>
        <p:nvPicPr>
          <p:cNvPr id="439" name="Google Shape;439;g2ff6f630c79_0_108"/>
          <p:cNvPicPr preferRelativeResize="0"/>
          <p:nvPr/>
        </p:nvPicPr>
        <p:blipFill rotWithShape="1">
          <a:blip r:embed="rId4">
            <a:alphaModFix/>
          </a:blip>
          <a:srcRect/>
          <a:stretch/>
        </p:blipFill>
        <p:spPr>
          <a:xfrm>
            <a:off x="5298947" y="2114550"/>
            <a:ext cx="2532888" cy="1899666"/>
          </a:xfrm>
          <a:prstGeom prst="rect">
            <a:avLst/>
          </a:prstGeom>
          <a:noFill/>
          <a:ln>
            <a:noFill/>
          </a:ln>
        </p:spPr>
      </p:pic>
      <p:sp>
        <p:nvSpPr>
          <p:cNvPr id="440" name="Google Shape;440;g2ff6f630c79_0_108"/>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444"/>
        <p:cNvGrpSpPr/>
        <p:nvPr/>
      </p:nvGrpSpPr>
      <p:grpSpPr>
        <a:xfrm>
          <a:off x="0" y="0"/>
          <a:ext cx="0" cy="0"/>
          <a:chOff x="0" y="0"/>
          <a:chExt cx="0" cy="0"/>
        </a:xfrm>
      </p:grpSpPr>
      <p:sp>
        <p:nvSpPr>
          <p:cNvPr id="445" name="Google Shape;445;g2ff6f630c79_0_116"/>
          <p:cNvSpPr txBox="1">
            <a:spLocks noGrp="1"/>
          </p:cNvSpPr>
          <p:nvPr>
            <p:ph type="title" idx="4294967295"/>
          </p:nvPr>
        </p:nvSpPr>
        <p:spPr>
          <a:xfrm>
            <a:off x="255550" y="122225"/>
            <a:ext cx="8520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400"/>
              <a:t>Tracking objects</a:t>
            </a:r>
            <a:endParaRPr sz="4400"/>
          </a:p>
        </p:txBody>
      </p:sp>
      <p:sp>
        <p:nvSpPr>
          <p:cNvPr id="446" name="Google Shape;446;g2ff6f630c79_0_116"/>
          <p:cNvSpPr txBox="1"/>
          <p:nvPr/>
        </p:nvSpPr>
        <p:spPr>
          <a:xfrm>
            <a:off x="154939" y="1071277"/>
            <a:ext cx="5264100" cy="506100"/>
          </a:xfrm>
          <a:prstGeom prst="rect">
            <a:avLst/>
          </a:prstGeom>
          <a:noFill/>
          <a:ln>
            <a:noFill/>
          </a:ln>
        </p:spPr>
        <p:txBody>
          <a:bodyPr spcFirstLastPara="1" wrap="square" lIns="0" tIns="13325" rIns="0" bIns="0" anchor="t" anchorCtr="0">
            <a:spAutoFit/>
          </a:bodyPr>
          <a:lstStyle/>
          <a:p>
            <a:pPr marL="355600" marR="0" lvl="0" indent="-342900" algn="l" rtl="0">
              <a:lnSpc>
                <a:spcPct val="100000"/>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Facing tracking on openCV</a:t>
            </a:r>
            <a:endParaRPr sz="3200">
              <a:solidFill>
                <a:schemeClr val="dk1"/>
              </a:solidFill>
              <a:latin typeface="Arial"/>
              <a:ea typeface="Arial"/>
              <a:cs typeface="Arial"/>
              <a:sym typeface="Arial"/>
            </a:endParaRPr>
          </a:p>
        </p:txBody>
      </p:sp>
      <p:sp>
        <p:nvSpPr>
          <p:cNvPr id="447" name="Google Shape;447;g2ff6f630c79_0_116"/>
          <p:cNvSpPr txBox="1"/>
          <p:nvPr/>
        </p:nvSpPr>
        <p:spPr>
          <a:xfrm>
            <a:off x="449127" y="4183750"/>
            <a:ext cx="8759700" cy="7086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Arial"/>
                <a:ea typeface="Arial"/>
                <a:cs typeface="Arial"/>
                <a:sym typeface="Arial"/>
              </a:rPr>
              <a:t>OpenCV's face tracker uses an algorithm called Camshift (based on the meanshift algorithm)</a:t>
            </a:r>
            <a:endParaRPr sz="1400">
              <a:solidFill>
                <a:schemeClr val="dk1"/>
              </a:solidFill>
              <a:latin typeface="Arial"/>
              <a:ea typeface="Arial"/>
              <a:cs typeface="Arial"/>
              <a:sym typeface="Arial"/>
            </a:endParaRPr>
          </a:p>
          <a:p>
            <a:pPr marL="0" marR="0" lvl="0" indent="0" algn="l" rtl="0">
              <a:lnSpc>
                <a:spcPct val="100000"/>
              </a:lnSpc>
              <a:spcBef>
                <a:spcPts val="25"/>
              </a:spcBef>
              <a:spcAft>
                <a:spcPts val="0"/>
              </a:spcAft>
              <a:buNone/>
            </a:pPr>
            <a:endParaRPr sz="1300">
              <a:solidFill>
                <a:schemeClr val="dk1"/>
              </a:solidFill>
              <a:latin typeface="Arial"/>
              <a:ea typeface="Arial"/>
              <a:cs typeface="Arial"/>
              <a:sym typeface="Arial"/>
            </a:endParaRPr>
          </a:p>
          <a:p>
            <a:pPr marL="736600" marR="0" lvl="0" indent="0" algn="l" rtl="0">
              <a:lnSpc>
                <a:spcPct val="100000"/>
              </a:lnSpc>
              <a:spcBef>
                <a:spcPts val="0"/>
              </a:spcBef>
              <a:spcAft>
                <a:spcPts val="0"/>
              </a:spcAft>
              <a:buNone/>
            </a:pPr>
            <a:r>
              <a:rPr lang="en-US" sz="18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http://www.youtube.com/watch?v=HTk_UwAYzVk</a:t>
            </a:r>
            <a:endParaRPr sz="1800">
              <a:solidFill>
                <a:schemeClr val="dk1"/>
              </a:solidFill>
              <a:latin typeface="Arial"/>
              <a:ea typeface="Arial"/>
              <a:cs typeface="Arial"/>
              <a:sym typeface="Arial"/>
            </a:endParaRPr>
          </a:p>
        </p:txBody>
      </p:sp>
      <p:pic>
        <p:nvPicPr>
          <p:cNvPr id="448" name="Google Shape;448;g2ff6f630c79_0_116" descr="python source:&#10;http://www.lucaamore.com/?p=638" title="OpenCV: realtime face detection in python">
            <a:hlinkClick r:id="rId3"/>
          </p:cNvPr>
          <p:cNvPicPr preferRelativeResize="0"/>
          <p:nvPr/>
        </p:nvPicPr>
        <p:blipFill>
          <a:blip r:embed="rId4">
            <a:alphaModFix/>
          </a:blip>
          <a:stretch>
            <a:fillRect/>
          </a:stretch>
        </p:blipFill>
        <p:spPr>
          <a:xfrm>
            <a:off x="1697750" y="1714499"/>
            <a:ext cx="4186711" cy="2355025"/>
          </a:xfrm>
          <a:prstGeom prst="rect">
            <a:avLst/>
          </a:prstGeom>
          <a:noFill/>
          <a:ln>
            <a:noFill/>
          </a:ln>
        </p:spPr>
      </p:pic>
      <p:sp>
        <p:nvSpPr>
          <p:cNvPr id="449" name="Google Shape;449;g2ff6f630c79_0_116"/>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1000"/>
                                        <p:tgtEl>
                                          <p:spTgt spid="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453"/>
        <p:cNvGrpSpPr/>
        <p:nvPr/>
      </p:nvGrpSpPr>
      <p:grpSpPr>
        <a:xfrm>
          <a:off x="0" y="0"/>
          <a:ext cx="0" cy="0"/>
          <a:chOff x="0" y="0"/>
          <a:chExt cx="0" cy="0"/>
        </a:xfrm>
      </p:grpSpPr>
      <p:sp>
        <p:nvSpPr>
          <p:cNvPr id="454" name="Google Shape;454;g2ff6f630c79_0_123"/>
          <p:cNvSpPr txBox="1"/>
          <p:nvPr/>
        </p:nvSpPr>
        <p:spPr>
          <a:xfrm>
            <a:off x="383540" y="707326"/>
            <a:ext cx="8222100" cy="3522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1100" b="1">
                <a:solidFill>
                  <a:schemeClr val="dk1"/>
                </a:solidFill>
                <a:latin typeface="Arial"/>
                <a:ea typeface="Arial"/>
                <a:cs typeface="Arial"/>
                <a:sym typeface="Arial"/>
              </a:rPr>
              <a:t>Object Tracking by Oversampling Local Features. </a:t>
            </a:r>
            <a:r>
              <a:rPr lang="en-US" sz="1100">
                <a:solidFill>
                  <a:schemeClr val="dk1"/>
                </a:solidFill>
                <a:latin typeface="Arial"/>
                <a:ea typeface="Arial"/>
                <a:cs typeface="Arial"/>
                <a:sym typeface="Arial"/>
              </a:rPr>
              <a:t>Del Bimbo, and F. Pernici, IEEE Transaction On Pattern Analisys And Machine  Intelligence, 2014</a:t>
            </a:r>
            <a:endParaRPr sz="1100">
              <a:solidFill>
                <a:schemeClr val="dk1"/>
              </a:solidFill>
              <a:latin typeface="Arial"/>
              <a:ea typeface="Arial"/>
              <a:cs typeface="Arial"/>
              <a:sym typeface="Arial"/>
            </a:endParaRPr>
          </a:p>
        </p:txBody>
      </p:sp>
      <p:sp>
        <p:nvSpPr>
          <p:cNvPr id="455" name="Google Shape;455;g2ff6f630c79_0_123"/>
          <p:cNvSpPr txBox="1"/>
          <p:nvPr/>
        </p:nvSpPr>
        <p:spPr>
          <a:xfrm>
            <a:off x="68675" y="3859348"/>
            <a:ext cx="7856400" cy="1148100"/>
          </a:xfrm>
          <a:prstGeom prst="rect">
            <a:avLst/>
          </a:prstGeom>
          <a:noFill/>
          <a:ln>
            <a:noFill/>
          </a:ln>
        </p:spPr>
        <p:txBody>
          <a:bodyPr spcFirstLastPara="1" wrap="square" lIns="0" tIns="12700" rIns="0" bIns="0" anchor="t" anchorCtr="0">
            <a:spAutoFit/>
          </a:bodyPr>
          <a:lstStyle/>
          <a:p>
            <a:pPr marL="451483" marR="0" lvl="0" indent="-287020" algn="l" rtl="0">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Use Scale Invariant Feature Transform (SIFT) when applied to (flat) objects</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200" u="sng">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http://www.micc.unifi.it/pernici/#alien</a:t>
            </a:r>
            <a:endParaRPr sz="1200">
              <a:solidFill>
                <a:schemeClr val="dk1"/>
              </a:solidFill>
              <a:latin typeface="Arial"/>
              <a:ea typeface="Arial"/>
              <a:cs typeface="Arial"/>
              <a:sym typeface="Arial"/>
            </a:endParaRPr>
          </a:p>
          <a:p>
            <a:pPr marL="0" marR="0" lvl="0" indent="0" algn="l" rtl="0">
              <a:lnSpc>
                <a:spcPct val="100000"/>
              </a:lnSpc>
              <a:spcBef>
                <a:spcPts val="30"/>
              </a:spcBef>
              <a:spcAft>
                <a:spcPts val="0"/>
              </a:spcAft>
              <a:buNone/>
            </a:pPr>
            <a:endParaRPr sz="135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200" b="1">
                <a:solidFill>
                  <a:schemeClr val="dk1"/>
                </a:solidFill>
                <a:latin typeface="Arial"/>
                <a:ea typeface="Arial"/>
                <a:cs typeface="Arial"/>
                <a:sym typeface="Arial"/>
              </a:rPr>
              <a:t>DOWNLOAD </a:t>
            </a:r>
            <a:r>
              <a:rPr lang="en-US" sz="1200" u="sng">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http://www.micc.unifi.it/pernici/</a:t>
            </a:r>
            <a:endParaRPr sz="1200">
              <a:solidFill>
                <a:schemeClr val="dk1"/>
              </a:solidFill>
              <a:latin typeface="Arial"/>
              <a:ea typeface="Arial"/>
              <a:cs typeface="Arial"/>
              <a:sym typeface="Arial"/>
            </a:endParaRPr>
          </a:p>
        </p:txBody>
      </p:sp>
      <p:pic>
        <p:nvPicPr>
          <p:cNvPr id="456" name="Google Shape;456;g2ff6f630c79_0_123"/>
          <p:cNvPicPr preferRelativeResize="0"/>
          <p:nvPr/>
        </p:nvPicPr>
        <p:blipFill rotWithShape="1">
          <a:blip r:embed="rId5">
            <a:alphaModFix/>
          </a:blip>
          <a:srcRect/>
          <a:stretch/>
        </p:blipFill>
        <p:spPr>
          <a:xfrm>
            <a:off x="914400" y="1200150"/>
            <a:ext cx="2215135" cy="1229868"/>
          </a:xfrm>
          <a:prstGeom prst="rect">
            <a:avLst/>
          </a:prstGeom>
          <a:noFill/>
          <a:ln>
            <a:noFill/>
          </a:ln>
        </p:spPr>
      </p:pic>
      <p:pic>
        <p:nvPicPr>
          <p:cNvPr id="457" name="Google Shape;457;g2ff6f630c79_0_123"/>
          <p:cNvPicPr preferRelativeResize="0"/>
          <p:nvPr/>
        </p:nvPicPr>
        <p:blipFill rotWithShape="1">
          <a:blip r:embed="rId6">
            <a:alphaModFix/>
          </a:blip>
          <a:srcRect/>
          <a:stretch/>
        </p:blipFill>
        <p:spPr>
          <a:xfrm>
            <a:off x="4009644" y="1200150"/>
            <a:ext cx="2215134" cy="1212722"/>
          </a:xfrm>
          <a:prstGeom prst="rect">
            <a:avLst/>
          </a:prstGeom>
          <a:noFill/>
          <a:ln>
            <a:noFill/>
          </a:ln>
        </p:spPr>
      </p:pic>
      <p:pic>
        <p:nvPicPr>
          <p:cNvPr id="458" name="Google Shape;458;g2ff6f630c79_0_123"/>
          <p:cNvPicPr preferRelativeResize="0"/>
          <p:nvPr/>
        </p:nvPicPr>
        <p:blipFill rotWithShape="1">
          <a:blip r:embed="rId7">
            <a:alphaModFix/>
          </a:blip>
          <a:srcRect/>
          <a:stretch/>
        </p:blipFill>
        <p:spPr>
          <a:xfrm>
            <a:off x="2156460" y="2467736"/>
            <a:ext cx="3810000" cy="1428749"/>
          </a:xfrm>
          <a:prstGeom prst="rect">
            <a:avLst/>
          </a:prstGeom>
          <a:noFill/>
          <a:ln>
            <a:noFill/>
          </a:ln>
        </p:spPr>
      </p:pic>
      <p:sp>
        <p:nvSpPr>
          <p:cNvPr id="459" name="Google Shape;459;g2ff6f630c79_0_123"/>
          <p:cNvSpPr txBox="1">
            <a:spLocks noGrp="1"/>
          </p:cNvSpPr>
          <p:nvPr>
            <p:ph type="title" idx="4294967295"/>
          </p:nvPr>
        </p:nvSpPr>
        <p:spPr>
          <a:xfrm>
            <a:off x="234300" y="46675"/>
            <a:ext cx="8520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400"/>
              <a:t>Tracking objects</a:t>
            </a:r>
            <a:endParaRPr sz="4400"/>
          </a:p>
        </p:txBody>
      </p:sp>
      <p:sp>
        <p:nvSpPr>
          <p:cNvPr id="460" name="Google Shape;460;g2ff6f630c79_0_123"/>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64"/>
        <p:cNvGrpSpPr/>
        <p:nvPr/>
      </p:nvGrpSpPr>
      <p:grpSpPr>
        <a:xfrm>
          <a:off x="0" y="0"/>
          <a:ext cx="0" cy="0"/>
          <a:chOff x="0" y="0"/>
          <a:chExt cx="0" cy="0"/>
        </a:xfrm>
      </p:grpSpPr>
      <p:sp>
        <p:nvSpPr>
          <p:cNvPr id="465" name="Google Shape;465;g2ff6f630c79_0_132"/>
          <p:cNvSpPr txBox="1">
            <a:spLocks noGrp="1"/>
          </p:cNvSpPr>
          <p:nvPr>
            <p:ph type="title" idx="4294967295"/>
          </p:nvPr>
        </p:nvSpPr>
        <p:spPr>
          <a:xfrm>
            <a:off x="255550" y="122225"/>
            <a:ext cx="8520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400"/>
              <a:t>Tracking objects</a:t>
            </a:r>
            <a:endParaRPr sz="4400"/>
          </a:p>
        </p:txBody>
      </p:sp>
      <p:pic>
        <p:nvPicPr>
          <p:cNvPr id="466" name="Google Shape;466;g2ff6f630c79_0_132" title="Real-Time Adaptive 3D Face Tracking and Eye Gaze Estimation"/>
          <p:cNvPicPr preferRelativeResize="0"/>
          <p:nvPr/>
        </p:nvPicPr>
        <p:blipFill rotWithShape="1">
          <a:blip r:embed="rId3">
            <a:alphaModFix/>
          </a:blip>
          <a:srcRect/>
          <a:stretch/>
        </p:blipFill>
        <p:spPr>
          <a:xfrm>
            <a:off x="955550" y="883475"/>
            <a:ext cx="6731649" cy="3802926"/>
          </a:xfrm>
          <a:prstGeom prst="rect">
            <a:avLst/>
          </a:prstGeom>
          <a:noFill/>
          <a:ln>
            <a:noFill/>
          </a:ln>
        </p:spPr>
      </p:pic>
      <p:sp>
        <p:nvSpPr>
          <p:cNvPr id="467" name="Google Shape;467;g2ff6f630c79_0_13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animEffect transition="in" filter="fade">
                                      <p:cBhvr>
                                        <p:cTn id="7" dur="1"/>
                                        <p:tgtEl>
                                          <p:spTgt spid="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71"/>
        <p:cNvGrpSpPr/>
        <p:nvPr/>
      </p:nvGrpSpPr>
      <p:grpSpPr>
        <a:xfrm>
          <a:off x="0" y="0"/>
          <a:ext cx="0" cy="0"/>
          <a:chOff x="0" y="0"/>
          <a:chExt cx="0" cy="0"/>
        </a:xfrm>
      </p:grpSpPr>
      <p:sp>
        <p:nvSpPr>
          <p:cNvPr id="472" name="Google Shape;472;g2ff6f630c79_0_137"/>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Joint tracking and 3D localization</a:t>
            </a:r>
            <a:endParaRPr/>
          </a:p>
        </p:txBody>
      </p:sp>
      <p:sp>
        <p:nvSpPr>
          <p:cNvPr id="473" name="Google Shape;473;g2ff6f630c79_0_137"/>
          <p:cNvSpPr txBox="1"/>
          <p:nvPr/>
        </p:nvSpPr>
        <p:spPr>
          <a:xfrm>
            <a:off x="2318130" y="3905440"/>
            <a:ext cx="4350300" cy="5046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600">
                <a:solidFill>
                  <a:schemeClr val="dk1"/>
                </a:solidFill>
                <a:latin typeface="Arial"/>
                <a:ea typeface="Arial"/>
                <a:cs typeface="Arial"/>
                <a:sym typeface="Arial"/>
              </a:rPr>
              <a:t>W. Choi &amp; K. Shahid &amp; S. Savarese WMC 2009</a:t>
            </a:r>
            <a:endParaRPr sz="16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600">
                <a:solidFill>
                  <a:schemeClr val="dk1"/>
                </a:solidFill>
                <a:latin typeface="Arial"/>
                <a:ea typeface="Arial"/>
                <a:cs typeface="Arial"/>
                <a:sym typeface="Arial"/>
              </a:rPr>
              <a:t>W. Choi &amp; S. Savarese , ECCV, 2010</a:t>
            </a:r>
            <a:endParaRPr sz="1600">
              <a:solidFill>
                <a:schemeClr val="dk1"/>
              </a:solidFill>
              <a:latin typeface="Arial"/>
              <a:ea typeface="Arial"/>
              <a:cs typeface="Arial"/>
              <a:sym typeface="Arial"/>
            </a:endParaRPr>
          </a:p>
        </p:txBody>
      </p:sp>
      <p:pic>
        <p:nvPicPr>
          <p:cNvPr id="474" name="Google Shape;474;g2ff6f630c79_0_137"/>
          <p:cNvPicPr preferRelativeResize="0"/>
          <p:nvPr/>
        </p:nvPicPr>
        <p:blipFill rotWithShape="1">
          <a:blip r:embed="rId3">
            <a:alphaModFix/>
          </a:blip>
          <a:srcRect/>
          <a:stretch/>
        </p:blipFill>
        <p:spPr>
          <a:xfrm>
            <a:off x="601980" y="1085850"/>
            <a:ext cx="5606415" cy="2402586"/>
          </a:xfrm>
          <a:prstGeom prst="rect">
            <a:avLst/>
          </a:prstGeom>
          <a:noFill/>
          <a:ln>
            <a:noFill/>
          </a:ln>
        </p:spPr>
      </p:pic>
      <p:sp>
        <p:nvSpPr>
          <p:cNvPr id="475" name="Google Shape;475;g2ff6f630c79_0_137"/>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479"/>
        <p:cNvGrpSpPr/>
        <p:nvPr/>
      </p:nvGrpSpPr>
      <p:grpSpPr>
        <a:xfrm>
          <a:off x="0" y="0"/>
          <a:ext cx="0" cy="0"/>
          <a:chOff x="0" y="0"/>
          <a:chExt cx="0" cy="0"/>
        </a:xfrm>
      </p:grpSpPr>
      <p:sp>
        <p:nvSpPr>
          <p:cNvPr id="480" name="Google Shape;480;g2ff6f630c79_0_143"/>
          <p:cNvSpPr txBox="1">
            <a:spLocks noGrp="1"/>
          </p:cNvSpPr>
          <p:nvPr>
            <p:ph type="title" idx="4294967295"/>
          </p:nvPr>
        </p:nvSpPr>
        <p:spPr>
          <a:xfrm>
            <a:off x="255550" y="122225"/>
            <a:ext cx="8520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Tracking body parts</a:t>
            </a:r>
            <a:endParaRPr sz="4400"/>
          </a:p>
        </p:txBody>
      </p:sp>
      <p:pic>
        <p:nvPicPr>
          <p:cNvPr id="481" name="Google Shape;481;g2ff6f630c79_0_143"/>
          <p:cNvPicPr preferRelativeResize="0"/>
          <p:nvPr/>
        </p:nvPicPr>
        <p:blipFill rotWithShape="1">
          <a:blip r:embed="rId3">
            <a:alphaModFix/>
          </a:blip>
          <a:srcRect/>
          <a:stretch/>
        </p:blipFill>
        <p:spPr>
          <a:xfrm>
            <a:off x="1066800" y="1828800"/>
            <a:ext cx="1215009" cy="1092708"/>
          </a:xfrm>
          <a:prstGeom prst="rect">
            <a:avLst/>
          </a:prstGeom>
          <a:noFill/>
          <a:ln>
            <a:noFill/>
          </a:ln>
        </p:spPr>
      </p:pic>
      <p:pic>
        <p:nvPicPr>
          <p:cNvPr id="482" name="Google Shape;482;g2ff6f630c79_0_143"/>
          <p:cNvPicPr preferRelativeResize="0"/>
          <p:nvPr/>
        </p:nvPicPr>
        <p:blipFill rotWithShape="1">
          <a:blip r:embed="rId4">
            <a:alphaModFix/>
          </a:blip>
          <a:srcRect/>
          <a:stretch/>
        </p:blipFill>
        <p:spPr>
          <a:xfrm>
            <a:off x="2779776" y="1835658"/>
            <a:ext cx="1220723" cy="1085849"/>
          </a:xfrm>
          <a:prstGeom prst="rect">
            <a:avLst/>
          </a:prstGeom>
          <a:noFill/>
          <a:ln>
            <a:noFill/>
          </a:ln>
        </p:spPr>
      </p:pic>
      <p:pic>
        <p:nvPicPr>
          <p:cNvPr id="483" name="Google Shape;483;g2ff6f630c79_0_143"/>
          <p:cNvPicPr preferRelativeResize="0"/>
          <p:nvPr/>
        </p:nvPicPr>
        <p:blipFill rotWithShape="1">
          <a:blip r:embed="rId5">
            <a:alphaModFix/>
          </a:blip>
          <a:srcRect/>
          <a:stretch/>
        </p:blipFill>
        <p:spPr>
          <a:xfrm>
            <a:off x="4504944" y="1828800"/>
            <a:ext cx="1208151" cy="1078992"/>
          </a:xfrm>
          <a:prstGeom prst="rect">
            <a:avLst/>
          </a:prstGeom>
          <a:noFill/>
          <a:ln>
            <a:noFill/>
          </a:ln>
        </p:spPr>
      </p:pic>
      <p:pic>
        <p:nvPicPr>
          <p:cNvPr id="484" name="Google Shape;484;g2ff6f630c79_0_143"/>
          <p:cNvPicPr preferRelativeResize="0"/>
          <p:nvPr/>
        </p:nvPicPr>
        <p:blipFill rotWithShape="1">
          <a:blip r:embed="rId6">
            <a:alphaModFix/>
          </a:blip>
          <a:srcRect/>
          <a:stretch/>
        </p:blipFill>
        <p:spPr>
          <a:xfrm>
            <a:off x="6192011" y="1813941"/>
            <a:ext cx="1235582" cy="1100709"/>
          </a:xfrm>
          <a:prstGeom prst="rect">
            <a:avLst/>
          </a:prstGeom>
          <a:noFill/>
          <a:ln>
            <a:noFill/>
          </a:ln>
        </p:spPr>
      </p:pic>
      <p:sp>
        <p:nvSpPr>
          <p:cNvPr id="485" name="Google Shape;485;g2ff6f630c79_0_143"/>
          <p:cNvSpPr txBox="1"/>
          <p:nvPr/>
        </p:nvSpPr>
        <p:spPr>
          <a:xfrm>
            <a:off x="5947028" y="2993802"/>
            <a:ext cx="18771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Courtesy of Benjamin Sapp</a:t>
            </a:r>
            <a:endParaRPr sz="1200">
              <a:solidFill>
                <a:schemeClr val="dk1"/>
              </a:solidFill>
              <a:latin typeface="Arial"/>
              <a:ea typeface="Arial"/>
              <a:cs typeface="Arial"/>
              <a:sym typeface="Arial"/>
            </a:endParaRPr>
          </a:p>
        </p:txBody>
      </p:sp>
      <p:sp>
        <p:nvSpPr>
          <p:cNvPr id="486" name="Google Shape;486;g2ff6f630c79_0_143"/>
          <p:cNvSpPr txBox="1"/>
          <p:nvPr/>
        </p:nvSpPr>
        <p:spPr>
          <a:xfrm>
            <a:off x="2298573" y="801814"/>
            <a:ext cx="4270500" cy="3366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1050">
                <a:solidFill>
                  <a:schemeClr val="dk1"/>
                </a:solidFill>
                <a:latin typeface="Arial"/>
                <a:ea typeface="Arial"/>
                <a:cs typeface="Arial"/>
                <a:sym typeface="Arial"/>
              </a:rPr>
              <a:t>Cascaded Models for Articulated Pose Estimation, B Sapp, A Toshev, B  Taskar, Computer Vision–ECCV 2010, 406-420</a:t>
            </a:r>
            <a:endParaRPr sz="1050">
              <a:solidFill>
                <a:schemeClr val="dk1"/>
              </a:solidFill>
              <a:latin typeface="Arial"/>
              <a:ea typeface="Arial"/>
              <a:cs typeface="Arial"/>
              <a:sym typeface="Arial"/>
            </a:endParaRPr>
          </a:p>
        </p:txBody>
      </p:sp>
      <p:sp>
        <p:nvSpPr>
          <p:cNvPr id="487" name="Google Shape;487;g2ff6f630c79_0_143"/>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491"/>
        <p:cNvGrpSpPr/>
        <p:nvPr/>
      </p:nvGrpSpPr>
      <p:grpSpPr>
        <a:xfrm>
          <a:off x="0" y="0"/>
          <a:ext cx="0" cy="0"/>
          <a:chOff x="0" y="0"/>
          <a:chExt cx="0" cy="0"/>
        </a:xfrm>
      </p:grpSpPr>
      <p:pic>
        <p:nvPicPr>
          <p:cNvPr id="492" name="Google Shape;492;g2ff6f630c79_0_153"/>
          <p:cNvPicPr preferRelativeResize="0"/>
          <p:nvPr/>
        </p:nvPicPr>
        <p:blipFill rotWithShape="1">
          <a:blip r:embed="rId3">
            <a:alphaModFix/>
          </a:blip>
          <a:srcRect/>
          <a:stretch/>
        </p:blipFill>
        <p:spPr>
          <a:xfrm>
            <a:off x="1586483" y="1082420"/>
            <a:ext cx="4478274" cy="2978658"/>
          </a:xfrm>
          <a:prstGeom prst="rect">
            <a:avLst/>
          </a:prstGeom>
          <a:noFill/>
          <a:ln>
            <a:noFill/>
          </a:ln>
        </p:spPr>
      </p:pic>
      <p:sp>
        <p:nvSpPr>
          <p:cNvPr id="493" name="Google Shape;493;g2ff6f630c79_0_153"/>
          <p:cNvSpPr txBox="1"/>
          <p:nvPr/>
        </p:nvSpPr>
        <p:spPr>
          <a:xfrm>
            <a:off x="688340" y="4467834"/>
            <a:ext cx="7782000" cy="4437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400">
                <a:solidFill>
                  <a:schemeClr val="dk1"/>
                </a:solidFill>
                <a:latin typeface="Arial"/>
                <a:ea typeface="Arial"/>
                <a:cs typeface="Arial"/>
                <a:sym typeface="Arial"/>
              </a:rPr>
              <a:t>Juan Carlos Niebles, Hongcheng Wang and Li Fei-Fei, </a:t>
            </a:r>
            <a:r>
              <a:rPr lang="en-US" sz="1400" b="1">
                <a:solidFill>
                  <a:schemeClr val="dk1"/>
                </a:solidFill>
                <a:latin typeface="Arial"/>
                <a:ea typeface="Arial"/>
                <a:cs typeface="Arial"/>
                <a:sym typeface="Arial"/>
              </a:rPr>
              <a:t>Unsupervised Learning of Human Action  Categories Using Spatial-Temporal Words</a:t>
            </a:r>
            <a:r>
              <a:rPr lang="en-US" sz="1400">
                <a:solidFill>
                  <a:schemeClr val="dk1"/>
                </a:solidFill>
                <a:latin typeface="Arial"/>
                <a:ea typeface="Arial"/>
                <a:cs typeface="Arial"/>
                <a:sym typeface="Arial"/>
              </a:rPr>
              <a:t>, </a:t>
            </a:r>
            <a:r>
              <a:rPr lang="en-US" sz="1400" i="1">
                <a:solidFill>
                  <a:schemeClr val="dk1"/>
                </a:solidFill>
                <a:latin typeface="Arial"/>
                <a:ea typeface="Arial"/>
                <a:cs typeface="Arial"/>
                <a:sym typeface="Arial"/>
              </a:rPr>
              <a:t>(</a:t>
            </a:r>
            <a:r>
              <a:rPr lang="en-US" sz="1400" b="1" i="1" u="sng">
                <a:solidFill>
                  <a:srgbClr val="009999"/>
                </a:solidFill>
                <a:latin typeface="Arial"/>
                <a:ea typeface="Arial"/>
                <a:cs typeface="Arial"/>
                <a:sym typeface="Arial"/>
                <a:hlinkClick r:id="rId4">
                  <a:extLst>
                    <a:ext uri="{A12FA001-AC4F-418D-AE19-62706E023703}">
                      <ahyp:hlinkClr xmlns:ahyp="http://schemas.microsoft.com/office/drawing/2018/hyperlinkcolor" val="tx"/>
                    </a:ext>
                  </a:extLst>
                </a:hlinkClick>
              </a:rPr>
              <a:t>BMVC</a:t>
            </a:r>
            <a:r>
              <a:rPr lang="en-US" sz="1400" i="1">
                <a:solidFill>
                  <a:schemeClr val="dk1"/>
                </a:solidFill>
                <a:latin typeface="Arial"/>
                <a:ea typeface="Arial"/>
                <a:cs typeface="Arial"/>
                <a:sym typeface="Arial"/>
              </a:rPr>
              <a:t>)</a:t>
            </a:r>
            <a:r>
              <a:rPr lang="en-US" sz="1400">
                <a:solidFill>
                  <a:schemeClr val="dk1"/>
                </a:solidFill>
                <a:latin typeface="Arial"/>
                <a:ea typeface="Arial"/>
                <a:cs typeface="Arial"/>
                <a:sym typeface="Arial"/>
              </a:rPr>
              <a:t>, Edinburgh, 2006.</a:t>
            </a:r>
            <a:endParaRPr sz="1400">
              <a:solidFill>
                <a:schemeClr val="dk1"/>
              </a:solidFill>
              <a:latin typeface="Arial"/>
              <a:ea typeface="Arial"/>
              <a:cs typeface="Arial"/>
              <a:sym typeface="Arial"/>
            </a:endParaRPr>
          </a:p>
        </p:txBody>
      </p:sp>
      <p:sp>
        <p:nvSpPr>
          <p:cNvPr id="494" name="Google Shape;494;g2ff6f630c79_0_153"/>
          <p:cNvSpPr txBox="1">
            <a:spLocks noGrp="1"/>
          </p:cNvSpPr>
          <p:nvPr>
            <p:ph type="title" idx="4294967295"/>
          </p:nvPr>
        </p:nvSpPr>
        <p:spPr>
          <a:xfrm>
            <a:off x="255550" y="122225"/>
            <a:ext cx="8520600" cy="56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t>Recognizing events and activities</a:t>
            </a:r>
            <a:endParaRPr sz="3600"/>
          </a:p>
        </p:txBody>
      </p:sp>
      <p:sp>
        <p:nvSpPr>
          <p:cNvPr id="495" name="Google Shape;495;g2ff6f630c79_0_153"/>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499"/>
        <p:cNvGrpSpPr/>
        <p:nvPr/>
      </p:nvGrpSpPr>
      <p:grpSpPr>
        <a:xfrm>
          <a:off x="0" y="0"/>
          <a:ext cx="0" cy="0"/>
          <a:chOff x="0" y="0"/>
          <a:chExt cx="0" cy="0"/>
        </a:xfrm>
      </p:grpSpPr>
      <p:pic>
        <p:nvPicPr>
          <p:cNvPr id="500" name="Google Shape;500;g2ff6f630c79_0_159"/>
          <p:cNvPicPr preferRelativeResize="0"/>
          <p:nvPr/>
        </p:nvPicPr>
        <p:blipFill rotWithShape="1">
          <a:blip r:embed="rId3">
            <a:alphaModFix/>
          </a:blip>
          <a:srcRect/>
          <a:stretch/>
        </p:blipFill>
        <p:spPr>
          <a:xfrm>
            <a:off x="4457700" y="1037843"/>
            <a:ext cx="3355848" cy="1538477"/>
          </a:xfrm>
          <a:prstGeom prst="rect">
            <a:avLst/>
          </a:prstGeom>
          <a:noFill/>
          <a:ln>
            <a:noFill/>
          </a:ln>
        </p:spPr>
      </p:pic>
      <p:pic>
        <p:nvPicPr>
          <p:cNvPr id="501" name="Google Shape;501;g2ff6f630c79_0_159"/>
          <p:cNvPicPr preferRelativeResize="0"/>
          <p:nvPr/>
        </p:nvPicPr>
        <p:blipFill rotWithShape="1">
          <a:blip r:embed="rId4">
            <a:alphaModFix/>
          </a:blip>
          <a:srcRect/>
          <a:stretch/>
        </p:blipFill>
        <p:spPr>
          <a:xfrm>
            <a:off x="762000" y="1037843"/>
            <a:ext cx="3525012" cy="1543050"/>
          </a:xfrm>
          <a:prstGeom prst="rect">
            <a:avLst/>
          </a:prstGeom>
          <a:noFill/>
          <a:ln>
            <a:noFill/>
          </a:ln>
        </p:spPr>
      </p:pic>
      <p:pic>
        <p:nvPicPr>
          <p:cNvPr id="502" name="Google Shape;502;g2ff6f630c79_0_159"/>
          <p:cNvPicPr preferRelativeResize="0"/>
          <p:nvPr/>
        </p:nvPicPr>
        <p:blipFill rotWithShape="1">
          <a:blip r:embed="rId5">
            <a:alphaModFix/>
          </a:blip>
          <a:srcRect/>
          <a:stretch/>
        </p:blipFill>
        <p:spPr>
          <a:xfrm>
            <a:off x="749808" y="2752343"/>
            <a:ext cx="3521964" cy="1540764"/>
          </a:xfrm>
          <a:prstGeom prst="rect">
            <a:avLst/>
          </a:prstGeom>
          <a:noFill/>
          <a:ln>
            <a:noFill/>
          </a:ln>
        </p:spPr>
      </p:pic>
      <p:sp>
        <p:nvSpPr>
          <p:cNvPr id="503" name="Google Shape;503;g2ff6f630c79_0_159"/>
          <p:cNvSpPr txBox="1"/>
          <p:nvPr/>
        </p:nvSpPr>
        <p:spPr>
          <a:xfrm>
            <a:off x="5025009" y="4554931"/>
            <a:ext cx="3721800" cy="5670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X: Crossing, S: Waiting, Q: Queuing,  W: Walking, T: Talking, D: Dancing</a:t>
            </a:r>
            <a:endParaRPr sz="1800">
              <a:solidFill>
                <a:schemeClr val="dk1"/>
              </a:solidFill>
              <a:latin typeface="Arial"/>
              <a:ea typeface="Arial"/>
              <a:cs typeface="Arial"/>
              <a:sym typeface="Arial"/>
            </a:endParaRPr>
          </a:p>
        </p:txBody>
      </p:sp>
      <p:sp>
        <p:nvSpPr>
          <p:cNvPr id="504" name="Google Shape;504;g2ff6f630c79_0_159"/>
          <p:cNvSpPr txBox="1"/>
          <p:nvPr/>
        </p:nvSpPr>
        <p:spPr>
          <a:xfrm>
            <a:off x="9012428" y="4839081"/>
            <a:ext cx="1245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a:solidFill>
                  <a:srgbClr val="888888"/>
                </a:solidFill>
                <a:latin typeface="Arial"/>
                <a:ea typeface="Arial"/>
                <a:cs typeface="Arial"/>
                <a:sym typeface="Arial"/>
              </a:rPr>
              <a:t>1</a:t>
            </a:r>
            <a:endParaRPr sz="1400">
              <a:solidFill>
                <a:schemeClr val="dk1"/>
              </a:solidFill>
              <a:latin typeface="Arial"/>
              <a:ea typeface="Arial"/>
              <a:cs typeface="Arial"/>
              <a:sym typeface="Arial"/>
            </a:endParaRPr>
          </a:p>
        </p:txBody>
      </p:sp>
      <p:pic>
        <p:nvPicPr>
          <p:cNvPr id="505" name="Google Shape;505;g2ff6f630c79_0_159"/>
          <p:cNvPicPr preferRelativeResize="0"/>
          <p:nvPr/>
        </p:nvPicPr>
        <p:blipFill rotWithShape="1">
          <a:blip r:embed="rId6">
            <a:alphaModFix/>
          </a:blip>
          <a:srcRect/>
          <a:stretch/>
        </p:blipFill>
        <p:spPr>
          <a:xfrm>
            <a:off x="4457700" y="2752343"/>
            <a:ext cx="3355848" cy="1544193"/>
          </a:xfrm>
          <a:prstGeom prst="rect">
            <a:avLst/>
          </a:prstGeom>
          <a:noFill/>
          <a:ln>
            <a:noFill/>
          </a:ln>
        </p:spPr>
      </p:pic>
      <p:sp>
        <p:nvSpPr>
          <p:cNvPr id="506" name="Google Shape;506;g2ff6f630c79_0_159"/>
          <p:cNvSpPr txBox="1"/>
          <p:nvPr/>
        </p:nvSpPr>
        <p:spPr>
          <a:xfrm>
            <a:off x="379577" y="4586706"/>
            <a:ext cx="1929900" cy="3516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100">
                <a:solidFill>
                  <a:schemeClr val="dk1"/>
                </a:solidFill>
                <a:latin typeface="Arial"/>
                <a:ea typeface="Arial"/>
                <a:cs typeface="Arial"/>
                <a:sym typeface="Arial"/>
              </a:rPr>
              <a:t>Choi &amp; Savarese, CVPR 11  Choi &amp; Savarese, ECCV 2012</a:t>
            </a:r>
            <a:endParaRPr sz="1100">
              <a:solidFill>
                <a:schemeClr val="dk1"/>
              </a:solidFill>
              <a:latin typeface="Arial"/>
              <a:ea typeface="Arial"/>
              <a:cs typeface="Arial"/>
              <a:sym typeface="Arial"/>
            </a:endParaRPr>
          </a:p>
        </p:txBody>
      </p:sp>
      <p:sp>
        <p:nvSpPr>
          <p:cNvPr id="507" name="Google Shape;507;g2ff6f630c79_0_159"/>
          <p:cNvSpPr txBox="1"/>
          <p:nvPr/>
        </p:nvSpPr>
        <p:spPr>
          <a:xfrm>
            <a:off x="1526286" y="488156"/>
            <a:ext cx="5656500" cy="321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Crossing – Talking – Queuing – Dancing – jogging</a:t>
            </a:r>
            <a:endParaRPr sz="2000">
              <a:solidFill>
                <a:schemeClr val="dk1"/>
              </a:solidFill>
              <a:latin typeface="Arial"/>
              <a:ea typeface="Arial"/>
              <a:cs typeface="Arial"/>
              <a:sym typeface="Arial"/>
            </a:endParaRPr>
          </a:p>
        </p:txBody>
      </p:sp>
      <p:sp>
        <p:nvSpPr>
          <p:cNvPr id="508" name="Google Shape;508;g2ff6f630c79_0_159"/>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a:t>Recognizing group activities</a:t>
            </a:r>
            <a:endParaRPr sz="2800"/>
          </a:p>
        </p:txBody>
      </p:sp>
      <p:sp>
        <p:nvSpPr>
          <p:cNvPr id="509" name="Google Shape;509;g2ff6f630c79_0_15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513"/>
        <p:cNvGrpSpPr/>
        <p:nvPr/>
      </p:nvGrpSpPr>
      <p:grpSpPr>
        <a:xfrm>
          <a:off x="0" y="0"/>
          <a:ext cx="0" cy="0"/>
          <a:chOff x="0" y="0"/>
          <a:chExt cx="0" cy="0"/>
        </a:xfrm>
      </p:grpSpPr>
      <p:sp>
        <p:nvSpPr>
          <p:cNvPr id="514" name="Google Shape;514;g2ff6f630c79_0_171"/>
          <p:cNvSpPr txBox="1">
            <a:spLocks noGrp="1"/>
          </p:cNvSpPr>
          <p:nvPr>
            <p:ph type="title" idx="4294967295"/>
          </p:nvPr>
        </p:nvSpPr>
        <p:spPr>
          <a:xfrm>
            <a:off x="255550" y="122225"/>
            <a:ext cx="8520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Motion estimation techniques</a:t>
            </a:r>
            <a:endParaRPr sz="4400"/>
          </a:p>
        </p:txBody>
      </p:sp>
      <p:sp>
        <p:nvSpPr>
          <p:cNvPr id="515" name="Google Shape;515;g2ff6f630c79_0_171"/>
          <p:cNvSpPr txBox="1"/>
          <p:nvPr/>
        </p:nvSpPr>
        <p:spPr>
          <a:xfrm>
            <a:off x="307340" y="1094677"/>
            <a:ext cx="7206000" cy="3027900"/>
          </a:xfrm>
          <a:prstGeom prst="rect">
            <a:avLst/>
          </a:prstGeom>
          <a:noFill/>
          <a:ln>
            <a:noFill/>
          </a:ln>
        </p:spPr>
        <p:txBody>
          <a:bodyPr spcFirstLastPara="1" wrap="square" lIns="0" tIns="100325" rIns="0" bIns="0" anchor="t" anchorCtr="0">
            <a:spAutoFit/>
          </a:bodyPr>
          <a:lstStyle/>
          <a:p>
            <a:pPr marL="355600" marR="0" lvl="0" indent="-342900" algn="l" rtl="0">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Optical flow</a:t>
            </a:r>
            <a:endParaRPr sz="2800">
              <a:solidFill>
                <a:schemeClr val="dk1"/>
              </a:solidFill>
              <a:latin typeface="Arial"/>
              <a:ea typeface="Arial"/>
              <a:cs typeface="Arial"/>
              <a:sym typeface="Arial"/>
            </a:endParaRPr>
          </a:p>
          <a:p>
            <a:pPr marL="756285" marR="5080" lvl="1" indent="-287019" algn="l" rtl="0">
              <a:lnSpc>
                <a:spcPct val="100000"/>
              </a:lnSpc>
              <a:spcBef>
                <a:spcPts val="505"/>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Recover image motion at each pixel from spatio-temporal  image brightness variations (optical flow)</a:t>
            </a:r>
            <a:endParaRPr sz="20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Arial"/>
              <a:ea typeface="Arial"/>
              <a:cs typeface="Arial"/>
              <a:sym typeface="Arial"/>
            </a:endParaRPr>
          </a:p>
          <a:p>
            <a:pPr marL="457200" marR="0" lvl="1" indent="0" algn="l" rtl="0">
              <a:lnSpc>
                <a:spcPct val="100000"/>
              </a:lnSpc>
              <a:spcBef>
                <a:spcPts val="25"/>
              </a:spcBef>
              <a:spcAft>
                <a:spcPts val="0"/>
              </a:spcAft>
              <a:buClr>
                <a:schemeClr val="dk1"/>
              </a:buClr>
              <a:buSzPts val="2350"/>
              <a:buFont typeface="Arial"/>
              <a:buNone/>
            </a:pPr>
            <a:endParaRPr sz="2350" b="0" i="0" u="none" strike="noStrike" cap="none">
              <a:solidFill>
                <a:schemeClr val="dk1"/>
              </a:solidFill>
              <a:latin typeface="Arial"/>
              <a:ea typeface="Arial"/>
              <a:cs typeface="Arial"/>
              <a:sym typeface="Arial"/>
            </a:endParaRPr>
          </a:p>
          <a:p>
            <a:pPr marL="355600" marR="0" lvl="0" indent="-342900" algn="l" rtl="0">
              <a:lnSpc>
                <a:spcPct val="100000"/>
              </a:lnSpc>
              <a:spcBef>
                <a:spcPts val="5"/>
              </a:spcBef>
              <a:spcAft>
                <a:spcPts val="0"/>
              </a:spcAft>
              <a:buClr>
                <a:schemeClr val="dk1"/>
              </a:buClr>
              <a:buSzPts val="2800"/>
              <a:buFont typeface="Arial"/>
              <a:buChar char="•"/>
            </a:pPr>
            <a:r>
              <a:rPr lang="en-US" sz="2800">
                <a:solidFill>
                  <a:schemeClr val="dk1"/>
                </a:solidFill>
                <a:latin typeface="Arial"/>
                <a:ea typeface="Arial"/>
                <a:cs typeface="Arial"/>
                <a:sym typeface="Arial"/>
              </a:rPr>
              <a:t>Feature-tracking</a:t>
            </a:r>
            <a:endParaRPr sz="2800">
              <a:solidFill>
                <a:schemeClr val="dk1"/>
              </a:solidFill>
              <a:latin typeface="Arial"/>
              <a:ea typeface="Arial"/>
              <a:cs typeface="Arial"/>
              <a:sym typeface="Arial"/>
            </a:endParaRPr>
          </a:p>
          <a:p>
            <a:pPr marL="756285" marR="607695" lvl="1" indent="-287019" algn="l"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Extract visual features (corners, textured areas) and  “track” them over multiple frames</a:t>
            </a:r>
            <a:endParaRPr sz="2000" b="0" i="0" u="none" strike="noStrike" cap="none">
              <a:solidFill>
                <a:schemeClr val="dk1"/>
              </a:solidFill>
              <a:latin typeface="Arial"/>
              <a:ea typeface="Arial"/>
              <a:cs typeface="Arial"/>
              <a:sym typeface="Arial"/>
            </a:endParaRPr>
          </a:p>
        </p:txBody>
      </p:sp>
      <p:sp>
        <p:nvSpPr>
          <p:cNvPr id="516" name="Google Shape;516;g2ff6f630c79_0_17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520"/>
        <p:cNvGrpSpPr/>
        <p:nvPr/>
      </p:nvGrpSpPr>
      <p:grpSpPr>
        <a:xfrm>
          <a:off x="0" y="0"/>
          <a:ext cx="0" cy="0"/>
          <a:chOff x="0" y="0"/>
          <a:chExt cx="0" cy="0"/>
        </a:xfrm>
      </p:grpSpPr>
      <p:sp>
        <p:nvSpPr>
          <p:cNvPr id="521" name="Google Shape;521;g2ff6f630c79_0_177"/>
          <p:cNvSpPr txBox="1"/>
          <p:nvPr/>
        </p:nvSpPr>
        <p:spPr>
          <a:xfrm>
            <a:off x="2974975" y="134969"/>
            <a:ext cx="2649300" cy="6279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4000">
                <a:solidFill>
                  <a:schemeClr val="dk1"/>
                </a:solidFill>
                <a:latin typeface="Arial"/>
                <a:ea typeface="Arial"/>
                <a:cs typeface="Arial"/>
                <a:sym typeface="Arial"/>
              </a:rPr>
              <a:t>Optical flow</a:t>
            </a:r>
            <a:endParaRPr sz="4000">
              <a:solidFill>
                <a:schemeClr val="dk1"/>
              </a:solidFill>
              <a:latin typeface="Arial"/>
              <a:ea typeface="Arial"/>
              <a:cs typeface="Arial"/>
              <a:sym typeface="Arial"/>
            </a:endParaRPr>
          </a:p>
        </p:txBody>
      </p:sp>
      <p:sp>
        <p:nvSpPr>
          <p:cNvPr id="522" name="Google Shape;522;g2ff6f630c79_0_177"/>
          <p:cNvSpPr txBox="1"/>
          <p:nvPr/>
        </p:nvSpPr>
        <p:spPr>
          <a:xfrm>
            <a:off x="993444" y="780288"/>
            <a:ext cx="7136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Vector field function of the spatio-temporal image brightness variations</a:t>
            </a:r>
            <a:endParaRPr sz="1800">
              <a:solidFill>
                <a:schemeClr val="dk1"/>
              </a:solidFill>
              <a:latin typeface="Arial"/>
              <a:ea typeface="Arial"/>
              <a:cs typeface="Arial"/>
              <a:sym typeface="Arial"/>
            </a:endParaRPr>
          </a:p>
        </p:txBody>
      </p:sp>
      <p:pic>
        <p:nvPicPr>
          <p:cNvPr id="523" name="Google Shape;523;g2ff6f630c79_0_177"/>
          <p:cNvPicPr preferRelativeResize="0"/>
          <p:nvPr/>
        </p:nvPicPr>
        <p:blipFill rotWithShape="1">
          <a:blip r:embed="rId3">
            <a:alphaModFix/>
          </a:blip>
          <a:srcRect/>
          <a:stretch/>
        </p:blipFill>
        <p:spPr>
          <a:xfrm>
            <a:off x="682751" y="1205864"/>
            <a:ext cx="7261858" cy="3232404"/>
          </a:xfrm>
          <a:prstGeom prst="rect">
            <a:avLst/>
          </a:prstGeom>
          <a:noFill/>
          <a:ln>
            <a:noFill/>
          </a:ln>
        </p:spPr>
      </p:pic>
      <p:sp>
        <p:nvSpPr>
          <p:cNvPr id="524" name="Google Shape;524;g2ff6f630c79_0_177"/>
          <p:cNvSpPr txBox="1"/>
          <p:nvPr/>
        </p:nvSpPr>
        <p:spPr>
          <a:xfrm>
            <a:off x="1069644" y="4595393"/>
            <a:ext cx="58053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Picture courtesy of Selim Temizer - Learning and Intelligent Systems (LIS) Group, MIT</a:t>
            </a:r>
            <a:endParaRPr sz="1200">
              <a:solidFill>
                <a:schemeClr val="dk1"/>
              </a:solidFill>
              <a:latin typeface="Arial"/>
              <a:ea typeface="Arial"/>
              <a:cs typeface="Arial"/>
              <a:sym typeface="Arial"/>
            </a:endParaRPr>
          </a:p>
        </p:txBody>
      </p:sp>
      <p:sp>
        <p:nvSpPr>
          <p:cNvPr id="525" name="Google Shape;525;g2ff6f630c79_0_177"/>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529"/>
        <p:cNvGrpSpPr/>
        <p:nvPr/>
      </p:nvGrpSpPr>
      <p:grpSpPr>
        <a:xfrm>
          <a:off x="0" y="0"/>
          <a:ext cx="0" cy="0"/>
          <a:chOff x="0" y="0"/>
          <a:chExt cx="0" cy="0"/>
        </a:xfrm>
      </p:grpSpPr>
      <p:sp>
        <p:nvSpPr>
          <p:cNvPr id="530" name="Google Shape;530;g2ff6f630c79_0_184"/>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Optical flow</a:t>
            </a:r>
            <a:endParaRPr/>
          </a:p>
        </p:txBody>
      </p:sp>
      <p:sp>
        <p:nvSpPr>
          <p:cNvPr id="531" name="Google Shape;531;g2ff6f630c79_0_184"/>
          <p:cNvSpPr txBox="1"/>
          <p:nvPr/>
        </p:nvSpPr>
        <p:spPr>
          <a:xfrm>
            <a:off x="993444" y="780288"/>
            <a:ext cx="7136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Vector field function of the spatio-temporal image brightness variations</a:t>
            </a:r>
            <a:endParaRPr sz="1800">
              <a:solidFill>
                <a:schemeClr val="dk1"/>
              </a:solidFill>
              <a:latin typeface="Arial"/>
              <a:ea typeface="Arial"/>
              <a:cs typeface="Arial"/>
              <a:sym typeface="Arial"/>
            </a:endParaRPr>
          </a:p>
        </p:txBody>
      </p:sp>
      <p:sp>
        <p:nvSpPr>
          <p:cNvPr id="532" name="Google Shape;532;g2ff6f630c79_0_184"/>
          <p:cNvSpPr txBox="1"/>
          <p:nvPr/>
        </p:nvSpPr>
        <p:spPr>
          <a:xfrm>
            <a:off x="1112316" y="4766157"/>
            <a:ext cx="48900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u="sng">
                <a:solidFill>
                  <a:srgbClr val="009999"/>
                </a:solidFill>
                <a:latin typeface="Arial"/>
                <a:ea typeface="Arial"/>
                <a:cs typeface="Arial"/>
                <a:sym typeface="Arial"/>
                <a:hlinkClick r:id="rId3">
                  <a:extLst>
                    <a:ext uri="{A12FA001-AC4F-418D-AE19-62706E023703}">
                      <ahyp:hlinkClr xmlns:ahyp="http://schemas.microsoft.com/office/drawing/2018/hyperlinkcolor" val="tx"/>
                    </a:ext>
                  </a:extLst>
                </a:hlinkClick>
              </a:rPr>
              <a:t>http://www.youtube.com/watch?v=JlLkkom6tWw</a:t>
            </a:r>
            <a:endParaRPr sz="1800">
              <a:solidFill>
                <a:schemeClr val="dk1"/>
              </a:solidFill>
              <a:latin typeface="Arial"/>
              <a:ea typeface="Arial"/>
              <a:cs typeface="Arial"/>
              <a:sym typeface="Arial"/>
            </a:endParaRPr>
          </a:p>
        </p:txBody>
      </p:sp>
      <p:pic>
        <p:nvPicPr>
          <p:cNvPr id="533" name="Google Shape;533;g2ff6f630c79_0_184" descr="Computing motion of objects in the capture video image. The motion vector (optical flow) is drawn at each grid point (default: 10 pixels grid). You can hit a ball in the video by moving yourself. The programming is very simple. I made this for learning java language and video handling. The source code is found at http://www.openprocessing.org/visuals/?visualID=10435" title="Optical Flow">
            <a:hlinkClick r:id="rId3"/>
          </p:cNvPr>
          <p:cNvPicPr preferRelativeResize="0"/>
          <p:nvPr/>
        </p:nvPicPr>
        <p:blipFill>
          <a:blip r:embed="rId4">
            <a:alphaModFix/>
          </a:blip>
          <a:stretch>
            <a:fillRect/>
          </a:stretch>
        </p:blipFill>
        <p:spPr>
          <a:xfrm>
            <a:off x="1624704" y="1285051"/>
            <a:ext cx="6570755" cy="3696050"/>
          </a:xfrm>
          <a:prstGeom prst="rect">
            <a:avLst/>
          </a:prstGeom>
          <a:noFill/>
          <a:ln>
            <a:noFill/>
          </a:ln>
        </p:spPr>
      </p:pic>
      <p:sp>
        <p:nvSpPr>
          <p:cNvPr id="534" name="Google Shape;534;g2ff6f630c79_0_184"/>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10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539"/>
        <p:cNvGrpSpPr/>
        <p:nvPr/>
      </p:nvGrpSpPr>
      <p:grpSpPr>
        <a:xfrm>
          <a:off x="0" y="0"/>
          <a:ext cx="0" cy="0"/>
          <a:chOff x="0" y="0"/>
          <a:chExt cx="0" cy="0"/>
        </a:xfrm>
      </p:grpSpPr>
      <p:sp>
        <p:nvSpPr>
          <p:cNvPr id="540" name="Google Shape;540;g2ff6f630c79_0_191"/>
          <p:cNvSpPr txBox="1">
            <a:spLocks noGrp="1"/>
          </p:cNvSpPr>
          <p:nvPr>
            <p:ph type="title" idx="4294967295"/>
          </p:nvPr>
        </p:nvSpPr>
        <p:spPr>
          <a:xfrm>
            <a:off x="255550" y="122225"/>
            <a:ext cx="8520600" cy="7203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600"/>
              <a:t>Optical flow</a:t>
            </a:r>
            <a:endParaRPr sz="4600"/>
          </a:p>
        </p:txBody>
      </p:sp>
      <p:sp>
        <p:nvSpPr>
          <p:cNvPr id="541" name="Google Shape;541;g2ff6f630c79_0_191"/>
          <p:cNvSpPr txBox="1"/>
          <p:nvPr/>
        </p:nvSpPr>
        <p:spPr>
          <a:xfrm>
            <a:off x="764540" y="1161097"/>
            <a:ext cx="7489200" cy="1764300"/>
          </a:xfrm>
          <a:prstGeom prst="rect">
            <a:avLst/>
          </a:prstGeom>
          <a:noFill/>
          <a:ln>
            <a:noFill/>
          </a:ln>
        </p:spPr>
        <p:txBody>
          <a:bodyPr spcFirstLastPara="1" wrap="square" lIns="0" tIns="12050" rIns="0" bIns="0" anchor="t" anchorCtr="0">
            <a:spAutoFit/>
          </a:bodyPr>
          <a:lstStyle/>
          <a:p>
            <a:pPr marL="355600" marR="5080" lvl="0" indent="-343535" algn="l" rtl="0">
              <a:lnSpc>
                <a:spcPct val="100000"/>
              </a:lnSpc>
              <a:spcBef>
                <a:spcPts val="0"/>
              </a:spcBef>
              <a:spcAft>
                <a:spcPts val="0"/>
              </a:spcAft>
              <a:buNone/>
            </a:pPr>
            <a:r>
              <a:rPr lang="en-US" sz="2000">
                <a:solidFill>
                  <a:schemeClr val="dk1"/>
                </a:solidFill>
                <a:latin typeface="Arial"/>
                <a:ea typeface="Arial"/>
                <a:cs typeface="Arial"/>
                <a:sym typeface="Arial"/>
              </a:rPr>
              <a:t>Definition: optical flow is the </a:t>
            </a:r>
            <a:r>
              <a:rPr lang="en-US" sz="2000" i="1">
                <a:solidFill>
                  <a:srgbClr val="CC3300"/>
                </a:solidFill>
                <a:latin typeface="Arial"/>
                <a:ea typeface="Arial"/>
                <a:cs typeface="Arial"/>
                <a:sym typeface="Arial"/>
              </a:rPr>
              <a:t>apparent </a:t>
            </a:r>
            <a:r>
              <a:rPr lang="en-US" sz="2000">
                <a:solidFill>
                  <a:schemeClr val="dk1"/>
                </a:solidFill>
                <a:latin typeface="Arial"/>
                <a:ea typeface="Arial"/>
                <a:cs typeface="Arial"/>
                <a:sym typeface="Arial"/>
              </a:rPr>
              <a:t>motion of  brightness patterns in the image</a:t>
            </a:r>
            <a:endParaRPr sz="2000">
              <a:solidFill>
                <a:schemeClr val="dk1"/>
              </a:solidFill>
              <a:latin typeface="Arial"/>
              <a:ea typeface="Arial"/>
              <a:cs typeface="Arial"/>
              <a:sym typeface="Arial"/>
            </a:endParaRPr>
          </a:p>
          <a:p>
            <a:pPr marL="355600" marR="90170" lvl="0" indent="-343535" algn="l" rtl="0">
              <a:lnSpc>
                <a:spcPct val="100000"/>
              </a:lnSpc>
              <a:spcBef>
                <a:spcPts val="2690"/>
              </a:spcBef>
              <a:spcAft>
                <a:spcPts val="0"/>
              </a:spcAft>
              <a:buNone/>
            </a:pPr>
            <a:r>
              <a:rPr lang="en-US" sz="2000" b="1">
                <a:solidFill>
                  <a:schemeClr val="dk1"/>
                </a:solidFill>
                <a:latin typeface="Arial"/>
                <a:ea typeface="Arial"/>
                <a:cs typeface="Arial"/>
                <a:sym typeface="Arial"/>
              </a:rPr>
              <a:t>GOAL: </a:t>
            </a:r>
            <a:r>
              <a:rPr lang="en-US" sz="2000">
                <a:solidFill>
                  <a:schemeClr val="dk1"/>
                </a:solidFill>
                <a:latin typeface="Arial"/>
                <a:ea typeface="Arial"/>
                <a:cs typeface="Arial"/>
                <a:sym typeface="Arial"/>
              </a:rPr>
              <a:t>Recover image motion at each pixel by  optical flow</a:t>
            </a:r>
            <a:endParaRPr sz="600"/>
          </a:p>
          <a:p>
            <a:pPr marL="0" marR="0" lvl="0" indent="0" algn="l" rtl="0">
              <a:lnSpc>
                <a:spcPct val="100000"/>
              </a:lnSpc>
              <a:spcBef>
                <a:spcPts val="50"/>
              </a:spcBef>
              <a:spcAft>
                <a:spcPts val="0"/>
              </a:spcAft>
              <a:buNone/>
            </a:pPr>
            <a:endParaRPr sz="3100">
              <a:solidFill>
                <a:schemeClr val="dk1"/>
              </a:solidFill>
              <a:latin typeface="Arial"/>
              <a:ea typeface="Arial"/>
              <a:cs typeface="Arial"/>
              <a:sym typeface="Arial"/>
            </a:endParaRPr>
          </a:p>
        </p:txBody>
      </p:sp>
      <p:pic>
        <p:nvPicPr>
          <p:cNvPr id="542" name="Google Shape;542;g2ff6f630c79_0_191"/>
          <p:cNvPicPr preferRelativeResize="0"/>
          <p:nvPr/>
        </p:nvPicPr>
        <p:blipFill rotWithShape="1">
          <a:blip r:embed="rId3">
            <a:alphaModFix/>
          </a:blip>
          <a:srcRect/>
          <a:stretch/>
        </p:blipFill>
        <p:spPr>
          <a:xfrm>
            <a:off x="1546446" y="2806960"/>
            <a:ext cx="4444033" cy="1807620"/>
          </a:xfrm>
          <a:prstGeom prst="rect">
            <a:avLst/>
          </a:prstGeom>
          <a:noFill/>
          <a:ln>
            <a:noFill/>
          </a:ln>
        </p:spPr>
      </p:pic>
      <p:sp>
        <p:nvSpPr>
          <p:cNvPr id="543" name="Google Shape;543;g2ff6f630c79_0_191"/>
          <p:cNvSpPr txBox="1"/>
          <p:nvPr/>
        </p:nvSpPr>
        <p:spPr>
          <a:xfrm>
            <a:off x="1546446" y="4614581"/>
            <a:ext cx="6051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Time t1 	          Time t2 	               Optical ﬂow</a:t>
            </a:r>
            <a:endParaRPr/>
          </a:p>
        </p:txBody>
      </p:sp>
      <p:sp>
        <p:nvSpPr>
          <p:cNvPr id="544" name="Google Shape;544;g2ff6f630c79_0_19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549"/>
        <p:cNvGrpSpPr/>
        <p:nvPr/>
      </p:nvGrpSpPr>
      <p:grpSpPr>
        <a:xfrm>
          <a:off x="0" y="0"/>
          <a:ext cx="0" cy="0"/>
          <a:chOff x="0" y="0"/>
          <a:chExt cx="0" cy="0"/>
        </a:xfrm>
      </p:grpSpPr>
      <p:sp>
        <p:nvSpPr>
          <p:cNvPr id="550" name="Google Shape;550;g2ff6f630c79_0_199"/>
          <p:cNvSpPr txBox="1">
            <a:spLocks noGrp="1"/>
          </p:cNvSpPr>
          <p:nvPr>
            <p:ph type="title" idx="4294967295"/>
          </p:nvPr>
        </p:nvSpPr>
        <p:spPr>
          <a:xfrm>
            <a:off x="255550" y="122225"/>
            <a:ext cx="8520600" cy="7203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600"/>
              <a:t>Optical flow</a:t>
            </a:r>
            <a:endParaRPr sz="4600"/>
          </a:p>
        </p:txBody>
      </p:sp>
      <p:sp>
        <p:nvSpPr>
          <p:cNvPr id="551" name="Google Shape;551;g2ff6f630c79_0_199"/>
          <p:cNvSpPr txBox="1"/>
          <p:nvPr/>
        </p:nvSpPr>
        <p:spPr>
          <a:xfrm>
            <a:off x="764540" y="1161097"/>
            <a:ext cx="7489200" cy="2103000"/>
          </a:xfrm>
          <a:prstGeom prst="rect">
            <a:avLst/>
          </a:prstGeom>
          <a:noFill/>
          <a:ln>
            <a:noFill/>
          </a:ln>
        </p:spPr>
        <p:txBody>
          <a:bodyPr spcFirstLastPara="1" wrap="square" lIns="0" tIns="12050" rIns="0" bIns="0" anchor="t" anchorCtr="0">
            <a:spAutoFit/>
          </a:bodyPr>
          <a:lstStyle/>
          <a:p>
            <a:pPr marL="355600" marR="5080" lvl="0" indent="-343535" algn="l" rtl="0">
              <a:lnSpc>
                <a:spcPct val="100000"/>
              </a:lnSpc>
              <a:spcBef>
                <a:spcPts val="0"/>
              </a:spcBef>
              <a:spcAft>
                <a:spcPts val="0"/>
              </a:spcAft>
              <a:buNone/>
            </a:pPr>
            <a:r>
              <a:rPr lang="en-US" sz="2200">
                <a:solidFill>
                  <a:schemeClr val="dk1"/>
                </a:solidFill>
                <a:latin typeface="Arial"/>
                <a:ea typeface="Arial"/>
                <a:cs typeface="Arial"/>
                <a:sym typeface="Arial"/>
              </a:rPr>
              <a:t>Definition: optical flow is the </a:t>
            </a:r>
            <a:r>
              <a:rPr lang="en-US" sz="2200" i="1">
                <a:solidFill>
                  <a:srgbClr val="CC3300"/>
                </a:solidFill>
                <a:latin typeface="Arial"/>
                <a:ea typeface="Arial"/>
                <a:cs typeface="Arial"/>
                <a:sym typeface="Arial"/>
              </a:rPr>
              <a:t>apparent </a:t>
            </a:r>
            <a:r>
              <a:rPr lang="en-US" sz="2200">
                <a:solidFill>
                  <a:schemeClr val="dk1"/>
                </a:solidFill>
                <a:latin typeface="Arial"/>
                <a:ea typeface="Arial"/>
                <a:cs typeface="Arial"/>
                <a:sym typeface="Arial"/>
              </a:rPr>
              <a:t>motion of  brightness patterns in the image</a:t>
            </a:r>
            <a:endParaRPr sz="2200">
              <a:solidFill>
                <a:schemeClr val="dk1"/>
              </a:solidFill>
              <a:latin typeface="Arial"/>
              <a:ea typeface="Arial"/>
              <a:cs typeface="Arial"/>
              <a:sym typeface="Arial"/>
            </a:endParaRPr>
          </a:p>
          <a:p>
            <a:pPr marL="355600" marR="90170" lvl="0" indent="-343535" algn="l" rtl="0">
              <a:lnSpc>
                <a:spcPct val="100000"/>
              </a:lnSpc>
              <a:spcBef>
                <a:spcPts val="2690"/>
              </a:spcBef>
              <a:spcAft>
                <a:spcPts val="0"/>
              </a:spcAft>
              <a:buNone/>
            </a:pPr>
            <a:r>
              <a:rPr lang="en-US" sz="2200" b="1">
                <a:solidFill>
                  <a:schemeClr val="dk1"/>
                </a:solidFill>
                <a:latin typeface="Arial"/>
                <a:ea typeface="Arial"/>
                <a:cs typeface="Arial"/>
                <a:sym typeface="Arial"/>
              </a:rPr>
              <a:t>GOAL: </a:t>
            </a:r>
            <a:r>
              <a:rPr lang="en-US" sz="2200">
                <a:solidFill>
                  <a:schemeClr val="dk1"/>
                </a:solidFill>
                <a:latin typeface="Arial"/>
                <a:ea typeface="Arial"/>
                <a:cs typeface="Arial"/>
                <a:sym typeface="Arial"/>
              </a:rPr>
              <a:t>Recover image motion at each pixel by  optical flow</a:t>
            </a:r>
            <a:endParaRPr sz="2200">
              <a:solidFill>
                <a:schemeClr val="dk1"/>
              </a:solidFill>
              <a:latin typeface="Arial"/>
              <a:ea typeface="Arial"/>
              <a:cs typeface="Arial"/>
              <a:sym typeface="Arial"/>
            </a:endParaRPr>
          </a:p>
          <a:p>
            <a:pPr marL="0" marR="0" lvl="0" indent="0" algn="l" rtl="0">
              <a:lnSpc>
                <a:spcPct val="100000"/>
              </a:lnSpc>
              <a:spcBef>
                <a:spcPts val="50"/>
              </a:spcBef>
              <a:spcAft>
                <a:spcPts val="0"/>
              </a:spcAft>
              <a:buNone/>
            </a:pPr>
            <a:endParaRPr sz="3300">
              <a:solidFill>
                <a:schemeClr val="dk1"/>
              </a:solidFill>
              <a:latin typeface="Arial"/>
              <a:ea typeface="Arial"/>
              <a:cs typeface="Arial"/>
              <a:sym typeface="Arial"/>
            </a:endParaRPr>
          </a:p>
          <a:p>
            <a:pPr marL="355600" marR="109220" lvl="0" indent="-343535" algn="l" rtl="0">
              <a:lnSpc>
                <a:spcPct val="100000"/>
              </a:lnSpc>
              <a:spcBef>
                <a:spcPts val="0"/>
              </a:spcBef>
              <a:spcAft>
                <a:spcPts val="0"/>
              </a:spcAft>
              <a:buNone/>
            </a:pPr>
            <a:r>
              <a:rPr lang="en-US">
                <a:solidFill>
                  <a:schemeClr val="dk1"/>
                </a:solidFill>
                <a:latin typeface="Arial"/>
                <a:ea typeface="Arial"/>
                <a:cs typeface="Arial"/>
                <a:sym typeface="Arial"/>
              </a:rPr>
              <a:t>Note: apparent motion can be caused by lighting changes without  any actual motion</a:t>
            </a:r>
            <a:endParaRPr>
              <a:solidFill>
                <a:schemeClr val="dk1"/>
              </a:solidFill>
              <a:latin typeface="Arial"/>
              <a:ea typeface="Arial"/>
              <a:cs typeface="Arial"/>
              <a:sym typeface="Arial"/>
            </a:endParaRPr>
          </a:p>
        </p:txBody>
      </p:sp>
      <p:pic>
        <p:nvPicPr>
          <p:cNvPr id="552" name="Google Shape;552;g2ff6f630c79_0_199"/>
          <p:cNvPicPr preferRelativeResize="0"/>
          <p:nvPr/>
        </p:nvPicPr>
        <p:blipFill rotWithShape="1">
          <a:blip r:embed="rId3">
            <a:alphaModFix/>
          </a:blip>
          <a:srcRect/>
          <a:stretch/>
        </p:blipFill>
        <p:spPr>
          <a:xfrm>
            <a:off x="1524000" y="3663314"/>
            <a:ext cx="3654782" cy="1423034"/>
          </a:xfrm>
          <a:prstGeom prst="rect">
            <a:avLst/>
          </a:prstGeom>
          <a:noFill/>
          <a:ln>
            <a:noFill/>
          </a:ln>
        </p:spPr>
      </p:pic>
      <p:sp>
        <p:nvSpPr>
          <p:cNvPr id="553" name="Google Shape;553;g2ff6f630c79_0_19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557"/>
        <p:cNvGrpSpPr/>
        <p:nvPr/>
      </p:nvGrpSpPr>
      <p:grpSpPr>
        <a:xfrm>
          <a:off x="0" y="0"/>
          <a:ext cx="0" cy="0"/>
          <a:chOff x="0" y="0"/>
          <a:chExt cx="0" cy="0"/>
        </a:xfrm>
      </p:grpSpPr>
      <p:sp>
        <p:nvSpPr>
          <p:cNvPr id="558" name="Google Shape;558;g2ff6f630c79_0_206"/>
          <p:cNvSpPr txBox="1">
            <a:spLocks noGrp="1"/>
          </p:cNvSpPr>
          <p:nvPr>
            <p:ph type="title" idx="4294967295"/>
          </p:nvPr>
        </p:nvSpPr>
        <p:spPr>
          <a:xfrm>
            <a:off x="255550" y="122225"/>
            <a:ext cx="8520600" cy="659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200"/>
              <a:t>Estimating optical flow</a:t>
            </a:r>
            <a:endParaRPr sz="4200"/>
          </a:p>
        </p:txBody>
      </p:sp>
      <p:sp>
        <p:nvSpPr>
          <p:cNvPr id="559" name="Google Shape;559;g2ff6f630c79_0_206"/>
          <p:cNvSpPr txBox="1"/>
          <p:nvPr/>
        </p:nvSpPr>
        <p:spPr>
          <a:xfrm>
            <a:off x="147056" y="2114549"/>
            <a:ext cx="8175000" cy="2801400"/>
          </a:xfrm>
          <a:prstGeom prst="rect">
            <a:avLst/>
          </a:prstGeom>
          <a:noFill/>
          <a:ln>
            <a:noFill/>
          </a:ln>
        </p:spPr>
        <p:txBody>
          <a:bodyPr spcFirstLastPara="1" wrap="square" lIns="0" tIns="12700" rIns="0" bIns="0" anchor="t" anchorCtr="0">
            <a:spAutoFit/>
          </a:bodyPr>
          <a:lstStyle/>
          <a:p>
            <a:pPr marL="2222500" marR="0" lvl="0" indent="0" algn="l" rtl="0">
              <a:lnSpc>
                <a:spcPct val="100000"/>
              </a:lnSpc>
              <a:spcBef>
                <a:spcPts val="0"/>
              </a:spcBef>
              <a:spcAft>
                <a:spcPts val="0"/>
              </a:spcAft>
              <a:buNone/>
            </a:pPr>
            <a:r>
              <a:rPr lang="en-US" sz="1900" i="1" dirty="0">
                <a:solidFill>
                  <a:schemeClr val="dk1"/>
                </a:solidFill>
                <a:latin typeface="Times New Roman"/>
                <a:ea typeface="Times New Roman"/>
                <a:cs typeface="Times New Roman"/>
                <a:sym typeface="Times New Roman"/>
              </a:rPr>
              <a:t>I</a:t>
            </a:r>
            <a:r>
              <a:rPr lang="en-US" sz="1900" dirty="0">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x</a:t>
            </a:r>
            <a:r>
              <a:rPr lang="en-US" sz="1900" dirty="0" err="1">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y</a:t>
            </a:r>
            <a:r>
              <a:rPr lang="en-US" sz="1900" dirty="0" err="1">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t</a:t>
            </a:r>
            <a:r>
              <a:rPr lang="en-US" sz="1900" dirty="0">
                <a:solidFill>
                  <a:schemeClr val="dk1"/>
                </a:solidFill>
                <a:latin typeface="Times New Roman"/>
                <a:ea typeface="Times New Roman"/>
                <a:cs typeface="Times New Roman"/>
                <a:sym typeface="Times New Roman"/>
              </a:rPr>
              <a:t>–1)						</a:t>
            </a:r>
            <a:r>
              <a:rPr lang="en-US" sz="1900" i="1" dirty="0">
                <a:solidFill>
                  <a:schemeClr val="dk1"/>
                </a:solidFill>
                <a:latin typeface="Times New Roman"/>
                <a:ea typeface="Times New Roman"/>
                <a:cs typeface="Times New Roman"/>
                <a:sym typeface="Times New Roman"/>
              </a:rPr>
              <a:t>I</a:t>
            </a:r>
            <a:r>
              <a:rPr lang="en-US" sz="1900" dirty="0">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x</a:t>
            </a:r>
            <a:r>
              <a:rPr lang="en-US" sz="1900" dirty="0" err="1">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y</a:t>
            </a:r>
            <a:r>
              <a:rPr lang="en-US" sz="1900" dirty="0" err="1">
                <a:solidFill>
                  <a:schemeClr val="dk1"/>
                </a:solidFill>
                <a:latin typeface="Times New Roman"/>
                <a:ea typeface="Times New Roman"/>
                <a:cs typeface="Times New Roman"/>
                <a:sym typeface="Times New Roman"/>
              </a:rPr>
              <a:t>,</a:t>
            </a:r>
            <a:r>
              <a:rPr lang="en-US" sz="1900" i="1" dirty="0" err="1">
                <a:solidFill>
                  <a:schemeClr val="dk1"/>
                </a:solidFill>
                <a:latin typeface="Times New Roman"/>
                <a:ea typeface="Times New Roman"/>
                <a:cs typeface="Times New Roman"/>
                <a:sym typeface="Times New Roman"/>
              </a:rPr>
              <a:t>t</a:t>
            </a:r>
            <a:r>
              <a:rPr lang="en-US" sz="1900" dirty="0">
                <a:solidFill>
                  <a:schemeClr val="dk1"/>
                </a:solidFill>
                <a:latin typeface="Times New Roman"/>
                <a:ea typeface="Times New Roman"/>
                <a:cs typeface="Times New Roman"/>
                <a:sym typeface="Times New Roman"/>
              </a:rPr>
              <a:t>)</a:t>
            </a:r>
            <a:endParaRPr sz="1900" dirty="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1700" dirty="0">
              <a:solidFill>
                <a:schemeClr val="dk1"/>
              </a:solidFill>
              <a:latin typeface="Times New Roman"/>
              <a:ea typeface="Times New Roman"/>
              <a:cs typeface="Times New Roman"/>
              <a:sym typeface="Times New Roman"/>
            </a:endParaRPr>
          </a:p>
          <a:p>
            <a:pPr marL="355600" marR="5080" lvl="0" indent="-342900" algn="l" rtl="0">
              <a:lnSpc>
                <a:spcPct val="100000"/>
              </a:lnSpc>
              <a:spcBef>
                <a:spcPts val="0"/>
              </a:spcBef>
              <a:spcAft>
                <a:spcPts val="0"/>
              </a:spcAft>
              <a:buNone/>
            </a:pPr>
            <a:r>
              <a:rPr lang="en-US" sz="1900" dirty="0">
                <a:solidFill>
                  <a:schemeClr val="dk1"/>
                </a:solidFill>
                <a:latin typeface="Arial"/>
                <a:ea typeface="Arial"/>
                <a:cs typeface="Arial"/>
                <a:sym typeface="Arial"/>
              </a:rPr>
              <a:t>Given two subsequent frames, estimate the apparent motion  field u(</a:t>
            </a:r>
            <a:r>
              <a:rPr lang="en-US" sz="1900" dirty="0" err="1">
                <a:solidFill>
                  <a:schemeClr val="dk1"/>
                </a:solidFill>
                <a:latin typeface="Arial"/>
                <a:ea typeface="Arial"/>
                <a:cs typeface="Arial"/>
                <a:sym typeface="Arial"/>
              </a:rPr>
              <a:t>x,y</a:t>
            </a:r>
            <a:r>
              <a:rPr lang="en-US" sz="1900" dirty="0">
                <a:solidFill>
                  <a:schemeClr val="dk1"/>
                </a:solidFill>
                <a:latin typeface="Arial"/>
                <a:ea typeface="Arial"/>
                <a:cs typeface="Arial"/>
                <a:sym typeface="Arial"/>
              </a:rPr>
              <a:t>), v(</a:t>
            </a:r>
            <a:r>
              <a:rPr lang="en-US" sz="1900" dirty="0" err="1">
                <a:solidFill>
                  <a:schemeClr val="dk1"/>
                </a:solidFill>
                <a:latin typeface="Arial"/>
                <a:ea typeface="Arial"/>
                <a:cs typeface="Arial"/>
                <a:sym typeface="Arial"/>
              </a:rPr>
              <a:t>x,y</a:t>
            </a:r>
            <a:r>
              <a:rPr lang="en-US" sz="1900" dirty="0">
                <a:solidFill>
                  <a:schemeClr val="dk1"/>
                </a:solidFill>
                <a:latin typeface="Arial"/>
                <a:ea typeface="Arial"/>
                <a:cs typeface="Arial"/>
                <a:sym typeface="Arial"/>
              </a:rPr>
              <a:t>) between them</a:t>
            </a:r>
            <a:endParaRPr sz="1900" dirty="0">
              <a:solidFill>
                <a:schemeClr val="dk1"/>
              </a:solidFill>
              <a:latin typeface="Arial"/>
              <a:ea typeface="Arial"/>
              <a:cs typeface="Arial"/>
              <a:sym typeface="Arial"/>
            </a:endParaRPr>
          </a:p>
          <a:p>
            <a:pPr marL="355600" marR="0" lvl="0" indent="-311150" algn="l" rtl="0">
              <a:lnSpc>
                <a:spcPct val="100000"/>
              </a:lnSpc>
              <a:spcBef>
                <a:spcPts val="1425"/>
              </a:spcBef>
              <a:spcAft>
                <a:spcPts val="0"/>
              </a:spcAft>
              <a:buClr>
                <a:schemeClr val="dk1"/>
              </a:buClr>
              <a:buSzPts val="2300"/>
              <a:buFont typeface="Arial"/>
              <a:buChar char="•"/>
            </a:pPr>
            <a:r>
              <a:rPr lang="en-US" sz="2300" dirty="0">
                <a:solidFill>
                  <a:schemeClr val="dk1"/>
                </a:solidFill>
                <a:latin typeface="Arial"/>
                <a:ea typeface="Arial"/>
                <a:cs typeface="Arial"/>
                <a:sym typeface="Arial"/>
              </a:rPr>
              <a:t>Key assumptions</a:t>
            </a:r>
            <a:endParaRPr sz="2300" dirty="0">
              <a:solidFill>
                <a:schemeClr val="dk1"/>
              </a:solidFill>
              <a:latin typeface="Arial"/>
              <a:ea typeface="Arial"/>
              <a:cs typeface="Arial"/>
              <a:sym typeface="Arial"/>
            </a:endParaRPr>
          </a:p>
          <a:p>
            <a:pPr marL="756285" marR="328295" lvl="1" indent="-255269" algn="l" rtl="0">
              <a:lnSpc>
                <a:spcPct val="100000"/>
              </a:lnSpc>
              <a:spcBef>
                <a:spcPts val="500"/>
              </a:spcBef>
              <a:spcAft>
                <a:spcPts val="0"/>
              </a:spcAft>
              <a:buClr>
                <a:schemeClr val="dk1"/>
              </a:buClr>
              <a:buSzPts val="1500"/>
              <a:buFont typeface="Arial"/>
              <a:buChar char="•"/>
            </a:pPr>
            <a:r>
              <a:rPr lang="en-US" sz="1500" b="1" i="0" u="none" strike="noStrike" cap="none" dirty="0">
                <a:solidFill>
                  <a:schemeClr val="dk1"/>
                </a:solidFill>
                <a:latin typeface="Arial"/>
                <a:ea typeface="Arial"/>
                <a:cs typeface="Arial"/>
                <a:sym typeface="Arial"/>
              </a:rPr>
              <a:t>Brightness constancy:	</a:t>
            </a:r>
            <a:r>
              <a:rPr lang="en-US" sz="1500" b="0" i="0" u="none" strike="noStrike" cap="none" dirty="0">
                <a:solidFill>
                  <a:schemeClr val="dk1"/>
                </a:solidFill>
                <a:latin typeface="Arial"/>
                <a:ea typeface="Arial"/>
                <a:cs typeface="Arial"/>
                <a:sym typeface="Arial"/>
              </a:rPr>
              <a:t>projection of the same point looks the  same in every frame</a:t>
            </a:r>
            <a:endParaRPr sz="1500" b="0" i="0" u="none" strike="noStrike" cap="none" dirty="0">
              <a:solidFill>
                <a:schemeClr val="dk1"/>
              </a:solidFill>
              <a:latin typeface="Arial"/>
              <a:ea typeface="Arial"/>
              <a:cs typeface="Arial"/>
              <a:sym typeface="Arial"/>
            </a:endParaRPr>
          </a:p>
          <a:p>
            <a:pPr marL="756285" marR="0" lvl="1" indent="-255269" algn="l" rtl="0">
              <a:lnSpc>
                <a:spcPct val="100000"/>
              </a:lnSpc>
              <a:spcBef>
                <a:spcPts val="480"/>
              </a:spcBef>
              <a:spcAft>
                <a:spcPts val="0"/>
              </a:spcAft>
              <a:buClr>
                <a:schemeClr val="dk1"/>
              </a:buClr>
              <a:buSzPts val="1500"/>
              <a:buFont typeface="Arial"/>
              <a:buChar char="•"/>
            </a:pPr>
            <a:r>
              <a:rPr lang="en-US" sz="1500" b="1" i="0" u="none" strike="noStrike" cap="none" dirty="0">
                <a:solidFill>
                  <a:schemeClr val="dk1"/>
                </a:solidFill>
                <a:latin typeface="Arial"/>
                <a:ea typeface="Arial"/>
                <a:cs typeface="Arial"/>
                <a:sym typeface="Arial"/>
              </a:rPr>
              <a:t>Small motion:	</a:t>
            </a:r>
            <a:r>
              <a:rPr lang="en-US" sz="1500" b="0" i="0" u="none" strike="noStrike" cap="none" dirty="0">
                <a:solidFill>
                  <a:schemeClr val="dk1"/>
                </a:solidFill>
                <a:latin typeface="Arial"/>
                <a:ea typeface="Arial"/>
                <a:cs typeface="Arial"/>
                <a:sym typeface="Arial"/>
              </a:rPr>
              <a:t>points do not move very far</a:t>
            </a:r>
            <a:endParaRPr sz="1500" b="0" i="0" u="none" strike="noStrike" cap="none" dirty="0">
              <a:solidFill>
                <a:schemeClr val="dk1"/>
              </a:solidFill>
              <a:latin typeface="Arial"/>
              <a:ea typeface="Arial"/>
              <a:cs typeface="Arial"/>
              <a:sym typeface="Arial"/>
            </a:endParaRPr>
          </a:p>
          <a:p>
            <a:pPr marL="756285" marR="0" lvl="1" indent="-255269" algn="l" rtl="0">
              <a:lnSpc>
                <a:spcPct val="100000"/>
              </a:lnSpc>
              <a:spcBef>
                <a:spcPts val="480"/>
              </a:spcBef>
              <a:spcAft>
                <a:spcPts val="0"/>
              </a:spcAft>
              <a:buClr>
                <a:schemeClr val="dk1"/>
              </a:buClr>
              <a:buSzPts val="1500"/>
              <a:buFont typeface="Arial"/>
              <a:buChar char="•"/>
            </a:pPr>
            <a:r>
              <a:rPr lang="en-US" sz="1500" b="1" i="0" u="none" strike="noStrike" cap="none" dirty="0">
                <a:solidFill>
                  <a:schemeClr val="dk1"/>
                </a:solidFill>
                <a:latin typeface="Arial"/>
                <a:ea typeface="Arial"/>
                <a:cs typeface="Arial"/>
                <a:sym typeface="Arial"/>
              </a:rPr>
              <a:t>Spatial coherence: </a:t>
            </a:r>
            <a:r>
              <a:rPr lang="en-US" sz="1500" b="0" i="0" u="none" strike="noStrike" cap="none" dirty="0">
                <a:solidFill>
                  <a:schemeClr val="dk1"/>
                </a:solidFill>
                <a:latin typeface="Arial"/>
                <a:ea typeface="Arial"/>
                <a:cs typeface="Arial"/>
                <a:sym typeface="Arial"/>
              </a:rPr>
              <a:t>points move like their neighbors</a:t>
            </a:r>
            <a:endParaRPr sz="1500" b="0" i="0" u="none" strike="noStrike" cap="none" dirty="0">
              <a:solidFill>
                <a:schemeClr val="dk1"/>
              </a:solidFill>
              <a:latin typeface="Arial"/>
              <a:ea typeface="Arial"/>
              <a:cs typeface="Arial"/>
              <a:sym typeface="Arial"/>
            </a:endParaRPr>
          </a:p>
        </p:txBody>
      </p:sp>
      <p:grpSp>
        <p:nvGrpSpPr>
          <p:cNvPr id="560" name="Google Shape;560;g2ff6f630c79_0_206"/>
          <p:cNvGrpSpPr/>
          <p:nvPr/>
        </p:nvGrpSpPr>
        <p:grpSpPr>
          <a:xfrm>
            <a:off x="1752599" y="914399"/>
            <a:ext cx="2209800" cy="1257300"/>
            <a:chOff x="1752599" y="1219199"/>
            <a:chExt cx="2209800" cy="1676400"/>
          </a:xfrm>
        </p:grpSpPr>
        <p:sp>
          <p:nvSpPr>
            <p:cNvPr id="561" name="Google Shape;561;g2ff6f630c79_0_206"/>
            <p:cNvSpPr/>
            <p:nvPr/>
          </p:nvSpPr>
          <p:spPr>
            <a:xfrm>
              <a:off x="1752599" y="1219199"/>
              <a:ext cx="2209800" cy="1676400"/>
            </a:xfrm>
            <a:custGeom>
              <a:avLst/>
              <a:gdLst/>
              <a:ahLst/>
              <a:cxnLst/>
              <a:rect l="l" t="t" r="r" b="b"/>
              <a:pathLst>
                <a:path w="2209800" h="1676400" extrusionOk="0">
                  <a:moveTo>
                    <a:pt x="0" y="1676400"/>
                  </a:moveTo>
                  <a:lnTo>
                    <a:pt x="2209800" y="1676400"/>
                  </a:lnTo>
                  <a:lnTo>
                    <a:pt x="2209800" y="0"/>
                  </a:lnTo>
                  <a:lnTo>
                    <a:pt x="0" y="0"/>
                  </a:lnTo>
                  <a:lnTo>
                    <a:pt x="0" y="1676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2" name="Google Shape;562;g2ff6f630c79_0_206"/>
            <p:cNvSpPr/>
            <p:nvPr/>
          </p:nvSpPr>
          <p:spPr>
            <a:xfrm>
              <a:off x="2286000" y="1752600"/>
              <a:ext cx="76200" cy="76200"/>
            </a:xfrm>
            <a:custGeom>
              <a:avLst/>
              <a:gdLst/>
              <a:ahLst/>
              <a:cxnLst/>
              <a:rect l="l" t="t" r="r" b="b"/>
              <a:pathLst>
                <a:path w="76200" h="76200" extrusionOk="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6200" y="38100"/>
                  </a:lnTo>
                  <a:lnTo>
                    <a:pt x="73211" y="23252"/>
                  </a:lnTo>
                  <a:lnTo>
                    <a:pt x="65055" y="11144"/>
                  </a:lnTo>
                  <a:lnTo>
                    <a:pt x="52947" y="2988"/>
                  </a:lnTo>
                  <a:lnTo>
                    <a:pt x="38100"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g2ff6f630c79_0_206"/>
            <p:cNvSpPr/>
            <p:nvPr/>
          </p:nvSpPr>
          <p:spPr>
            <a:xfrm>
              <a:off x="2286000" y="1752600"/>
              <a:ext cx="76200" cy="76200"/>
            </a:xfrm>
            <a:custGeom>
              <a:avLst/>
              <a:gdLst/>
              <a:ahLst/>
              <a:cxnLst/>
              <a:rect l="l" t="t" r="r" b="b"/>
              <a:pathLst>
                <a:path w="76200" h="76200" extrusionOk="0">
                  <a:moveTo>
                    <a:pt x="0" y="38100"/>
                  </a:moveTo>
                  <a:lnTo>
                    <a:pt x="2988" y="23252"/>
                  </a:lnTo>
                  <a:lnTo>
                    <a:pt x="11144" y="11144"/>
                  </a:lnTo>
                  <a:lnTo>
                    <a:pt x="23252" y="2988"/>
                  </a:lnTo>
                  <a:lnTo>
                    <a:pt x="38100" y="0"/>
                  </a:lnTo>
                  <a:lnTo>
                    <a:pt x="52947" y="2988"/>
                  </a:lnTo>
                  <a:lnTo>
                    <a:pt x="65055" y="11144"/>
                  </a:lnTo>
                  <a:lnTo>
                    <a:pt x="73211" y="23252"/>
                  </a:lnTo>
                  <a:lnTo>
                    <a:pt x="76200" y="38100"/>
                  </a:lnTo>
                  <a:lnTo>
                    <a:pt x="73211" y="52947"/>
                  </a:lnTo>
                  <a:lnTo>
                    <a:pt x="65055" y="65055"/>
                  </a:lnTo>
                  <a:lnTo>
                    <a:pt x="52947" y="73211"/>
                  </a:lnTo>
                  <a:lnTo>
                    <a:pt x="38100" y="76200"/>
                  </a:lnTo>
                  <a:lnTo>
                    <a:pt x="23252" y="73211"/>
                  </a:lnTo>
                  <a:lnTo>
                    <a:pt x="11144" y="65055"/>
                  </a:lnTo>
                  <a:lnTo>
                    <a:pt x="2988" y="52947"/>
                  </a:lnTo>
                  <a:lnTo>
                    <a:pt x="0" y="381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4" name="Google Shape;564;g2ff6f630c79_0_206"/>
            <p:cNvSpPr/>
            <p:nvPr/>
          </p:nvSpPr>
          <p:spPr>
            <a:xfrm>
              <a:off x="3200400" y="1752600"/>
              <a:ext cx="76200" cy="76200"/>
            </a:xfrm>
            <a:custGeom>
              <a:avLst/>
              <a:gdLst/>
              <a:ahLst/>
              <a:cxnLst/>
              <a:rect l="l" t="t" r="r" b="b"/>
              <a:pathLst>
                <a:path w="76200" h="76200" extrusionOk="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6200" y="38100"/>
                  </a:lnTo>
                  <a:lnTo>
                    <a:pt x="73211" y="23252"/>
                  </a:lnTo>
                  <a:lnTo>
                    <a:pt x="65055" y="11144"/>
                  </a:lnTo>
                  <a:lnTo>
                    <a:pt x="52947" y="2988"/>
                  </a:lnTo>
                  <a:lnTo>
                    <a:pt x="38100"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5" name="Google Shape;565;g2ff6f630c79_0_206"/>
            <p:cNvSpPr/>
            <p:nvPr/>
          </p:nvSpPr>
          <p:spPr>
            <a:xfrm>
              <a:off x="3200400" y="1752600"/>
              <a:ext cx="76200" cy="76200"/>
            </a:xfrm>
            <a:custGeom>
              <a:avLst/>
              <a:gdLst/>
              <a:ahLst/>
              <a:cxnLst/>
              <a:rect l="l" t="t" r="r" b="b"/>
              <a:pathLst>
                <a:path w="76200" h="76200" extrusionOk="0">
                  <a:moveTo>
                    <a:pt x="0" y="38100"/>
                  </a:moveTo>
                  <a:lnTo>
                    <a:pt x="2988" y="23252"/>
                  </a:lnTo>
                  <a:lnTo>
                    <a:pt x="11144" y="11144"/>
                  </a:lnTo>
                  <a:lnTo>
                    <a:pt x="23252" y="2988"/>
                  </a:lnTo>
                  <a:lnTo>
                    <a:pt x="38100" y="0"/>
                  </a:lnTo>
                  <a:lnTo>
                    <a:pt x="52947" y="2988"/>
                  </a:lnTo>
                  <a:lnTo>
                    <a:pt x="65055" y="11144"/>
                  </a:lnTo>
                  <a:lnTo>
                    <a:pt x="73211" y="23252"/>
                  </a:lnTo>
                  <a:lnTo>
                    <a:pt x="76200" y="38100"/>
                  </a:lnTo>
                  <a:lnTo>
                    <a:pt x="73211" y="52947"/>
                  </a:lnTo>
                  <a:lnTo>
                    <a:pt x="65055" y="65055"/>
                  </a:lnTo>
                  <a:lnTo>
                    <a:pt x="52947" y="73211"/>
                  </a:lnTo>
                  <a:lnTo>
                    <a:pt x="38100" y="76200"/>
                  </a:lnTo>
                  <a:lnTo>
                    <a:pt x="23252" y="73211"/>
                  </a:lnTo>
                  <a:lnTo>
                    <a:pt x="11144" y="65055"/>
                  </a:lnTo>
                  <a:lnTo>
                    <a:pt x="2988" y="52947"/>
                  </a:lnTo>
                  <a:lnTo>
                    <a:pt x="0" y="381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6" name="Google Shape;566;g2ff6f630c79_0_206"/>
            <p:cNvSpPr/>
            <p:nvPr/>
          </p:nvSpPr>
          <p:spPr>
            <a:xfrm>
              <a:off x="2286000" y="2286000"/>
              <a:ext cx="76200" cy="76200"/>
            </a:xfrm>
            <a:custGeom>
              <a:avLst/>
              <a:gdLst/>
              <a:ahLst/>
              <a:cxnLst/>
              <a:rect l="l" t="t" r="r" b="b"/>
              <a:pathLst>
                <a:path w="76200" h="76200" extrusionOk="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6200" y="38100"/>
                  </a:lnTo>
                  <a:lnTo>
                    <a:pt x="73211" y="23252"/>
                  </a:lnTo>
                  <a:lnTo>
                    <a:pt x="65055" y="11144"/>
                  </a:lnTo>
                  <a:lnTo>
                    <a:pt x="52947" y="2988"/>
                  </a:lnTo>
                  <a:lnTo>
                    <a:pt x="38100" y="0"/>
                  </a:lnTo>
                  <a:close/>
                </a:path>
              </a:pathLst>
            </a:custGeom>
            <a:solidFill>
              <a:srgbClr val="33CC3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7" name="Google Shape;567;g2ff6f630c79_0_206"/>
            <p:cNvSpPr/>
            <p:nvPr/>
          </p:nvSpPr>
          <p:spPr>
            <a:xfrm>
              <a:off x="2286000" y="2286000"/>
              <a:ext cx="76200" cy="76200"/>
            </a:xfrm>
            <a:custGeom>
              <a:avLst/>
              <a:gdLst/>
              <a:ahLst/>
              <a:cxnLst/>
              <a:rect l="l" t="t" r="r" b="b"/>
              <a:pathLst>
                <a:path w="76200" h="76200" extrusionOk="0">
                  <a:moveTo>
                    <a:pt x="0" y="38100"/>
                  </a:moveTo>
                  <a:lnTo>
                    <a:pt x="2988" y="23252"/>
                  </a:lnTo>
                  <a:lnTo>
                    <a:pt x="11144" y="11144"/>
                  </a:lnTo>
                  <a:lnTo>
                    <a:pt x="23252" y="2988"/>
                  </a:lnTo>
                  <a:lnTo>
                    <a:pt x="38100" y="0"/>
                  </a:lnTo>
                  <a:lnTo>
                    <a:pt x="52947" y="2988"/>
                  </a:lnTo>
                  <a:lnTo>
                    <a:pt x="65055" y="11144"/>
                  </a:lnTo>
                  <a:lnTo>
                    <a:pt x="73211" y="23252"/>
                  </a:lnTo>
                  <a:lnTo>
                    <a:pt x="76200" y="38100"/>
                  </a:lnTo>
                  <a:lnTo>
                    <a:pt x="73211" y="52947"/>
                  </a:lnTo>
                  <a:lnTo>
                    <a:pt x="65055" y="65055"/>
                  </a:lnTo>
                  <a:lnTo>
                    <a:pt x="52947" y="73211"/>
                  </a:lnTo>
                  <a:lnTo>
                    <a:pt x="38100" y="76200"/>
                  </a:lnTo>
                  <a:lnTo>
                    <a:pt x="23252" y="73211"/>
                  </a:lnTo>
                  <a:lnTo>
                    <a:pt x="11144" y="65055"/>
                  </a:lnTo>
                  <a:lnTo>
                    <a:pt x="2988" y="52947"/>
                  </a:lnTo>
                  <a:lnTo>
                    <a:pt x="0" y="381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8" name="Google Shape;568;g2ff6f630c79_0_206"/>
            <p:cNvSpPr/>
            <p:nvPr/>
          </p:nvSpPr>
          <p:spPr>
            <a:xfrm>
              <a:off x="3200400" y="2286000"/>
              <a:ext cx="76200" cy="76200"/>
            </a:xfrm>
            <a:custGeom>
              <a:avLst/>
              <a:gdLst/>
              <a:ahLst/>
              <a:cxnLst/>
              <a:rect l="l" t="t" r="r" b="b"/>
              <a:pathLst>
                <a:path w="76200" h="76200" extrusionOk="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6200" y="38100"/>
                  </a:lnTo>
                  <a:lnTo>
                    <a:pt x="73211" y="23252"/>
                  </a:lnTo>
                  <a:lnTo>
                    <a:pt x="65055" y="11144"/>
                  </a:lnTo>
                  <a:lnTo>
                    <a:pt x="52947" y="2988"/>
                  </a:lnTo>
                  <a:lnTo>
                    <a:pt x="38100"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9" name="Google Shape;569;g2ff6f630c79_0_206"/>
            <p:cNvSpPr/>
            <p:nvPr/>
          </p:nvSpPr>
          <p:spPr>
            <a:xfrm>
              <a:off x="3200400" y="2286000"/>
              <a:ext cx="76200" cy="76200"/>
            </a:xfrm>
            <a:custGeom>
              <a:avLst/>
              <a:gdLst/>
              <a:ahLst/>
              <a:cxnLst/>
              <a:rect l="l" t="t" r="r" b="b"/>
              <a:pathLst>
                <a:path w="76200" h="76200" extrusionOk="0">
                  <a:moveTo>
                    <a:pt x="0" y="38100"/>
                  </a:moveTo>
                  <a:lnTo>
                    <a:pt x="2988" y="23252"/>
                  </a:lnTo>
                  <a:lnTo>
                    <a:pt x="11144" y="11144"/>
                  </a:lnTo>
                  <a:lnTo>
                    <a:pt x="23252" y="2988"/>
                  </a:lnTo>
                  <a:lnTo>
                    <a:pt x="38100" y="0"/>
                  </a:lnTo>
                  <a:lnTo>
                    <a:pt x="52947" y="2988"/>
                  </a:lnTo>
                  <a:lnTo>
                    <a:pt x="65055" y="11144"/>
                  </a:lnTo>
                  <a:lnTo>
                    <a:pt x="73211" y="23252"/>
                  </a:lnTo>
                  <a:lnTo>
                    <a:pt x="76200" y="38100"/>
                  </a:lnTo>
                  <a:lnTo>
                    <a:pt x="73211" y="52947"/>
                  </a:lnTo>
                  <a:lnTo>
                    <a:pt x="65055" y="65055"/>
                  </a:lnTo>
                  <a:lnTo>
                    <a:pt x="52947" y="73211"/>
                  </a:lnTo>
                  <a:lnTo>
                    <a:pt x="38100" y="76200"/>
                  </a:lnTo>
                  <a:lnTo>
                    <a:pt x="23252" y="73211"/>
                  </a:lnTo>
                  <a:lnTo>
                    <a:pt x="11144" y="65055"/>
                  </a:lnTo>
                  <a:lnTo>
                    <a:pt x="2988" y="52947"/>
                  </a:lnTo>
                  <a:lnTo>
                    <a:pt x="0" y="381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0" name="Google Shape;570;g2ff6f630c79_0_206"/>
            <p:cNvSpPr/>
            <p:nvPr/>
          </p:nvSpPr>
          <p:spPr>
            <a:xfrm>
              <a:off x="2357755" y="1600199"/>
              <a:ext cx="1071245" cy="967739"/>
            </a:xfrm>
            <a:custGeom>
              <a:avLst/>
              <a:gdLst/>
              <a:ahLst/>
              <a:cxnLst/>
              <a:rect l="l" t="t" r="r" b="b"/>
              <a:pathLst>
                <a:path w="1071245" h="967739" extrusionOk="0">
                  <a:moveTo>
                    <a:pt x="156845" y="0"/>
                  </a:moveTo>
                  <a:lnTo>
                    <a:pt x="76073" y="26924"/>
                  </a:lnTo>
                  <a:lnTo>
                    <a:pt x="98488" y="49352"/>
                  </a:lnTo>
                  <a:lnTo>
                    <a:pt x="0" y="147955"/>
                  </a:lnTo>
                  <a:lnTo>
                    <a:pt x="8890" y="156845"/>
                  </a:lnTo>
                  <a:lnTo>
                    <a:pt x="107492" y="58356"/>
                  </a:lnTo>
                  <a:lnTo>
                    <a:pt x="129921" y="80772"/>
                  </a:lnTo>
                  <a:lnTo>
                    <a:pt x="143383" y="40386"/>
                  </a:lnTo>
                  <a:lnTo>
                    <a:pt x="156845" y="0"/>
                  </a:lnTo>
                  <a:close/>
                </a:path>
                <a:path w="1071245" h="967739" extrusionOk="0">
                  <a:moveTo>
                    <a:pt x="233045" y="719328"/>
                  </a:moveTo>
                  <a:lnTo>
                    <a:pt x="220345" y="712978"/>
                  </a:lnTo>
                  <a:lnTo>
                    <a:pt x="156845" y="681228"/>
                  </a:lnTo>
                  <a:lnTo>
                    <a:pt x="156845" y="712978"/>
                  </a:lnTo>
                  <a:lnTo>
                    <a:pt x="4445" y="712978"/>
                  </a:lnTo>
                  <a:lnTo>
                    <a:pt x="4445" y="725678"/>
                  </a:lnTo>
                  <a:lnTo>
                    <a:pt x="156845" y="725678"/>
                  </a:lnTo>
                  <a:lnTo>
                    <a:pt x="156845" y="757428"/>
                  </a:lnTo>
                  <a:lnTo>
                    <a:pt x="220345" y="725678"/>
                  </a:lnTo>
                  <a:lnTo>
                    <a:pt x="233045" y="719328"/>
                  </a:lnTo>
                  <a:close/>
                </a:path>
                <a:path w="1071245" h="967739" extrusionOk="0">
                  <a:moveTo>
                    <a:pt x="923417" y="891540"/>
                  </a:moveTo>
                  <a:lnTo>
                    <a:pt x="891667" y="891540"/>
                  </a:lnTo>
                  <a:lnTo>
                    <a:pt x="891667" y="772668"/>
                  </a:lnTo>
                  <a:lnTo>
                    <a:pt x="878967" y="772668"/>
                  </a:lnTo>
                  <a:lnTo>
                    <a:pt x="878967" y="891540"/>
                  </a:lnTo>
                  <a:lnTo>
                    <a:pt x="847217" y="891540"/>
                  </a:lnTo>
                  <a:lnTo>
                    <a:pt x="885317" y="967740"/>
                  </a:lnTo>
                  <a:lnTo>
                    <a:pt x="917067" y="904240"/>
                  </a:lnTo>
                  <a:lnTo>
                    <a:pt x="923417" y="891540"/>
                  </a:lnTo>
                  <a:close/>
                </a:path>
                <a:path w="1071245" h="967739" extrusionOk="0">
                  <a:moveTo>
                    <a:pt x="1071245" y="381000"/>
                  </a:moveTo>
                  <a:lnTo>
                    <a:pt x="1057656" y="340868"/>
                  </a:lnTo>
                  <a:lnTo>
                    <a:pt x="1043940" y="300355"/>
                  </a:lnTo>
                  <a:lnTo>
                    <a:pt x="1021588" y="322922"/>
                  </a:lnTo>
                  <a:lnTo>
                    <a:pt x="921766" y="224028"/>
                  </a:lnTo>
                  <a:lnTo>
                    <a:pt x="912863" y="233172"/>
                  </a:lnTo>
                  <a:lnTo>
                    <a:pt x="1012659" y="331927"/>
                  </a:lnTo>
                  <a:lnTo>
                    <a:pt x="990346" y="354457"/>
                  </a:lnTo>
                  <a:lnTo>
                    <a:pt x="1071245" y="38100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71" name="Google Shape;571;g2ff6f630c79_0_206"/>
            <p:cNvPicPr preferRelativeResize="0"/>
            <p:nvPr/>
          </p:nvPicPr>
          <p:blipFill rotWithShape="1">
            <a:blip r:embed="rId3">
              <a:alphaModFix/>
            </a:blip>
            <a:srcRect/>
            <a:stretch/>
          </p:blipFill>
          <p:spPr>
            <a:xfrm>
              <a:off x="2586227" y="1443227"/>
              <a:ext cx="85344" cy="85344"/>
            </a:xfrm>
            <a:prstGeom prst="rect">
              <a:avLst/>
            </a:prstGeom>
            <a:noFill/>
            <a:ln>
              <a:noFill/>
            </a:ln>
          </p:spPr>
        </p:pic>
        <p:pic>
          <p:nvPicPr>
            <p:cNvPr id="572" name="Google Shape;572;g2ff6f630c79_0_206"/>
            <p:cNvPicPr preferRelativeResize="0"/>
            <p:nvPr/>
          </p:nvPicPr>
          <p:blipFill rotWithShape="1">
            <a:blip r:embed="rId4">
              <a:alphaModFix/>
            </a:blip>
            <a:srcRect/>
            <a:stretch/>
          </p:blipFill>
          <p:spPr>
            <a:xfrm>
              <a:off x="3424427" y="1976627"/>
              <a:ext cx="85344" cy="85344"/>
            </a:xfrm>
            <a:prstGeom prst="rect">
              <a:avLst/>
            </a:prstGeom>
            <a:noFill/>
            <a:ln>
              <a:noFill/>
            </a:ln>
          </p:spPr>
        </p:pic>
        <p:pic>
          <p:nvPicPr>
            <p:cNvPr id="573" name="Google Shape;573;g2ff6f630c79_0_206"/>
            <p:cNvPicPr preferRelativeResize="0"/>
            <p:nvPr/>
          </p:nvPicPr>
          <p:blipFill rotWithShape="1">
            <a:blip r:embed="rId5">
              <a:alphaModFix/>
            </a:blip>
            <a:srcRect/>
            <a:stretch/>
          </p:blipFill>
          <p:spPr>
            <a:xfrm>
              <a:off x="2662427" y="2281427"/>
              <a:ext cx="85344" cy="85344"/>
            </a:xfrm>
            <a:prstGeom prst="rect">
              <a:avLst/>
            </a:prstGeom>
            <a:noFill/>
            <a:ln>
              <a:noFill/>
            </a:ln>
          </p:spPr>
        </p:pic>
        <p:pic>
          <p:nvPicPr>
            <p:cNvPr id="574" name="Google Shape;574;g2ff6f630c79_0_206"/>
            <p:cNvPicPr preferRelativeResize="0"/>
            <p:nvPr/>
          </p:nvPicPr>
          <p:blipFill rotWithShape="1">
            <a:blip r:embed="rId3">
              <a:alphaModFix/>
            </a:blip>
            <a:srcRect/>
            <a:stretch/>
          </p:blipFill>
          <p:spPr>
            <a:xfrm>
              <a:off x="3195827" y="2586227"/>
              <a:ext cx="85344" cy="85344"/>
            </a:xfrm>
            <a:prstGeom prst="rect">
              <a:avLst/>
            </a:prstGeom>
            <a:noFill/>
            <a:ln>
              <a:noFill/>
            </a:ln>
          </p:spPr>
        </p:pic>
      </p:grpSp>
      <p:grpSp>
        <p:nvGrpSpPr>
          <p:cNvPr id="575" name="Google Shape;575;g2ff6f630c79_0_206"/>
          <p:cNvGrpSpPr/>
          <p:nvPr/>
        </p:nvGrpSpPr>
        <p:grpSpPr>
          <a:xfrm>
            <a:off x="5105400" y="914399"/>
            <a:ext cx="2209800" cy="1257300"/>
            <a:chOff x="5105400" y="1219199"/>
            <a:chExt cx="2209800" cy="1676400"/>
          </a:xfrm>
        </p:grpSpPr>
        <p:sp>
          <p:nvSpPr>
            <p:cNvPr id="576" name="Google Shape;576;g2ff6f630c79_0_206"/>
            <p:cNvSpPr/>
            <p:nvPr/>
          </p:nvSpPr>
          <p:spPr>
            <a:xfrm>
              <a:off x="5105400" y="1219199"/>
              <a:ext cx="2209800" cy="1676400"/>
            </a:xfrm>
            <a:custGeom>
              <a:avLst/>
              <a:gdLst/>
              <a:ahLst/>
              <a:cxnLst/>
              <a:rect l="l" t="t" r="r" b="b"/>
              <a:pathLst>
                <a:path w="2209800" h="1676400" extrusionOk="0">
                  <a:moveTo>
                    <a:pt x="0" y="1676400"/>
                  </a:moveTo>
                  <a:lnTo>
                    <a:pt x="2209800" y="1676400"/>
                  </a:lnTo>
                  <a:lnTo>
                    <a:pt x="2209800" y="0"/>
                  </a:lnTo>
                  <a:lnTo>
                    <a:pt x="0" y="0"/>
                  </a:lnTo>
                  <a:lnTo>
                    <a:pt x="0" y="1676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77" name="Google Shape;577;g2ff6f630c79_0_206"/>
            <p:cNvPicPr preferRelativeResize="0"/>
            <p:nvPr/>
          </p:nvPicPr>
          <p:blipFill rotWithShape="1">
            <a:blip r:embed="rId3">
              <a:alphaModFix/>
            </a:blip>
            <a:srcRect/>
            <a:stretch/>
          </p:blipFill>
          <p:spPr>
            <a:xfrm>
              <a:off x="5862828" y="1443227"/>
              <a:ext cx="85344" cy="85344"/>
            </a:xfrm>
            <a:prstGeom prst="rect">
              <a:avLst/>
            </a:prstGeom>
            <a:noFill/>
            <a:ln>
              <a:noFill/>
            </a:ln>
          </p:spPr>
        </p:pic>
        <p:pic>
          <p:nvPicPr>
            <p:cNvPr id="578" name="Google Shape;578;g2ff6f630c79_0_206"/>
            <p:cNvPicPr preferRelativeResize="0"/>
            <p:nvPr/>
          </p:nvPicPr>
          <p:blipFill rotWithShape="1">
            <a:blip r:embed="rId4">
              <a:alphaModFix/>
            </a:blip>
            <a:srcRect/>
            <a:stretch/>
          </p:blipFill>
          <p:spPr>
            <a:xfrm>
              <a:off x="6777228" y="1938527"/>
              <a:ext cx="85344" cy="85344"/>
            </a:xfrm>
            <a:prstGeom prst="rect">
              <a:avLst/>
            </a:prstGeom>
            <a:noFill/>
            <a:ln>
              <a:noFill/>
            </a:ln>
          </p:spPr>
        </p:pic>
        <p:pic>
          <p:nvPicPr>
            <p:cNvPr id="579" name="Google Shape;579;g2ff6f630c79_0_206"/>
            <p:cNvPicPr preferRelativeResize="0"/>
            <p:nvPr/>
          </p:nvPicPr>
          <p:blipFill rotWithShape="1">
            <a:blip r:embed="rId5">
              <a:alphaModFix/>
            </a:blip>
            <a:srcRect/>
            <a:stretch/>
          </p:blipFill>
          <p:spPr>
            <a:xfrm>
              <a:off x="5939028" y="2276855"/>
              <a:ext cx="85344" cy="85344"/>
            </a:xfrm>
            <a:prstGeom prst="rect">
              <a:avLst/>
            </a:prstGeom>
            <a:noFill/>
            <a:ln>
              <a:noFill/>
            </a:ln>
          </p:spPr>
        </p:pic>
        <p:pic>
          <p:nvPicPr>
            <p:cNvPr id="580" name="Google Shape;580;g2ff6f630c79_0_206"/>
            <p:cNvPicPr preferRelativeResize="0"/>
            <p:nvPr/>
          </p:nvPicPr>
          <p:blipFill rotWithShape="1">
            <a:blip r:embed="rId3">
              <a:alphaModFix/>
            </a:blip>
            <a:srcRect/>
            <a:stretch/>
          </p:blipFill>
          <p:spPr>
            <a:xfrm>
              <a:off x="6624828" y="2586227"/>
              <a:ext cx="85344" cy="85344"/>
            </a:xfrm>
            <a:prstGeom prst="rect">
              <a:avLst/>
            </a:prstGeom>
            <a:noFill/>
            <a:ln>
              <a:noFill/>
            </a:ln>
          </p:spPr>
        </p:pic>
      </p:grpSp>
      <p:sp>
        <p:nvSpPr>
          <p:cNvPr id="581" name="Google Shape;581;g2ff6f630c79_0_206"/>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586"/>
        <p:cNvGrpSpPr/>
        <p:nvPr/>
      </p:nvGrpSpPr>
      <p:grpSpPr>
        <a:xfrm>
          <a:off x="0" y="0"/>
          <a:ext cx="0" cy="0"/>
          <a:chOff x="0" y="0"/>
          <a:chExt cx="0" cy="0"/>
        </a:xfrm>
      </p:grpSpPr>
      <p:sp>
        <p:nvSpPr>
          <p:cNvPr id="587" name="Google Shape;587;g2ff6f630c79_0_232"/>
          <p:cNvSpPr txBox="1"/>
          <p:nvPr/>
        </p:nvSpPr>
        <p:spPr>
          <a:xfrm>
            <a:off x="154850" y="2000250"/>
            <a:ext cx="9192000" cy="2214600"/>
          </a:xfrm>
          <a:prstGeom prst="rect">
            <a:avLst/>
          </a:prstGeom>
          <a:noFill/>
          <a:ln>
            <a:noFill/>
          </a:ln>
        </p:spPr>
        <p:txBody>
          <a:bodyPr spcFirstLastPara="1" wrap="square" lIns="0" tIns="159375" rIns="0" bIns="0" anchor="t" anchorCtr="0">
            <a:spAutoFit/>
          </a:bodyPr>
          <a:lstStyle/>
          <a:p>
            <a:pPr marL="25400"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Brightness Constancy Equation:</a:t>
            </a:r>
            <a:endParaRPr sz="2000">
              <a:solidFill>
                <a:schemeClr val="dk1"/>
              </a:solidFill>
              <a:latin typeface="Arial"/>
              <a:ea typeface="Arial"/>
              <a:cs typeface="Arial"/>
              <a:sym typeface="Arial"/>
            </a:endParaRPr>
          </a:p>
          <a:p>
            <a:pPr marL="85090" marR="0" lvl="0" indent="0" algn="ctr" rtl="0">
              <a:lnSpc>
                <a:spcPct val="100000"/>
              </a:lnSpc>
              <a:spcBef>
                <a:spcPts val="1310"/>
              </a:spcBef>
              <a:spcAft>
                <a:spcPts val="0"/>
              </a:spcAft>
              <a:buNone/>
            </a:pPr>
            <a:r>
              <a:rPr lang="en-US" sz="2250" i="1">
                <a:solidFill>
                  <a:schemeClr val="dk1"/>
                </a:solidFill>
                <a:latin typeface="Times New Roman"/>
                <a:ea typeface="Times New Roman"/>
                <a:cs typeface="Times New Roman"/>
                <a:sym typeface="Times New Roman"/>
              </a:rPr>
              <a:t>I </a:t>
            </a:r>
            <a:r>
              <a:rPr lang="en-US" sz="2250">
                <a:solidFill>
                  <a:schemeClr val="dk1"/>
                </a:solidFill>
                <a:latin typeface="Times New Roman"/>
                <a:ea typeface="Times New Roman"/>
                <a:cs typeface="Times New Roman"/>
                <a:sym typeface="Times New Roman"/>
              </a:rPr>
              <a:t>(</a:t>
            </a:r>
            <a:r>
              <a:rPr lang="en-US" sz="2250" i="1">
                <a:solidFill>
                  <a:schemeClr val="dk1"/>
                </a:solidFill>
                <a:latin typeface="Times New Roman"/>
                <a:ea typeface="Times New Roman"/>
                <a:cs typeface="Times New Roman"/>
                <a:sym typeface="Times New Roman"/>
              </a:rPr>
              <a:t>x</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y</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t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1)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I </a:t>
            </a:r>
            <a:r>
              <a:rPr lang="en-US" sz="2250">
                <a:solidFill>
                  <a:schemeClr val="dk1"/>
                </a:solidFill>
                <a:latin typeface="Times New Roman"/>
                <a:ea typeface="Times New Roman"/>
                <a:cs typeface="Times New Roman"/>
                <a:sym typeface="Times New Roman"/>
              </a:rPr>
              <a:t>(</a:t>
            </a:r>
            <a:r>
              <a:rPr lang="en-US" sz="2250" i="1">
                <a:solidFill>
                  <a:schemeClr val="dk1"/>
                </a:solidFill>
                <a:latin typeface="Times New Roman"/>
                <a:ea typeface="Times New Roman"/>
                <a:cs typeface="Times New Roman"/>
                <a:sym typeface="Times New Roman"/>
              </a:rPr>
              <a:t>x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u</a:t>
            </a:r>
            <a:r>
              <a:rPr lang="en-US" sz="1750">
                <a:solidFill>
                  <a:schemeClr val="dk1"/>
                </a:solidFill>
                <a:latin typeface="Times New Roman"/>
                <a:ea typeface="Times New Roman"/>
                <a:cs typeface="Times New Roman"/>
                <a:sym typeface="Times New Roman"/>
              </a:rPr>
              <a:t>( </a:t>
            </a:r>
            <a:r>
              <a:rPr lang="en-US" sz="1750" i="1">
                <a:solidFill>
                  <a:schemeClr val="dk1"/>
                </a:solidFill>
                <a:latin typeface="Times New Roman"/>
                <a:ea typeface="Times New Roman"/>
                <a:cs typeface="Times New Roman"/>
                <a:sym typeface="Times New Roman"/>
              </a:rPr>
              <a:t>x</a:t>
            </a:r>
            <a:r>
              <a:rPr lang="en-US" sz="1750">
                <a:solidFill>
                  <a:schemeClr val="dk1"/>
                </a:solidFill>
                <a:latin typeface="Times New Roman"/>
                <a:ea typeface="Times New Roman"/>
                <a:cs typeface="Times New Roman"/>
                <a:sym typeface="Times New Roman"/>
              </a:rPr>
              <a:t>, </a:t>
            </a:r>
            <a:r>
              <a:rPr lang="en-US" sz="1750" i="1">
                <a:solidFill>
                  <a:schemeClr val="dk1"/>
                </a:solidFill>
                <a:latin typeface="Times New Roman"/>
                <a:ea typeface="Times New Roman"/>
                <a:cs typeface="Times New Roman"/>
                <a:sym typeface="Times New Roman"/>
              </a:rPr>
              <a:t>y</a:t>
            </a:r>
            <a:r>
              <a:rPr lang="en-US" sz="1750">
                <a:solidFill>
                  <a:schemeClr val="dk1"/>
                </a:solidFill>
                <a:latin typeface="Times New Roman"/>
                <a:ea typeface="Times New Roman"/>
                <a:cs typeface="Times New Roman"/>
                <a:sym typeface="Times New Roman"/>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y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v</a:t>
            </a:r>
            <a:r>
              <a:rPr lang="en-US" sz="1750">
                <a:solidFill>
                  <a:schemeClr val="dk1"/>
                </a:solidFill>
                <a:latin typeface="Times New Roman"/>
                <a:ea typeface="Times New Roman"/>
                <a:cs typeface="Times New Roman"/>
                <a:sym typeface="Times New Roman"/>
              </a:rPr>
              <a:t>(</a:t>
            </a:r>
            <a:r>
              <a:rPr lang="en-US" sz="1750" i="1">
                <a:solidFill>
                  <a:schemeClr val="dk1"/>
                </a:solidFill>
                <a:latin typeface="Times New Roman"/>
                <a:ea typeface="Times New Roman"/>
                <a:cs typeface="Times New Roman"/>
                <a:sym typeface="Times New Roman"/>
              </a:rPr>
              <a:t>x</a:t>
            </a:r>
            <a:r>
              <a:rPr lang="en-US" sz="1750">
                <a:solidFill>
                  <a:schemeClr val="dk1"/>
                </a:solidFill>
                <a:latin typeface="Times New Roman"/>
                <a:ea typeface="Times New Roman"/>
                <a:cs typeface="Times New Roman"/>
                <a:sym typeface="Times New Roman"/>
              </a:rPr>
              <a:t>, </a:t>
            </a:r>
            <a:r>
              <a:rPr lang="en-US" sz="1750" i="1">
                <a:solidFill>
                  <a:schemeClr val="dk1"/>
                </a:solidFill>
                <a:latin typeface="Times New Roman"/>
                <a:ea typeface="Times New Roman"/>
                <a:cs typeface="Times New Roman"/>
                <a:sym typeface="Times New Roman"/>
              </a:rPr>
              <a:t>y</a:t>
            </a:r>
            <a:r>
              <a:rPr lang="en-US" sz="1750">
                <a:solidFill>
                  <a:schemeClr val="dk1"/>
                </a:solidFill>
                <a:latin typeface="Times New Roman"/>
                <a:ea typeface="Times New Roman"/>
                <a:cs typeface="Times New Roman"/>
                <a:sym typeface="Times New Roman"/>
              </a:rPr>
              <a:t>), </a:t>
            </a:r>
            <a:r>
              <a:rPr lang="en-US" sz="1750" i="1">
                <a:solidFill>
                  <a:schemeClr val="dk1"/>
                </a:solidFill>
                <a:latin typeface="Times New Roman"/>
                <a:ea typeface="Times New Roman"/>
                <a:cs typeface="Times New Roman"/>
                <a:sym typeface="Times New Roman"/>
              </a:rPr>
              <a:t>t</a:t>
            </a:r>
            <a:r>
              <a:rPr lang="en-US" sz="2250">
                <a:solidFill>
                  <a:schemeClr val="dk1"/>
                </a:solidFill>
                <a:latin typeface="Times New Roman"/>
                <a:ea typeface="Times New Roman"/>
                <a:cs typeface="Times New Roman"/>
                <a:sym typeface="Times New Roman"/>
              </a:rPr>
              <a:t>)</a:t>
            </a:r>
            <a:endParaRPr sz="2250">
              <a:solidFill>
                <a:schemeClr val="dk1"/>
              </a:solidFill>
              <a:latin typeface="Times New Roman"/>
              <a:ea typeface="Times New Roman"/>
              <a:cs typeface="Times New Roman"/>
              <a:sym typeface="Times New Roman"/>
            </a:endParaRPr>
          </a:p>
          <a:p>
            <a:pPr marL="25400" marR="0" lvl="0" indent="0" algn="l" rtl="0">
              <a:lnSpc>
                <a:spcPct val="100000"/>
              </a:lnSpc>
              <a:spcBef>
                <a:spcPts val="1605"/>
              </a:spcBef>
              <a:spcAft>
                <a:spcPts val="0"/>
              </a:spcAft>
              <a:buNone/>
            </a:pPr>
            <a:r>
              <a:rPr lang="en-US" sz="2000">
                <a:solidFill>
                  <a:schemeClr val="dk1"/>
                </a:solidFill>
                <a:latin typeface="Arial"/>
                <a:ea typeface="Arial"/>
                <a:cs typeface="Arial"/>
                <a:sym typeface="Arial"/>
              </a:rPr>
              <a:t>Linearizing the right side using Taylor expansion:</a:t>
            </a:r>
            <a:endParaRPr sz="2000">
              <a:solidFill>
                <a:schemeClr val="dk1"/>
              </a:solidFill>
              <a:latin typeface="Arial"/>
              <a:ea typeface="Arial"/>
              <a:cs typeface="Arial"/>
              <a:sym typeface="Arial"/>
            </a:endParaRPr>
          </a:p>
          <a:p>
            <a:pPr marL="12065" marR="0" lvl="0" indent="0" algn="ctr" rtl="0">
              <a:lnSpc>
                <a:spcPct val="100000"/>
              </a:lnSpc>
              <a:spcBef>
                <a:spcPts val="0"/>
              </a:spcBef>
              <a:spcAft>
                <a:spcPts val="0"/>
              </a:spcAft>
              <a:buNone/>
            </a:pPr>
            <a:r>
              <a:rPr lang="en-US" sz="1650" i="1">
                <a:solidFill>
                  <a:schemeClr val="dk1"/>
                </a:solidFill>
                <a:latin typeface="Times New Roman"/>
                <a:ea typeface="Times New Roman"/>
                <a:cs typeface="Times New Roman"/>
                <a:sym typeface="Times New Roman"/>
              </a:rPr>
              <a:t>I </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u</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v</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t</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1)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300" i="1" baseline="-25000">
                <a:solidFill>
                  <a:schemeClr val="dk1"/>
                </a:solidFill>
                <a:latin typeface="Times New Roman"/>
                <a:ea typeface="Times New Roman"/>
                <a:cs typeface="Times New Roman"/>
                <a:sym typeface="Times New Roman"/>
              </a:rPr>
              <a:t>x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u</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300" i="1" baseline="-25000">
                <a:solidFill>
                  <a:schemeClr val="dk1"/>
                </a:solidFill>
                <a:latin typeface="Times New Roman"/>
                <a:ea typeface="Times New Roman"/>
                <a:cs typeface="Times New Roman"/>
                <a:sym typeface="Times New Roman"/>
              </a:rPr>
              <a:t>y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v</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a:t>
            </a:r>
            <a:r>
              <a:rPr lang="en-US" sz="1300" i="1" baseline="-25000">
                <a:solidFill>
                  <a:schemeClr val="dk1"/>
                </a:solidFill>
                <a:latin typeface="Times New Roman"/>
                <a:ea typeface="Times New Roman"/>
                <a:cs typeface="Times New Roman"/>
                <a:sym typeface="Times New Roman"/>
              </a:rPr>
              <a:t>t</a:t>
            </a:r>
            <a:endParaRPr sz="1300" baseline="-25000">
              <a:solidFill>
                <a:schemeClr val="dk1"/>
              </a:solidFill>
              <a:latin typeface="Times New Roman"/>
              <a:ea typeface="Times New Roman"/>
              <a:cs typeface="Times New Roman"/>
              <a:sym typeface="Times New Roman"/>
            </a:endParaRPr>
          </a:p>
          <a:p>
            <a:pPr marL="6350" marR="0" lvl="0" indent="0" algn="ctr" rtl="0">
              <a:lnSpc>
                <a:spcPct val="100000"/>
              </a:lnSpc>
              <a:spcBef>
                <a:spcPts val="1635"/>
              </a:spcBef>
              <a:spcAft>
                <a:spcPts val="0"/>
              </a:spcAft>
              <a:buNone/>
            </a:pPr>
            <a:r>
              <a:rPr lang="en-US" sz="1650" i="1">
                <a:solidFill>
                  <a:schemeClr val="dk1"/>
                </a:solidFill>
                <a:latin typeface="Times New Roman"/>
                <a:ea typeface="Times New Roman"/>
                <a:cs typeface="Times New Roman"/>
                <a:sym typeface="Times New Roman"/>
              </a:rPr>
              <a:t>I </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u</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u</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t</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1)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300" i="1" baseline="-25000">
                <a:solidFill>
                  <a:schemeClr val="dk1"/>
                </a:solidFill>
                <a:latin typeface="Times New Roman"/>
                <a:ea typeface="Times New Roman"/>
                <a:cs typeface="Times New Roman"/>
                <a:sym typeface="Times New Roman"/>
              </a:rPr>
              <a:t>x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u</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 </a:t>
            </a:r>
            <a:r>
              <a:rPr lang="en-US" sz="1300" i="1" baseline="-25000">
                <a:solidFill>
                  <a:schemeClr val="dk1"/>
                </a:solidFill>
                <a:latin typeface="Times New Roman"/>
                <a:ea typeface="Times New Roman"/>
                <a:cs typeface="Times New Roman"/>
                <a:sym typeface="Times New Roman"/>
              </a:rPr>
              <a:t>y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v</a:t>
            </a:r>
            <a:r>
              <a:rPr lang="en-US" sz="1650">
                <a:solidFill>
                  <a:schemeClr val="dk1"/>
                </a:solidFill>
                <a:latin typeface="Times New Roman"/>
                <a:ea typeface="Times New Roman"/>
                <a:cs typeface="Times New Roman"/>
                <a:sym typeface="Times New Roman"/>
              </a:rPr>
              <a:t>(</a:t>
            </a:r>
            <a:r>
              <a:rPr lang="en-US" sz="1650" i="1">
                <a:solidFill>
                  <a:schemeClr val="dk1"/>
                </a:solidFill>
                <a:latin typeface="Times New Roman"/>
                <a:ea typeface="Times New Roman"/>
                <a:cs typeface="Times New Roman"/>
                <a:sym typeface="Times New Roman"/>
              </a:rPr>
              <a:t>x</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y</a:t>
            </a:r>
            <a:r>
              <a:rPr lang="en-US" sz="1650">
                <a:solidFill>
                  <a:schemeClr val="dk1"/>
                </a:solidFill>
                <a:latin typeface="Times New Roman"/>
                <a:ea typeface="Times New Roman"/>
                <a:cs typeface="Times New Roman"/>
                <a:sym typeface="Times New Roman"/>
              </a:rPr>
              <a:t>) </a:t>
            </a:r>
            <a:r>
              <a:rPr lang="en-US" sz="1650">
                <a:solidFill>
                  <a:schemeClr val="dk1"/>
                </a:solidFill>
                <a:latin typeface="Noto Sans Symbols"/>
                <a:ea typeface="Noto Sans Symbols"/>
                <a:cs typeface="Noto Sans Symbols"/>
                <a:sym typeface="Noto Sans Symbols"/>
              </a:rPr>
              <a:t>+</a:t>
            </a:r>
            <a:r>
              <a:rPr lang="en-US" sz="1650">
                <a:solidFill>
                  <a:schemeClr val="dk1"/>
                </a:solidFill>
                <a:latin typeface="Times New Roman"/>
                <a:ea typeface="Times New Roman"/>
                <a:cs typeface="Times New Roman"/>
                <a:sym typeface="Times New Roman"/>
              </a:rPr>
              <a:t> </a:t>
            </a:r>
            <a:r>
              <a:rPr lang="en-US" sz="1650" i="1">
                <a:solidFill>
                  <a:schemeClr val="dk1"/>
                </a:solidFill>
                <a:latin typeface="Times New Roman"/>
                <a:ea typeface="Times New Roman"/>
                <a:cs typeface="Times New Roman"/>
                <a:sym typeface="Times New Roman"/>
              </a:rPr>
              <a:t>I</a:t>
            </a:r>
            <a:r>
              <a:rPr lang="en-US" sz="1300" i="1" baseline="-25000">
                <a:solidFill>
                  <a:schemeClr val="dk1"/>
                </a:solidFill>
                <a:latin typeface="Times New Roman"/>
                <a:ea typeface="Times New Roman"/>
                <a:cs typeface="Times New Roman"/>
                <a:sym typeface="Times New Roman"/>
              </a:rPr>
              <a:t>t</a:t>
            </a:r>
            <a:endParaRPr sz="1300" baseline="-25000">
              <a:solidFill>
                <a:schemeClr val="dk1"/>
              </a:solidFill>
              <a:latin typeface="Times New Roman"/>
              <a:ea typeface="Times New Roman"/>
              <a:cs typeface="Times New Roman"/>
              <a:sym typeface="Times New Roman"/>
            </a:endParaRPr>
          </a:p>
        </p:txBody>
      </p:sp>
      <p:sp>
        <p:nvSpPr>
          <p:cNvPr id="588" name="Google Shape;588;g2ff6f630c79_0_232"/>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The brightness constancy constraint</a:t>
            </a:r>
            <a:endParaRPr sz="3400"/>
          </a:p>
        </p:txBody>
      </p:sp>
      <p:grpSp>
        <p:nvGrpSpPr>
          <p:cNvPr id="589" name="Google Shape;589;g2ff6f630c79_0_232"/>
          <p:cNvGrpSpPr/>
          <p:nvPr/>
        </p:nvGrpSpPr>
        <p:grpSpPr>
          <a:xfrm>
            <a:off x="1752600" y="742950"/>
            <a:ext cx="3047999" cy="1257300"/>
            <a:chOff x="1752600" y="990600"/>
            <a:chExt cx="3047999" cy="1676400"/>
          </a:xfrm>
        </p:grpSpPr>
        <p:sp>
          <p:nvSpPr>
            <p:cNvPr id="590" name="Google Shape;590;g2ff6f630c79_0_232"/>
            <p:cNvSpPr/>
            <p:nvPr/>
          </p:nvSpPr>
          <p:spPr>
            <a:xfrm>
              <a:off x="1752600" y="990600"/>
              <a:ext cx="2209800" cy="1676400"/>
            </a:xfrm>
            <a:custGeom>
              <a:avLst/>
              <a:gdLst/>
              <a:ahLst/>
              <a:cxnLst/>
              <a:rect l="l" t="t" r="r" b="b"/>
              <a:pathLst>
                <a:path w="2209800" h="1676400" extrusionOk="0">
                  <a:moveTo>
                    <a:pt x="0" y="1676400"/>
                  </a:moveTo>
                  <a:lnTo>
                    <a:pt x="2209800" y="1676400"/>
                  </a:lnTo>
                  <a:lnTo>
                    <a:pt x="2209800" y="0"/>
                  </a:lnTo>
                  <a:lnTo>
                    <a:pt x="0" y="0"/>
                  </a:lnTo>
                  <a:lnTo>
                    <a:pt x="0" y="1676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1" name="Google Shape;591;g2ff6f630c79_0_232"/>
            <p:cNvSpPr/>
            <p:nvPr/>
          </p:nvSpPr>
          <p:spPr>
            <a:xfrm>
              <a:off x="2356484" y="1442973"/>
              <a:ext cx="310514" cy="271780"/>
            </a:xfrm>
            <a:custGeom>
              <a:avLst/>
              <a:gdLst/>
              <a:ahLst/>
              <a:cxnLst/>
              <a:rect l="l" t="t" r="r" b="b"/>
              <a:pathLst>
                <a:path w="310514" h="271780" extrusionOk="0">
                  <a:moveTo>
                    <a:pt x="248855" y="226223"/>
                  </a:moveTo>
                  <a:lnTo>
                    <a:pt x="227964" y="250189"/>
                  </a:lnTo>
                  <a:lnTo>
                    <a:pt x="310514" y="271525"/>
                  </a:lnTo>
                  <a:lnTo>
                    <a:pt x="295255" y="234568"/>
                  </a:lnTo>
                  <a:lnTo>
                    <a:pt x="258444" y="234568"/>
                  </a:lnTo>
                  <a:lnTo>
                    <a:pt x="248855" y="226223"/>
                  </a:lnTo>
                  <a:close/>
                </a:path>
                <a:path w="310514" h="271780" extrusionOk="0">
                  <a:moveTo>
                    <a:pt x="257195" y="216656"/>
                  </a:moveTo>
                  <a:lnTo>
                    <a:pt x="248855" y="226223"/>
                  </a:lnTo>
                  <a:lnTo>
                    <a:pt x="258444" y="234568"/>
                  </a:lnTo>
                  <a:lnTo>
                    <a:pt x="266826" y="225043"/>
                  </a:lnTo>
                  <a:lnTo>
                    <a:pt x="257195" y="216656"/>
                  </a:lnTo>
                  <a:close/>
                </a:path>
                <a:path w="310514" h="271780" extrusionOk="0">
                  <a:moveTo>
                    <a:pt x="278002" y="192786"/>
                  </a:moveTo>
                  <a:lnTo>
                    <a:pt x="257195" y="216656"/>
                  </a:lnTo>
                  <a:lnTo>
                    <a:pt x="266826" y="225043"/>
                  </a:lnTo>
                  <a:lnTo>
                    <a:pt x="258444" y="234568"/>
                  </a:lnTo>
                  <a:lnTo>
                    <a:pt x="295255" y="234568"/>
                  </a:lnTo>
                  <a:lnTo>
                    <a:pt x="278002" y="192786"/>
                  </a:lnTo>
                  <a:close/>
                </a:path>
                <a:path w="310514" h="271780" extrusionOk="0">
                  <a:moveTo>
                    <a:pt x="8381" y="0"/>
                  </a:moveTo>
                  <a:lnTo>
                    <a:pt x="0" y="9651"/>
                  </a:lnTo>
                  <a:lnTo>
                    <a:pt x="248855" y="226223"/>
                  </a:lnTo>
                  <a:lnTo>
                    <a:pt x="257195" y="216656"/>
                  </a:lnTo>
                  <a:lnTo>
                    <a:pt x="8381"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92" name="Google Shape;592;g2ff6f630c79_0_232"/>
            <p:cNvPicPr preferRelativeResize="0"/>
            <p:nvPr/>
          </p:nvPicPr>
          <p:blipFill rotWithShape="1">
            <a:blip r:embed="rId3">
              <a:alphaModFix/>
            </a:blip>
            <a:srcRect/>
            <a:stretch/>
          </p:blipFill>
          <p:spPr>
            <a:xfrm>
              <a:off x="1873056" y="1179631"/>
              <a:ext cx="456346" cy="185083"/>
            </a:xfrm>
            <a:prstGeom prst="rect">
              <a:avLst/>
            </a:prstGeom>
            <a:noFill/>
            <a:ln>
              <a:noFill/>
            </a:ln>
          </p:spPr>
        </p:pic>
        <p:pic>
          <p:nvPicPr>
            <p:cNvPr id="593" name="Google Shape;593;g2ff6f630c79_0_232"/>
            <p:cNvPicPr preferRelativeResize="0"/>
            <p:nvPr/>
          </p:nvPicPr>
          <p:blipFill rotWithShape="1">
            <a:blip r:embed="rId4">
              <a:alphaModFix/>
            </a:blip>
            <a:srcRect/>
            <a:stretch/>
          </p:blipFill>
          <p:spPr>
            <a:xfrm>
              <a:off x="2735580" y="1693163"/>
              <a:ext cx="2065019" cy="192024"/>
            </a:xfrm>
            <a:prstGeom prst="rect">
              <a:avLst/>
            </a:prstGeom>
            <a:noFill/>
            <a:ln>
              <a:noFill/>
            </a:ln>
          </p:spPr>
        </p:pic>
      </p:grpSp>
      <p:grpSp>
        <p:nvGrpSpPr>
          <p:cNvPr id="594" name="Google Shape;594;g2ff6f630c79_0_232"/>
          <p:cNvGrpSpPr/>
          <p:nvPr/>
        </p:nvGrpSpPr>
        <p:grpSpPr>
          <a:xfrm>
            <a:off x="5695247" y="1253870"/>
            <a:ext cx="925740" cy="230294"/>
            <a:chOff x="5695247" y="1671827"/>
            <a:chExt cx="1234320" cy="307059"/>
          </a:xfrm>
        </p:grpSpPr>
        <p:pic>
          <p:nvPicPr>
            <p:cNvPr id="595" name="Google Shape;595;g2ff6f630c79_0_232"/>
            <p:cNvPicPr preferRelativeResize="0"/>
            <p:nvPr/>
          </p:nvPicPr>
          <p:blipFill rotWithShape="1">
            <a:blip r:embed="rId5">
              <a:alphaModFix/>
            </a:blip>
            <a:srcRect/>
            <a:stretch/>
          </p:blipFill>
          <p:spPr>
            <a:xfrm>
              <a:off x="6015228" y="1671827"/>
              <a:ext cx="85344" cy="85344"/>
            </a:xfrm>
            <a:prstGeom prst="rect">
              <a:avLst/>
            </a:prstGeom>
            <a:noFill/>
            <a:ln>
              <a:noFill/>
            </a:ln>
          </p:spPr>
        </p:pic>
        <p:pic>
          <p:nvPicPr>
            <p:cNvPr id="596" name="Google Shape;596;g2ff6f630c79_0_232"/>
            <p:cNvPicPr preferRelativeResize="0"/>
            <p:nvPr/>
          </p:nvPicPr>
          <p:blipFill rotWithShape="1">
            <a:blip r:embed="rId6">
              <a:alphaModFix/>
            </a:blip>
            <a:srcRect/>
            <a:stretch/>
          </p:blipFill>
          <p:spPr>
            <a:xfrm>
              <a:off x="5695247" y="1793803"/>
              <a:ext cx="1234320" cy="185083"/>
            </a:xfrm>
            <a:prstGeom prst="rect">
              <a:avLst/>
            </a:prstGeom>
            <a:noFill/>
            <a:ln>
              <a:noFill/>
            </a:ln>
          </p:spPr>
        </p:pic>
      </p:grpSp>
      <p:sp>
        <p:nvSpPr>
          <p:cNvPr id="597" name="Google Shape;597;g2ff6f630c79_0_232"/>
          <p:cNvSpPr txBox="1"/>
          <p:nvPr/>
        </p:nvSpPr>
        <p:spPr>
          <a:xfrm>
            <a:off x="2746375" y="1675733"/>
            <a:ext cx="11454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i="1">
                <a:solidFill>
                  <a:schemeClr val="dk1"/>
                </a:solidFill>
                <a:latin typeface="Times New Roman"/>
                <a:ea typeface="Times New Roman"/>
                <a:cs typeface="Times New Roman"/>
                <a:sym typeface="Times New Roman"/>
              </a:rPr>
              <a:t>I</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x</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y</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t</a:t>
            </a:r>
            <a:r>
              <a:rPr lang="en-US"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598" name="Google Shape;598;g2ff6f630c79_0_232"/>
          <p:cNvSpPr txBox="1"/>
          <p:nvPr/>
        </p:nvSpPr>
        <p:spPr>
          <a:xfrm>
            <a:off x="5136650" y="657725"/>
            <a:ext cx="2209800" cy="16932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26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6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3400">
              <a:solidFill>
                <a:schemeClr val="dk1"/>
              </a:solidFill>
              <a:latin typeface="Times New Roman"/>
              <a:ea typeface="Times New Roman"/>
              <a:cs typeface="Times New Roman"/>
              <a:sym typeface="Times New Roman"/>
            </a:endParaRPr>
          </a:p>
          <a:p>
            <a:pPr marL="1311910" marR="0" lvl="0" indent="0" algn="l" rtl="0">
              <a:lnSpc>
                <a:spcPct val="100000"/>
              </a:lnSpc>
              <a:spcBef>
                <a:spcPts val="0"/>
              </a:spcBef>
              <a:spcAft>
                <a:spcPts val="0"/>
              </a:spcAft>
              <a:buNone/>
            </a:pPr>
            <a:r>
              <a:rPr lang="en-US" sz="2400" i="1">
                <a:solidFill>
                  <a:schemeClr val="dk1"/>
                </a:solidFill>
                <a:latin typeface="Times New Roman"/>
                <a:ea typeface="Times New Roman"/>
                <a:cs typeface="Times New Roman"/>
                <a:sym typeface="Times New Roman"/>
              </a:rPr>
              <a:t>I</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x</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y</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t</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599" name="Google Shape;599;g2ff6f630c79_0_232"/>
          <p:cNvSpPr txBox="1"/>
          <p:nvPr/>
        </p:nvSpPr>
        <p:spPr>
          <a:xfrm>
            <a:off x="647090" y="4514850"/>
            <a:ext cx="3823200" cy="448200"/>
          </a:xfrm>
          <a:prstGeom prst="rect">
            <a:avLst/>
          </a:prstGeom>
          <a:solidFill>
            <a:srgbClr val="FFFF00"/>
          </a:solidFill>
          <a:ln>
            <a:noFill/>
          </a:ln>
        </p:spPr>
        <p:txBody>
          <a:bodyPr spcFirstLastPara="1" wrap="square" lIns="0" tIns="17125" rIns="0" bIns="0" anchor="t" anchorCtr="0">
            <a:spAutoFit/>
          </a:bodyPr>
          <a:lstStyle/>
          <a:p>
            <a:pPr marL="38100" marR="0" lvl="0" indent="0" algn="l" rtl="0">
              <a:lnSpc>
                <a:spcPct val="100000"/>
              </a:lnSpc>
              <a:spcBef>
                <a:spcPts val="0"/>
              </a:spcBef>
              <a:spcAft>
                <a:spcPts val="0"/>
              </a:spcAft>
              <a:buNone/>
            </a:pPr>
            <a:r>
              <a:rPr lang="en-US" sz="2800" baseline="-25000">
                <a:solidFill>
                  <a:schemeClr val="dk1"/>
                </a:solidFill>
                <a:latin typeface="Arial"/>
                <a:ea typeface="Arial"/>
                <a:cs typeface="Arial"/>
                <a:sym typeface="Arial"/>
              </a:rPr>
              <a:t>	</a:t>
            </a:r>
            <a:r>
              <a:rPr lang="en-US" sz="1950" i="1">
                <a:solidFill>
                  <a:schemeClr val="dk1"/>
                </a:solidFill>
                <a:latin typeface="Times New Roman"/>
                <a:ea typeface="Times New Roman"/>
                <a:cs typeface="Times New Roman"/>
                <a:sym typeface="Times New Roman"/>
              </a:rPr>
              <a:t>I </a:t>
            </a:r>
            <a:r>
              <a:rPr lang="en-US" sz="1600" i="1" baseline="-25000">
                <a:solidFill>
                  <a:schemeClr val="dk1"/>
                </a:solidFill>
                <a:latin typeface="Times New Roman"/>
                <a:ea typeface="Times New Roman"/>
                <a:cs typeface="Times New Roman"/>
                <a:sym typeface="Times New Roman"/>
              </a:rPr>
              <a:t>x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a:t>
            </a:r>
            <a:r>
              <a:rPr lang="en-US" sz="1950" i="1">
                <a:solidFill>
                  <a:schemeClr val="dk1"/>
                </a:solidFill>
                <a:latin typeface="Times New Roman"/>
                <a:ea typeface="Times New Roman"/>
                <a:cs typeface="Times New Roman"/>
                <a:sym typeface="Times New Roman"/>
              </a:rPr>
              <a:t>u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a:t>
            </a:r>
            <a:r>
              <a:rPr lang="en-US" sz="1950" i="1">
                <a:solidFill>
                  <a:schemeClr val="dk1"/>
                </a:solidFill>
                <a:latin typeface="Times New Roman"/>
                <a:ea typeface="Times New Roman"/>
                <a:cs typeface="Times New Roman"/>
                <a:sym typeface="Times New Roman"/>
              </a:rPr>
              <a:t>I </a:t>
            </a:r>
            <a:r>
              <a:rPr lang="en-US" sz="1600" i="1" baseline="-25000">
                <a:solidFill>
                  <a:schemeClr val="dk1"/>
                </a:solidFill>
                <a:latin typeface="Times New Roman"/>
                <a:ea typeface="Times New Roman"/>
                <a:cs typeface="Times New Roman"/>
                <a:sym typeface="Times New Roman"/>
              </a:rPr>
              <a:t>y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a:t>
            </a:r>
            <a:r>
              <a:rPr lang="en-US" sz="1950" i="1">
                <a:solidFill>
                  <a:schemeClr val="dk1"/>
                </a:solidFill>
                <a:latin typeface="Times New Roman"/>
                <a:ea typeface="Times New Roman"/>
                <a:cs typeface="Times New Roman"/>
                <a:sym typeface="Times New Roman"/>
              </a:rPr>
              <a:t>v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a:t>
            </a:r>
            <a:r>
              <a:rPr lang="en-US" sz="1950" i="1">
                <a:solidFill>
                  <a:schemeClr val="dk1"/>
                </a:solidFill>
                <a:latin typeface="Times New Roman"/>
                <a:ea typeface="Times New Roman"/>
                <a:cs typeface="Times New Roman"/>
                <a:sym typeface="Times New Roman"/>
              </a:rPr>
              <a:t>I</a:t>
            </a:r>
            <a:r>
              <a:rPr lang="en-US" sz="1600" i="1" baseline="-25000">
                <a:solidFill>
                  <a:schemeClr val="dk1"/>
                </a:solidFill>
                <a:latin typeface="Times New Roman"/>
                <a:ea typeface="Times New Roman"/>
                <a:cs typeface="Times New Roman"/>
                <a:sym typeface="Times New Roman"/>
              </a:rPr>
              <a:t>t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0</a:t>
            </a:r>
            <a:endParaRPr sz="1950">
              <a:solidFill>
                <a:schemeClr val="dk1"/>
              </a:solidFill>
              <a:latin typeface="Times New Roman"/>
              <a:ea typeface="Times New Roman"/>
              <a:cs typeface="Times New Roman"/>
              <a:sym typeface="Times New Roman"/>
            </a:endParaRPr>
          </a:p>
        </p:txBody>
      </p:sp>
      <p:sp>
        <p:nvSpPr>
          <p:cNvPr id="600" name="Google Shape;600;g2ff6f630c79_0_232"/>
          <p:cNvSpPr txBox="1"/>
          <p:nvPr/>
        </p:nvSpPr>
        <p:spPr>
          <a:xfrm>
            <a:off x="4734349" y="4457700"/>
            <a:ext cx="3014400" cy="543300"/>
          </a:xfrm>
          <a:prstGeom prst="rect">
            <a:avLst/>
          </a:prstGeom>
          <a:solidFill>
            <a:srgbClr val="FFC000"/>
          </a:solidFill>
          <a:ln>
            <a:noFill/>
          </a:ln>
        </p:spPr>
        <p:txBody>
          <a:bodyPr spcFirstLastPara="1" wrap="square" lIns="0" tIns="13950" rIns="0" bIns="0" anchor="t" anchorCtr="0">
            <a:spAutoFit/>
          </a:bodyPr>
          <a:lstStyle/>
          <a:p>
            <a:pPr marL="38100" marR="0" lvl="0" indent="0" algn="l" rtl="0">
              <a:lnSpc>
                <a:spcPct val="98000"/>
              </a:lnSpc>
              <a:spcBef>
                <a:spcPts val="0"/>
              </a:spcBef>
              <a:spcAft>
                <a:spcPts val="0"/>
              </a:spcAft>
              <a:buNone/>
            </a:pP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I</a:t>
            </a:r>
            <a:r>
              <a:rPr lang="en-US" sz="1950">
                <a:solidFill>
                  <a:schemeClr val="dk1"/>
                </a:solidFill>
                <a:latin typeface="Noto Sans Symbols"/>
                <a:ea typeface="Noto Sans Symbols"/>
                <a:cs typeface="Noto Sans Symbols"/>
                <a:sym typeface="Noto Sans Symbols"/>
              </a:rPr>
              <a:t>⋅</a:t>
            </a:r>
            <a:r>
              <a:rPr lang="en-US" sz="2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u	v</a:t>
            </a:r>
            <a:r>
              <a:rPr lang="en-US" sz="2950">
                <a:solidFill>
                  <a:schemeClr val="dk1"/>
                </a:solidFill>
                <a:latin typeface="Noto Sans Symbols"/>
                <a:ea typeface="Noto Sans Symbols"/>
                <a:cs typeface="Noto Sans Symbols"/>
                <a:sym typeface="Noto Sans Symbols"/>
              </a:rPr>
              <a:t>] </a:t>
            </a:r>
            <a:r>
              <a:rPr lang="en-US" sz="1600" baseline="30000">
                <a:solidFill>
                  <a:schemeClr val="dk1"/>
                </a:solidFill>
                <a:latin typeface="Times New Roman"/>
                <a:ea typeface="Times New Roman"/>
                <a:cs typeface="Times New Roman"/>
                <a:sym typeface="Times New Roman"/>
              </a:rPr>
              <a:t>T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I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0</a:t>
            </a:r>
            <a:endParaRPr sz="1950">
              <a:solidFill>
                <a:schemeClr val="dk1"/>
              </a:solidFill>
              <a:latin typeface="Times New Roman"/>
              <a:ea typeface="Times New Roman"/>
              <a:cs typeface="Times New Roman"/>
              <a:sym typeface="Times New Roman"/>
            </a:endParaRPr>
          </a:p>
          <a:p>
            <a:pPr marL="0" marR="609600" lvl="0" indent="0" algn="r" rtl="0">
              <a:lnSpc>
                <a:spcPct val="68437"/>
              </a:lnSpc>
              <a:spcBef>
                <a:spcPts val="0"/>
              </a:spcBef>
              <a:spcAft>
                <a:spcPts val="0"/>
              </a:spcAft>
              <a:buNone/>
            </a:pPr>
            <a:r>
              <a:rPr lang="en-US" sz="800">
                <a:solidFill>
                  <a:schemeClr val="dk1"/>
                </a:solidFill>
                <a:latin typeface="Times New Roman"/>
                <a:ea typeface="Times New Roman"/>
                <a:cs typeface="Times New Roman"/>
                <a:sym typeface="Times New Roman"/>
              </a:rPr>
              <a:t>t</a:t>
            </a:r>
            <a:endParaRPr sz="800">
              <a:solidFill>
                <a:schemeClr val="dk1"/>
              </a:solidFill>
              <a:latin typeface="Times New Roman"/>
              <a:ea typeface="Times New Roman"/>
              <a:cs typeface="Times New Roman"/>
              <a:sym typeface="Times New Roman"/>
            </a:endParaRPr>
          </a:p>
        </p:txBody>
      </p:sp>
      <p:grpSp>
        <p:nvGrpSpPr>
          <p:cNvPr id="601" name="Google Shape;601;g2ff6f630c79_0_232"/>
          <p:cNvGrpSpPr/>
          <p:nvPr/>
        </p:nvGrpSpPr>
        <p:grpSpPr>
          <a:xfrm>
            <a:off x="2272411" y="1018508"/>
            <a:ext cx="471169" cy="323373"/>
            <a:chOff x="2272411" y="1358010"/>
            <a:chExt cx="471169" cy="431164"/>
          </a:xfrm>
        </p:grpSpPr>
        <p:sp>
          <p:nvSpPr>
            <p:cNvPr id="602" name="Google Shape;602;g2ff6f630c79_0_232"/>
            <p:cNvSpPr/>
            <p:nvPr/>
          </p:nvSpPr>
          <p:spPr>
            <a:xfrm>
              <a:off x="2272411" y="1358010"/>
              <a:ext cx="471169" cy="431164"/>
            </a:xfrm>
            <a:custGeom>
              <a:avLst/>
              <a:gdLst/>
              <a:ahLst/>
              <a:cxnLst/>
              <a:rect l="l" t="t" r="r" b="b"/>
              <a:pathLst>
                <a:path w="471169" h="431164" extrusionOk="0">
                  <a:moveTo>
                    <a:pt x="470789" y="51689"/>
                  </a:moveTo>
                  <a:lnTo>
                    <a:pt x="459892" y="45339"/>
                  </a:lnTo>
                  <a:lnTo>
                    <a:pt x="382143" y="0"/>
                  </a:lnTo>
                  <a:lnTo>
                    <a:pt x="378333" y="1016"/>
                  </a:lnTo>
                  <a:lnTo>
                    <a:pt x="374777" y="7112"/>
                  </a:lnTo>
                  <a:lnTo>
                    <a:pt x="375793" y="10922"/>
                  </a:lnTo>
                  <a:lnTo>
                    <a:pt x="434771" y="45339"/>
                  </a:lnTo>
                  <a:lnTo>
                    <a:pt x="51689" y="45339"/>
                  </a:lnTo>
                  <a:lnTo>
                    <a:pt x="51689" y="51689"/>
                  </a:lnTo>
                  <a:lnTo>
                    <a:pt x="45339" y="51689"/>
                  </a:lnTo>
                  <a:lnTo>
                    <a:pt x="45339" y="395046"/>
                  </a:lnTo>
                  <a:lnTo>
                    <a:pt x="10922" y="336042"/>
                  </a:lnTo>
                  <a:lnTo>
                    <a:pt x="7112" y="335026"/>
                  </a:lnTo>
                  <a:lnTo>
                    <a:pt x="1016" y="338582"/>
                  </a:lnTo>
                  <a:lnTo>
                    <a:pt x="0" y="342519"/>
                  </a:lnTo>
                  <a:lnTo>
                    <a:pt x="51689" y="431165"/>
                  </a:lnTo>
                  <a:lnTo>
                    <a:pt x="59016" y="418592"/>
                  </a:lnTo>
                  <a:lnTo>
                    <a:pt x="103378" y="342519"/>
                  </a:lnTo>
                  <a:lnTo>
                    <a:pt x="102362" y="338582"/>
                  </a:lnTo>
                  <a:lnTo>
                    <a:pt x="96266" y="335026"/>
                  </a:lnTo>
                  <a:lnTo>
                    <a:pt x="92456" y="336042"/>
                  </a:lnTo>
                  <a:lnTo>
                    <a:pt x="58039" y="395046"/>
                  </a:lnTo>
                  <a:lnTo>
                    <a:pt x="58039" y="58039"/>
                  </a:lnTo>
                  <a:lnTo>
                    <a:pt x="434771" y="58039"/>
                  </a:lnTo>
                  <a:lnTo>
                    <a:pt x="375793" y="92456"/>
                  </a:lnTo>
                  <a:lnTo>
                    <a:pt x="374777" y="96266"/>
                  </a:lnTo>
                  <a:lnTo>
                    <a:pt x="378333" y="102362"/>
                  </a:lnTo>
                  <a:lnTo>
                    <a:pt x="382143" y="103378"/>
                  </a:lnTo>
                  <a:lnTo>
                    <a:pt x="459892" y="58039"/>
                  </a:lnTo>
                  <a:lnTo>
                    <a:pt x="470789" y="51689"/>
                  </a:lnTo>
                  <a:close/>
                </a:path>
              </a:pathLst>
            </a:custGeom>
            <a:solidFill>
              <a:srgbClr val="00CC9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03" name="Google Shape;603;g2ff6f630c79_0_232"/>
            <p:cNvPicPr preferRelativeResize="0"/>
            <p:nvPr/>
          </p:nvPicPr>
          <p:blipFill rotWithShape="1">
            <a:blip r:embed="rId5">
              <a:alphaModFix/>
            </a:blip>
            <a:srcRect/>
            <a:stretch/>
          </p:blipFill>
          <p:spPr>
            <a:xfrm>
              <a:off x="2281427" y="1405128"/>
              <a:ext cx="85344" cy="85344"/>
            </a:xfrm>
            <a:prstGeom prst="rect">
              <a:avLst/>
            </a:prstGeom>
            <a:noFill/>
            <a:ln>
              <a:noFill/>
            </a:ln>
          </p:spPr>
        </p:pic>
      </p:grpSp>
      <p:sp>
        <p:nvSpPr>
          <p:cNvPr id="604" name="Google Shape;604;g2ff6f630c79_0_232"/>
          <p:cNvSpPr txBox="1"/>
          <p:nvPr/>
        </p:nvSpPr>
        <p:spPr>
          <a:xfrm>
            <a:off x="2136394" y="1107376"/>
            <a:ext cx="103500" cy="1827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100">
                <a:solidFill>
                  <a:schemeClr val="dk1"/>
                </a:solidFill>
                <a:latin typeface="Arial"/>
                <a:ea typeface="Arial"/>
                <a:cs typeface="Arial"/>
                <a:sym typeface="Arial"/>
              </a:rPr>
              <a:t>u</a:t>
            </a:r>
            <a:endParaRPr sz="1100">
              <a:solidFill>
                <a:schemeClr val="dk1"/>
              </a:solidFill>
              <a:latin typeface="Arial"/>
              <a:ea typeface="Arial"/>
              <a:cs typeface="Arial"/>
              <a:sym typeface="Arial"/>
            </a:endParaRPr>
          </a:p>
        </p:txBody>
      </p:sp>
      <p:sp>
        <p:nvSpPr>
          <p:cNvPr id="605" name="Google Shape;605;g2ff6f630c79_0_232"/>
          <p:cNvSpPr txBox="1"/>
          <p:nvPr/>
        </p:nvSpPr>
        <p:spPr>
          <a:xfrm>
            <a:off x="2482976" y="902170"/>
            <a:ext cx="96000" cy="1827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100">
                <a:solidFill>
                  <a:schemeClr val="dk1"/>
                </a:solidFill>
                <a:latin typeface="Arial"/>
                <a:ea typeface="Arial"/>
                <a:cs typeface="Arial"/>
                <a:sym typeface="Arial"/>
              </a:rPr>
              <a:t>v</a:t>
            </a:r>
            <a:endParaRPr sz="1100">
              <a:solidFill>
                <a:schemeClr val="dk1"/>
              </a:solidFill>
              <a:latin typeface="Arial"/>
              <a:ea typeface="Arial"/>
              <a:cs typeface="Arial"/>
              <a:sym typeface="Arial"/>
            </a:endParaRPr>
          </a:p>
        </p:txBody>
      </p:sp>
      <p:sp>
        <p:nvSpPr>
          <p:cNvPr id="606" name="Google Shape;606;g2ff6f630c79_0_232"/>
          <p:cNvSpPr/>
          <p:nvPr/>
        </p:nvSpPr>
        <p:spPr>
          <a:xfrm>
            <a:off x="5710809" y="1053656"/>
            <a:ext cx="310514" cy="203835"/>
          </a:xfrm>
          <a:custGeom>
            <a:avLst/>
            <a:gdLst/>
            <a:ahLst/>
            <a:cxnLst/>
            <a:rect l="l" t="t" r="r" b="b"/>
            <a:pathLst>
              <a:path w="310514" h="271780" extrusionOk="0">
                <a:moveTo>
                  <a:pt x="248855" y="226223"/>
                </a:moveTo>
                <a:lnTo>
                  <a:pt x="227964" y="250189"/>
                </a:lnTo>
                <a:lnTo>
                  <a:pt x="310514" y="271525"/>
                </a:lnTo>
                <a:lnTo>
                  <a:pt x="295255" y="234568"/>
                </a:lnTo>
                <a:lnTo>
                  <a:pt x="258444" y="234568"/>
                </a:lnTo>
                <a:lnTo>
                  <a:pt x="248855" y="226223"/>
                </a:lnTo>
                <a:close/>
              </a:path>
              <a:path w="310514" h="271780" extrusionOk="0">
                <a:moveTo>
                  <a:pt x="257195" y="216656"/>
                </a:moveTo>
                <a:lnTo>
                  <a:pt x="248855" y="226223"/>
                </a:lnTo>
                <a:lnTo>
                  <a:pt x="258444" y="234568"/>
                </a:lnTo>
                <a:lnTo>
                  <a:pt x="266826" y="225043"/>
                </a:lnTo>
                <a:lnTo>
                  <a:pt x="257195" y="216656"/>
                </a:lnTo>
                <a:close/>
              </a:path>
              <a:path w="310514" h="271780" extrusionOk="0">
                <a:moveTo>
                  <a:pt x="278002" y="192786"/>
                </a:moveTo>
                <a:lnTo>
                  <a:pt x="257195" y="216656"/>
                </a:lnTo>
                <a:lnTo>
                  <a:pt x="266826" y="225043"/>
                </a:lnTo>
                <a:lnTo>
                  <a:pt x="258444" y="234568"/>
                </a:lnTo>
                <a:lnTo>
                  <a:pt x="295255" y="234568"/>
                </a:lnTo>
                <a:lnTo>
                  <a:pt x="278002" y="192786"/>
                </a:lnTo>
                <a:close/>
              </a:path>
              <a:path w="310514" h="271780" extrusionOk="0">
                <a:moveTo>
                  <a:pt x="8381" y="0"/>
                </a:moveTo>
                <a:lnTo>
                  <a:pt x="0" y="9651"/>
                </a:lnTo>
                <a:lnTo>
                  <a:pt x="248855" y="226223"/>
                </a:lnTo>
                <a:lnTo>
                  <a:pt x="257195" y="216656"/>
                </a:lnTo>
                <a:lnTo>
                  <a:pt x="8381"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7" name="Google Shape;607;g2ff6f630c79_0_232"/>
          <p:cNvSpPr txBox="1"/>
          <p:nvPr/>
        </p:nvSpPr>
        <p:spPr>
          <a:xfrm>
            <a:off x="837647" y="4145551"/>
            <a:ext cx="8201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7030A0"/>
                </a:solidFill>
                <a:latin typeface="Calibri"/>
                <a:ea typeface="Calibri"/>
                <a:cs typeface="Calibri"/>
                <a:sym typeface="Calibri"/>
              </a:rPr>
              <a:t>Optical flow constraint equation;</a:t>
            </a:r>
            <a:r>
              <a:rPr lang="en-US" sz="1800" b="1">
                <a:solidFill>
                  <a:srgbClr val="7030A0"/>
                </a:solidFill>
                <a:latin typeface="Calibri"/>
                <a:ea typeface="Calibri"/>
                <a:cs typeface="Calibri"/>
                <a:sym typeface="Calibri"/>
              </a:rPr>
              <a:t> </a:t>
            </a:r>
            <a:r>
              <a:rPr lang="en-US" sz="1800" b="1">
                <a:solidFill>
                  <a:srgbClr val="C00000"/>
                </a:solidFill>
                <a:latin typeface="Calibri"/>
                <a:ea typeface="Calibri"/>
                <a:cs typeface="Calibri"/>
                <a:sym typeface="Calibri"/>
              </a:rPr>
              <a:t>Ix, Iy, It can be computed from 2 successive frames</a:t>
            </a:r>
            <a:endParaRPr sz="1800" b="1" u="sng">
              <a:solidFill>
                <a:srgbClr val="C00000"/>
              </a:solidFill>
              <a:latin typeface="Calibri"/>
              <a:ea typeface="Calibri"/>
              <a:cs typeface="Calibri"/>
              <a:sym typeface="Calibri"/>
            </a:endParaRPr>
          </a:p>
        </p:txBody>
      </p:sp>
      <p:sp>
        <p:nvSpPr>
          <p:cNvPr id="608" name="Google Shape;608;g2ff6f630c79_0_23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612"/>
        <p:cNvGrpSpPr/>
        <p:nvPr/>
      </p:nvGrpSpPr>
      <p:grpSpPr>
        <a:xfrm>
          <a:off x="0" y="0"/>
          <a:ext cx="0" cy="0"/>
          <a:chOff x="0" y="0"/>
          <a:chExt cx="0" cy="0"/>
        </a:xfrm>
      </p:grpSpPr>
      <p:sp>
        <p:nvSpPr>
          <p:cNvPr id="613" name="Google Shape;613;g2ff6f630c79_0_257"/>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The brightness constancy constraint</a:t>
            </a:r>
            <a:endParaRPr sz="3400"/>
          </a:p>
        </p:txBody>
      </p:sp>
      <p:sp>
        <p:nvSpPr>
          <p:cNvPr id="614" name="Google Shape;614;g2ff6f630c79_0_257"/>
          <p:cNvSpPr txBox="1"/>
          <p:nvPr/>
        </p:nvSpPr>
        <p:spPr>
          <a:xfrm>
            <a:off x="307340" y="1411625"/>
            <a:ext cx="7381800" cy="1203300"/>
          </a:xfrm>
          <a:prstGeom prst="rect">
            <a:avLst/>
          </a:prstGeom>
          <a:noFill/>
          <a:ln>
            <a:noFill/>
          </a:ln>
        </p:spPr>
        <p:txBody>
          <a:bodyPr spcFirstLastPara="1" wrap="square" lIns="0" tIns="93975" rIns="0" bIns="0" anchor="t" anchorCtr="0">
            <a:spAutoFit/>
          </a:bodyPr>
          <a:lstStyle/>
          <a:p>
            <a:pPr marL="1558290" marR="0" lvl="0" indent="0" algn="ctr" rtl="0">
              <a:lnSpc>
                <a:spcPct val="100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12700" marR="0" lvl="0" indent="0" algn="l" rtl="0">
              <a:lnSpc>
                <a:spcPct val="100000"/>
              </a:lnSpc>
              <a:spcBef>
                <a:spcPts val="950"/>
              </a:spcBef>
              <a:spcAft>
                <a:spcPts val="0"/>
              </a:spcAft>
              <a:buNone/>
            </a:pPr>
            <a:r>
              <a:rPr lang="en-US" sz="2400">
                <a:solidFill>
                  <a:schemeClr val="dk1"/>
                </a:solidFill>
                <a:latin typeface="Arial"/>
                <a:ea typeface="Arial"/>
                <a:cs typeface="Arial"/>
                <a:sym typeface="Arial"/>
              </a:rPr>
              <a:t>How many equations and unknowns per pixel?</a:t>
            </a:r>
            <a:endParaRPr sz="2400">
              <a:solidFill>
                <a:schemeClr val="dk1"/>
              </a:solidFill>
              <a:latin typeface="Arial"/>
              <a:ea typeface="Arial"/>
              <a:cs typeface="Arial"/>
              <a:sym typeface="Arial"/>
            </a:endParaRPr>
          </a:p>
          <a:p>
            <a:pPr marL="1236345" marR="0" lvl="0" indent="-107949" algn="l" rtl="0">
              <a:lnSpc>
                <a:spcPct val="100000"/>
              </a:lnSpc>
              <a:spcBef>
                <a:spcPts val="730"/>
              </a:spcBef>
              <a:spcAft>
                <a:spcPts val="0"/>
              </a:spcAft>
              <a:buClr>
                <a:schemeClr val="dk1"/>
              </a:buClr>
              <a:buSzPts val="1700"/>
              <a:buFont typeface="Arial"/>
              <a:buChar char="•"/>
            </a:pPr>
            <a:r>
              <a:rPr lang="en-US" sz="1800">
                <a:solidFill>
                  <a:schemeClr val="dk1"/>
                </a:solidFill>
                <a:latin typeface="Arial"/>
                <a:ea typeface="Arial"/>
                <a:cs typeface="Arial"/>
                <a:sym typeface="Arial"/>
              </a:rPr>
              <a:t>One equation (this is a scalar equation!), two unknowns (u,v)</a:t>
            </a:r>
            <a:endParaRPr/>
          </a:p>
        </p:txBody>
      </p:sp>
      <p:sp>
        <p:nvSpPr>
          <p:cNvPr id="615" name="Google Shape;615;g2ff6f630c79_0_257"/>
          <p:cNvSpPr txBox="1"/>
          <p:nvPr/>
        </p:nvSpPr>
        <p:spPr>
          <a:xfrm>
            <a:off x="5345749" y="3072272"/>
            <a:ext cx="2601600" cy="468300"/>
          </a:xfrm>
          <a:prstGeom prst="rect">
            <a:avLst/>
          </a:prstGeom>
          <a:solidFill>
            <a:srgbClr val="FFC000"/>
          </a:solidFill>
          <a:ln>
            <a:noFill/>
          </a:ln>
        </p:spPr>
        <p:txBody>
          <a:bodyPr spcFirstLastPara="1" wrap="square" lIns="0" tIns="13950" rIns="0" bIns="0" anchor="t" anchorCtr="0">
            <a:spAutoFit/>
          </a:bodyPr>
          <a:lstStyle/>
          <a:p>
            <a:pPr marL="38100" marR="0" lvl="0" indent="0" algn="l" rtl="0">
              <a:lnSpc>
                <a:spcPct val="100000"/>
              </a:lnSpc>
              <a:spcBef>
                <a:spcPts val="0"/>
              </a:spcBef>
              <a:spcAft>
                <a:spcPts val="0"/>
              </a:spcAft>
              <a:buNone/>
            </a:pP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I</a:t>
            </a:r>
            <a:r>
              <a:rPr lang="en-US" sz="1950">
                <a:solidFill>
                  <a:schemeClr val="dk1"/>
                </a:solidFill>
                <a:latin typeface="Noto Sans Symbols"/>
                <a:ea typeface="Noto Sans Symbols"/>
                <a:cs typeface="Noto Sans Symbols"/>
                <a:sym typeface="Noto Sans Symbols"/>
              </a:rPr>
              <a:t>⋅</a:t>
            </a:r>
            <a:r>
              <a:rPr lang="en-US" sz="2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u	v</a:t>
            </a:r>
            <a:r>
              <a:rPr lang="en-US" sz="2950">
                <a:solidFill>
                  <a:schemeClr val="dk1"/>
                </a:solidFill>
                <a:latin typeface="Noto Sans Symbols"/>
                <a:ea typeface="Noto Sans Symbols"/>
                <a:cs typeface="Noto Sans Symbols"/>
                <a:sym typeface="Noto Sans Symbols"/>
              </a:rPr>
              <a:t>] </a:t>
            </a:r>
            <a:r>
              <a:rPr lang="en-US" sz="1600" baseline="30000">
                <a:solidFill>
                  <a:schemeClr val="dk1"/>
                </a:solidFill>
                <a:latin typeface="Times New Roman"/>
                <a:ea typeface="Times New Roman"/>
                <a:cs typeface="Times New Roman"/>
                <a:sym typeface="Times New Roman"/>
              </a:rPr>
              <a:t>T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I</a:t>
            </a:r>
            <a:r>
              <a:rPr lang="en-US" sz="1950" baseline="-25000">
                <a:solidFill>
                  <a:schemeClr val="dk1"/>
                </a:solidFill>
                <a:latin typeface="Times New Roman"/>
                <a:ea typeface="Times New Roman"/>
                <a:cs typeface="Times New Roman"/>
                <a:sym typeface="Times New Roman"/>
              </a:rPr>
              <a:t>t</a:t>
            </a:r>
            <a:r>
              <a:rPr lang="en-US" sz="1950">
                <a:solidFill>
                  <a:schemeClr val="dk1"/>
                </a:solidFill>
                <a:latin typeface="Times New Roman"/>
                <a:ea typeface="Times New Roman"/>
                <a:cs typeface="Times New Roman"/>
                <a:sym typeface="Times New Roman"/>
              </a:rPr>
              <a:t>	</a:t>
            </a:r>
            <a:r>
              <a:rPr lang="en-US" sz="1950">
                <a:solidFill>
                  <a:schemeClr val="dk1"/>
                </a:solidFill>
                <a:latin typeface="Noto Sans Symbols"/>
                <a:ea typeface="Noto Sans Symbols"/>
                <a:cs typeface="Noto Sans Symbols"/>
                <a:sym typeface="Noto Sans Symbols"/>
              </a:rPr>
              <a:t>=</a:t>
            </a:r>
            <a:r>
              <a:rPr lang="en-US" sz="1950">
                <a:solidFill>
                  <a:schemeClr val="dk1"/>
                </a:solidFill>
                <a:latin typeface="Times New Roman"/>
                <a:ea typeface="Times New Roman"/>
                <a:cs typeface="Times New Roman"/>
                <a:sym typeface="Times New Roman"/>
              </a:rPr>
              <a:t> 0</a:t>
            </a:r>
            <a:endParaRPr sz="1950">
              <a:solidFill>
                <a:schemeClr val="dk1"/>
              </a:solidFill>
              <a:latin typeface="Times New Roman"/>
              <a:ea typeface="Times New Roman"/>
              <a:cs typeface="Times New Roman"/>
              <a:sym typeface="Times New Roman"/>
            </a:endParaRPr>
          </a:p>
        </p:txBody>
      </p:sp>
      <p:sp>
        <p:nvSpPr>
          <p:cNvPr id="616" name="Google Shape;616;g2ff6f630c79_0_257"/>
          <p:cNvSpPr txBox="1"/>
          <p:nvPr/>
        </p:nvSpPr>
        <p:spPr>
          <a:xfrm>
            <a:off x="459740" y="762190"/>
            <a:ext cx="7836600" cy="751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a:solidFill>
                  <a:schemeClr val="dk1"/>
                </a:solidFill>
                <a:latin typeface="Arial"/>
                <a:ea typeface="Arial"/>
                <a:cs typeface="Arial"/>
                <a:sym typeface="Arial"/>
              </a:rPr>
              <a:t>Can we use this equation to recover image motion (u,v) at  each pixel?</a:t>
            </a:r>
            <a:endParaRPr sz="2400">
              <a:solidFill>
                <a:schemeClr val="dk1"/>
              </a:solidFill>
              <a:latin typeface="Arial"/>
              <a:ea typeface="Arial"/>
              <a:cs typeface="Arial"/>
              <a:sym typeface="Arial"/>
            </a:endParaRPr>
          </a:p>
        </p:txBody>
      </p:sp>
      <p:sp>
        <p:nvSpPr>
          <p:cNvPr id="617" name="Google Shape;617;g2ff6f630c79_0_257"/>
          <p:cNvSpPr txBox="1"/>
          <p:nvPr/>
        </p:nvSpPr>
        <p:spPr>
          <a:xfrm>
            <a:off x="781901" y="3072276"/>
            <a:ext cx="2772300" cy="363600"/>
          </a:xfrm>
          <a:prstGeom prst="rect">
            <a:avLst/>
          </a:prstGeom>
          <a:solidFill>
            <a:srgbClr val="FFFF00"/>
          </a:solidFill>
          <a:ln>
            <a:noFill/>
          </a:ln>
        </p:spPr>
        <p:txBody>
          <a:bodyPr spcFirstLastPara="1" wrap="square" lIns="0" tIns="17125" rIns="0" bIns="0" anchor="t" anchorCtr="0">
            <a:spAutoFit/>
          </a:bodyPr>
          <a:lstStyle/>
          <a:p>
            <a:pPr marL="38100" marR="0" lvl="0" indent="0" algn="l" rtl="0">
              <a:lnSpc>
                <a:spcPct val="100000"/>
              </a:lnSpc>
              <a:spcBef>
                <a:spcPts val="0"/>
              </a:spcBef>
              <a:spcAft>
                <a:spcPts val="0"/>
              </a:spcAft>
              <a:buNone/>
            </a:pPr>
            <a:r>
              <a:rPr lang="en-US" sz="2250" i="1">
                <a:solidFill>
                  <a:schemeClr val="dk1"/>
                </a:solidFill>
                <a:latin typeface="Times New Roman"/>
                <a:ea typeface="Times New Roman"/>
                <a:cs typeface="Times New Roman"/>
                <a:sym typeface="Times New Roman"/>
              </a:rPr>
              <a:t>I </a:t>
            </a:r>
            <a:r>
              <a:rPr lang="en-US" sz="1900" i="1" baseline="-25000">
                <a:solidFill>
                  <a:schemeClr val="dk1"/>
                </a:solidFill>
                <a:latin typeface="Times New Roman"/>
                <a:ea typeface="Times New Roman"/>
                <a:cs typeface="Times New Roman"/>
                <a:sym typeface="Times New Roman"/>
              </a:rPr>
              <a:t>x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u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I </a:t>
            </a:r>
            <a:r>
              <a:rPr lang="en-US" sz="1900" i="1" baseline="-25000">
                <a:solidFill>
                  <a:schemeClr val="dk1"/>
                </a:solidFill>
                <a:latin typeface="Times New Roman"/>
                <a:ea typeface="Times New Roman"/>
                <a:cs typeface="Times New Roman"/>
                <a:sym typeface="Times New Roman"/>
              </a:rPr>
              <a:t>y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v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a:t>
            </a:r>
            <a:r>
              <a:rPr lang="en-US" sz="2250" i="1">
                <a:solidFill>
                  <a:schemeClr val="dk1"/>
                </a:solidFill>
                <a:latin typeface="Times New Roman"/>
                <a:ea typeface="Times New Roman"/>
                <a:cs typeface="Times New Roman"/>
                <a:sym typeface="Times New Roman"/>
              </a:rPr>
              <a:t>I</a:t>
            </a:r>
            <a:r>
              <a:rPr lang="en-US" sz="1900" i="1" baseline="-25000">
                <a:solidFill>
                  <a:schemeClr val="dk1"/>
                </a:solidFill>
                <a:latin typeface="Times New Roman"/>
                <a:ea typeface="Times New Roman"/>
                <a:cs typeface="Times New Roman"/>
                <a:sym typeface="Times New Roman"/>
              </a:rPr>
              <a:t>t  </a:t>
            </a:r>
            <a:r>
              <a:rPr lang="en-US" sz="2250">
                <a:solidFill>
                  <a:schemeClr val="dk1"/>
                </a:solidFill>
                <a:latin typeface="Noto Sans Symbols"/>
                <a:ea typeface="Noto Sans Symbols"/>
                <a:cs typeface="Noto Sans Symbols"/>
                <a:sym typeface="Noto Sans Symbols"/>
              </a:rPr>
              <a:t>≈</a:t>
            </a:r>
            <a:r>
              <a:rPr lang="en-US" sz="2250">
                <a:solidFill>
                  <a:schemeClr val="dk1"/>
                </a:solidFill>
                <a:latin typeface="Times New Roman"/>
                <a:ea typeface="Times New Roman"/>
                <a:cs typeface="Times New Roman"/>
                <a:sym typeface="Times New Roman"/>
              </a:rPr>
              <a:t> 0</a:t>
            </a:r>
            <a:endParaRPr sz="2250">
              <a:solidFill>
                <a:schemeClr val="dk1"/>
              </a:solidFill>
              <a:latin typeface="Times New Roman"/>
              <a:ea typeface="Times New Roman"/>
              <a:cs typeface="Times New Roman"/>
              <a:sym typeface="Times New Roman"/>
            </a:endParaRPr>
          </a:p>
        </p:txBody>
      </p:sp>
      <p:sp>
        <p:nvSpPr>
          <p:cNvPr id="618" name="Google Shape;618;g2ff6f630c79_0_257"/>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622"/>
        <p:cNvGrpSpPr/>
        <p:nvPr/>
      </p:nvGrpSpPr>
      <p:grpSpPr>
        <a:xfrm>
          <a:off x="0" y="0"/>
          <a:ext cx="0" cy="0"/>
          <a:chOff x="0" y="0"/>
          <a:chExt cx="0" cy="0"/>
        </a:xfrm>
      </p:grpSpPr>
      <p:sp>
        <p:nvSpPr>
          <p:cNvPr id="623" name="Google Shape;623;g2ff6f630c79_0_26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Adding constraints….</a:t>
            </a:r>
            <a:endParaRPr sz="3400"/>
          </a:p>
        </p:txBody>
      </p:sp>
      <p:pic>
        <p:nvPicPr>
          <p:cNvPr id="624" name="Google Shape;624;g2ff6f630c79_0_265"/>
          <p:cNvPicPr preferRelativeResize="0"/>
          <p:nvPr/>
        </p:nvPicPr>
        <p:blipFill rotWithShape="1">
          <a:blip r:embed="rId3">
            <a:alphaModFix/>
          </a:blip>
          <a:srcRect/>
          <a:stretch/>
        </p:blipFill>
        <p:spPr>
          <a:xfrm>
            <a:off x="3208979" y="2971800"/>
            <a:ext cx="2228554" cy="178833"/>
          </a:xfrm>
          <a:prstGeom prst="rect">
            <a:avLst/>
          </a:prstGeom>
          <a:noFill/>
          <a:ln>
            <a:noFill/>
          </a:ln>
        </p:spPr>
      </p:pic>
      <p:sp>
        <p:nvSpPr>
          <p:cNvPr id="625" name="Google Shape;625;g2ff6f630c79_0_265"/>
          <p:cNvSpPr txBox="1"/>
          <p:nvPr/>
        </p:nvSpPr>
        <p:spPr>
          <a:xfrm>
            <a:off x="891844" y="1622011"/>
            <a:ext cx="7162200" cy="1613100"/>
          </a:xfrm>
          <a:prstGeom prst="rect">
            <a:avLst/>
          </a:prstGeom>
          <a:noFill/>
          <a:ln>
            <a:noFill/>
          </a:ln>
        </p:spPr>
        <p:txBody>
          <a:bodyPr spcFirstLastPara="1" wrap="square" lIns="0" tIns="85725" rIns="0" bIns="0" anchor="t" anchorCtr="0">
            <a:spAutoFit/>
          </a:bodyPr>
          <a:lstStyle/>
          <a:p>
            <a:pPr marL="381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How to get more equations for a pixel?</a:t>
            </a:r>
            <a:endParaRPr sz="1800">
              <a:solidFill>
                <a:schemeClr val="dk1"/>
              </a:solidFill>
              <a:latin typeface="Arial"/>
              <a:ea typeface="Arial"/>
              <a:cs typeface="Arial"/>
              <a:sym typeface="Arial"/>
            </a:endParaRPr>
          </a:p>
          <a:p>
            <a:pPr marL="38100" marR="0" lvl="0" indent="0" algn="l" rtl="0">
              <a:lnSpc>
                <a:spcPct val="100000"/>
              </a:lnSpc>
              <a:spcBef>
                <a:spcPts val="575"/>
              </a:spcBef>
              <a:spcAft>
                <a:spcPts val="0"/>
              </a:spcAft>
              <a:buNone/>
            </a:pPr>
            <a:r>
              <a:rPr lang="en-US" sz="1800" b="1">
                <a:solidFill>
                  <a:schemeClr val="dk1"/>
                </a:solidFill>
                <a:latin typeface="Arial"/>
                <a:ea typeface="Arial"/>
                <a:cs typeface="Arial"/>
                <a:sym typeface="Arial"/>
              </a:rPr>
              <a:t>Spatial coherence constraint:</a:t>
            </a:r>
            <a:endParaRPr sz="1800">
              <a:solidFill>
                <a:schemeClr val="dk1"/>
              </a:solidFill>
              <a:latin typeface="Arial"/>
              <a:ea typeface="Arial"/>
              <a:cs typeface="Arial"/>
              <a:sym typeface="Arial"/>
            </a:endParaRPr>
          </a:p>
          <a:p>
            <a:pPr marL="375920" marR="0" lvl="0" indent="0" algn="l" rtl="0">
              <a:lnSpc>
                <a:spcPct val="100000"/>
              </a:lnSpc>
              <a:spcBef>
                <a:spcPts val="575"/>
              </a:spcBef>
              <a:spcAft>
                <a:spcPts val="0"/>
              </a:spcAft>
              <a:buNone/>
            </a:pPr>
            <a:r>
              <a:rPr lang="en-US" sz="1800">
                <a:solidFill>
                  <a:srgbClr val="C00000"/>
                </a:solidFill>
                <a:latin typeface="Arial"/>
                <a:ea typeface="Arial"/>
                <a:cs typeface="Arial"/>
                <a:sym typeface="Arial"/>
              </a:rPr>
              <a:t>Assume the pixel’s neighbors have the same (u,v)</a:t>
            </a:r>
            <a:endParaRPr sz="800"/>
          </a:p>
          <a:p>
            <a:pPr marL="781685" marR="0" lvl="0" indent="-249554" algn="l" rtl="0">
              <a:lnSpc>
                <a:spcPct val="100000"/>
              </a:lnSpc>
              <a:spcBef>
                <a:spcPts val="450"/>
              </a:spcBef>
              <a:spcAft>
                <a:spcPts val="0"/>
              </a:spcAft>
              <a:buClr>
                <a:schemeClr val="dk1"/>
              </a:buClr>
              <a:buSzPts val="1200"/>
              <a:buFont typeface="Arial"/>
              <a:buChar char="•"/>
            </a:pPr>
            <a:r>
              <a:rPr lang="en-US" sz="1200">
                <a:solidFill>
                  <a:schemeClr val="dk1"/>
                </a:solidFill>
                <a:latin typeface="Arial"/>
                <a:ea typeface="Arial"/>
                <a:cs typeface="Arial"/>
                <a:sym typeface="Arial"/>
              </a:rPr>
              <a:t>If we use a 5x5 window, that gives us 25 equations per pixel</a:t>
            </a:r>
            <a:endParaRPr sz="1200">
              <a:solidFill>
                <a:schemeClr val="dk1"/>
              </a:solidFill>
              <a:latin typeface="Arial"/>
              <a:ea typeface="Arial"/>
              <a:cs typeface="Arial"/>
              <a:sym typeface="Arial"/>
            </a:endParaRPr>
          </a:p>
          <a:p>
            <a:pPr marL="6058535" marR="0" lvl="0" indent="0" algn="l" rtl="0">
              <a:lnSpc>
                <a:spcPct val="100000"/>
              </a:lnSpc>
              <a:spcBef>
                <a:spcPts val="940"/>
              </a:spcBef>
              <a:spcAft>
                <a:spcPts val="0"/>
              </a:spcAft>
              <a:buNone/>
            </a:pPr>
            <a:r>
              <a:rPr lang="en-US" sz="1200">
                <a:solidFill>
                  <a:schemeClr val="dk1"/>
                </a:solidFill>
                <a:latin typeface="Arial"/>
                <a:ea typeface="Arial"/>
                <a:cs typeface="Arial"/>
                <a:sym typeface="Arial"/>
              </a:rPr>
              <a:t>p</a:t>
            </a:r>
            <a:r>
              <a:rPr lang="en-US" sz="1200" baseline="-25000">
                <a:solidFill>
                  <a:schemeClr val="dk1"/>
                </a:solidFill>
                <a:latin typeface="Arial"/>
                <a:ea typeface="Arial"/>
                <a:cs typeface="Arial"/>
                <a:sym typeface="Arial"/>
              </a:rPr>
              <a:t>i </a:t>
            </a:r>
            <a:r>
              <a:rPr lang="en-US" sz="1200">
                <a:solidFill>
                  <a:schemeClr val="dk1"/>
                </a:solidFill>
                <a:latin typeface="Arial"/>
                <a:ea typeface="Arial"/>
                <a:cs typeface="Arial"/>
                <a:sym typeface="Arial"/>
              </a:rPr>
              <a:t>= (x</a:t>
            </a:r>
            <a:r>
              <a:rPr lang="en-US" sz="1200" baseline="-25000">
                <a:solidFill>
                  <a:schemeClr val="dk1"/>
                </a:solidFill>
                <a:latin typeface="Arial"/>
                <a:ea typeface="Arial"/>
                <a:cs typeface="Arial"/>
                <a:sym typeface="Arial"/>
              </a:rPr>
              <a:t>i</a:t>
            </a:r>
            <a:r>
              <a:rPr lang="en-US" sz="1200">
                <a:solidFill>
                  <a:schemeClr val="dk1"/>
                </a:solidFill>
                <a:latin typeface="Arial"/>
                <a:ea typeface="Arial"/>
                <a:cs typeface="Arial"/>
                <a:sym typeface="Arial"/>
              </a:rPr>
              <a:t>, y</a:t>
            </a:r>
            <a:r>
              <a:rPr lang="en-US" sz="1200" baseline="-25000">
                <a:solidFill>
                  <a:schemeClr val="dk1"/>
                </a:solidFill>
                <a:latin typeface="Arial"/>
                <a:ea typeface="Arial"/>
                <a:cs typeface="Arial"/>
                <a:sym typeface="Arial"/>
              </a:rPr>
              <a:t>i</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pic>
        <p:nvPicPr>
          <p:cNvPr id="626" name="Google Shape;626;g2ff6f630c79_0_265"/>
          <p:cNvPicPr preferRelativeResize="0"/>
          <p:nvPr/>
        </p:nvPicPr>
        <p:blipFill rotWithShape="1">
          <a:blip r:embed="rId4">
            <a:alphaModFix/>
          </a:blip>
          <a:srcRect/>
          <a:stretch/>
        </p:blipFill>
        <p:spPr>
          <a:xfrm>
            <a:off x="1575403" y="3526841"/>
            <a:ext cx="6112517" cy="1147565"/>
          </a:xfrm>
          <a:prstGeom prst="rect">
            <a:avLst/>
          </a:prstGeom>
          <a:noFill/>
          <a:ln>
            <a:noFill/>
          </a:ln>
        </p:spPr>
      </p:pic>
      <p:sp>
        <p:nvSpPr>
          <p:cNvPr id="627" name="Google Shape;627;g2ff6f630c79_0_265"/>
          <p:cNvSpPr txBox="1"/>
          <p:nvPr/>
        </p:nvSpPr>
        <p:spPr>
          <a:xfrm>
            <a:off x="383540" y="775239"/>
            <a:ext cx="8150100" cy="6600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omic Sans MS"/>
                <a:ea typeface="Comic Sans MS"/>
                <a:cs typeface="Comic Sans MS"/>
                <a:sym typeface="Comic Sans MS"/>
              </a:rPr>
              <a:t>B. Lucas and T. Kanade. An iterative image registration technique with an application to stereo vision.  In </a:t>
            </a:r>
            <a:r>
              <a:rPr lang="en-US" sz="1400" i="1">
                <a:solidFill>
                  <a:schemeClr val="dk1"/>
                </a:solidFill>
                <a:latin typeface="Comic Sans MS"/>
                <a:ea typeface="Comic Sans MS"/>
                <a:cs typeface="Comic Sans MS"/>
                <a:sym typeface="Comic Sans MS"/>
              </a:rPr>
              <a:t>Proceedings of the International Joint Conference on Artificial Intelligence</a:t>
            </a:r>
            <a:r>
              <a:rPr lang="en-US" sz="1400">
                <a:solidFill>
                  <a:schemeClr val="dk1"/>
                </a:solidFill>
                <a:latin typeface="Comic Sans MS"/>
                <a:ea typeface="Comic Sans MS"/>
                <a:cs typeface="Comic Sans MS"/>
                <a:sym typeface="Comic Sans MS"/>
              </a:rPr>
              <a:t>, pp. 674–679, 1981.</a:t>
            </a:r>
            <a:endParaRPr/>
          </a:p>
        </p:txBody>
      </p:sp>
      <p:sp>
        <p:nvSpPr>
          <p:cNvPr id="628" name="Google Shape;628;g2ff6f630c79_0_26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632"/>
        <p:cNvGrpSpPr/>
        <p:nvPr/>
      </p:nvGrpSpPr>
      <p:grpSpPr>
        <a:xfrm>
          <a:off x="0" y="0"/>
          <a:ext cx="0" cy="0"/>
          <a:chOff x="0" y="0"/>
          <a:chExt cx="0" cy="0"/>
        </a:xfrm>
      </p:grpSpPr>
      <p:sp>
        <p:nvSpPr>
          <p:cNvPr id="633" name="Google Shape;633;g2ff6f630c79_0_273"/>
          <p:cNvSpPr txBox="1"/>
          <p:nvPr/>
        </p:nvSpPr>
        <p:spPr>
          <a:xfrm>
            <a:off x="764540" y="705040"/>
            <a:ext cx="42315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Overconstrained linear system:</a:t>
            </a:r>
            <a:endParaRPr sz="2400">
              <a:solidFill>
                <a:schemeClr val="dk1"/>
              </a:solidFill>
              <a:latin typeface="Arial"/>
              <a:ea typeface="Arial"/>
              <a:cs typeface="Arial"/>
              <a:sym typeface="Arial"/>
            </a:endParaRPr>
          </a:p>
        </p:txBody>
      </p:sp>
      <p:pic>
        <p:nvPicPr>
          <p:cNvPr id="634" name="Google Shape;634;g2ff6f630c79_0_273"/>
          <p:cNvPicPr preferRelativeResize="0"/>
          <p:nvPr/>
        </p:nvPicPr>
        <p:blipFill rotWithShape="1">
          <a:blip r:embed="rId3">
            <a:alphaModFix/>
          </a:blip>
          <a:srcRect/>
          <a:stretch/>
        </p:blipFill>
        <p:spPr>
          <a:xfrm>
            <a:off x="6641772" y="1706186"/>
            <a:ext cx="456168" cy="112438"/>
          </a:xfrm>
          <a:prstGeom prst="rect">
            <a:avLst/>
          </a:prstGeom>
          <a:noFill/>
          <a:ln>
            <a:noFill/>
          </a:ln>
        </p:spPr>
      </p:pic>
      <p:pic>
        <p:nvPicPr>
          <p:cNvPr id="635" name="Google Shape;635;g2ff6f630c79_0_273"/>
          <p:cNvPicPr preferRelativeResize="0"/>
          <p:nvPr/>
        </p:nvPicPr>
        <p:blipFill rotWithShape="1">
          <a:blip r:embed="rId4">
            <a:alphaModFix/>
          </a:blip>
          <a:srcRect/>
          <a:stretch/>
        </p:blipFill>
        <p:spPr>
          <a:xfrm>
            <a:off x="6809888" y="1437946"/>
            <a:ext cx="1259691" cy="180854"/>
          </a:xfrm>
          <a:prstGeom prst="rect">
            <a:avLst/>
          </a:prstGeom>
          <a:noFill/>
          <a:ln>
            <a:noFill/>
          </a:ln>
        </p:spPr>
      </p:pic>
      <p:pic>
        <p:nvPicPr>
          <p:cNvPr id="636" name="Google Shape;636;g2ff6f630c79_0_273"/>
          <p:cNvPicPr preferRelativeResize="0"/>
          <p:nvPr/>
        </p:nvPicPr>
        <p:blipFill rotWithShape="1">
          <a:blip r:embed="rId5">
            <a:alphaModFix/>
          </a:blip>
          <a:srcRect/>
          <a:stretch/>
        </p:blipFill>
        <p:spPr>
          <a:xfrm>
            <a:off x="7251375" y="1702735"/>
            <a:ext cx="325768" cy="109255"/>
          </a:xfrm>
          <a:prstGeom prst="rect">
            <a:avLst/>
          </a:prstGeom>
          <a:noFill/>
          <a:ln>
            <a:noFill/>
          </a:ln>
        </p:spPr>
      </p:pic>
      <p:pic>
        <p:nvPicPr>
          <p:cNvPr id="637" name="Google Shape;637;g2ff6f630c79_0_273"/>
          <p:cNvPicPr preferRelativeResize="0"/>
          <p:nvPr/>
        </p:nvPicPr>
        <p:blipFill rotWithShape="1">
          <a:blip r:embed="rId6">
            <a:alphaModFix/>
          </a:blip>
          <a:srcRect/>
          <a:stretch/>
        </p:blipFill>
        <p:spPr>
          <a:xfrm>
            <a:off x="7780203" y="1708472"/>
            <a:ext cx="449396" cy="112438"/>
          </a:xfrm>
          <a:prstGeom prst="rect">
            <a:avLst/>
          </a:prstGeom>
          <a:noFill/>
          <a:ln>
            <a:noFill/>
          </a:ln>
        </p:spPr>
      </p:pic>
      <p:pic>
        <p:nvPicPr>
          <p:cNvPr id="638" name="Google Shape;638;g2ff6f630c79_0_273"/>
          <p:cNvPicPr preferRelativeResize="0"/>
          <p:nvPr/>
        </p:nvPicPr>
        <p:blipFill rotWithShape="1">
          <a:blip r:embed="rId7">
            <a:alphaModFix/>
          </a:blip>
          <a:srcRect/>
          <a:stretch/>
        </p:blipFill>
        <p:spPr>
          <a:xfrm>
            <a:off x="816316" y="1145779"/>
            <a:ext cx="5428792" cy="1073093"/>
          </a:xfrm>
          <a:prstGeom prst="rect">
            <a:avLst/>
          </a:prstGeom>
          <a:noFill/>
          <a:ln>
            <a:noFill/>
          </a:ln>
        </p:spPr>
      </p:pic>
      <p:sp>
        <p:nvSpPr>
          <p:cNvPr id="639" name="Google Shape;639;g2ff6f630c79_0_273"/>
          <p:cNvSpPr txBox="1"/>
          <p:nvPr/>
        </p:nvSpPr>
        <p:spPr>
          <a:xfrm>
            <a:off x="764540" y="159410"/>
            <a:ext cx="3695700" cy="5355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3400">
                <a:solidFill>
                  <a:schemeClr val="dk1"/>
                </a:solidFill>
                <a:latin typeface="Arial"/>
                <a:ea typeface="Arial"/>
                <a:cs typeface="Arial"/>
                <a:sym typeface="Arial"/>
              </a:rPr>
              <a:t>Lucas-Kanade flow</a:t>
            </a:r>
            <a:endParaRPr sz="3400">
              <a:solidFill>
                <a:schemeClr val="dk1"/>
              </a:solidFill>
              <a:latin typeface="Arial"/>
              <a:ea typeface="Arial"/>
              <a:cs typeface="Arial"/>
              <a:sym typeface="Arial"/>
            </a:endParaRPr>
          </a:p>
        </p:txBody>
      </p:sp>
      <p:sp>
        <p:nvSpPr>
          <p:cNvPr id="640" name="Google Shape;640;g2ff6f630c79_0_273"/>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644"/>
        <p:cNvGrpSpPr/>
        <p:nvPr/>
      </p:nvGrpSpPr>
      <p:grpSpPr>
        <a:xfrm>
          <a:off x="0" y="0"/>
          <a:ext cx="0" cy="0"/>
          <a:chOff x="0" y="0"/>
          <a:chExt cx="0" cy="0"/>
        </a:xfrm>
      </p:grpSpPr>
      <p:sp>
        <p:nvSpPr>
          <p:cNvPr id="645" name="Google Shape;645;g2ff6f630c79_0_283"/>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Lucas-Kanade flow</a:t>
            </a:r>
            <a:endParaRPr sz="3400"/>
          </a:p>
        </p:txBody>
      </p:sp>
      <p:sp>
        <p:nvSpPr>
          <p:cNvPr id="646" name="Google Shape;646;g2ff6f630c79_0_283"/>
          <p:cNvSpPr txBox="1"/>
          <p:nvPr/>
        </p:nvSpPr>
        <p:spPr>
          <a:xfrm>
            <a:off x="764540" y="705040"/>
            <a:ext cx="41460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Overconstrained linear system</a:t>
            </a:r>
            <a:endParaRPr sz="2400">
              <a:solidFill>
                <a:schemeClr val="dk1"/>
              </a:solidFill>
              <a:latin typeface="Arial"/>
              <a:ea typeface="Arial"/>
              <a:cs typeface="Arial"/>
              <a:sym typeface="Arial"/>
            </a:endParaRPr>
          </a:p>
        </p:txBody>
      </p:sp>
      <p:pic>
        <p:nvPicPr>
          <p:cNvPr id="647" name="Google Shape;647;g2ff6f630c79_0_283"/>
          <p:cNvPicPr preferRelativeResize="0"/>
          <p:nvPr/>
        </p:nvPicPr>
        <p:blipFill rotWithShape="1">
          <a:blip r:embed="rId3">
            <a:alphaModFix/>
          </a:blip>
          <a:srcRect/>
          <a:stretch/>
        </p:blipFill>
        <p:spPr>
          <a:xfrm>
            <a:off x="6641772" y="1706186"/>
            <a:ext cx="456168" cy="112438"/>
          </a:xfrm>
          <a:prstGeom prst="rect">
            <a:avLst/>
          </a:prstGeom>
          <a:noFill/>
          <a:ln>
            <a:noFill/>
          </a:ln>
        </p:spPr>
      </p:pic>
      <p:pic>
        <p:nvPicPr>
          <p:cNvPr id="648" name="Google Shape;648;g2ff6f630c79_0_283"/>
          <p:cNvPicPr preferRelativeResize="0"/>
          <p:nvPr/>
        </p:nvPicPr>
        <p:blipFill rotWithShape="1">
          <a:blip r:embed="rId4">
            <a:alphaModFix/>
          </a:blip>
          <a:srcRect/>
          <a:stretch/>
        </p:blipFill>
        <p:spPr>
          <a:xfrm>
            <a:off x="6809888" y="1437946"/>
            <a:ext cx="1259691" cy="180854"/>
          </a:xfrm>
          <a:prstGeom prst="rect">
            <a:avLst/>
          </a:prstGeom>
          <a:noFill/>
          <a:ln>
            <a:noFill/>
          </a:ln>
        </p:spPr>
      </p:pic>
      <p:pic>
        <p:nvPicPr>
          <p:cNvPr id="649" name="Google Shape;649;g2ff6f630c79_0_283"/>
          <p:cNvPicPr preferRelativeResize="0"/>
          <p:nvPr/>
        </p:nvPicPr>
        <p:blipFill rotWithShape="1">
          <a:blip r:embed="rId5">
            <a:alphaModFix/>
          </a:blip>
          <a:srcRect/>
          <a:stretch/>
        </p:blipFill>
        <p:spPr>
          <a:xfrm>
            <a:off x="7251375" y="1702735"/>
            <a:ext cx="325768" cy="109255"/>
          </a:xfrm>
          <a:prstGeom prst="rect">
            <a:avLst/>
          </a:prstGeom>
          <a:noFill/>
          <a:ln>
            <a:noFill/>
          </a:ln>
        </p:spPr>
      </p:pic>
      <p:pic>
        <p:nvPicPr>
          <p:cNvPr id="650" name="Google Shape;650;g2ff6f630c79_0_283"/>
          <p:cNvPicPr preferRelativeResize="0"/>
          <p:nvPr/>
        </p:nvPicPr>
        <p:blipFill rotWithShape="1">
          <a:blip r:embed="rId6">
            <a:alphaModFix/>
          </a:blip>
          <a:srcRect/>
          <a:stretch/>
        </p:blipFill>
        <p:spPr>
          <a:xfrm>
            <a:off x="7780203" y="1708472"/>
            <a:ext cx="449396" cy="112438"/>
          </a:xfrm>
          <a:prstGeom prst="rect">
            <a:avLst/>
          </a:prstGeom>
          <a:noFill/>
          <a:ln>
            <a:noFill/>
          </a:ln>
        </p:spPr>
      </p:pic>
      <p:pic>
        <p:nvPicPr>
          <p:cNvPr id="651" name="Google Shape;651;g2ff6f630c79_0_283"/>
          <p:cNvPicPr preferRelativeResize="0"/>
          <p:nvPr/>
        </p:nvPicPr>
        <p:blipFill rotWithShape="1">
          <a:blip r:embed="rId7">
            <a:alphaModFix/>
          </a:blip>
          <a:srcRect/>
          <a:stretch/>
        </p:blipFill>
        <p:spPr>
          <a:xfrm>
            <a:off x="816316" y="1145779"/>
            <a:ext cx="5428792" cy="1073093"/>
          </a:xfrm>
          <a:prstGeom prst="rect">
            <a:avLst/>
          </a:prstGeom>
          <a:noFill/>
          <a:ln>
            <a:noFill/>
          </a:ln>
        </p:spPr>
      </p:pic>
      <p:pic>
        <p:nvPicPr>
          <p:cNvPr id="652" name="Google Shape;652;g2ff6f630c79_0_283"/>
          <p:cNvPicPr preferRelativeResize="0"/>
          <p:nvPr/>
        </p:nvPicPr>
        <p:blipFill rotWithShape="1">
          <a:blip r:embed="rId8">
            <a:alphaModFix/>
          </a:blip>
          <a:srcRect/>
          <a:stretch/>
        </p:blipFill>
        <p:spPr>
          <a:xfrm>
            <a:off x="765707" y="2977526"/>
            <a:ext cx="5549952" cy="612616"/>
          </a:xfrm>
          <a:prstGeom prst="rect">
            <a:avLst/>
          </a:prstGeom>
          <a:noFill/>
          <a:ln>
            <a:noFill/>
          </a:ln>
        </p:spPr>
      </p:pic>
      <p:pic>
        <p:nvPicPr>
          <p:cNvPr id="653" name="Google Shape;653;g2ff6f630c79_0_283"/>
          <p:cNvPicPr preferRelativeResize="0"/>
          <p:nvPr/>
        </p:nvPicPr>
        <p:blipFill rotWithShape="1">
          <a:blip r:embed="rId9">
            <a:alphaModFix/>
          </a:blip>
          <a:srcRect/>
          <a:stretch/>
        </p:blipFill>
        <p:spPr>
          <a:xfrm>
            <a:off x="1830981" y="3746768"/>
            <a:ext cx="667062" cy="217720"/>
          </a:xfrm>
          <a:prstGeom prst="rect">
            <a:avLst/>
          </a:prstGeom>
          <a:noFill/>
          <a:ln>
            <a:noFill/>
          </a:ln>
        </p:spPr>
      </p:pic>
      <p:pic>
        <p:nvPicPr>
          <p:cNvPr id="654" name="Google Shape;654;g2ff6f630c79_0_283"/>
          <p:cNvPicPr preferRelativeResize="0"/>
          <p:nvPr/>
        </p:nvPicPr>
        <p:blipFill rotWithShape="1">
          <a:blip r:embed="rId10">
            <a:alphaModFix/>
          </a:blip>
          <a:srcRect/>
          <a:stretch/>
        </p:blipFill>
        <p:spPr>
          <a:xfrm>
            <a:off x="5381897" y="3741052"/>
            <a:ext cx="562573" cy="220557"/>
          </a:xfrm>
          <a:prstGeom prst="rect">
            <a:avLst/>
          </a:prstGeom>
          <a:noFill/>
          <a:ln>
            <a:noFill/>
          </a:ln>
        </p:spPr>
      </p:pic>
      <p:sp>
        <p:nvSpPr>
          <p:cNvPr id="655" name="Google Shape;655;g2ff6f630c79_0_283"/>
          <p:cNvSpPr txBox="1"/>
          <p:nvPr/>
        </p:nvSpPr>
        <p:spPr>
          <a:xfrm>
            <a:off x="612140" y="4227575"/>
            <a:ext cx="62331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The summations are over all pixels in the K x K window</a:t>
            </a:r>
            <a:endParaRPr sz="2000">
              <a:solidFill>
                <a:schemeClr val="dk1"/>
              </a:solidFill>
              <a:latin typeface="Arial"/>
              <a:ea typeface="Arial"/>
              <a:cs typeface="Arial"/>
              <a:sym typeface="Arial"/>
            </a:endParaRPr>
          </a:p>
        </p:txBody>
      </p:sp>
      <p:pic>
        <p:nvPicPr>
          <p:cNvPr id="656" name="Google Shape;656;g2ff6f630c79_0_283"/>
          <p:cNvPicPr preferRelativeResize="0"/>
          <p:nvPr/>
        </p:nvPicPr>
        <p:blipFill rotWithShape="1">
          <a:blip r:embed="rId11">
            <a:alphaModFix/>
          </a:blip>
          <a:srcRect/>
          <a:stretch/>
        </p:blipFill>
        <p:spPr>
          <a:xfrm>
            <a:off x="6072932" y="2481452"/>
            <a:ext cx="2309067" cy="282742"/>
          </a:xfrm>
          <a:prstGeom prst="rect">
            <a:avLst/>
          </a:prstGeom>
          <a:noFill/>
          <a:ln>
            <a:noFill/>
          </a:ln>
        </p:spPr>
      </p:pic>
      <p:sp>
        <p:nvSpPr>
          <p:cNvPr id="657" name="Google Shape;657;g2ff6f630c79_0_283"/>
          <p:cNvSpPr txBox="1"/>
          <p:nvPr/>
        </p:nvSpPr>
        <p:spPr>
          <a:xfrm>
            <a:off x="764540" y="2496121"/>
            <a:ext cx="49929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Least squares solution for </a:t>
            </a:r>
            <a:r>
              <a:rPr lang="en-US" sz="2400" i="1">
                <a:solidFill>
                  <a:schemeClr val="dk1"/>
                </a:solidFill>
                <a:latin typeface="Arial"/>
                <a:ea typeface="Arial"/>
                <a:cs typeface="Arial"/>
                <a:sym typeface="Arial"/>
              </a:rPr>
              <a:t>d </a:t>
            </a:r>
            <a:r>
              <a:rPr lang="en-US" sz="2400">
                <a:solidFill>
                  <a:schemeClr val="dk1"/>
                </a:solidFill>
                <a:latin typeface="Arial"/>
                <a:ea typeface="Arial"/>
                <a:cs typeface="Arial"/>
                <a:sym typeface="Arial"/>
              </a:rPr>
              <a:t>given by</a:t>
            </a:r>
            <a:endParaRPr sz="2400">
              <a:solidFill>
                <a:schemeClr val="dk1"/>
              </a:solidFill>
              <a:latin typeface="Arial"/>
              <a:ea typeface="Arial"/>
              <a:cs typeface="Arial"/>
              <a:sym typeface="Arial"/>
            </a:endParaRPr>
          </a:p>
        </p:txBody>
      </p:sp>
      <p:sp>
        <p:nvSpPr>
          <p:cNvPr id="658" name="Google Shape;658;g2ff6f630c79_0_283"/>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662"/>
        <p:cNvGrpSpPr/>
        <p:nvPr/>
      </p:nvGrpSpPr>
      <p:grpSpPr>
        <a:xfrm>
          <a:off x="0" y="0"/>
          <a:ext cx="0" cy="0"/>
          <a:chOff x="0" y="0"/>
          <a:chExt cx="0" cy="0"/>
        </a:xfrm>
      </p:grpSpPr>
      <p:sp>
        <p:nvSpPr>
          <p:cNvPr id="663" name="Google Shape;663;g2ff6f630c79_0_299"/>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Conditions for solvability</a:t>
            </a:r>
            <a:endParaRPr sz="3400"/>
          </a:p>
        </p:txBody>
      </p:sp>
      <p:sp>
        <p:nvSpPr>
          <p:cNvPr id="664" name="Google Shape;664;g2ff6f630c79_0_299"/>
          <p:cNvSpPr txBox="1"/>
          <p:nvPr/>
        </p:nvSpPr>
        <p:spPr>
          <a:xfrm>
            <a:off x="1222044" y="762190"/>
            <a:ext cx="5576700" cy="321300"/>
          </a:xfrm>
          <a:prstGeom prst="rect">
            <a:avLst/>
          </a:prstGeom>
          <a:noFill/>
          <a:ln>
            <a:noFill/>
          </a:ln>
        </p:spPr>
        <p:txBody>
          <a:bodyPr spcFirstLastPara="1" wrap="square" lIns="0" tIns="13325" rIns="0" bIns="0" anchor="t" anchorCtr="0">
            <a:spAutoFit/>
          </a:bodyPr>
          <a:lstStyle/>
          <a:p>
            <a:pPr marL="299085" marR="0" lvl="0" indent="-287019" algn="l" rtl="0">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Optimal (u, v) satisfies Lucas-Kanade equation</a:t>
            </a:r>
            <a:endParaRPr sz="2000">
              <a:solidFill>
                <a:schemeClr val="dk1"/>
              </a:solidFill>
              <a:latin typeface="Arial"/>
              <a:ea typeface="Arial"/>
              <a:cs typeface="Arial"/>
              <a:sym typeface="Arial"/>
            </a:endParaRPr>
          </a:p>
        </p:txBody>
      </p:sp>
      <p:pic>
        <p:nvPicPr>
          <p:cNvPr id="665" name="Google Shape;665;g2ff6f630c79_0_299"/>
          <p:cNvPicPr preferRelativeResize="0"/>
          <p:nvPr/>
        </p:nvPicPr>
        <p:blipFill rotWithShape="1">
          <a:blip r:embed="rId3">
            <a:alphaModFix/>
          </a:blip>
          <a:srcRect/>
          <a:stretch/>
        </p:blipFill>
        <p:spPr>
          <a:xfrm>
            <a:off x="1224431" y="1205709"/>
            <a:ext cx="4162465" cy="594827"/>
          </a:xfrm>
          <a:prstGeom prst="rect">
            <a:avLst/>
          </a:prstGeom>
          <a:noFill/>
          <a:ln>
            <a:noFill/>
          </a:ln>
        </p:spPr>
      </p:pic>
      <p:pic>
        <p:nvPicPr>
          <p:cNvPr id="666" name="Google Shape;666;g2ff6f630c79_0_299"/>
          <p:cNvPicPr preferRelativeResize="0"/>
          <p:nvPr/>
        </p:nvPicPr>
        <p:blipFill rotWithShape="1">
          <a:blip r:embed="rId4">
            <a:alphaModFix/>
          </a:blip>
          <a:srcRect/>
          <a:stretch/>
        </p:blipFill>
        <p:spPr>
          <a:xfrm>
            <a:off x="2289705" y="1953227"/>
            <a:ext cx="500297" cy="211122"/>
          </a:xfrm>
          <a:prstGeom prst="rect">
            <a:avLst/>
          </a:prstGeom>
          <a:noFill/>
          <a:ln>
            <a:noFill/>
          </a:ln>
        </p:spPr>
      </p:pic>
      <p:pic>
        <p:nvPicPr>
          <p:cNvPr id="667" name="Google Shape;667;g2ff6f630c79_0_299"/>
          <p:cNvPicPr preferRelativeResize="0"/>
          <p:nvPr/>
        </p:nvPicPr>
        <p:blipFill rotWithShape="1">
          <a:blip r:embed="rId5">
            <a:alphaModFix/>
          </a:blip>
          <a:srcRect/>
          <a:stretch/>
        </p:blipFill>
        <p:spPr>
          <a:xfrm>
            <a:off x="5840621" y="1947521"/>
            <a:ext cx="421930" cy="214195"/>
          </a:xfrm>
          <a:prstGeom prst="rect">
            <a:avLst/>
          </a:prstGeom>
          <a:noFill/>
          <a:ln>
            <a:noFill/>
          </a:ln>
        </p:spPr>
      </p:pic>
      <p:sp>
        <p:nvSpPr>
          <p:cNvPr id="668" name="Google Shape;668;g2ff6f630c79_0_299"/>
          <p:cNvSpPr txBox="1"/>
          <p:nvPr/>
        </p:nvSpPr>
        <p:spPr>
          <a:xfrm>
            <a:off x="764540" y="2500751"/>
            <a:ext cx="3567300" cy="4431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When is this solvable?</a:t>
            </a:r>
            <a:endParaRPr sz="2800">
              <a:solidFill>
                <a:schemeClr val="dk1"/>
              </a:solidFill>
              <a:latin typeface="Arial"/>
              <a:ea typeface="Arial"/>
              <a:cs typeface="Arial"/>
              <a:sym typeface="Arial"/>
            </a:endParaRPr>
          </a:p>
        </p:txBody>
      </p:sp>
      <p:sp>
        <p:nvSpPr>
          <p:cNvPr id="669" name="Google Shape;669;g2ff6f630c79_0_299"/>
          <p:cNvSpPr txBox="1"/>
          <p:nvPr/>
        </p:nvSpPr>
        <p:spPr>
          <a:xfrm>
            <a:off x="1196644" y="2822810"/>
            <a:ext cx="6684000" cy="1367400"/>
          </a:xfrm>
          <a:prstGeom prst="rect">
            <a:avLst/>
          </a:prstGeom>
          <a:noFill/>
          <a:ln>
            <a:noFill/>
          </a:ln>
        </p:spPr>
        <p:txBody>
          <a:bodyPr spcFirstLastPara="1" wrap="square" lIns="0" tIns="43175" rIns="0" bIns="0" anchor="t" anchorCtr="0">
            <a:spAutoFit/>
          </a:bodyPr>
          <a:lstStyle/>
          <a:p>
            <a:pPr marL="324485" marR="0" lvl="0" indent="-287019" algn="l" rtl="0">
              <a:lnSpc>
                <a:spcPct val="100000"/>
              </a:lnSpc>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A</a:t>
            </a:r>
            <a:r>
              <a:rPr lang="en-US" sz="1950" b="1" baseline="30000">
                <a:solidFill>
                  <a:schemeClr val="dk1"/>
                </a:solidFill>
                <a:latin typeface="Arial"/>
                <a:ea typeface="Arial"/>
                <a:cs typeface="Arial"/>
                <a:sym typeface="Arial"/>
              </a:rPr>
              <a:t>T</a:t>
            </a:r>
            <a:r>
              <a:rPr lang="en-US" sz="2000" b="1">
                <a:solidFill>
                  <a:schemeClr val="dk1"/>
                </a:solidFill>
                <a:latin typeface="Arial"/>
                <a:ea typeface="Arial"/>
                <a:cs typeface="Arial"/>
                <a:sym typeface="Arial"/>
              </a:rPr>
              <a:t>A </a:t>
            </a:r>
            <a:r>
              <a:rPr lang="en-US" sz="2000">
                <a:solidFill>
                  <a:schemeClr val="dk1"/>
                </a:solidFill>
                <a:latin typeface="Arial"/>
                <a:ea typeface="Arial"/>
                <a:cs typeface="Arial"/>
                <a:sym typeface="Arial"/>
              </a:rPr>
              <a:t>should be invertible</a:t>
            </a:r>
            <a:endParaRPr sz="2000">
              <a:solidFill>
                <a:schemeClr val="dk1"/>
              </a:solidFill>
              <a:latin typeface="Arial"/>
              <a:ea typeface="Arial"/>
              <a:cs typeface="Arial"/>
              <a:sym typeface="Arial"/>
            </a:endParaRPr>
          </a:p>
          <a:p>
            <a:pPr marL="324485" marR="0" lvl="0" indent="-287019" algn="l" rtl="0">
              <a:lnSpc>
                <a:spcPct val="100000"/>
              </a:lnSpc>
              <a:spcBef>
                <a:spcPts val="240"/>
              </a:spcBef>
              <a:spcAft>
                <a:spcPts val="0"/>
              </a:spcAft>
              <a:buClr>
                <a:schemeClr val="dk1"/>
              </a:buClr>
              <a:buSzPts val="2000"/>
              <a:buFont typeface="Arial"/>
              <a:buChar char="•"/>
            </a:pPr>
            <a:r>
              <a:rPr lang="en-US" sz="2000">
                <a:solidFill>
                  <a:schemeClr val="dk1"/>
                </a:solidFill>
                <a:latin typeface="Arial"/>
                <a:ea typeface="Arial"/>
                <a:cs typeface="Arial"/>
                <a:sym typeface="Arial"/>
              </a:rPr>
              <a:t>Eigenvalues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1 </a:t>
            </a:r>
            <a:r>
              <a:rPr lang="en-US" sz="2000">
                <a:solidFill>
                  <a:schemeClr val="dk1"/>
                </a:solidFill>
                <a:latin typeface="Arial"/>
                <a:ea typeface="Arial"/>
                <a:cs typeface="Arial"/>
                <a:sym typeface="Arial"/>
              </a:rPr>
              <a:t>and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Times New Roman"/>
                <a:ea typeface="Times New Roman"/>
                <a:cs typeface="Times New Roman"/>
                <a:sym typeface="Times New Roman"/>
              </a:rPr>
              <a:t> </a:t>
            </a:r>
            <a:r>
              <a:rPr lang="en-US" sz="1950" baseline="-25000">
                <a:solidFill>
                  <a:schemeClr val="dk1"/>
                </a:solidFill>
                <a:latin typeface="Arial"/>
                <a:ea typeface="Arial"/>
                <a:cs typeface="Arial"/>
                <a:sym typeface="Arial"/>
              </a:rPr>
              <a:t>2 </a:t>
            </a:r>
            <a:r>
              <a:rPr lang="en-US" sz="2000">
                <a:solidFill>
                  <a:schemeClr val="dk1"/>
                </a:solidFill>
                <a:latin typeface="Arial"/>
                <a:ea typeface="Arial"/>
                <a:cs typeface="Arial"/>
                <a:sym typeface="Arial"/>
              </a:rPr>
              <a:t>of </a:t>
            </a:r>
            <a:r>
              <a:rPr lang="en-US" sz="2000" b="1">
                <a:solidFill>
                  <a:schemeClr val="dk1"/>
                </a:solidFill>
                <a:latin typeface="Arial"/>
                <a:ea typeface="Arial"/>
                <a:cs typeface="Arial"/>
                <a:sym typeface="Arial"/>
              </a:rPr>
              <a:t>A</a:t>
            </a:r>
            <a:r>
              <a:rPr lang="en-US" sz="1950" b="1" baseline="30000">
                <a:solidFill>
                  <a:schemeClr val="dk1"/>
                </a:solidFill>
                <a:latin typeface="Arial"/>
                <a:ea typeface="Arial"/>
                <a:cs typeface="Arial"/>
                <a:sym typeface="Arial"/>
              </a:rPr>
              <a:t>T</a:t>
            </a:r>
            <a:r>
              <a:rPr lang="en-US" sz="2000" b="1">
                <a:solidFill>
                  <a:schemeClr val="dk1"/>
                </a:solidFill>
                <a:latin typeface="Arial"/>
                <a:ea typeface="Arial"/>
                <a:cs typeface="Arial"/>
                <a:sym typeface="Arial"/>
              </a:rPr>
              <a:t>A </a:t>
            </a:r>
            <a:r>
              <a:rPr lang="en-US" sz="2000">
                <a:solidFill>
                  <a:schemeClr val="dk1"/>
                </a:solidFill>
                <a:latin typeface="Arial"/>
                <a:ea typeface="Arial"/>
                <a:cs typeface="Arial"/>
                <a:sym typeface="Arial"/>
              </a:rPr>
              <a:t>should not be too small</a:t>
            </a:r>
            <a:endParaRPr sz="2000">
              <a:solidFill>
                <a:schemeClr val="dk1"/>
              </a:solidFill>
              <a:latin typeface="Arial"/>
              <a:ea typeface="Arial"/>
              <a:cs typeface="Arial"/>
              <a:sym typeface="Arial"/>
            </a:endParaRPr>
          </a:p>
          <a:p>
            <a:pPr marL="324485" marR="0" lvl="0" indent="-287019" algn="l" rtl="0">
              <a:lnSpc>
                <a:spcPct val="100000"/>
              </a:lnSpc>
              <a:spcBef>
                <a:spcPts val="240"/>
              </a:spcBef>
              <a:spcAft>
                <a:spcPts val="0"/>
              </a:spcAft>
              <a:buClr>
                <a:schemeClr val="dk1"/>
              </a:buClr>
              <a:buSzPts val="2000"/>
              <a:buFont typeface="Arial"/>
              <a:buChar char="•"/>
            </a:pPr>
            <a:r>
              <a:rPr lang="en-US" sz="2000" b="1">
                <a:solidFill>
                  <a:schemeClr val="dk1"/>
                </a:solidFill>
                <a:latin typeface="Arial"/>
                <a:ea typeface="Arial"/>
                <a:cs typeface="Arial"/>
                <a:sym typeface="Arial"/>
              </a:rPr>
              <a:t>A</a:t>
            </a:r>
            <a:r>
              <a:rPr lang="en-US" sz="1950" b="1" baseline="30000">
                <a:solidFill>
                  <a:schemeClr val="dk1"/>
                </a:solidFill>
                <a:latin typeface="Arial"/>
                <a:ea typeface="Arial"/>
                <a:cs typeface="Arial"/>
                <a:sym typeface="Arial"/>
              </a:rPr>
              <a:t>T</a:t>
            </a:r>
            <a:r>
              <a:rPr lang="en-US" sz="2000" b="1">
                <a:solidFill>
                  <a:schemeClr val="dk1"/>
                </a:solidFill>
                <a:latin typeface="Arial"/>
                <a:ea typeface="Arial"/>
                <a:cs typeface="Arial"/>
                <a:sym typeface="Arial"/>
              </a:rPr>
              <a:t>A </a:t>
            </a:r>
            <a:r>
              <a:rPr lang="en-US" sz="2000">
                <a:solidFill>
                  <a:schemeClr val="dk1"/>
                </a:solidFill>
                <a:latin typeface="Arial"/>
                <a:ea typeface="Arial"/>
                <a:cs typeface="Arial"/>
                <a:sym typeface="Arial"/>
              </a:rPr>
              <a:t>should be well-conditioned</a:t>
            </a:r>
            <a:endParaRPr sz="2000">
              <a:solidFill>
                <a:schemeClr val="dk1"/>
              </a:solidFill>
              <a:latin typeface="Arial"/>
              <a:ea typeface="Arial"/>
              <a:cs typeface="Arial"/>
              <a:sym typeface="Arial"/>
            </a:endParaRPr>
          </a:p>
          <a:p>
            <a:pPr marL="494665" marR="0" lvl="0" indent="0" algn="l" rtl="0">
              <a:lnSpc>
                <a:spcPct val="100000"/>
              </a:lnSpc>
              <a:spcBef>
                <a:spcPts val="240"/>
              </a:spcBef>
              <a:spcAft>
                <a:spcPts val="0"/>
              </a:spcAft>
              <a:buNone/>
            </a:pPr>
            <a:r>
              <a:rPr lang="en-US" sz="2000">
                <a:solidFill>
                  <a:schemeClr val="dk1"/>
                </a:solidFill>
                <a:latin typeface="Arial"/>
                <a:ea typeface="Arial"/>
                <a:cs typeface="Arial"/>
                <a:sym typeface="Arial"/>
              </a:rPr>
              <a:t>–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Times New Roman"/>
                <a:ea typeface="Times New Roman"/>
                <a:cs typeface="Times New Roman"/>
                <a:sym typeface="Times New Roman"/>
              </a:rPr>
              <a:t> </a:t>
            </a:r>
            <a:r>
              <a:rPr lang="en-US" sz="1950" baseline="-25000">
                <a:solidFill>
                  <a:schemeClr val="dk1"/>
                </a:solidFill>
                <a:latin typeface="Arial"/>
                <a:ea typeface="Arial"/>
                <a:cs typeface="Arial"/>
                <a:sym typeface="Arial"/>
              </a:rPr>
              <a:t>1</a:t>
            </a:r>
            <a:r>
              <a:rPr lang="en-US" sz="2000">
                <a:solidFill>
                  <a:schemeClr val="dk1"/>
                </a:solidFill>
                <a:latin typeface="Arial"/>
                <a:ea typeface="Arial"/>
                <a:cs typeface="Arial"/>
                <a:sym typeface="Arial"/>
              </a:rPr>
              <a:t>/ </a:t>
            </a:r>
            <a:r>
              <a:rPr lang="en-US" sz="1800">
                <a:solidFill>
                  <a:schemeClr val="dk1"/>
                </a:solidFill>
                <a:latin typeface="Noto Sans Symbols"/>
                <a:ea typeface="Noto Sans Symbols"/>
                <a:cs typeface="Noto Sans Symbols"/>
                <a:sym typeface="Noto Sans Symbols"/>
              </a:rPr>
              <a:t>λ</a:t>
            </a:r>
            <a:r>
              <a:rPr lang="en-US" sz="1800">
                <a:solidFill>
                  <a:schemeClr val="dk1"/>
                </a:solidFill>
                <a:latin typeface="Times New Roman"/>
                <a:ea typeface="Times New Roman"/>
                <a:cs typeface="Times New Roman"/>
                <a:sym typeface="Times New Roman"/>
              </a:rPr>
              <a:t> </a:t>
            </a:r>
            <a:r>
              <a:rPr lang="en-US" sz="1950" baseline="-25000">
                <a:solidFill>
                  <a:schemeClr val="dk1"/>
                </a:solidFill>
                <a:latin typeface="Arial"/>
                <a:ea typeface="Arial"/>
                <a:cs typeface="Arial"/>
                <a:sym typeface="Arial"/>
              </a:rPr>
              <a:t>2 </a:t>
            </a:r>
            <a:r>
              <a:rPr lang="en-US" sz="2000">
                <a:solidFill>
                  <a:schemeClr val="dk1"/>
                </a:solidFill>
                <a:latin typeface="Arial"/>
                <a:ea typeface="Arial"/>
                <a:cs typeface="Arial"/>
                <a:sym typeface="Arial"/>
              </a:rPr>
              <a:t>should not be too large </a:t>
            </a:r>
            <a:r>
              <a:rPr lang="en-US" sz="1800">
                <a:solidFill>
                  <a:schemeClr val="dk1"/>
                </a:solidFill>
                <a:latin typeface="Arial"/>
                <a:ea typeface="Arial"/>
                <a:cs typeface="Arial"/>
                <a:sym typeface="Arial"/>
              </a:rPr>
              <a:t>(</a:t>
            </a:r>
            <a:r>
              <a:rPr lang="en-US" sz="1600">
                <a:solidFill>
                  <a:schemeClr val="dk1"/>
                </a:solidFill>
                <a:latin typeface="Noto Sans Symbols"/>
                <a:ea typeface="Noto Sans Symbols"/>
                <a:cs typeface="Noto Sans Symbols"/>
                <a:sym typeface="Noto Sans Symbols"/>
              </a:rPr>
              <a:t>λ</a:t>
            </a:r>
            <a:r>
              <a:rPr lang="en-US" sz="1600">
                <a:solidFill>
                  <a:schemeClr val="dk1"/>
                </a:solidFill>
                <a:latin typeface="Times New Roman"/>
                <a:ea typeface="Times New Roman"/>
                <a:cs typeface="Times New Roman"/>
                <a:sym typeface="Times New Roman"/>
              </a:rPr>
              <a:t> </a:t>
            </a:r>
            <a:r>
              <a:rPr lang="en-US" sz="1800" baseline="-25000">
                <a:solidFill>
                  <a:schemeClr val="dk1"/>
                </a:solidFill>
                <a:latin typeface="Arial"/>
                <a:ea typeface="Arial"/>
                <a:cs typeface="Arial"/>
                <a:sym typeface="Arial"/>
              </a:rPr>
              <a:t>1 </a:t>
            </a:r>
            <a:r>
              <a:rPr lang="en-US" sz="1800">
                <a:solidFill>
                  <a:schemeClr val="dk1"/>
                </a:solidFill>
                <a:latin typeface="Arial"/>
                <a:ea typeface="Arial"/>
                <a:cs typeface="Arial"/>
                <a:sym typeface="Arial"/>
              </a:rPr>
              <a:t>= larger eigenvalue)</a:t>
            </a:r>
            <a:endParaRPr sz="1800">
              <a:solidFill>
                <a:schemeClr val="dk1"/>
              </a:solidFill>
              <a:latin typeface="Arial"/>
              <a:ea typeface="Arial"/>
              <a:cs typeface="Arial"/>
              <a:sym typeface="Arial"/>
            </a:endParaRPr>
          </a:p>
        </p:txBody>
      </p:sp>
      <p:sp>
        <p:nvSpPr>
          <p:cNvPr id="670" name="Google Shape;670;g2ff6f630c79_0_29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Shape 674"/>
        <p:cNvGrpSpPr/>
        <p:nvPr/>
      </p:nvGrpSpPr>
      <p:grpSpPr>
        <a:xfrm>
          <a:off x="0" y="0"/>
          <a:ext cx="0" cy="0"/>
          <a:chOff x="0" y="0"/>
          <a:chExt cx="0" cy="0"/>
        </a:xfrm>
      </p:grpSpPr>
      <p:pic>
        <p:nvPicPr>
          <p:cNvPr id="675" name="Google Shape;675;g2ff6f630c79_0_309"/>
          <p:cNvPicPr preferRelativeResize="0"/>
          <p:nvPr/>
        </p:nvPicPr>
        <p:blipFill rotWithShape="1">
          <a:blip r:embed="rId3">
            <a:alphaModFix/>
          </a:blip>
          <a:srcRect/>
          <a:stretch/>
        </p:blipFill>
        <p:spPr>
          <a:xfrm>
            <a:off x="1648074" y="1665153"/>
            <a:ext cx="3948482" cy="834981"/>
          </a:xfrm>
          <a:prstGeom prst="rect">
            <a:avLst/>
          </a:prstGeom>
          <a:noFill/>
          <a:ln>
            <a:noFill/>
          </a:ln>
        </p:spPr>
      </p:pic>
      <p:sp>
        <p:nvSpPr>
          <p:cNvPr id="676" name="Google Shape;676;g2ff6f630c79_0_309"/>
          <p:cNvSpPr txBox="1"/>
          <p:nvPr/>
        </p:nvSpPr>
        <p:spPr>
          <a:xfrm>
            <a:off x="743240" y="1468547"/>
            <a:ext cx="7657500" cy="3431100"/>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None/>
            </a:pPr>
            <a:r>
              <a:rPr lang="en-US" sz="3200" i="1">
                <a:solidFill>
                  <a:schemeClr val="dk1"/>
                </a:solidFill>
                <a:latin typeface="Arial"/>
                <a:ea typeface="Arial"/>
                <a:cs typeface="Arial"/>
                <a:sym typeface="Arial"/>
              </a:rPr>
              <a:t>M =</a:t>
            </a:r>
            <a:endParaRPr sz="32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3600">
              <a:solidFill>
                <a:schemeClr val="dk1"/>
              </a:solidFill>
              <a:latin typeface="Arial"/>
              <a:ea typeface="Arial"/>
              <a:cs typeface="Arial"/>
              <a:sym typeface="Arial"/>
            </a:endParaRPr>
          </a:p>
          <a:p>
            <a:pPr marL="0" marR="0" lvl="0" indent="0" algn="l" rtl="0">
              <a:lnSpc>
                <a:spcPct val="100000"/>
              </a:lnSpc>
              <a:spcBef>
                <a:spcPts val="45"/>
              </a:spcBef>
              <a:spcAft>
                <a:spcPts val="0"/>
              </a:spcAft>
              <a:buNone/>
            </a:pPr>
            <a:endParaRPr sz="2950">
              <a:solidFill>
                <a:schemeClr val="dk1"/>
              </a:solidFill>
              <a:latin typeface="Arial"/>
              <a:ea typeface="Arial"/>
              <a:cs typeface="Arial"/>
              <a:sym typeface="Arial"/>
            </a:endParaRPr>
          </a:p>
          <a:p>
            <a:pPr marL="412750" marR="68580" lvl="0" indent="-343535" algn="l" rtl="0">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Eigenvectors and eigenvalues of A</a:t>
            </a:r>
            <a:r>
              <a:rPr lang="en-US" sz="2775" baseline="30000">
                <a:solidFill>
                  <a:schemeClr val="dk1"/>
                </a:solidFill>
                <a:latin typeface="Arial"/>
                <a:ea typeface="Arial"/>
                <a:cs typeface="Arial"/>
                <a:sym typeface="Arial"/>
              </a:rPr>
              <a:t>T</a:t>
            </a:r>
            <a:r>
              <a:rPr lang="en-US" sz="2800">
                <a:solidFill>
                  <a:schemeClr val="dk1"/>
                </a:solidFill>
                <a:latin typeface="Arial"/>
                <a:ea typeface="Arial"/>
                <a:cs typeface="Arial"/>
                <a:sym typeface="Arial"/>
              </a:rPr>
              <a:t>A relate to  edge direction and magnitude</a:t>
            </a:r>
            <a:endParaRPr sz="2800">
              <a:solidFill>
                <a:schemeClr val="dk1"/>
              </a:solidFill>
              <a:latin typeface="Arial"/>
              <a:ea typeface="Arial"/>
              <a:cs typeface="Arial"/>
              <a:sym typeface="Arial"/>
            </a:endParaRPr>
          </a:p>
          <a:p>
            <a:pPr marL="813435" marR="0" lvl="1" indent="-287020" algn="l"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The eigenvector associated with the larger eigenvalue points</a:t>
            </a:r>
            <a:endParaRPr sz="2000" b="0" i="0" u="none" strike="noStrike" cap="none">
              <a:solidFill>
                <a:schemeClr val="dk1"/>
              </a:solidFill>
              <a:latin typeface="Arial"/>
              <a:ea typeface="Arial"/>
              <a:cs typeface="Arial"/>
              <a:sym typeface="Arial"/>
            </a:endParaRPr>
          </a:p>
          <a:p>
            <a:pPr marL="813435"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in the direction of fastest intensity change</a:t>
            </a:r>
            <a:endParaRPr sz="2000">
              <a:solidFill>
                <a:schemeClr val="dk1"/>
              </a:solidFill>
              <a:latin typeface="Arial"/>
              <a:ea typeface="Arial"/>
              <a:cs typeface="Arial"/>
              <a:sym typeface="Arial"/>
            </a:endParaRPr>
          </a:p>
          <a:p>
            <a:pPr marL="813435" marR="0" lvl="1" indent="-287020" algn="l" rtl="0">
              <a:lnSpc>
                <a:spcPct val="100000"/>
              </a:lnSpc>
              <a:spcBef>
                <a:spcPts val="48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The other eigenvector is orthogonal to it</a:t>
            </a:r>
            <a:endParaRPr sz="2000" b="0" i="0" u="none" strike="noStrike" cap="none">
              <a:solidFill>
                <a:schemeClr val="dk1"/>
              </a:solidFill>
              <a:latin typeface="Arial"/>
              <a:ea typeface="Arial"/>
              <a:cs typeface="Arial"/>
              <a:sym typeface="Arial"/>
            </a:endParaRPr>
          </a:p>
        </p:txBody>
      </p:sp>
      <p:sp>
        <p:nvSpPr>
          <p:cNvPr id="677" name="Google Shape;677;g2ff6f630c79_0_309"/>
          <p:cNvSpPr txBox="1">
            <a:spLocks noGrp="1"/>
          </p:cNvSpPr>
          <p:nvPr>
            <p:ph type="title" idx="4294967295"/>
          </p:nvPr>
        </p:nvSpPr>
        <p:spPr>
          <a:xfrm>
            <a:off x="255550" y="122225"/>
            <a:ext cx="8520600" cy="1096500"/>
          </a:xfrm>
          <a:prstGeom prst="rect">
            <a:avLst/>
          </a:prstGeom>
          <a:noFill/>
          <a:ln>
            <a:noFill/>
          </a:ln>
        </p:spPr>
        <p:txBody>
          <a:bodyPr spcFirstLastPara="1" wrap="square" lIns="0" tIns="12700" rIns="0" bIns="0" anchor="t" anchorCtr="0">
            <a:spAutoFit/>
          </a:bodyPr>
          <a:lstStyle/>
          <a:p>
            <a:pPr marL="1217295" marR="30480" lvl="0" indent="-1179830" algn="l" rtl="0">
              <a:lnSpc>
                <a:spcPct val="120000"/>
              </a:lnSpc>
              <a:spcBef>
                <a:spcPts val="0"/>
              </a:spcBef>
              <a:spcAft>
                <a:spcPts val="0"/>
              </a:spcAft>
              <a:buNone/>
            </a:pPr>
            <a:r>
              <a:rPr lang="en-US" sz="3200" i="1">
                <a:latin typeface="Arial"/>
                <a:ea typeface="Arial"/>
                <a:cs typeface="Arial"/>
                <a:sym typeface="Arial"/>
              </a:rPr>
              <a:t>M = </a:t>
            </a:r>
            <a:r>
              <a:rPr lang="en-US" sz="3200"/>
              <a:t>A</a:t>
            </a:r>
            <a:r>
              <a:rPr lang="en-US" sz="3150" baseline="30000"/>
              <a:t>T</a:t>
            </a:r>
            <a:r>
              <a:rPr lang="en-US" sz="3200"/>
              <a:t>A is the </a:t>
            </a:r>
            <a:r>
              <a:rPr lang="en-US" sz="3200" i="1">
                <a:latin typeface="Arial"/>
                <a:ea typeface="Arial"/>
                <a:cs typeface="Arial"/>
                <a:sym typeface="Arial"/>
              </a:rPr>
              <a:t>second moment matrix </a:t>
            </a:r>
            <a:r>
              <a:rPr lang="en-US" sz="3200"/>
              <a:t>!  (Harris corner detector…)</a:t>
            </a:r>
            <a:endParaRPr sz="3200">
              <a:latin typeface="Arial"/>
              <a:ea typeface="Arial"/>
              <a:cs typeface="Arial"/>
              <a:sym typeface="Arial"/>
            </a:endParaRPr>
          </a:p>
        </p:txBody>
      </p:sp>
      <p:sp>
        <p:nvSpPr>
          <p:cNvPr id="678" name="Google Shape;678;g2ff6f630c79_0_30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show="0">
  <p:cSld>
    <p:spTree>
      <p:nvGrpSpPr>
        <p:cNvPr id="1" name="Shape 682"/>
        <p:cNvGrpSpPr/>
        <p:nvPr/>
      </p:nvGrpSpPr>
      <p:grpSpPr>
        <a:xfrm>
          <a:off x="0" y="0"/>
          <a:ext cx="0" cy="0"/>
          <a:chOff x="0" y="0"/>
          <a:chExt cx="0" cy="0"/>
        </a:xfrm>
      </p:grpSpPr>
      <p:grpSp>
        <p:nvGrpSpPr>
          <p:cNvPr id="683" name="Google Shape;683;g2ff6f630c79_0_315"/>
          <p:cNvGrpSpPr/>
          <p:nvPr/>
        </p:nvGrpSpPr>
        <p:grpSpPr>
          <a:xfrm>
            <a:off x="838199" y="4057650"/>
            <a:ext cx="3124200" cy="400050"/>
            <a:chOff x="838199" y="5410200"/>
            <a:chExt cx="3124200" cy="533400"/>
          </a:xfrm>
        </p:grpSpPr>
        <p:sp>
          <p:nvSpPr>
            <p:cNvPr id="684" name="Google Shape;684;g2ff6f630c79_0_315"/>
            <p:cNvSpPr/>
            <p:nvPr/>
          </p:nvSpPr>
          <p:spPr>
            <a:xfrm>
              <a:off x="838199" y="5410200"/>
              <a:ext cx="3124200" cy="533400"/>
            </a:xfrm>
            <a:custGeom>
              <a:avLst/>
              <a:gdLst/>
              <a:ahLst/>
              <a:cxnLst/>
              <a:rect l="l" t="t" r="r" b="b"/>
              <a:pathLst>
                <a:path w="3124200" h="533400" extrusionOk="0">
                  <a:moveTo>
                    <a:pt x="2363851" y="0"/>
                  </a:moveTo>
                  <a:lnTo>
                    <a:pt x="0" y="0"/>
                  </a:lnTo>
                  <a:lnTo>
                    <a:pt x="0" y="533400"/>
                  </a:lnTo>
                  <a:lnTo>
                    <a:pt x="2363851" y="533400"/>
                  </a:lnTo>
                  <a:lnTo>
                    <a:pt x="2363851" y="333375"/>
                  </a:lnTo>
                  <a:lnTo>
                    <a:pt x="2617216" y="333375"/>
                  </a:lnTo>
                  <a:lnTo>
                    <a:pt x="2617216" y="395211"/>
                  </a:lnTo>
                  <a:lnTo>
                    <a:pt x="3124200" y="266700"/>
                  </a:lnTo>
                  <a:lnTo>
                    <a:pt x="2617216" y="138175"/>
                  </a:lnTo>
                  <a:lnTo>
                    <a:pt x="2617216" y="200025"/>
                  </a:lnTo>
                  <a:lnTo>
                    <a:pt x="2363851" y="200025"/>
                  </a:lnTo>
                  <a:lnTo>
                    <a:pt x="2363851" y="0"/>
                  </a:lnTo>
                  <a:close/>
                </a:path>
              </a:pathLst>
            </a:custGeom>
            <a:solidFill>
              <a:srgbClr val="C0C0C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5" name="Google Shape;685;g2ff6f630c79_0_315"/>
            <p:cNvSpPr/>
            <p:nvPr/>
          </p:nvSpPr>
          <p:spPr>
            <a:xfrm>
              <a:off x="838199" y="5410200"/>
              <a:ext cx="3124200" cy="533400"/>
            </a:xfrm>
            <a:custGeom>
              <a:avLst/>
              <a:gdLst/>
              <a:ahLst/>
              <a:cxnLst/>
              <a:rect l="l" t="t" r="r" b="b"/>
              <a:pathLst>
                <a:path w="3124200" h="533400" extrusionOk="0">
                  <a:moveTo>
                    <a:pt x="0" y="0"/>
                  </a:moveTo>
                  <a:lnTo>
                    <a:pt x="2363851" y="0"/>
                  </a:lnTo>
                  <a:lnTo>
                    <a:pt x="2363851" y="200025"/>
                  </a:lnTo>
                  <a:lnTo>
                    <a:pt x="2617216" y="200025"/>
                  </a:lnTo>
                  <a:lnTo>
                    <a:pt x="2617216" y="138175"/>
                  </a:lnTo>
                  <a:lnTo>
                    <a:pt x="3124200" y="266700"/>
                  </a:lnTo>
                  <a:lnTo>
                    <a:pt x="2617216" y="395211"/>
                  </a:lnTo>
                  <a:lnTo>
                    <a:pt x="2617216" y="333375"/>
                  </a:lnTo>
                  <a:lnTo>
                    <a:pt x="2363851" y="333375"/>
                  </a:lnTo>
                  <a:lnTo>
                    <a:pt x="2363851" y="533400"/>
                  </a:lnTo>
                  <a:lnTo>
                    <a:pt x="0" y="53340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86" name="Google Shape;686;g2ff6f630c79_0_31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Interpreting the eigenvalues</a:t>
            </a:r>
            <a:endParaRPr sz="3400"/>
          </a:p>
        </p:txBody>
      </p:sp>
      <p:grpSp>
        <p:nvGrpSpPr>
          <p:cNvPr id="687" name="Google Shape;687;g2ff6f630c79_0_315"/>
          <p:cNvGrpSpPr/>
          <p:nvPr/>
        </p:nvGrpSpPr>
        <p:grpSpPr>
          <a:xfrm>
            <a:off x="4038600" y="1543050"/>
            <a:ext cx="4343400" cy="3257550"/>
            <a:chOff x="4038600" y="2057400"/>
            <a:chExt cx="4343400" cy="4343400"/>
          </a:xfrm>
        </p:grpSpPr>
        <p:sp>
          <p:nvSpPr>
            <p:cNvPr id="688" name="Google Shape;688;g2ff6f630c79_0_315"/>
            <p:cNvSpPr/>
            <p:nvPr/>
          </p:nvSpPr>
          <p:spPr>
            <a:xfrm>
              <a:off x="4038600" y="2057400"/>
              <a:ext cx="4343400" cy="4343400"/>
            </a:xfrm>
            <a:custGeom>
              <a:avLst/>
              <a:gdLst/>
              <a:ahLst/>
              <a:cxnLst/>
              <a:rect l="l" t="t" r="r" b="b"/>
              <a:pathLst>
                <a:path w="4343400" h="4343400" extrusionOk="0">
                  <a:moveTo>
                    <a:pt x="4343400" y="0"/>
                  </a:moveTo>
                  <a:lnTo>
                    <a:pt x="0" y="0"/>
                  </a:lnTo>
                  <a:lnTo>
                    <a:pt x="0" y="4343400"/>
                  </a:lnTo>
                  <a:lnTo>
                    <a:pt x="4343400" y="4343400"/>
                  </a:lnTo>
                  <a:lnTo>
                    <a:pt x="4343400" y="0"/>
                  </a:lnTo>
                  <a:close/>
                </a:path>
              </a:pathLst>
            </a:custGeom>
            <a:solidFill>
              <a:srgbClr val="F38F6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g2ff6f630c79_0_315"/>
            <p:cNvSpPr/>
            <p:nvPr/>
          </p:nvSpPr>
          <p:spPr>
            <a:xfrm>
              <a:off x="4038600" y="2057400"/>
              <a:ext cx="4343400" cy="4343400"/>
            </a:xfrm>
            <a:custGeom>
              <a:avLst/>
              <a:gdLst/>
              <a:ahLst/>
              <a:cxnLst/>
              <a:rect l="l" t="t" r="r" b="b"/>
              <a:pathLst>
                <a:path w="4343400" h="4343400" extrusionOk="0">
                  <a:moveTo>
                    <a:pt x="0" y="4343400"/>
                  </a:moveTo>
                  <a:lnTo>
                    <a:pt x="4343400" y="4343400"/>
                  </a:lnTo>
                  <a:lnTo>
                    <a:pt x="4343400" y="0"/>
                  </a:lnTo>
                  <a:lnTo>
                    <a:pt x="0" y="0"/>
                  </a:lnTo>
                  <a:lnTo>
                    <a:pt x="0" y="4343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0" name="Google Shape;690;g2ff6f630c79_0_315"/>
            <p:cNvSpPr/>
            <p:nvPr/>
          </p:nvSpPr>
          <p:spPr>
            <a:xfrm>
              <a:off x="4495800" y="2057400"/>
              <a:ext cx="3886200" cy="3937000"/>
            </a:xfrm>
            <a:custGeom>
              <a:avLst/>
              <a:gdLst/>
              <a:ahLst/>
              <a:cxnLst/>
              <a:rect l="l" t="t" r="r" b="b"/>
              <a:pathLst>
                <a:path w="3886200" h="3937000" extrusionOk="0">
                  <a:moveTo>
                    <a:pt x="3886200" y="0"/>
                  </a:moveTo>
                  <a:lnTo>
                    <a:pt x="1066800" y="0"/>
                  </a:lnTo>
                  <a:lnTo>
                    <a:pt x="0" y="3047619"/>
                  </a:lnTo>
                  <a:lnTo>
                    <a:pt x="880999" y="3936491"/>
                  </a:lnTo>
                  <a:lnTo>
                    <a:pt x="3886200" y="2971419"/>
                  </a:lnTo>
                  <a:lnTo>
                    <a:pt x="3886200"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1" name="Google Shape;691;g2ff6f630c79_0_315"/>
            <p:cNvSpPr/>
            <p:nvPr/>
          </p:nvSpPr>
          <p:spPr>
            <a:xfrm>
              <a:off x="4495800" y="2057400"/>
              <a:ext cx="3886200" cy="3937000"/>
            </a:xfrm>
            <a:custGeom>
              <a:avLst/>
              <a:gdLst/>
              <a:ahLst/>
              <a:cxnLst/>
              <a:rect l="l" t="t" r="r" b="b"/>
              <a:pathLst>
                <a:path w="3886200" h="3937000" extrusionOk="0">
                  <a:moveTo>
                    <a:pt x="0" y="3047619"/>
                  </a:moveTo>
                  <a:lnTo>
                    <a:pt x="1066800" y="0"/>
                  </a:lnTo>
                  <a:lnTo>
                    <a:pt x="3886200" y="0"/>
                  </a:lnTo>
                  <a:lnTo>
                    <a:pt x="3886200" y="2971419"/>
                  </a:lnTo>
                  <a:lnTo>
                    <a:pt x="880999" y="3936491"/>
                  </a:lnTo>
                  <a:lnTo>
                    <a:pt x="0" y="304761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2" name="Google Shape;692;g2ff6f630c79_0_315"/>
            <p:cNvSpPr/>
            <p:nvPr/>
          </p:nvSpPr>
          <p:spPr>
            <a:xfrm>
              <a:off x="4038600" y="4648200"/>
              <a:ext cx="1750060" cy="1752600"/>
            </a:xfrm>
            <a:custGeom>
              <a:avLst/>
              <a:gdLst/>
              <a:ahLst/>
              <a:cxnLst/>
              <a:rect l="l" t="t" r="r" b="b"/>
              <a:pathLst>
                <a:path w="1750060" h="1752600" extrusionOk="0">
                  <a:moveTo>
                    <a:pt x="0" y="0"/>
                  </a:moveTo>
                  <a:lnTo>
                    <a:pt x="0" y="1752600"/>
                  </a:lnTo>
                  <a:lnTo>
                    <a:pt x="1749552" y="1752600"/>
                  </a:lnTo>
                  <a:lnTo>
                    <a:pt x="0" y="0"/>
                  </a:lnTo>
                  <a:close/>
                </a:path>
              </a:pathLst>
            </a:custGeom>
            <a:solidFill>
              <a:srgbClr val="B1B1B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3" name="Google Shape;693;g2ff6f630c79_0_315"/>
            <p:cNvSpPr/>
            <p:nvPr/>
          </p:nvSpPr>
          <p:spPr>
            <a:xfrm>
              <a:off x="4038600" y="4648200"/>
              <a:ext cx="1750060" cy="1752600"/>
            </a:xfrm>
            <a:custGeom>
              <a:avLst/>
              <a:gdLst/>
              <a:ahLst/>
              <a:cxnLst/>
              <a:rect l="l" t="t" r="r" b="b"/>
              <a:pathLst>
                <a:path w="1750060" h="1752600" extrusionOk="0">
                  <a:moveTo>
                    <a:pt x="0" y="1752600"/>
                  </a:moveTo>
                  <a:lnTo>
                    <a:pt x="0" y="0"/>
                  </a:lnTo>
                  <a:lnTo>
                    <a:pt x="1749552" y="1752600"/>
                  </a:lnTo>
                  <a:lnTo>
                    <a:pt x="0" y="17526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94" name="Google Shape;694;g2ff6f630c79_0_315"/>
          <p:cNvSpPr txBox="1"/>
          <p:nvPr/>
        </p:nvSpPr>
        <p:spPr>
          <a:xfrm>
            <a:off x="7981822" y="4822622"/>
            <a:ext cx="345300" cy="3822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a:t>
            </a:r>
            <a:endParaRPr sz="2400" baseline="-25000">
              <a:solidFill>
                <a:schemeClr val="dk1"/>
              </a:solidFill>
              <a:latin typeface="Times New Roman"/>
              <a:ea typeface="Times New Roman"/>
              <a:cs typeface="Times New Roman"/>
              <a:sym typeface="Times New Roman"/>
            </a:endParaRPr>
          </a:p>
        </p:txBody>
      </p:sp>
      <p:sp>
        <p:nvSpPr>
          <p:cNvPr id="695" name="Google Shape;695;g2ff6f630c79_0_315"/>
          <p:cNvSpPr txBox="1"/>
          <p:nvPr/>
        </p:nvSpPr>
        <p:spPr>
          <a:xfrm>
            <a:off x="3485134" y="1622012"/>
            <a:ext cx="345300" cy="3822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p:txBody>
      </p:sp>
      <p:sp>
        <p:nvSpPr>
          <p:cNvPr id="696" name="Google Shape;696;g2ff6f630c79_0_315"/>
          <p:cNvSpPr txBox="1"/>
          <p:nvPr/>
        </p:nvSpPr>
        <p:spPr>
          <a:xfrm>
            <a:off x="5629528" y="2017490"/>
            <a:ext cx="2097900" cy="1198500"/>
          </a:xfrm>
          <a:prstGeom prst="rect">
            <a:avLst/>
          </a:prstGeom>
          <a:noFill/>
          <a:ln>
            <a:noFill/>
          </a:ln>
        </p:spPr>
        <p:txBody>
          <a:bodyPr spcFirstLastPara="1" wrap="square" lIns="0" tIns="12700" rIns="0" bIns="0" anchor="t" anchorCtr="0">
            <a:spAutoFit/>
          </a:bodyPr>
          <a:lstStyle/>
          <a:p>
            <a:pPr marL="25400" marR="0" lvl="0" indent="0" algn="l" rtl="0">
              <a:lnSpc>
                <a:spcPct val="100000"/>
              </a:lnSpc>
              <a:spcBef>
                <a:spcPts val="0"/>
              </a:spcBef>
              <a:spcAft>
                <a:spcPts val="0"/>
              </a:spcAft>
              <a:buNone/>
            </a:pPr>
            <a:r>
              <a:rPr lang="en-US" sz="2400">
                <a:solidFill>
                  <a:srgbClr val="0033CC"/>
                </a:solidFill>
                <a:latin typeface="Times New Roman"/>
                <a:ea typeface="Times New Roman"/>
                <a:cs typeface="Times New Roman"/>
                <a:sym typeface="Times New Roman"/>
              </a:rPr>
              <a:t>“Corner”</a:t>
            </a:r>
            <a:endParaRPr sz="2400">
              <a:solidFill>
                <a:schemeClr val="dk1"/>
              </a:solidFill>
              <a:latin typeface="Times New Roman"/>
              <a:ea typeface="Times New Roman"/>
              <a:cs typeface="Times New Roman"/>
              <a:sym typeface="Times New Roman"/>
            </a:endParaRPr>
          </a:p>
          <a:p>
            <a:pPr marL="25400" marR="0" lvl="0" indent="0" algn="l" rtl="0">
              <a:lnSpc>
                <a:spcPct val="119375"/>
              </a:lnSpc>
              <a:spcBef>
                <a:spcPts val="45"/>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and </a:t>
            </a: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 </a:t>
            </a:r>
            <a:r>
              <a:rPr lang="en-US" sz="2000">
                <a:solidFill>
                  <a:schemeClr val="dk1"/>
                </a:solidFill>
                <a:latin typeface="Times New Roman"/>
                <a:ea typeface="Times New Roman"/>
                <a:cs typeface="Times New Roman"/>
                <a:sym typeface="Times New Roman"/>
              </a:rPr>
              <a:t>are large,</a:t>
            </a:r>
            <a:endParaRPr sz="2000">
              <a:solidFill>
                <a:schemeClr val="dk1"/>
              </a:solidFill>
              <a:latin typeface="Times New Roman"/>
              <a:ea typeface="Times New Roman"/>
              <a:cs typeface="Times New Roman"/>
              <a:sym typeface="Times New Roman"/>
            </a:endParaRPr>
          </a:p>
          <a:p>
            <a:pPr marL="88900" marR="0" lvl="0" indent="0" algn="l" rtl="0">
              <a:lnSpc>
                <a:spcPct val="119375"/>
              </a:lnSpc>
              <a:spcBef>
                <a:spcPts val="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 </a:t>
            </a:r>
            <a:r>
              <a:rPr lang="en-US" sz="2400">
                <a:solidFill>
                  <a:schemeClr val="dk1"/>
                </a:solidFill>
                <a:latin typeface="Times New Roman"/>
                <a:ea typeface="Times New Roman"/>
                <a:cs typeface="Times New Roman"/>
                <a:sym typeface="Times New Roman"/>
              </a:rPr>
              <a:t>~ </a:t>
            </a: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p:txBody>
      </p:sp>
      <p:sp>
        <p:nvSpPr>
          <p:cNvPr id="697" name="Google Shape;697;g2ff6f630c79_0_315"/>
          <p:cNvSpPr txBox="1"/>
          <p:nvPr/>
        </p:nvSpPr>
        <p:spPr>
          <a:xfrm>
            <a:off x="968044" y="4079900"/>
            <a:ext cx="2090400" cy="3822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and </a:t>
            </a: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 </a:t>
            </a:r>
            <a:r>
              <a:rPr lang="en-US" sz="2000">
                <a:solidFill>
                  <a:schemeClr val="dk1"/>
                </a:solidFill>
                <a:latin typeface="Times New Roman"/>
                <a:ea typeface="Times New Roman"/>
                <a:cs typeface="Times New Roman"/>
                <a:sym typeface="Times New Roman"/>
              </a:rPr>
              <a:t>are small</a:t>
            </a:r>
            <a:endParaRPr sz="2000">
              <a:solidFill>
                <a:schemeClr val="dk1"/>
              </a:solidFill>
              <a:latin typeface="Times New Roman"/>
              <a:ea typeface="Times New Roman"/>
              <a:cs typeface="Times New Roman"/>
              <a:sym typeface="Times New Roman"/>
            </a:endParaRPr>
          </a:p>
        </p:txBody>
      </p:sp>
      <p:sp>
        <p:nvSpPr>
          <p:cNvPr id="698" name="Google Shape;698;g2ff6f630c79_0_315"/>
          <p:cNvSpPr txBox="1"/>
          <p:nvPr/>
        </p:nvSpPr>
        <p:spPr>
          <a:xfrm>
            <a:off x="7230109" y="4075328"/>
            <a:ext cx="1014000" cy="753000"/>
          </a:xfrm>
          <a:prstGeom prst="rect">
            <a:avLst/>
          </a:prstGeom>
          <a:noFill/>
          <a:ln>
            <a:noFill/>
          </a:ln>
        </p:spPr>
        <p:txBody>
          <a:bodyPr spcFirstLastPara="1" wrap="square" lIns="0" tIns="12700" rIns="0" bIns="0" anchor="t" anchorCtr="0">
            <a:spAutoFit/>
          </a:bodyPr>
          <a:lstStyle/>
          <a:p>
            <a:pPr marL="25400" marR="0" lvl="0" indent="0" algn="l" rtl="0">
              <a:lnSpc>
                <a:spcPct val="100000"/>
              </a:lnSpc>
              <a:spcBef>
                <a:spcPts val="0"/>
              </a:spcBef>
              <a:spcAft>
                <a:spcPts val="0"/>
              </a:spcAft>
              <a:buNone/>
            </a:pPr>
            <a:r>
              <a:rPr lang="en-US" sz="2400">
                <a:solidFill>
                  <a:srgbClr val="0033CC"/>
                </a:solidFill>
                <a:latin typeface="Times New Roman"/>
                <a:ea typeface="Times New Roman"/>
                <a:cs typeface="Times New Roman"/>
                <a:sym typeface="Times New Roman"/>
              </a:rPr>
              <a:t>“Edge”</a:t>
            </a:r>
            <a:endParaRPr sz="2400">
              <a:solidFill>
                <a:schemeClr val="dk1"/>
              </a:solidFill>
              <a:latin typeface="Times New Roman"/>
              <a:ea typeface="Times New Roman"/>
              <a:cs typeface="Times New Roman"/>
              <a:sym typeface="Times New Roman"/>
            </a:endParaRPr>
          </a:p>
          <a:p>
            <a:pPr marL="25400" marR="0" lvl="0" indent="0" algn="l" rtl="0">
              <a:lnSpc>
                <a:spcPct val="100000"/>
              </a:lnSpc>
              <a:spcBef>
                <a:spcPts val="1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&gt;&gt; </a:t>
            </a: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p:txBody>
      </p:sp>
      <p:sp>
        <p:nvSpPr>
          <p:cNvPr id="699" name="Google Shape;699;g2ff6f630c79_0_315"/>
          <p:cNvSpPr txBox="1"/>
          <p:nvPr/>
        </p:nvSpPr>
        <p:spPr>
          <a:xfrm>
            <a:off x="4181475" y="1674590"/>
            <a:ext cx="1014000" cy="753000"/>
          </a:xfrm>
          <a:prstGeom prst="rect">
            <a:avLst/>
          </a:prstGeom>
          <a:noFill/>
          <a:ln>
            <a:noFill/>
          </a:ln>
        </p:spPr>
        <p:txBody>
          <a:bodyPr spcFirstLastPara="1" wrap="square" lIns="0" tIns="12700" rIns="0" bIns="0" anchor="t" anchorCtr="0">
            <a:spAutoFit/>
          </a:bodyPr>
          <a:lstStyle/>
          <a:p>
            <a:pPr marL="25400" marR="0" lvl="0" indent="0" algn="l" rtl="0">
              <a:lnSpc>
                <a:spcPct val="100000"/>
              </a:lnSpc>
              <a:spcBef>
                <a:spcPts val="0"/>
              </a:spcBef>
              <a:spcAft>
                <a:spcPts val="0"/>
              </a:spcAft>
              <a:buNone/>
            </a:pPr>
            <a:r>
              <a:rPr lang="en-US" sz="2400">
                <a:solidFill>
                  <a:srgbClr val="0033CC"/>
                </a:solidFill>
                <a:latin typeface="Times New Roman"/>
                <a:ea typeface="Times New Roman"/>
                <a:cs typeface="Times New Roman"/>
                <a:sym typeface="Times New Roman"/>
              </a:rPr>
              <a:t>“Edge”</a:t>
            </a:r>
            <a:endParaRPr sz="2400">
              <a:solidFill>
                <a:schemeClr val="dk1"/>
              </a:solidFill>
              <a:latin typeface="Times New Roman"/>
              <a:ea typeface="Times New Roman"/>
              <a:cs typeface="Times New Roman"/>
              <a:sym typeface="Times New Roman"/>
            </a:endParaRPr>
          </a:p>
          <a:p>
            <a:pPr marL="25400" marR="0" lvl="0" indent="0" algn="l" rtl="0">
              <a:lnSpc>
                <a:spcPct val="100000"/>
              </a:lnSpc>
              <a:spcBef>
                <a:spcPts val="10"/>
              </a:spcBef>
              <a:spcAft>
                <a:spcPts val="0"/>
              </a:spcAft>
              <a:buNone/>
            </a:pP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2 </a:t>
            </a:r>
            <a:r>
              <a:rPr lang="en-US" sz="2000">
                <a:solidFill>
                  <a:schemeClr val="dk1"/>
                </a:solidFill>
                <a:latin typeface="Times New Roman"/>
                <a:ea typeface="Times New Roman"/>
                <a:cs typeface="Times New Roman"/>
                <a:sym typeface="Times New Roman"/>
              </a:rPr>
              <a:t>&gt;&gt; </a:t>
            </a:r>
            <a:r>
              <a:rPr lang="en-US" sz="2400">
                <a:solidFill>
                  <a:schemeClr val="dk1"/>
                </a:solidFill>
                <a:latin typeface="Noto Sans Symbols"/>
                <a:ea typeface="Noto Sans Symbols"/>
                <a:cs typeface="Noto Sans Symbols"/>
                <a:sym typeface="Noto Sans Symbols"/>
              </a:rPr>
              <a:t>λ</a:t>
            </a:r>
            <a:r>
              <a:rPr lang="en-US" sz="2400" baseline="-25000">
                <a:solidFill>
                  <a:schemeClr val="dk1"/>
                </a:solidFill>
                <a:latin typeface="Times New Roman"/>
                <a:ea typeface="Times New Roman"/>
                <a:cs typeface="Times New Roman"/>
                <a:sym typeface="Times New Roman"/>
              </a:rPr>
              <a:t>1</a:t>
            </a:r>
            <a:endParaRPr sz="2400" baseline="-25000">
              <a:solidFill>
                <a:schemeClr val="dk1"/>
              </a:solidFill>
              <a:latin typeface="Times New Roman"/>
              <a:ea typeface="Times New Roman"/>
              <a:cs typeface="Times New Roman"/>
              <a:sym typeface="Times New Roman"/>
            </a:endParaRPr>
          </a:p>
        </p:txBody>
      </p:sp>
      <p:sp>
        <p:nvSpPr>
          <p:cNvPr id="700" name="Google Shape;700;g2ff6f630c79_0_315"/>
          <p:cNvSpPr txBox="1"/>
          <p:nvPr/>
        </p:nvSpPr>
        <p:spPr>
          <a:xfrm>
            <a:off x="4181602" y="4132478"/>
            <a:ext cx="792600" cy="751800"/>
          </a:xfrm>
          <a:prstGeom prst="rect">
            <a:avLst/>
          </a:prstGeom>
          <a:noFill/>
          <a:ln>
            <a:noFill/>
          </a:ln>
        </p:spPr>
        <p:txBody>
          <a:bodyPr spcFirstLastPara="1" wrap="square" lIns="0" tIns="12700" rIns="0" bIns="0" anchor="t" anchorCtr="0">
            <a:spAutoFit/>
          </a:bodyPr>
          <a:lstStyle/>
          <a:p>
            <a:pPr marL="0" marR="5080" lvl="0" indent="16510" algn="l" rtl="0">
              <a:lnSpc>
                <a:spcPct val="100000"/>
              </a:lnSpc>
              <a:spcBef>
                <a:spcPts val="0"/>
              </a:spcBef>
              <a:spcAft>
                <a:spcPts val="0"/>
              </a:spcAft>
              <a:buNone/>
            </a:pPr>
            <a:r>
              <a:rPr lang="en-US" sz="2400">
                <a:solidFill>
                  <a:srgbClr val="0033CC"/>
                </a:solidFill>
                <a:latin typeface="Times New Roman"/>
                <a:ea typeface="Times New Roman"/>
                <a:cs typeface="Times New Roman"/>
                <a:sym typeface="Times New Roman"/>
              </a:rPr>
              <a:t>“Flat”  region</a:t>
            </a:r>
            <a:endParaRPr sz="2400">
              <a:solidFill>
                <a:schemeClr val="dk1"/>
              </a:solidFill>
              <a:latin typeface="Times New Roman"/>
              <a:ea typeface="Times New Roman"/>
              <a:cs typeface="Times New Roman"/>
              <a:sym typeface="Times New Roman"/>
            </a:endParaRPr>
          </a:p>
        </p:txBody>
      </p:sp>
      <p:sp>
        <p:nvSpPr>
          <p:cNvPr id="701" name="Google Shape;701;g2ff6f630c79_0_315"/>
          <p:cNvSpPr txBox="1"/>
          <p:nvPr/>
        </p:nvSpPr>
        <p:spPr>
          <a:xfrm>
            <a:off x="612140" y="761047"/>
            <a:ext cx="7582500" cy="874200"/>
          </a:xfrm>
          <a:prstGeom prst="rect">
            <a:avLst/>
          </a:prstGeom>
          <a:noFill/>
          <a:ln>
            <a:noFill/>
          </a:ln>
        </p:spPr>
        <p:txBody>
          <a:bodyPr spcFirstLastPara="1" wrap="square" lIns="0" tIns="12050" rIns="0" bIns="0" anchor="t" anchorCtr="0">
            <a:spAutoFit/>
          </a:bodyPr>
          <a:lstStyle/>
          <a:p>
            <a:pPr marL="12700" marR="5080" lvl="0" indent="0" algn="l" rtl="0">
              <a:lnSpc>
                <a:spcPct val="100000"/>
              </a:lnSpc>
              <a:spcBef>
                <a:spcPts val="0"/>
              </a:spcBef>
              <a:spcAft>
                <a:spcPts val="0"/>
              </a:spcAft>
              <a:buNone/>
            </a:pPr>
            <a:r>
              <a:rPr lang="en-US" sz="2800">
                <a:solidFill>
                  <a:schemeClr val="dk1"/>
                </a:solidFill>
                <a:latin typeface="Arial"/>
                <a:ea typeface="Arial"/>
                <a:cs typeface="Arial"/>
                <a:sym typeface="Arial"/>
              </a:rPr>
              <a:t>Classification of image points using eigenvalues  of the second moment matrix:</a:t>
            </a:r>
            <a:endParaRPr sz="2800">
              <a:solidFill>
                <a:schemeClr val="dk1"/>
              </a:solidFill>
              <a:latin typeface="Arial"/>
              <a:ea typeface="Arial"/>
              <a:cs typeface="Arial"/>
              <a:sym typeface="Arial"/>
            </a:endParaRPr>
          </a:p>
        </p:txBody>
      </p:sp>
      <p:grpSp>
        <p:nvGrpSpPr>
          <p:cNvPr id="702" name="Google Shape;702;g2ff6f630c79_0_315"/>
          <p:cNvGrpSpPr/>
          <p:nvPr/>
        </p:nvGrpSpPr>
        <p:grpSpPr>
          <a:xfrm>
            <a:off x="4184904" y="1600199"/>
            <a:ext cx="3358896" cy="3190684"/>
            <a:chOff x="4184904" y="2133599"/>
            <a:chExt cx="3358896" cy="4254246"/>
          </a:xfrm>
        </p:grpSpPr>
        <p:sp>
          <p:nvSpPr>
            <p:cNvPr id="703" name="Google Shape;703;g2ff6f630c79_0_315"/>
            <p:cNvSpPr/>
            <p:nvPr/>
          </p:nvSpPr>
          <p:spPr>
            <a:xfrm>
              <a:off x="6934200" y="2438400"/>
              <a:ext cx="609600" cy="638810"/>
            </a:xfrm>
            <a:custGeom>
              <a:avLst/>
              <a:gdLst/>
              <a:ahLst/>
              <a:cxnLst/>
              <a:rect l="l" t="t" r="r" b="b"/>
              <a:pathLst>
                <a:path w="609600" h="638810" extrusionOk="0">
                  <a:moveTo>
                    <a:pt x="304800" y="0"/>
                  </a:moveTo>
                  <a:lnTo>
                    <a:pt x="259772" y="3463"/>
                  </a:lnTo>
                  <a:lnTo>
                    <a:pt x="216792" y="13522"/>
                  </a:lnTo>
                  <a:lnTo>
                    <a:pt x="176330" y="29683"/>
                  </a:lnTo>
                  <a:lnTo>
                    <a:pt x="138860" y="51451"/>
                  </a:lnTo>
                  <a:lnTo>
                    <a:pt x="104853" y="78332"/>
                  </a:lnTo>
                  <a:lnTo>
                    <a:pt x="74783" y="109831"/>
                  </a:lnTo>
                  <a:lnTo>
                    <a:pt x="49120" y="145452"/>
                  </a:lnTo>
                  <a:lnTo>
                    <a:pt x="28338" y="184702"/>
                  </a:lnTo>
                  <a:lnTo>
                    <a:pt x="12909" y="227086"/>
                  </a:lnTo>
                  <a:lnTo>
                    <a:pt x="3306" y="272110"/>
                  </a:lnTo>
                  <a:lnTo>
                    <a:pt x="0" y="319277"/>
                  </a:lnTo>
                  <a:lnTo>
                    <a:pt x="3306" y="366445"/>
                  </a:lnTo>
                  <a:lnTo>
                    <a:pt x="12909" y="411469"/>
                  </a:lnTo>
                  <a:lnTo>
                    <a:pt x="28338" y="453853"/>
                  </a:lnTo>
                  <a:lnTo>
                    <a:pt x="49120" y="493103"/>
                  </a:lnTo>
                  <a:lnTo>
                    <a:pt x="74783" y="528724"/>
                  </a:lnTo>
                  <a:lnTo>
                    <a:pt x="104853" y="560223"/>
                  </a:lnTo>
                  <a:lnTo>
                    <a:pt x="138860" y="587104"/>
                  </a:lnTo>
                  <a:lnTo>
                    <a:pt x="176330" y="608872"/>
                  </a:lnTo>
                  <a:lnTo>
                    <a:pt x="216792" y="625033"/>
                  </a:lnTo>
                  <a:lnTo>
                    <a:pt x="259772" y="635092"/>
                  </a:lnTo>
                  <a:lnTo>
                    <a:pt x="304800" y="638555"/>
                  </a:lnTo>
                  <a:lnTo>
                    <a:pt x="349827" y="635092"/>
                  </a:lnTo>
                  <a:lnTo>
                    <a:pt x="392807" y="625033"/>
                  </a:lnTo>
                  <a:lnTo>
                    <a:pt x="433269" y="608872"/>
                  </a:lnTo>
                  <a:lnTo>
                    <a:pt x="470739" y="587104"/>
                  </a:lnTo>
                  <a:lnTo>
                    <a:pt x="504746" y="560223"/>
                  </a:lnTo>
                  <a:lnTo>
                    <a:pt x="534816" y="528724"/>
                  </a:lnTo>
                  <a:lnTo>
                    <a:pt x="560479" y="493103"/>
                  </a:lnTo>
                  <a:lnTo>
                    <a:pt x="581261" y="453853"/>
                  </a:lnTo>
                  <a:lnTo>
                    <a:pt x="596690" y="411469"/>
                  </a:lnTo>
                  <a:lnTo>
                    <a:pt x="606293" y="366445"/>
                  </a:lnTo>
                  <a:lnTo>
                    <a:pt x="609600" y="319277"/>
                  </a:lnTo>
                  <a:lnTo>
                    <a:pt x="606293" y="272110"/>
                  </a:lnTo>
                  <a:lnTo>
                    <a:pt x="596690" y="227086"/>
                  </a:lnTo>
                  <a:lnTo>
                    <a:pt x="581261" y="184702"/>
                  </a:lnTo>
                  <a:lnTo>
                    <a:pt x="560479" y="145452"/>
                  </a:lnTo>
                  <a:lnTo>
                    <a:pt x="534816" y="109831"/>
                  </a:lnTo>
                  <a:lnTo>
                    <a:pt x="504746" y="78332"/>
                  </a:lnTo>
                  <a:lnTo>
                    <a:pt x="470739" y="51451"/>
                  </a:lnTo>
                  <a:lnTo>
                    <a:pt x="433269" y="29683"/>
                  </a:lnTo>
                  <a:lnTo>
                    <a:pt x="392807" y="13522"/>
                  </a:lnTo>
                  <a:lnTo>
                    <a:pt x="349827" y="3463"/>
                  </a:lnTo>
                  <a:lnTo>
                    <a:pt x="304800" y="0"/>
                  </a:lnTo>
                  <a:close/>
                </a:path>
              </a:pathLst>
            </a:custGeom>
            <a:solidFill>
              <a:srgbClr val="0000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4" name="Google Shape;704;g2ff6f630c79_0_315"/>
            <p:cNvSpPr/>
            <p:nvPr/>
          </p:nvSpPr>
          <p:spPr>
            <a:xfrm>
              <a:off x="6934200" y="2438400"/>
              <a:ext cx="609600" cy="638810"/>
            </a:xfrm>
            <a:custGeom>
              <a:avLst/>
              <a:gdLst/>
              <a:ahLst/>
              <a:cxnLst/>
              <a:rect l="l" t="t" r="r" b="b"/>
              <a:pathLst>
                <a:path w="609600" h="638810" extrusionOk="0">
                  <a:moveTo>
                    <a:pt x="0" y="319277"/>
                  </a:moveTo>
                  <a:lnTo>
                    <a:pt x="3306" y="272110"/>
                  </a:lnTo>
                  <a:lnTo>
                    <a:pt x="12909" y="227086"/>
                  </a:lnTo>
                  <a:lnTo>
                    <a:pt x="28338" y="184702"/>
                  </a:lnTo>
                  <a:lnTo>
                    <a:pt x="49120" y="145452"/>
                  </a:lnTo>
                  <a:lnTo>
                    <a:pt x="74783" y="109831"/>
                  </a:lnTo>
                  <a:lnTo>
                    <a:pt x="104853" y="78332"/>
                  </a:lnTo>
                  <a:lnTo>
                    <a:pt x="138860" y="51451"/>
                  </a:lnTo>
                  <a:lnTo>
                    <a:pt x="176330" y="29683"/>
                  </a:lnTo>
                  <a:lnTo>
                    <a:pt x="216792" y="13522"/>
                  </a:lnTo>
                  <a:lnTo>
                    <a:pt x="259772" y="3463"/>
                  </a:lnTo>
                  <a:lnTo>
                    <a:pt x="304800" y="0"/>
                  </a:lnTo>
                  <a:lnTo>
                    <a:pt x="349827" y="3463"/>
                  </a:lnTo>
                  <a:lnTo>
                    <a:pt x="392807" y="13522"/>
                  </a:lnTo>
                  <a:lnTo>
                    <a:pt x="433269" y="29683"/>
                  </a:lnTo>
                  <a:lnTo>
                    <a:pt x="470739" y="51451"/>
                  </a:lnTo>
                  <a:lnTo>
                    <a:pt x="504746" y="78332"/>
                  </a:lnTo>
                  <a:lnTo>
                    <a:pt x="534816" y="109831"/>
                  </a:lnTo>
                  <a:lnTo>
                    <a:pt x="560479" y="145452"/>
                  </a:lnTo>
                  <a:lnTo>
                    <a:pt x="581261" y="184702"/>
                  </a:lnTo>
                  <a:lnTo>
                    <a:pt x="596690" y="227086"/>
                  </a:lnTo>
                  <a:lnTo>
                    <a:pt x="606293" y="272110"/>
                  </a:lnTo>
                  <a:lnTo>
                    <a:pt x="609600" y="319277"/>
                  </a:lnTo>
                  <a:lnTo>
                    <a:pt x="606293" y="366445"/>
                  </a:lnTo>
                  <a:lnTo>
                    <a:pt x="596690" y="411469"/>
                  </a:lnTo>
                  <a:lnTo>
                    <a:pt x="581261" y="453853"/>
                  </a:lnTo>
                  <a:lnTo>
                    <a:pt x="560479" y="493103"/>
                  </a:lnTo>
                  <a:lnTo>
                    <a:pt x="534816" y="528724"/>
                  </a:lnTo>
                  <a:lnTo>
                    <a:pt x="504746" y="560223"/>
                  </a:lnTo>
                  <a:lnTo>
                    <a:pt x="470739" y="587104"/>
                  </a:lnTo>
                  <a:lnTo>
                    <a:pt x="433269" y="608872"/>
                  </a:lnTo>
                  <a:lnTo>
                    <a:pt x="392807" y="625033"/>
                  </a:lnTo>
                  <a:lnTo>
                    <a:pt x="349827" y="635092"/>
                  </a:lnTo>
                  <a:lnTo>
                    <a:pt x="304800" y="638555"/>
                  </a:lnTo>
                  <a:lnTo>
                    <a:pt x="259772" y="635092"/>
                  </a:lnTo>
                  <a:lnTo>
                    <a:pt x="216792" y="625033"/>
                  </a:lnTo>
                  <a:lnTo>
                    <a:pt x="176330" y="608872"/>
                  </a:lnTo>
                  <a:lnTo>
                    <a:pt x="138860" y="587104"/>
                  </a:lnTo>
                  <a:lnTo>
                    <a:pt x="104853" y="560223"/>
                  </a:lnTo>
                  <a:lnTo>
                    <a:pt x="74783" y="528724"/>
                  </a:lnTo>
                  <a:lnTo>
                    <a:pt x="49120" y="493103"/>
                  </a:lnTo>
                  <a:lnTo>
                    <a:pt x="28338" y="453853"/>
                  </a:lnTo>
                  <a:lnTo>
                    <a:pt x="12909" y="411469"/>
                  </a:lnTo>
                  <a:lnTo>
                    <a:pt x="3306" y="366445"/>
                  </a:lnTo>
                  <a:lnTo>
                    <a:pt x="0" y="31927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5" name="Google Shape;705;g2ff6f630c79_0_315"/>
            <p:cNvSpPr/>
            <p:nvPr/>
          </p:nvSpPr>
          <p:spPr>
            <a:xfrm>
              <a:off x="4184904" y="2133599"/>
              <a:ext cx="927100" cy="125094"/>
            </a:xfrm>
            <a:custGeom>
              <a:avLst/>
              <a:gdLst/>
              <a:ahLst/>
              <a:cxnLst/>
              <a:rect l="l" t="t" r="r" b="b"/>
              <a:pathLst>
                <a:path w="927100" h="125094" extrusionOk="0">
                  <a:moveTo>
                    <a:pt x="463296" y="0"/>
                  </a:moveTo>
                  <a:lnTo>
                    <a:pt x="388138" y="816"/>
                  </a:lnTo>
                  <a:lnTo>
                    <a:pt x="316845" y="3182"/>
                  </a:lnTo>
                  <a:lnTo>
                    <a:pt x="250369" y="6967"/>
                  </a:lnTo>
                  <a:lnTo>
                    <a:pt x="189664" y="12045"/>
                  </a:lnTo>
                  <a:lnTo>
                    <a:pt x="135683" y="18287"/>
                  </a:lnTo>
                  <a:lnTo>
                    <a:pt x="89379" y="25566"/>
                  </a:lnTo>
                  <a:lnTo>
                    <a:pt x="51705" y="33753"/>
                  </a:lnTo>
                  <a:lnTo>
                    <a:pt x="6062" y="52340"/>
                  </a:lnTo>
                  <a:lnTo>
                    <a:pt x="0" y="62484"/>
                  </a:lnTo>
                  <a:lnTo>
                    <a:pt x="6062" y="72627"/>
                  </a:lnTo>
                  <a:lnTo>
                    <a:pt x="51705" y="91214"/>
                  </a:lnTo>
                  <a:lnTo>
                    <a:pt x="89379" y="99401"/>
                  </a:lnTo>
                  <a:lnTo>
                    <a:pt x="135683" y="106680"/>
                  </a:lnTo>
                  <a:lnTo>
                    <a:pt x="189664" y="112922"/>
                  </a:lnTo>
                  <a:lnTo>
                    <a:pt x="250369" y="118000"/>
                  </a:lnTo>
                  <a:lnTo>
                    <a:pt x="316845" y="121785"/>
                  </a:lnTo>
                  <a:lnTo>
                    <a:pt x="388138" y="124151"/>
                  </a:lnTo>
                  <a:lnTo>
                    <a:pt x="463296" y="124967"/>
                  </a:lnTo>
                  <a:lnTo>
                    <a:pt x="538453" y="124151"/>
                  </a:lnTo>
                  <a:lnTo>
                    <a:pt x="609746" y="121785"/>
                  </a:lnTo>
                  <a:lnTo>
                    <a:pt x="676222" y="118000"/>
                  </a:lnTo>
                  <a:lnTo>
                    <a:pt x="736927" y="112922"/>
                  </a:lnTo>
                  <a:lnTo>
                    <a:pt x="790908" y="106679"/>
                  </a:lnTo>
                  <a:lnTo>
                    <a:pt x="837212" y="99401"/>
                  </a:lnTo>
                  <a:lnTo>
                    <a:pt x="874886" y="91214"/>
                  </a:lnTo>
                  <a:lnTo>
                    <a:pt x="920529" y="72627"/>
                  </a:lnTo>
                  <a:lnTo>
                    <a:pt x="926592" y="62484"/>
                  </a:lnTo>
                  <a:lnTo>
                    <a:pt x="920529" y="52340"/>
                  </a:lnTo>
                  <a:lnTo>
                    <a:pt x="874886" y="33753"/>
                  </a:lnTo>
                  <a:lnTo>
                    <a:pt x="837212" y="25566"/>
                  </a:lnTo>
                  <a:lnTo>
                    <a:pt x="790908" y="18287"/>
                  </a:lnTo>
                  <a:lnTo>
                    <a:pt x="736927" y="12045"/>
                  </a:lnTo>
                  <a:lnTo>
                    <a:pt x="676222" y="6967"/>
                  </a:lnTo>
                  <a:lnTo>
                    <a:pt x="609746" y="3182"/>
                  </a:lnTo>
                  <a:lnTo>
                    <a:pt x="538453" y="816"/>
                  </a:lnTo>
                  <a:lnTo>
                    <a:pt x="463296" y="0"/>
                  </a:lnTo>
                  <a:close/>
                </a:path>
              </a:pathLst>
            </a:custGeom>
            <a:solidFill>
              <a:srgbClr val="0000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g2ff6f630c79_0_315"/>
            <p:cNvSpPr/>
            <p:nvPr/>
          </p:nvSpPr>
          <p:spPr>
            <a:xfrm>
              <a:off x="4184904" y="2133599"/>
              <a:ext cx="927100" cy="125094"/>
            </a:xfrm>
            <a:custGeom>
              <a:avLst/>
              <a:gdLst/>
              <a:ahLst/>
              <a:cxnLst/>
              <a:rect l="l" t="t" r="r" b="b"/>
              <a:pathLst>
                <a:path w="927100" h="125094" extrusionOk="0">
                  <a:moveTo>
                    <a:pt x="0" y="62484"/>
                  </a:moveTo>
                  <a:lnTo>
                    <a:pt x="51705" y="33753"/>
                  </a:lnTo>
                  <a:lnTo>
                    <a:pt x="89379" y="25566"/>
                  </a:lnTo>
                  <a:lnTo>
                    <a:pt x="135683" y="18287"/>
                  </a:lnTo>
                  <a:lnTo>
                    <a:pt x="189664" y="12045"/>
                  </a:lnTo>
                  <a:lnTo>
                    <a:pt x="250369" y="6967"/>
                  </a:lnTo>
                  <a:lnTo>
                    <a:pt x="316845" y="3182"/>
                  </a:lnTo>
                  <a:lnTo>
                    <a:pt x="388138" y="816"/>
                  </a:lnTo>
                  <a:lnTo>
                    <a:pt x="463296" y="0"/>
                  </a:lnTo>
                  <a:lnTo>
                    <a:pt x="538453" y="816"/>
                  </a:lnTo>
                  <a:lnTo>
                    <a:pt x="609746" y="3182"/>
                  </a:lnTo>
                  <a:lnTo>
                    <a:pt x="676222" y="6967"/>
                  </a:lnTo>
                  <a:lnTo>
                    <a:pt x="736927" y="12045"/>
                  </a:lnTo>
                  <a:lnTo>
                    <a:pt x="790908" y="18287"/>
                  </a:lnTo>
                  <a:lnTo>
                    <a:pt x="837212" y="25566"/>
                  </a:lnTo>
                  <a:lnTo>
                    <a:pt x="874886" y="33753"/>
                  </a:lnTo>
                  <a:lnTo>
                    <a:pt x="920529" y="52340"/>
                  </a:lnTo>
                  <a:lnTo>
                    <a:pt x="926592" y="62484"/>
                  </a:lnTo>
                  <a:lnTo>
                    <a:pt x="920529" y="72627"/>
                  </a:lnTo>
                  <a:lnTo>
                    <a:pt x="874886" y="91214"/>
                  </a:lnTo>
                  <a:lnTo>
                    <a:pt x="837212" y="99401"/>
                  </a:lnTo>
                  <a:lnTo>
                    <a:pt x="790908" y="106679"/>
                  </a:lnTo>
                  <a:lnTo>
                    <a:pt x="736927" y="112922"/>
                  </a:lnTo>
                  <a:lnTo>
                    <a:pt x="676222" y="118000"/>
                  </a:lnTo>
                  <a:lnTo>
                    <a:pt x="609746" y="121785"/>
                  </a:lnTo>
                  <a:lnTo>
                    <a:pt x="538453" y="124151"/>
                  </a:lnTo>
                  <a:lnTo>
                    <a:pt x="463296" y="124967"/>
                  </a:lnTo>
                  <a:lnTo>
                    <a:pt x="388138" y="124151"/>
                  </a:lnTo>
                  <a:lnTo>
                    <a:pt x="316845" y="121785"/>
                  </a:lnTo>
                  <a:lnTo>
                    <a:pt x="250369" y="118000"/>
                  </a:lnTo>
                  <a:lnTo>
                    <a:pt x="189664" y="112922"/>
                  </a:lnTo>
                  <a:lnTo>
                    <a:pt x="135683" y="106680"/>
                  </a:lnTo>
                  <a:lnTo>
                    <a:pt x="89379" y="99401"/>
                  </a:lnTo>
                  <a:lnTo>
                    <a:pt x="51705" y="91214"/>
                  </a:lnTo>
                  <a:lnTo>
                    <a:pt x="6062" y="72627"/>
                  </a:lnTo>
                  <a:lnTo>
                    <a:pt x="0" y="6248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07" name="Google Shape;707;g2ff6f630c79_0_315"/>
            <p:cNvPicPr preferRelativeResize="0"/>
            <p:nvPr/>
          </p:nvPicPr>
          <p:blipFill rotWithShape="1">
            <a:blip r:embed="rId3">
              <a:alphaModFix/>
            </a:blip>
            <a:srcRect/>
            <a:stretch/>
          </p:blipFill>
          <p:spPr>
            <a:xfrm>
              <a:off x="4262628" y="5253227"/>
              <a:ext cx="161544" cy="161544"/>
            </a:xfrm>
            <a:prstGeom prst="rect">
              <a:avLst/>
            </a:prstGeom>
            <a:noFill/>
            <a:ln>
              <a:noFill/>
            </a:ln>
          </p:spPr>
        </p:pic>
        <p:sp>
          <p:nvSpPr>
            <p:cNvPr id="708" name="Google Shape;708;g2ff6f630c79_0_315"/>
            <p:cNvSpPr/>
            <p:nvPr/>
          </p:nvSpPr>
          <p:spPr>
            <a:xfrm>
              <a:off x="7048841" y="5461381"/>
              <a:ext cx="131445" cy="926464"/>
            </a:xfrm>
            <a:custGeom>
              <a:avLst/>
              <a:gdLst/>
              <a:ahLst/>
              <a:cxnLst/>
              <a:rect l="l" t="t" r="r" b="b"/>
              <a:pathLst>
                <a:path w="131445" h="926464" extrusionOk="0">
                  <a:moveTo>
                    <a:pt x="84621" y="0"/>
                  </a:moveTo>
                  <a:lnTo>
                    <a:pt x="53737" y="50524"/>
                  </a:lnTo>
                  <a:lnTo>
                    <a:pt x="43981" y="87852"/>
                  </a:lnTo>
                  <a:lnTo>
                    <a:pt x="34774" y="133843"/>
                  </a:lnTo>
                  <a:lnTo>
                    <a:pt x="26282" y="187550"/>
                  </a:lnTo>
                  <a:lnTo>
                    <a:pt x="18675" y="248025"/>
                  </a:lnTo>
                  <a:lnTo>
                    <a:pt x="12119" y="314320"/>
                  </a:lnTo>
                  <a:lnTo>
                    <a:pt x="6783" y="385487"/>
                  </a:lnTo>
                  <a:lnTo>
                    <a:pt x="2833" y="460578"/>
                  </a:lnTo>
                  <a:lnTo>
                    <a:pt x="559" y="535737"/>
                  </a:lnTo>
                  <a:lnTo>
                    <a:pt x="0" y="607101"/>
                  </a:lnTo>
                  <a:lnTo>
                    <a:pt x="1065" y="673712"/>
                  </a:lnTo>
                  <a:lnTo>
                    <a:pt x="3664" y="734609"/>
                  </a:lnTo>
                  <a:lnTo>
                    <a:pt x="7707" y="788835"/>
                  </a:lnTo>
                  <a:lnTo>
                    <a:pt x="13102" y="835430"/>
                  </a:lnTo>
                  <a:lnTo>
                    <a:pt x="19759" y="873435"/>
                  </a:lnTo>
                  <a:lnTo>
                    <a:pt x="36496" y="919842"/>
                  </a:lnTo>
                  <a:lnTo>
                    <a:pt x="46394" y="926325"/>
                  </a:lnTo>
                  <a:lnTo>
                    <a:pt x="56794" y="920681"/>
                  </a:lnTo>
                  <a:lnTo>
                    <a:pt x="77302" y="875814"/>
                  </a:lnTo>
                  <a:lnTo>
                    <a:pt x="87071" y="838488"/>
                  </a:lnTo>
                  <a:lnTo>
                    <a:pt x="96289" y="792497"/>
                  </a:lnTo>
                  <a:lnTo>
                    <a:pt x="104788" y="738790"/>
                  </a:lnTo>
                  <a:lnTo>
                    <a:pt x="112396" y="678314"/>
                  </a:lnTo>
                  <a:lnTo>
                    <a:pt x="118945" y="612018"/>
                  </a:lnTo>
                  <a:lnTo>
                    <a:pt x="124263" y="540851"/>
                  </a:lnTo>
                  <a:lnTo>
                    <a:pt x="128182" y="465759"/>
                  </a:lnTo>
                  <a:lnTo>
                    <a:pt x="130460" y="390599"/>
                  </a:lnTo>
                  <a:lnTo>
                    <a:pt x="131028" y="319231"/>
                  </a:lnTo>
                  <a:lnTo>
                    <a:pt x="129974" y="252616"/>
                  </a:lnTo>
                  <a:lnTo>
                    <a:pt x="127388" y="191713"/>
                  </a:lnTo>
                  <a:lnTo>
                    <a:pt x="123356" y="137482"/>
                  </a:lnTo>
                  <a:lnTo>
                    <a:pt x="117968" y="90883"/>
                  </a:lnTo>
                  <a:lnTo>
                    <a:pt x="111312" y="52875"/>
                  </a:lnTo>
                  <a:lnTo>
                    <a:pt x="94550" y="6474"/>
                  </a:lnTo>
                  <a:lnTo>
                    <a:pt x="84621" y="0"/>
                  </a:lnTo>
                  <a:close/>
                </a:path>
              </a:pathLst>
            </a:custGeom>
            <a:solidFill>
              <a:srgbClr val="0000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9" name="Google Shape;709;g2ff6f630c79_0_315"/>
            <p:cNvSpPr/>
            <p:nvPr/>
          </p:nvSpPr>
          <p:spPr>
            <a:xfrm>
              <a:off x="7048841" y="5461381"/>
              <a:ext cx="131445" cy="926464"/>
            </a:xfrm>
            <a:custGeom>
              <a:avLst/>
              <a:gdLst/>
              <a:ahLst/>
              <a:cxnLst/>
              <a:rect l="l" t="t" r="r" b="b"/>
              <a:pathLst>
                <a:path w="131445" h="926464" extrusionOk="0">
                  <a:moveTo>
                    <a:pt x="84621" y="0"/>
                  </a:moveTo>
                  <a:lnTo>
                    <a:pt x="111312" y="52875"/>
                  </a:lnTo>
                  <a:lnTo>
                    <a:pt x="117968" y="90883"/>
                  </a:lnTo>
                  <a:lnTo>
                    <a:pt x="123356" y="137482"/>
                  </a:lnTo>
                  <a:lnTo>
                    <a:pt x="127388" y="191713"/>
                  </a:lnTo>
                  <a:lnTo>
                    <a:pt x="129974" y="252616"/>
                  </a:lnTo>
                  <a:lnTo>
                    <a:pt x="131028" y="319231"/>
                  </a:lnTo>
                  <a:lnTo>
                    <a:pt x="130460" y="390599"/>
                  </a:lnTo>
                  <a:lnTo>
                    <a:pt x="128182" y="465759"/>
                  </a:lnTo>
                  <a:lnTo>
                    <a:pt x="124263" y="540851"/>
                  </a:lnTo>
                  <a:lnTo>
                    <a:pt x="118945" y="612018"/>
                  </a:lnTo>
                  <a:lnTo>
                    <a:pt x="112396" y="678314"/>
                  </a:lnTo>
                  <a:lnTo>
                    <a:pt x="104788" y="738790"/>
                  </a:lnTo>
                  <a:lnTo>
                    <a:pt x="96289" y="792497"/>
                  </a:lnTo>
                  <a:lnTo>
                    <a:pt x="87071" y="838488"/>
                  </a:lnTo>
                  <a:lnTo>
                    <a:pt x="77302" y="875814"/>
                  </a:lnTo>
                  <a:lnTo>
                    <a:pt x="56794" y="920681"/>
                  </a:lnTo>
                  <a:lnTo>
                    <a:pt x="46394" y="926325"/>
                  </a:lnTo>
                  <a:lnTo>
                    <a:pt x="36496" y="919842"/>
                  </a:lnTo>
                  <a:lnTo>
                    <a:pt x="19759" y="873435"/>
                  </a:lnTo>
                  <a:lnTo>
                    <a:pt x="13102" y="835430"/>
                  </a:lnTo>
                  <a:lnTo>
                    <a:pt x="7707" y="788835"/>
                  </a:lnTo>
                  <a:lnTo>
                    <a:pt x="3664" y="734609"/>
                  </a:lnTo>
                  <a:lnTo>
                    <a:pt x="1065" y="673712"/>
                  </a:lnTo>
                  <a:lnTo>
                    <a:pt x="0" y="607101"/>
                  </a:lnTo>
                  <a:lnTo>
                    <a:pt x="559" y="535737"/>
                  </a:lnTo>
                  <a:lnTo>
                    <a:pt x="2833" y="460578"/>
                  </a:lnTo>
                  <a:lnTo>
                    <a:pt x="6783" y="385487"/>
                  </a:lnTo>
                  <a:lnTo>
                    <a:pt x="12119" y="314320"/>
                  </a:lnTo>
                  <a:lnTo>
                    <a:pt x="18675" y="248025"/>
                  </a:lnTo>
                  <a:lnTo>
                    <a:pt x="26282" y="187550"/>
                  </a:lnTo>
                  <a:lnTo>
                    <a:pt x="34774" y="133843"/>
                  </a:lnTo>
                  <a:lnTo>
                    <a:pt x="43981" y="87852"/>
                  </a:lnTo>
                  <a:lnTo>
                    <a:pt x="53737" y="50524"/>
                  </a:lnTo>
                  <a:lnTo>
                    <a:pt x="74225" y="5650"/>
                  </a:lnTo>
                  <a:lnTo>
                    <a:pt x="84621"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10" name="Google Shape;710;g2ff6f630c79_0_31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714"/>
        <p:cNvGrpSpPr/>
        <p:nvPr/>
      </p:nvGrpSpPr>
      <p:grpSpPr>
        <a:xfrm>
          <a:off x="0" y="0"/>
          <a:ext cx="0" cy="0"/>
          <a:chOff x="0" y="0"/>
          <a:chExt cx="0" cy="0"/>
        </a:xfrm>
      </p:grpSpPr>
      <p:grpSp>
        <p:nvGrpSpPr>
          <p:cNvPr id="715" name="Google Shape;715;g2ff6f630c79_0_345"/>
          <p:cNvGrpSpPr/>
          <p:nvPr/>
        </p:nvGrpSpPr>
        <p:grpSpPr>
          <a:xfrm>
            <a:off x="1993900" y="977815"/>
            <a:ext cx="4699000" cy="2700951"/>
            <a:chOff x="1993900" y="1303753"/>
            <a:chExt cx="4699000" cy="3601268"/>
          </a:xfrm>
        </p:grpSpPr>
        <p:pic>
          <p:nvPicPr>
            <p:cNvPr id="716" name="Google Shape;716;g2ff6f630c79_0_345"/>
            <p:cNvPicPr preferRelativeResize="0"/>
            <p:nvPr/>
          </p:nvPicPr>
          <p:blipFill rotWithShape="1">
            <a:blip r:embed="rId3">
              <a:alphaModFix/>
            </a:blip>
            <a:srcRect/>
            <a:stretch/>
          </p:blipFill>
          <p:spPr>
            <a:xfrm>
              <a:off x="1993900" y="1303753"/>
              <a:ext cx="4699000" cy="3601268"/>
            </a:xfrm>
            <a:prstGeom prst="rect">
              <a:avLst/>
            </a:prstGeom>
            <a:noFill/>
            <a:ln>
              <a:noFill/>
            </a:ln>
          </p:spPr>
        </p:pic>
        <p:sp>
          <p:nvSpPr>
            <p:cNvPr id="717" name="Google Shape;717;g2ff6f630c79_0_345"/>
            <p:cNvSpPr/>
            <p:nvPr/>
          </p:nvSpPr>
          <p:spPr>
            <a:xfrm>
              <a:off x="2987802" y="2676144"/>
              <a:ext cx="381000" cy="114300"/>
            </a:xfrm>
            <a:custGeom>
              <a:avLst/>
              <a:gdLst/>
              <a:ahLst/>
              <a:cxnLst/>
              <a:rect l="l" t="t" r="r" b="b"/>
              <a:pathLst>
                <a:path w="381000" h="114300" extrusionOk="0">
                  <a:moveTo>
                    <a:pt x="114300" y="0"/>
                  </a:moveTo>
                  <a:lnTo>
                    <a:pt x="0" y="57150"/>
                  </a:lnTo>
                  <a:lnTo>
                    <a:pt x="114300" y="114300"/>
                  </a:lnTo>
                  <a:lnTo>
                    <a:pt x="114300" y="76200"/>
                  </a:lnTo>
                  <a:lnTo>
                    <a:pt x="95250" y="76200"/>
                  </a:lnTo>
                  <a:lnTo>
                    <a:pt x="95250" y="38100"/>
                  </a:lnTo>
                  <a:lnTo>
                    <a:pt x="114300" y="38100"/>
                  </a:lnTo>
                  <a:lnTo>
                    <a:pt x="114300" y="0"/>
                  </a:lnTo>
                  <a:close/>
                </a:path>
                <a:path w="381000" h="114300" extrusionOk="0">
                  <a:moveTo>
                    <a:pt x="114300" y="38100"/>
                  </a:moveTo>
                  <a:lnTo>
                    <a:pt x="95250" y="38100"/>
                  </a:lnTo>
                  <a:lnTo>
                    <a:pt x="95250" y="76200"/>
                  </a:lnTo>
                  <a:lnTo>
                    <a:pt x="114300" y="76200"/>
                  </a:lnTo>
                  <a:lnTo>
                    <a:pt x="114300" y="38100"/>
                  </a:lnTo>
                  <a:close/>
                </a:path>
                <a:path w="381000" h="114300" extrusionOk="0">
                  <a:moveTo>
                    <a:pt x="381000" y="38100"/>
                  </a:moveTo>
                  <a:lnTo>
                    <a:pt x="114300" y="38100"/>
                  </a:lnTo>
                  <a:lnTo>
                    <a:pt x="114300" y="76200"/>
                  </a:lnTo>
                  <a:lnTo>
                    <a:pt x="381000" y="76200"/>
                  </a:lnTo>
                  <a:lnTo>
                    <a:pt x="381000" y="3810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8" name="Google Shape;718;g2ff6f630c79_0_345"/>
            <p:cNvSpPr/>
            <p:nvPr/>
          </p:nvSpPr>
          <p:spPr>
            <a:xfrm>
              <a:off x="2804922" y="2657094"/>
              <a:ext cx="152400" cy="129539"/>
            </a:xfrm>
            <a:custGeom>
              <a:avLst/>
              <a:gdLst/>
              <a:ahLst/>
              <a:cxnLst/>
              <a:rect l="l" t="t" r="r" b="b"/>
              <a:pathLst>
                <a:path w="152400" h="129539" extrusionOk="0">
                  <a:moveTo>
                    <a:pt x="0" y="129539"/>
                  </a:moveTo>
                  <a:lnTo>
                    <a:pt x="152400" y="129539"/>
                  </a:lnTo>
                  <a:lnTo>
                    <a:pt x="152400" y="0"/>
                  </a:lnTo>
                  <a:lnTo>
                    <a:pt x="0" y="0"/>
                  </a:lnTo>
                  <a:lnTo>
                    <a:pt x="0" y="129539"/>
                  </a:lnTo>
                  <a:close/>
                </a:path>
              </a:pathLst>
            </a:custGeom>
            <a:noFill/>
            <a:ln w="198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19" name="Google Shape;719;g2ff6f630c79_0_34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Low-texture region</a:t>
            </a:r>
            <a:endParaRPr sz="3400"/>
          </a:p>
        </p:txBody>
      </p:sp>
      <p:sp>
        <p:nvSpPr>
          <p:cNvPr id="720" name="Google Shape;720;g2ff6f630c79_0_345"/>
          <p:cNvSpPr txBox="1"/>
          <p:nvPr/>
        </p:nvSpPr>
        <p:spPr>
          <a:xfrm>
            <a:off x="2890773" y="4208154"/>
            <a:ext cx="3916800" cy="712500"/>
          </a:xfrm>
          <a:prstGeom prst="rect">
            <a:avLst/>
          </a:prstGeom>
          <a:noFill/>
          <a:ln>
            <a:noFill/>
          </a:ln>
        </p:spPr>
        <p:txBody>
          <a:bodyPr spcFirstLastPara="1" wrap="square" lIns="0" tIns="3175" rIns="0" bIns="0" anchor="t" anchorCtr="0">
            <a:spAutoFit/>
          </a:bodyPr>
          <a:lstStyle/>
          <a:p>
            <a:pPr marL="290830" marR="0" lvl="0" indent="-253365" algn="l" rtl="0">
              <a:lnSpc>
                <a:spcPct val="100000"/>
              </a:lnSpc>
              <a:spcBef>
                <a:spcPts val="0"/>
              </a:spcBef>
              <a:spcAft>
                <a:spcPts val="0"/>
              </a:spcAft>
              <a:buClr>
                <a:schemeClr val="dk1"/>
              </a:buClr>
              <a:buSzPts val="2400"/>
              <a:buFont typeface="Arial"/>
              <a:buChar char="–"/>
            </a:pPr>
            <a:r>
              <a:rPr lang="en-US" sz="2000">
                <a:solidFill>
                  <a:schemeClr val="dk1"/>
                </a:solidFill>
                <a:latin typeface="Arial"/>
                <a:ea typeface="Arial"/>
                <a:cs typeface="Arial"/>
                <a:sym typeface="Arial"/>
              </a:rPr>
              <a:t>gradients have small magnitude</a:t>
            </a:r>
            <a:endParaRPr/>
          </a:p>
          <a:p>
            <a:pPr marL="249553" marR="0" lvl="0" indent="-212090" algn="l" rtl="0">
              <a:lnSpc>
                <a:spcPct val="100000"/>
              </a:lnSpc>
              <a:spcBef>
                <a:spcPts val="250"/>
              </a:spcBef>
              <a:spcAft>
                <a:spcPts val="0"/>
              </a:spcAft>
              <a:buClr>
                <a:schemeClr val="dk1"/>
              </a:buClr>
              <a:buSzPts val="2000"/>
              <a:buFont typeface="Arial"/>
              <a:buChar char="–"/>
            </a:pPr>
            <a:r>
              <a:rPr lang="en-US" sz="2000">
                <a:solidFill>
                  <a:schemeClr val="dk1"/>
                </a:solidFill>
                <a:latin typeface="Arial"/>
                <a:ea typeface="Arial"/>
                <a:cs typeface="Arial"/>
                <a:sym typeface="Arial"/>
              </a:rPr>
              <a:t>small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1</a:t>
            </a:r>
            <a:r>
              <a:rPr lang="en-US" sz="2000">
                <a:solidFill>
                  <a:schemeClr val="dk1"/>
                </a:solidFill>
                <a:latin typeface="Arial"/>
                <a:ea typeface="Arial"/>
                <a:cs typeface="Arial"/>
                <a:sym typeface="Arial"/>
              </a:rPr>
              <a:t>, small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2</a:t>
            </a:r>
            <a:endParaRPr sz="1950" baseline="-25000">
              <a:solidFill>
                <a:schemeClr val="dk1"/>
              </a:solidFill>
              <a:latin typeface="Arial"/>
              <a:ea typeface="Arial"/>
              <a:cs typeface="Arial"/>
              <a:sym typeface="Arial"/>
            </a:endParaRPr>
          </a:p>
        </p:txBody>
      </p:sp>
      <p:pic>
        <p:nvPicPr>
          <p:cNvPr id="721" name="Google Shape;721;g2ff6f630c79_0_345"/>
          <p:cNvPicPr preferRelativeResize="0"/>
          <p:nvPr/>
        </p:nvPicPr>
        <p:blipFill rotWithShape="1">
          <a:blip r:embed="rId4">
            <a:alphaModFix/>
          </a:blip>
          <a:srcRect/>
          <a:stretch/>
        </p:blipFill>
        <p:spPr>
          <a:xfrm>
            <a:off x="3309817" y="3748582"/>
            <a:ext cx="2077618" cy="440283"/>
          </a:xfrm>
          <a:prstGeom prst="rect">
            <a:avLst/>
          </a:prstGeom>
          <a:noFill/>
          <a:ln>
            <a:noFill/>
          </a:ln>
        </p:spPr>
      </p:pic>
      <p:sp>
        <p:nvSpPr>
          <p:cNvPr id="722" name="Google Shape;722;g2ff6f630c79_0_34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726"/>
        <p:cNvGrpSpPr/>
        <p:nvPr/>
      </p:nvGrpSpPr>
      <p:grpSpPr>
        <a:xfrm>
          <a:off x="0" y="0"/>
          <a:ext cx="0" cy="0"/>
          <a:chOff x="0" y="0"/>
          <a:chExt cx="0" cy="0"/>
        </a:xfrm>
      </p:grpSpPr>
      <p:sp>
        <p:nvSpPr>
          <p:cNvPr id="727" name="Google Shape;727;g2ff6f630c79_0_35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Edge</a:t>
            </a:r>
            <a:endParaRPr sz="3400"/>
          </a:p>
        </p:txBody>
      </p:sp>
      <p:grpSp>
        <p:nvGrpSpPr>
          <p:cNvPr id="728" name="Google Shape;728;g2ff6f630c79_0_355"/>
          <p:cNvGrpSpPr/>
          <p:nvPr/>
        </p:nvGrpSpPr>
        <p:grpSpPr>
          <a:xfrm>
            <a:off x="1993900" y="977815"/>
            <a:ext cx="4744465" cy="2700951"/>
            <a:chOff x="1993900" y="1303753"/>
            <a:chExt cx="4744465" cy="3601268"/>
          </a:xfrm>
        </p:grpSpPr>
        <p:pic>
          <p:nvPicPr>
            <p:cNvPr id="729" name="Google Shape;729;g2ff6f630c79_0_355"/>
            <p:cNvPicPr preferRelativeResize="0"/>
            <p:nvPr/>
          </p:nvPicPr>
          <p:blipFill rotWithShape="1">
            <a:blip r:embed="rId3">
              <a:alphaModFix/>
            </a:blip>
            <a:srcRect/>
            <a:stretch/>
          </p:blipFill>
          <p:spPr>
            <a:xfrm>
              <a:off x="1993900" y="1303753"/>
              <a:ext cx="4699000" cy="3601268"/>
            </a:xfrm>
            <a:prstGeom prst="rect">
              <a:avLst/>
            </a:prstGeom>
            <a:noFill/>
            <a:ln>
              <a:noFill/>
            </a:ln>
          </p:spPr>
        </p:pic>
        <p:sp>
          <p:nvSpPr>
            <p:cNvPr id="730" name="Google Shape;730;g2ff6f630c79_0_355"/>
            <p:cNvSpPr/>
            <p:nvPr/>
          </p:nvSpPr>
          <p:spPr>
            <a:xfrm>
              <a:off x="6357365" y="2054351"/>
              <a:ext cx="381000" cy="114300"/>
            </a:xfrm>
            <a:custGeom>
              <a:avLst/>
              <a:gdLst/>
              <a:ahLst/>
              <a:cxnLst/>
              <a:rect l="l" t="t" r="r" b="b"/>
              <a:pathLst>
                <a:path w="381000" h="114300" extrusionOk="0">
                  <a:moveTo>
                    <a:pt x="114300" y="0"/>
                  </a:moveTo>
                  <a:lnTo>
                    <a:pt x="0" y="57150"/>
                  </a:lnTo>
                  <a:lnTo>
                    <a:pt x="114300" y="114300"/>
                  </a:lnTo>
                  <a:lnTo>
                    <a:pt x="114300" y="76200"/>
                  </a:lnTo>
                  <a:lnTo>
                    <a:pt x="95250" y="76200"/>
                  </a:lnTo>
                  <a:lnTo>
                    <a:pt x="95250" y="38100"/>
                  </a:lnTo>
                  <a:lnTo>
                    <a:pt x="114300" y="38100"/>
                  </a:lnTo>
                  <a:lnTo>
                    <a:pt x="114300" y="0"/>
                  </a:lnTo>
                  <a:close/>
                </a:path>
                <a:path w="381000" h="114300" extrusionOk="0">
                  <a:moveTo>
                    <a:pt x="114300" y="38100"/>
                  </a:moveTo>
                  <a:lnTo>
                    <a:pt x="95250" y="38100"/>
                  </a:lnTo>
                  <a:lnTo>
                    <a:pt x="95250" y="76200"/>
                  </a:lnTo>
                  <a:lnTo>
                    <a:pt x="114300" y="76200"/>
                  </a:lnTo>
                  <a:lnTo>
                    <a:pt x="114300" y="38100"/>
                  </a:lnTo>
                  <a:close/>
                </a:path>
                <a:path w="381000" h="114300" extrusionOk="0">
                  <a:moveTo>
                    <a:pt x="381000" y="38100"/>
                  </a:moveTo>
                  <a:lnTo>
                    <a:pt x="114300" y="38100"/>
                  </a:lnTo>
                  <a:lnTo>
                    <a:pt x="114300" y="76200"/>
                  </a:lnTo>
                  <a:lnTo>
                    <a:pt x="381000" y="76200"/>
                  </a:lnTo>
                  <a:lnTo>
                    <a:pt x="381000" y="3810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1" name="Google Shape;731;g2ff6f630c79_0_355"/>
            <p:cNvSpPr/>
            <p:nvPr/>
          </p:nvSpPr>
          <p:spPr>
            <a:xfrm>
              <a:off x="6140958" y="2058161"/>
              <a:ext cx="152400" cy="129539"/>
            </a:xfrm>
            <a:custGeom>
              <a:avLst/>
              <a:gdLst/>
              <a:ahLst/>
              <a:cxnLst/>
              <a:rect l="l" t="t" r="r" b="b"/>
              <a:pathLst>
                <a:path w="152400" h="129539" extrusionOk="0">
                  <a:moveTo>
                    <a:pt x="0" y="129539"/>
                  </a:moveTo>
                  <a:lnTo>
                    <a:pt x="152400" y="129539"/>
                  </a:lnTo>
                  <a:lnTo>
                    <a:pt x="152400" y="0"/>
                  </a:lnTo>
                  <a:lnTo>
                    <a:pt x="0" y="0"/>
                  </a:lnTo>
                  <a:lnTo>
                    <a:pt x="0" y="129539"/>
                  </a:lnTo>
                  <a:close/>
                </a:path>
              </a:pathLst>
            </a:custGeom>
            <a:noFill/>
            <a:ln w="198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32" name="Google Shape;732;g2ff6f630c79_0_355"/>
          <p:cNvSpPr txBox="1"/>
          <p:nvPr/>
        </p:nvSpPr>
        <p:spPr>
          <a:xfrm>
            <a:off x="2873375" y="4215689"/>
            <a:ext cx="4023900" cy="690000"/>
          </a:xfrm>
          <a:prstGeom prst="rect">
            <a:avLst/>
          </a:prstGeom>
          <a:noFill/>
          <a:ln>
            <a:noFill/>
          </a:ln>
        </p:spPr>
        <p:txBody>
          <a:bodyPr spcFirstLastPara="1" wrap="square" lIns="0" tIns="43175" rIns="0" bIns="0" anchor="t" anchorCtr="0">
            <a:spAutoFit/>
          </a:bodyPr>
          <a:lstStyle/>
          <a:p>
            <a:pPr marL="249553" marR="0" lvl="0" indent="-212090" algn="l" rtl="0">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gradients very large or very small</a:t>
            </a:r>
            <a:endParaRPr sz="2000">
              <a:solidFill>
                <a:schemeClr val="dk1"/>
              </a:solidFill>
              <a:latin typeface="Arial"/>
              <a:ea typeface="Arial"/>
              <a:cs typeface="Arial"/>
              <a:sym typeface="Arial"/>
            </a:endParaRPr>
          </a:p>
          <a:p>
            <a:pPr marL="249553" marR="0" lvl="0" indent="-212090" algn="l" rtl="0">
              <a:lnSpc>
                <a:spcPct val="100000"/>
              </a:lnSpc>
              <a:spcBef>
                <a:spcPts val="240"/>
              </a:spcBef>
              <a:spcAft>
                <a:spcPts val="0"/>
              </a:spcAft>
              <a:buClr>
                <a:schemeClr val="dk1"/>
              </a:buClr>
              <a:buSzPts val="2000"/>
              <a:buFont typeface="Arial"/>
              <a:buChar char="–"/>
            </a:pPr>
            <a:r>
              <a:rPr lang="en-US" sz="2000">
                <a:solidFill>
                  <a:schemeClr val="dk1"/>
                </a:solidFill>
                <a:latin typeface="Arial"/>
                <a:ea typeface="Arial"/>
                <a:cs typeface="Arial"/>
                <a:sym typeface="Arial"/>
              </a:rPr>
              <a:t>large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1</a:t>
            </a:r>
            <a:r>
              <a:rPr lang="en-US" sz="2000">
                <a:solidFill>
                  <a:schemeClr val="dk1"/>
                </a:solidFill>
                <a:latin typeface="Arial"/>
                <a:ea typeface="Arial"/>
                <a:cs typeface="Arial"/>
                <a:sym typeface="Arial"/>
              </a:rPr>
              <a:t>, small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2</a:t>
            </a:r>
            <a:endParaRPr sz="1950" baseline="-25000">
              <a:solidFill>
                <a:schemeClr val="dk1"/>
              </a:solidFill>
              <a:latin typeface="Arial"/>
              <a:ea typeface="Arial"/>
              <a:cs typeface="Arial"/>
              <a:sym typeface="Arial"/>
            </a:endParaRPr>
          </a:p>
        </p:txBody>
      </p:sp>
      <p:pic>
        <p:nvPicPr>
          <p:cNvPr id="733" name="Google Shape;733;g2ff6f630c79_0_355"/>
          <p:cNvPicPr preferRelativeResize="0"/>
          <p:nvPr/>
        </p:nvPicPr>
        <p:blipFill rotWithShape="1">
          <a:blip r:embed="rId4">
            <a:alphaModFix/>
          </a:blip>
          <a:srcRect/>
          <a:stretch/>
        </p:blipFill>
        <p:spPr>
          <a:xfrm>
            <a:off x="3309817" y="3748582"/>
            <a:ext cx="2077618" cy="440283"/>
          </a:xfrm>
          <a:prstGeom prst="rect">
            <a:avLst/>
          </a:prstGeom>
          <a:noFill/>
          <a:ln>
            <a:noFill/>
          </a:ln>
        </p:spPr>
      </p:pic>
      <p:sp>
        <p:nvSpPr>
          <p:cNvPr id="734" name="Google Shape;734;g2ff6f630c79_0_35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738"/>
        <p:cNvGrpSpPr/>
        <p:nvPr/>
      </p:nvGrpSpPr>
      <p:grpSpPr>
        <a:xfrm>
          <a:off x="0" y="0"/>
          <a:ext cx="0" cy="0"/>
          <a:chOff x="0" y="0"/>
          <a:chExt cx="0" cy="0"/>
        </a:xfrm>
      </p:grpSpPr>
      <p:grpSp>
        <p:nvGrpSpPr>
          <p:cNvPr id="739" name="Google Shape;739;g2ff6f630c79_0_365"/>
          <p:cNvGrpSpPr/>
          <p:nvPr/>
        </p:nvGrpSpPr>
        <p:grpSpPr>
          <a:xfrm>
            <a:off x="1993900" y="977815"/>
            <a:ext cx="4699000" cy="2700951"/>
            <a:chOff x="1993900" y="1303753"/>
            <a:chExt cx="4699000" cy="3601268"/>
          </a:xfrm>
        </p:grpSpPr>
        <p:pic>
          <p:nvPicPr>
            <p:cNvPr id="740" name="Google Shape;740;g2ff6f630c79_0_365"/>
            <p:cNvPicPr preferRelativeResize="0"/>
            <p:nvPr/>
          </p:nvPicPr>
          <p:blipFill rotWithShape="1">
            <a:blip r:embed="rId3">
              <a:alphaModFix/>
            </a:blip>
            <a:srcRect/>
            <a:stretch/>
          </p:blipFill>
          <p:spPr>
            <a:xfrm>
              <a:off x="1993900" y="1303753"/>
              <a:ext cx="4699000" cy="3601268"/>
            </a:xfrm>
            <a:prstGeom prst="rect">
              <a:avLst/>
            </a:prstGeom>
            <a:noFill/>
            <a:ln>
              <a:noFill/>
            </a:ln>
          </p:spPr>
        </p:pic>
        <p:sp>
          <p:nvSpPr>
            <p:cNvPr id="741" name="Google Shape;741;g2ff6f630c79_0_365"/>
            <p:cNvSpPr/>
            <p:nvPr/>
          </p:nvSpPr>
          <p:spPr>
            <a:xfrm>
              <a:off x="6089141" y="3852672"/>
              <a:ext cx="381000" cy="114300"/>
            </a:xfrm>
            <a:custGeom>
              <a:avLst/>
              <a:gdLst/>
              <a:ahLst/>
              <a:cxnLst/>
              <a:rect l="l" t="t" r="r" b="b"/>
              <a:pathLst>
                <a:path w="381000" h="114300" extrusionOk="0">
                  <a:moveTo>
                    <a:pt x="114300" y="0"/>
                  </a:moveTo>
                  <a:lnTo>
                    <a:pt x="0" y="57150"/>
                  </a:lnTo>
                  <a:lnTo>
                    <a:pt x="114300" y="114300"/>
                  </a:lnTo>
                  <a:lnTo>
                    <a:pt x="114300" y="76200"/>
                  </a:lnTo>
                  <a:lnTo>
                    <a:pt x="95250" y="76200"/>
                  </a:lnTo>
                  <a:lnTo>
                    <a:pt x="95250" y="38100"/>
                  </a:lnTo>
                  <a:lnTo>
                    <a:pt x="114300" y="38100"/>
                  </a:lnTo>
                  <a:lnTo>
                    <a:pt x="114300" y="0"/>
                  </a:lnTo>
                  <a:close/>
                </a:path>
                <a:path w="381000" h="114300" extrusionOk="0">
                  <a:moveTo>
                    <a:pt x="114300" y="38100"/>
                  </a:moveTo>
                  <a:lnTo>
                    <a:pt x="95250" y="38100"/>
                  </a:lnTo>
                  <a:lnTo>
                    <a:pt x="95250" y="76200"/>
                  </a:lnTo>
                  <a:lnTo>
                    <a:pt x="114300" y="76200"/>
                  </a:lnTo>
                  <a:lnTo>
                    <a:pt x="114300" y="38100"/>
                  </a:lnTo>
                  <a:close/>
                </a:path>
                <a:path w="381000" h="114300" extrusionOk="0">
                  <a:moveTo>
                    <a:pt x="381000" y="38100"/>
                  </a:moveTo>
                  <a:lnTo>
                    <a:pt x="114300" y="38100"/>
                  </a:lnTo>
                  <a:lnTo>
                    <a:pt x="114300" y="76200"/>
                  </a:lnTo>
                  <a:lnTo>
                    <a:pt x="381000" y="76200"/>
                  </a:lnTo>
                  <a:lnTo>
                    <a:pt x="381000" y="3810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2" name="Google Shape;742;g2ff6f630c79_0_365"/>
            <p:cNvSpPr/>
            <p:nvPr/>
          </p:nvSpPr>
          <p:spPr>
            <a:xfrm>
              <a:off x="5915405" y="3844289"/>
              <a:ext cx="152400" cy="129539"/>
            </a:xfrm>
            <a:custGeom>
              <a:avLst/>
              <a:gdLst/>
              <a:ahLst/>
              <a:cxnLst/>
              <a:rect l="l" t="t" r="r" b="b"/>
              <a:pathLst>
                <a:path w="152400" h="129539" extrusionOk="0">
                  <a:moveTo>
                    <a:pt x="0" y="129539"/>
                  </a:moveTo>
                  <a:lnTo>
                    <a:pt x="152400" y="129539"/>
                  </a:lnTo>
                  <a:lnTo>
                    <a:pt x="152400" y="0"/>
                  </a:lnTo>
                  <a:lnTo>
                    <a:pt x="0" y="0"/>
                  </a:lnTo>
                  <a:lnTo>
                    <a:pt x="0" y="129539"/>
                  </a:lnTo>
                  <a:close/>
                </a:path>
              </a:pathLst>
            </a:custGeom>
            <a:noFill/>
            <a:ln w="198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43" name="Google Shape;743;g2ff6f630c79_0_36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High-texture region</a:t>
            </a:r>
            <a:endParaRPr sz="3400"/>
          </a:p>
        </p:txBody>
      </p:sp>
      <p:sp>
        <p:nvSpPr>
          <p:cNvPr id="744" name="Google Shape;744;g2ff6f630c79_0_365"/>
          <p:cNvSpPr txBox="1"/>
          <p:nvPr/>
        </p:nvSpPr>
        <p:spPr>
          <a:xfrm>
            <a:off x="2909570" y="4208154"/>
            <a:ext cx="4883100" cy="712500"/>
          </a:xfrm>
          <a:prstGeom prst="rect">
            <a:avLst/>
          </a:prstGeom>
          <a:noFill/>
          <a:ln>
            <a:noFill/>
          </a:ln>
        </p:spPr>
        <p:txBody>
          <a:bodyPr spcFirstLastPara="1" wrap="square" lIns="0" tIns="3175" rIns="0" bIns="0" anchor="t" anchorCtr="0">
            <a:spAutoFit/>
          </a:bodyPr>
          <a:lstStyle/>
          <a:p>
            <a:pPr marL="291465" marR="0" lvl="0" indent="-253365" algn="l" rtl="0">
              <a:lnSpc>
                <a:spcPct val="100000"/>
              </a:lnSpc>
              <a:spcBef>
                <a:spcPts val="0"/>
              </a:spcBef>
              <a:spcAft>
                <a:spcPts val="0"/>
              </a:spcAft>
              <a:buClr>
                <a:schemeClr val="dk1"/>
              </a:buClr>
              <a:buSzPts val="2400"/>
              <a:buFont typeface="Arial"/>
              <a:buChar char="–"/>
            </a:pPr>
            <a:r>
              <a:rPr lang="en-US" sz="2000">
                <a:solidFill>
                  <a:schemeClr val="dk1"/>
                </a:solidFill>
                <a:latin typeface="Arial"/>
                <a:ea typeface="Arial"/>
                <a:cs typeface="Arial"/>
                <a:sym typeface="Arial"/>
              </a:rPr>
              <a:t>gradients are different, large magnitudes</a:t>
            </a:r>
            <a:endParaRPr sz="2000">
              <a:solidFill>
                <a:schemeClr val="dk1"/>
              </a:solidFill>
              <a:latin typeface="Arial"/>
              <a:ea typeface="Arial"/>
              <a:cs typeface="Arial"/>
              <a:sym typeface="Arial"/>
            </a:endParaRPr>
          </a:p>
          <a:p>
            <a:pPr marL="250190" marR="0" lvl="0" indent="-212725" algn="l" rtl="0">
              <a:lnSpc>
                <a:spcPct val="100000"/>
              </a:lnSpc>
              <a:spcBef>
                <a:spcPts val="250"/>
              </a:spcBef>
              <a:spcAft>
                <a:spcPts val="0"/>
              </a:spcAft>
              <a:buClr>
                <a:schemeClr val="dk1"/>
              </a:buClr>
              <a:buSzPts val="2000"/>
              <a:buFont typeface="Arial"/>
              <a:buChar char="–"/>
            </a:pPr>
            <a:r>
              <a:rPr lang="en-US" sz="2000">
                <a:solidFill>
                  <a:schemeClr val="dk1"/>
                </a:solidFill>
                <a:latin typeface="Arial"/>
                <a:ea typeface="Arial"/>
                <a:cs typeface="Arial"/>
                <a:sym typeface="Arial"/>
              </a:rPr>
              <a:t>large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1</a:t>
            </a:r>
            <a:r>
              <a:rPr lang="en-US" sz="2000">
                <a:solidFill>
                  <a:schemeClr val="dk1"/>
                </a:solidFill>
                <a:latin typeface="Arial"/>
                <a:ea typeface="Arial"/>
                <a:cs typeface="Arial"/>
                <a:sym typeface="Arial"/>
              </a:rPr>
              <a:t>, large </a:t>
            </a:r>
            <a:r>
              <a:rPr lang="en-US" sz="2000">
                <a:solidFill>
                  <a:schemeClr val="dk1"/>
                </a:solidFill>
                <a:latin typeface="Noto Sans Symbols"/>
                <a:ea typeface="Noto Sans Symbols"/>
                <a:cs typeface="Noto Sans Symbols"/>
                <a:sym typeface="Noto Sans Symbols"/>
              </a:rPr>
              <a:t>λ</a:t>
            </a:r>
            <a:r>
              <a:rPr lang="en-US" sz="1950" baseline="-25000">
                <a:solidFill>
                  <a:schemeClr val="dk1"/>
                </a:solidFill>
                <a:latin typeface="Arial"/>
                <a:ea typeface="Arial"/>
                <a:cs typeface="Arial"/>
                <a:sym typeface="Arial"/>
              </a:rPr>
              <a:t>2</a:t>
            </a:r>
            <a:endParaRPr sz="1950" baseline="-25000">
              <a:solidFill>
                <a:schemeClr val="dk1"/>
              </a:solidFill>
              <a:latin typeface="Arial"/>
              <a:ea typeface="Arial"/>
              <a:cs typeface="Arial"/>
              <a:sym typeface="Arial"/>
            </a:endParaRPr>
          </a:p>
        </p:txBody>
      </p:sp>
      <p:pic>
        <p:nvPicPr>
          <p:cNvPr id="745" name="Google Shape;745;g2ff6f630c79_0_365"/>
          <p:cNvPicPr preferRelativeResize="0"/>
          <p:nvPr/>
        </p:nvPicPr>
        <p:blipFill rotWithShape="1">
          <a:blip r:embed="rId4">
            <a:alphaModFix/>
          </a:blip>
          <a:srcRect/>
          <a:stretch/>
        </p:blipFill>
        <p:spPr>
          <a:xfrm>
            <a:off x="3309817" y="3748582"/>
            <a:ext cx="2077618" cy="440283"/>
          </a:xfrm>
          <a:prstGeom prst="rect">
            <a:avLst/>
          </a:prstGeom>
          <a:noFill/>
          <a:ln>
            <a:noFill/>
          </a:ln>
        </p:spPr>
      </p:pic>
      <p:sp>
        <p:nvSpPr>
          <p:cNvPr id="746" name="Google Shape;746;g2ff6f630c79_0_36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750"/>
        <p:cNvGrpSpPr/>
        <p:nvPr/>
      </p:nvGrpSpPr>
      <p:grpSpPr>
        <a:xfrm>
          <a:off x="0" y="0"/>
          <a:ext cx="0" cy="0"/>
          <a:chOff x="0" y="0"/>
          <a:chExt cx="0" cy="0"/>
        </a:xfrm>
      </p:grpSpPr>
      <p:sp>
        <p:nvSpPr>
          <p:cNvPr id="751" name="Google Shape;751;g2ff6f630c79_0_375"/>
          <p:cNvSpPr txBox="1">
            <a:spLocks noGrp="1"/>
          </p:cNvSpPr>
          <p:nvPr>
            <p:ph type="title" idx="4294967295"/>
          </p:nvPr>
        </p:nvSpPr>
        <p:spPr>
          <a:xfrm>
            <a:off x="255550" y="122225"/>
            <a:ext cx="8520600" cy="659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200"/>
              <a:t>What are good features to track?</a:t>
            </a:r>
            <a:endParaRPr sz="4200"/>
          </a:p>
        </p:txBody>
      </p:sp>
      <p:sp>
        <p:nvSpPr>
          <p:cNvPr id="752" name="Google Shape;752;g2ff6f630c79_0_375"/>
          <p:cNvSpPr txBox="1"/>
          <p:nvPr/>
        </p:nvSpPr>
        <p:spPr>
          <a:xfrm>
            <a:off x="421640" y="1504283"/>
            <a:ext cx="7671300" cy="3421500"/>
          </a:xfrm>
          <a:prstGeom prst="rect">
            <a:avLst/>
          </a:prstGeom>
          <a:noFill/>
          <a:ln>
            <a:noFill/>
          </a:ln>
        </p:spPr>
        <p:txBody>
          <a:bodyPr spcFirstLastPara="1" wrap="square" lIns="0" tIns="12050" rIns="0" bIns="0" anchor="t" anchorCtr="0">
            <a:spAutoFit/>
          </a:bodyPr>
          <a:lstStyle/>
          <a:p>
            <a:pPr marL="393700" marR="17780" lvl="0" indent="-342900" algn="l" rtl="0">
              <a:lnSpc>
                <a:spcPct val="100000"/>
              </a:lnSpc>
              <a:spcBef>
                <a:spcPts val="0"/>
              </a:spcBef>
              <a:spcAft>
                <a:spcPts val="0"/>
              </a:spcAft>
              <a:buNone/>
            </a:pPr>
            <a:r>
              <a:rPr lang="en-US" sz="2600">
                <a:solidFill>
                  <a:schemeClr val="dk1"/>
                </a:solidFill>
                <a:latin typeface="Arial"/>
                <a:ea typeface="Arial"/>
                <a:cs typeface="Arial"/>
                <a:sym typeface="Arial"/>
              </a:rPr>
              <a:t>Can we measure “quality” of features from just a  single image</a:t>
            </a:r>
            <a:endParaRPr sz="2600">
              <a:solidFill>
                <a:schemeClr val="dk1"/>
              </a:solidFill>
              <a:latin typeface="Arial"/>
              <a:ea typeface="Arial"/>
              <a:cs typeface="Arial"/>
              <a:sym typeface="Arial"/>
            </a:endParaRPr>
          </a:p>
          <a:p>
            <a:pPr marL="50800" marR="0" lvl="0" indent="0" algn="l" rtl="0">
              <a:lnSpc>
                <a:spcPct val="100000"/>
              </a:lnSpc>
              <a:spcBef>
                <a:spcPts val="1964"/>
              </a:spcBef>
              <a:spcAft>
                <a:spcPts val="0"/>
              </a:spcAft>
              <a:buNone/>
            </a:pPr>
            <a:r>
              <a:rPr lang="en-US" sz="2600">
                <a:solidFill>
                  <a:schemeClr val="dk1"/>
                </a:solidFill>
                <a:latin typeface="Arial"/>
                <a:ea typeface="Arial"/>
                <a:cs typeface="Arial"/>
                <a:sym typeface="Arial"/>
              </a:rPr>
              <a:t>Good features to track:</a:t>
            </a:r>
            <a:endParaRPr sz="2600">
              <a:solidFill>
                <a:schemeClr val="dk1"/>
              </a:solidFill>
              <a:latin typeface="Arial"/>
              <a:ea typeface="Arial"/>
              <a:cs typeface="Arial"/>
              <a:sym typeface="Arial"/>
            </a:endParaRPr>
          </a:p>
          <a:p>
            <a:pPr marL="204470" marR="0" lvl="0" indent="-141605" algn="l" rtl="0">
              <a:lnSpc>
                <a:spcPct val="100000"/>
              </a:lnSpc>
              <a:spcBef>
                <a:spcPts val="505"/>
              </a:spcBef>
              <a:spcAft>
                <a:spcPts val="0"/>
              </a:spcAft>
              <a:buClr>
                <a:schemeClr val="dk1"/>
              </a:buClr>
              <a:buSzPts val="1800"/>
              <a:buFont typeface="Arial"/>
              <a:buChar char="-"/>
            </a:pPr>
            <a:r>
              <a:rPr lang="en-US" sz="1800">
                <a:solidFill>
                  <a:schemeClr val="dk1"/>
                </a:solidFill>
                <a:latin typeface="Arial"/>
                <a:ea typeface="Arial"/>
                <a:cs typeface="Arial"/>
                <a:sym typeface="Arial"/>
              </a:rPr>
              <a:t>Harris corners (guarantee small error sensitivity)</a:t>
            </a: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25"/>
              </a:spcBef>
              <a:spcAft>
                <a:spcPts val="0"/>
              </a:spcAft>
              <a:buClr>
                <a:schemeClr val="dk1"/>
              </a:buClr>
              <a:buSzPts val="1850"/>
              <a:buFont typeface="Arial"/>
              <a:buNone/>
            </a:pPr>
            <a:endParaRPr sz="1650">
              <a:solidFill>
                <a:schemeClr val="dk1"/>
              </a:solidFill>
              <a:latin typeface="Arial"/>
              <a:ea typeface="Arial"/>
              <a:cs typeface="Arial"/>
              <a:sym typeface="Arial"/>
            </a:endParaRPr>
          </a:p>
          <a:p>
            <a:pPr marL="50800" marR="0" lvl="0" indent="0" algn="l" rtl="0">
              <a:lnSpc>
                <a:spcPct val="100000"/>
              </a:lnSpc>
              <a:spcBef>
                <a:spcPts val="0"/>
              </a:spcBef>
              <a:spcAft>
                <a:spcPts val="0"/>
              </a:spcAft>
              <a:buNone/>
            </a:pPr>
            <a:r>
              <a:rPr lang="en-US" sz="2600">
                <a:solidFill>
                  <a:schemeClr val="dk1"/>
                </a:solidFill>
                <a:latin typeface="Arial"/>
                <a:ea typeface="Arial"/>
                <a:cs typeface="Arial"/>
                <a:sym typeface="Arial"/>
              </a:rPr>
              <a:t>Bad features to track:</a:t>
            </a:r>
            <a:endParaRPr sz="2600">
              <a:solidFill>
                <a:schemeClr val="dk1"/>
              </a:solidFill>
              <a:latin typeface="Arial"/>
              <a:ea typeface="Arial"/>
              <a:cs typeface="Arial"/>
              <a:sym typeface="Arial"/>
            </a:endParaRPr>
          </a:p>
          <a:p>
            <a:pPr marL="205103" marR="131445" lvl="0" indent="-205103" algn="l" rtl="0">
              <a:lnSpc>
                <a:spcPct val="100000"/>
              </a:lnSpc>
              <a:spcBef>
                <a:spcPts val="505"/>
              </a:spcBef>
              <a:spcAft>
                <a:spcPts val="0"/>
              </a:spcAft>
              <a:buClr>
                <a:schemeClr val="dk1"/>
              </a:buClr>
              <a:buSzPts val="2000"/>
              <a:buFont typeface="Arial"/>
              <a:buChar char="-"/>
            </a:pPr>
            <a:r>
              <a:rPr lang="en-US" sz="1800">
                <a:solidFill>
                  <a:schemeClr val="dk1"/>
                </a:solidFill>
                <a:latin typeface="Arial"/>
                <a:ea typeface="Arial"/>
                <a:cs typeface="Arial"/>
                <a:sym typeface="Arial"/>
              </a:rPr>
              <a:t>Image points when either </a:t>
            </a:r>
            <a:r>
              <a:rPr lang="en-US" sz="1800">
                <a:solidFill>
                  <a:schemeClr val="dk1"/>
                </a:solidFill>
                <a:latin typeface="Noto Sans Symbols"/>
                <a:ea typeface="Noto Sans Symbols"/>
                <a:cs typeface="Noto Sans Symbols"/>
                <a:sym typeface="Noto Sans Symbols"/>
              </a:rPr>
              <a:t>λ</a:t>
            </a:r>
            <a:r>
              <a:rPr lang="en-US" sz="1750" baseline="-25000">
                <a:solidFill>
                  <a:schemeClr val="dk1"/>
                </a:solidFill>
                <a:latin typeface="Arial"/>
                <a:ea typeface="Arial"/>
                <a:cs typeface="Arial"/>
                <a:sym typeface="Arial"/>
              </a:rPr>
              <a:t>1 </a:t>
            </a:r>
            <a:r>
              <a:rPr lang="en-US" sz="1800">
                <a:solidFill>
                  <a:schemeClr val="dk1"/>
                </a:solidFill>
                <a:latin typeface="Arial"/>
                <a:ea typeface="Arial"/>
                <a:cs typeface="Arial"/>
                <a:sym typeface="Arial"/>
              </a:rPr>
              <a:t>or </a:t>
            </a:r>
            <a:r>
              <a:rPr lang="en-US" sz="1800">
                <a:solidFill>
                  <a:schemeClr val="dk1"/>
                </a:solidFill>
                <a:latin typeface="Noto Sans Symbols"/>
                <a:ea typeface="Noto Sans Symbols"/>
                <a:cs typeface="Noto Sans Symbols"/>
                <a:sym typeface="Noto Sans Symbols"/>
              </a:rPr>
              <a:t>λ</a:t>
            </a:r>
            <a:r>
              <a:rPr lang="en-US" sz="1750" baseline="-25000">
                <a:solidFill>
                  <a:schemeClr val="dk1"/>
                </a:solidFill>
                <a:latin typeface="Arial"/>
                <a:ea typeface="Arial"/>
                <a:cs typeface="Arial"/>
                <a:sym typeface="Arial"/>
              </a:rPr>
              <a:t>2 </a:t>
            </a:r>
            <a:r>
              <a:rPr lang="en-US" sz="1800">
                <a:solidFill>
                  <a:schemeClr val="dk1"/>
                </a:solidFill>
                <a:latin typeface="Arial"/>
                <a:ea typeface="Arial"/>
                <a:cs typeface="Arial"/>
                <a:sym typeface="Arial"/>
              </a:rPr>
              <a:t>(or both) is small (i.e., edges or  uniform textured regions)</a:t>
            </a:r>
            <a:endParaRPr sz="1800">
              <a:solidFill>
                <a:schemeClr val="dk1"/>
              </a:solidFill>
              <a:latin typeface="Arial"/>
              <a:ea typeface="Arial"/>
              <a:cs typeface="Arial"/>
              <a:sym typeface="Arial"/>
            </a:endParaRPr>
          </a:p>
        </p:txBody>
      </p:sp>
      <p:sp>
        <p:nvSpPr>
          <p:cNvPr id="753" name="Google Shape;753;g2ff6f630c79_0_375"/>
          <p:cNvSpPr txBox="1"/>
          <p:nvPr/>
        </p:nvSpPr>
        <p:spPr>
          <a:xfrm>
            <a:off x="479856" y="878776"/>
            <a:ext cx="7678500" cy="1827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100">
                <a:solidFill>
                  <a:schemeClr val="dk1"/>
                </a:solidFill>
                <a:latin typeface="Times New Roman"/>
                <a:ea typeface="Times New Roman"/>
                <a:cs typeface="Times New Roman"/>
                <a:sym typeface="Times New Roman"/>
              </a:rPr>
              <a:t>J. Shi and C. Tomasi (June 1994).</a:t>
            </a:r>
            <a:r>
              <a:rPr lang="en-US" sz="1100">
                <a:solidFill>
                  <a:srgbClr val="0000FF"/>
                </a:solidFill>
                <a:latin typeface="Times New Roman"/>
                <a:ea typeface="Times New Roman"/>
                <a:cs typeface="Times New Roman"/>
                <a:sym typeface="Times New Roman"/>
              </a:rPr>
              <a:t> </a:t>
            </a:r>
            <a:r>
              <a:rPr lang="en-US" sz="11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Good Features to Track</a:t>
            </a:r>
            <a:r>
              <a:rPr lang="en-US" sz="1100">
                <a:solidFill>
                  <a:schemeClr val="dk1"/>
                </a:solidFill>
                <a:latin typeface="Times New Roman"/>
                <a:ea typeface="Times New Roman"/>
                <a:cs typeface="Times New Roman"/>
                <a:sym typeface="Times New Roman"/>
              </a:rPr>
              <a:t>. 9th IEEE Conference on Computer Vision and Pattern Recognition. Springer.</a:t>
            </a:r>
            <a:endParaRPr sz="1100">
              <a:solidFill>
                <a:schemeClr val="dk1"/>
              </a:solidFill>
              <a:latin typeface="Times New Roman"/>
              <a:ea typeface="Times New Roman"/>
              <a:cs typeface="Times New Roman"/>
              <a:sym typeface="Times New Roman"/>
            </a:endParaRPr>
          </a:p>
        </p:txBody>
      </p:sp>
      <p:sp>
        <p:nvSpPr>
          <p:cNvPr id="754" name="Google Shape;754;g2ff6f630c79_0_37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758"/>
        <p:cNvGrpSpPr/>
        <p:nvPr/>
      </p:nvGrpSpPr>
      <p:grpSpPr>
        <a:xfrm>
          <a:off x="0" y="0"/>
          <a:ext cx="0" cy="0"/>
          <a:chOff x="0" y="0"/>
          <a:chExt cx="0" cy="0"/>
        </a:xfrm>
      </p:grpSpPr>
      <p:sp>
        <p:nvSpPr>
          <p:cNvPr id="759" name="Google Shape;759;g2ff6f630c79_0_381"/>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The barber pole illusion</a:t>
            </a:r>
            <a:endParaRPr sz="3400"/>
          </a:p>
        </p:txBody>
      </p:sp>
      <p:grpSp>
        <p:nvGrpSpPr>
          <p:cNvPr id="760" name="Google Shape;760;g2ff6f630c79_0_381"/>
          <p:cNvGrpSpPr/>
          <p:nvPr/>
        </p:nvGrpSpPr>
        <p:grpSpPr>
          <a:xfrm>
            <a:off x="2362200" y="1371600"/>
            <a:ext cx="3314700" cy="2072259"/>
            <a:chOff x="2362200" y="1828800"/>
            <a:chExt cx="4419600" cy="2763012"/>
          </a:xfrm>
        </p:grpSpPr>
        <p:pic>
          <p:nvPicPr>
            <p:cNvPr id="761" name="Google Shape;761;g2ff6f630c79_0_381"/>
            <p:cNvPicPr preferRelativeResize="0"/>
            <p:nvPr/>
          </p:nvPicPr>
          <p:blipFill rotWithShape="1">
            <a:blip r:embed="rId3">
              <a:alphaModFix/>
            </a:blip>
            <a:srcRect/>
            <a:stretch/>
          </p:blipFill>
          <p:spPr>
            <a:xfrm>
              <a:off x="2362200" y="1828800"/>
              <a:ext cx="4419600" cy="2763012"/>
            </a:xfrm>
            <a:prstGeom prst="rect">
              <a:avLst/>
            </a:prstGeom>
            <a:noFill/>
            <a:ln>
              <a:noFill/>
            </a:ln>
          </p:spPr>
        </p:pic>
        <p:pic>
          <p:nvPicPr>
            <p:cNvPr id="762" name="Google Shape;762;g2ff6f630c79_0_381"/>
            <p:cNvPicPr preferRelativeResize="0"/>
            <p:nvPr/>
          </p:nvPicPr>
          <p:blipFill rotWithShape="1">
            <a:blip r:embed="rId4">
              <a:alphaModFix/>
            </a:blip>
            <a:srcRect/>
            <a:stretch/>
          </p:blipFill>
          <p:spPr>
            <a:xfrm>
              <a:off x="4000500" y="2066543"/>
              <a:ext cx="1143000" cy="2285999"/>
            </a:xfrm>
            <a:prstGeom prst="rect">
              <a:avLst/>
            </a:prstGeom>
            <a:noFill/>
            <a:ln>
              <a:noFill/>
            </a:ln>
          </p:spPr>
        </p:pic>
      </p:grpSp>
      <p:sp>
        <p:nvSpPr>
          <p:cNvPr id="763" name="Google Shape;763;g2ff6f630c79_0_381"/>
          <p:cNvSpPr txBox="1"/>
          <p:nvPr/>
        </p:nvSpPr>
        <p:spPr>
          <a:xfrm>
            <a:off x="1347342" y="4706036"/>
            <a:ext cx="62610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u="sng">
                <a:solidFill>
                  <a:srgbClr val="0000FF"/>
                </a:solidFill>
                <a:latin typeface="Arial"/>
                <a:ea typeface="Arial"/>
                <a:cs typeface="Arial"/>
                <a:sym typeface="Arial"/>
                <a:hlinkClick r:id="rId5">
                  <a:extLst>
                    <a:ext uri="{A12FA001-AC4F-418D-AE19-62706E023703}">
                      <ahyp:hlinkClr xmlns:ahyp="http://schemas.microsoft.com/office/drawing/2018/hyperlinkcolor" val="tx"/>
                    </a:ext>
                  </a:extLst>
                </a:hlinkClick>
              </a:rPr>
              <a:t>http://en.wikipedia.org/wiki/Barberpole_illusion</a:t>
            </a:r>
            <a:endParaRPr sz="2400">
              <a:solidFill>
                <a:schemeClr val="dk1"/>
              </a:solidFill>
              <a:latin typeface="Arial"/>
              <a:ea typeface="Arial"/>
              <a:cs typeface="Arial"/>
              <a:sym typeface="Arial"/>
            </a:endParaRPr>
          </a:p>
        </p:txBody>
      </p:sp>
      <p:sp>
        <p:nvSpPr>
          <p:cNvPr id="764" name="Google Shape;764;g2ff6f630c79_0_38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768"/>
        <p:cNvGrpSpPr/>
        <p:nvPr/>
      </p:nvGrpSpPr>
      <p:grpSpPr>
        <a:xfrm>
          <a:off x="0" y="0"/>
          <a:ext cx="0" cy="0"/>
          <a:chOff x="0" y="0"/>
          <a:chExt cx="0" cy="0"/>
        </a:xfrm>
      </p:grpSpPr>
      <p:sp>
        <p:nvSpPr>
          <p:cNvPr id="769" name="Google Shape;769;g2ff6f630c79_0_389"/>
          <p:cNvSpPr txBox="1">
            <a:spLocks noGrp="1"/>
          </p:cNvSpPr>
          <p:nvPr>
            <p:ph type="title" idx="4294967295"/>
          </p:nvPr>
        </p:nvSpPr>
        <p:spPr>
          <a:xfrm>
            <a:off x="255550" y="122225"/>
            <a:ext cx="8520600" cy="7203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600"/>
              <a:t>Motion estimation techniques</a:t>
            </a:r>
            <a:endParaRPr sz="4600"/>
          </a:p>
        </p:txBody>
      </p:sp>
      <p:sp>
        <p:nvSpPr>
          <p:cNvPr id="770" name="Google Shape;770;g2ff6f630c79_0_389"/>
          <p:cNvSpPr/>
          <p:nvPr/>
        </p:nvSpPr>
        <p:spPr>
          <a:xfrm>
            <a:off x="7315200" y="1764221"/>
            <a:ext cx="689609" cy="1520665"/>
          </a:xfrm>
          <a:custGeom>
            <a:avLst/>
            <a:gdLst/>
            <a:ahLst/>
            <a:cxnLst/>
            <a:rect l="l" t="t" r="r" b="b"/>
            <a:pathLst>
              <a:path w="689609" h="2027554" extrusionOk="0">
                <a:moveTo>
                  <a:pt x="257048" y="1835784"/>
                </a:moveTo>
                <a:lnTo>
                  <a:pt x="58800" y="1918207"/>
                </a:lnTo>
                <a:lnTo>
                  <a:pt x="243713" y="2027427"/>
                </a:lnTo>
                <a:lnTo>
                  <a:pt x="248198" y="1962958"/>
                </a:lnTo>
                <a:lnTo>
                  <a:pt x="216789" y="1961387"/>
                </a:lnTo>
                <a:lnTo>
                  <a:pt x="220218" y="1897379"/>
                </a:lnTo>
                <a:lnTo>
                  <a:pt x="252762" y="1897379"/>
                </a:lnTo>
                <a:lnTo>
                  <a:pt x="257048" y="1835784"/>
                </a:lnTo>
                <a:close/>
              </a:path>
              <a:path w="689609" h="2027554" extrusionOk="0">
                <a:moveTo>
                  <a:pt x="252633" y="1899226"/>
                </a:moveTo>
                <a:lnTo>
                  <a:pt x="248198" y="1962958"/>
                </a:lnTo>
                <a:lnTo>
                  <a:pt x="262508" y="1963673"/>
                </a:lnTo>
                <a:lnTo>
                  <a:pt x="282828" y="1962911"/>
                </a:lnTo>
                <a:lnTo>
                  <a:pt x="322833" y="1959736"/>
                </a:lnTo>
                <a:lnTo>
                  <a:pt x="362203" y="1953513"/>
                </a:lnTo>
                <a:lnTo>
                  <a:pt x="400430" y="1943734"/>
                </a:lnTo>
                <a:lnTo>
                  <a:pt x="437515" y="1930018"/>
                </a:lnTo>
                <a:lnTo>
                  <a:pt x="472694" y="1911730"/>
                </a:lnTo>
                <a:lnTo>
                  <a:pt x="491056" y="1899665"/>
                </a:lnTo>
                <a:lnTo>
                  <a:pt x="260350" y="1899665"/>
                </a:lnTo>
                <a:lnTo>
                  <a:pt x="252633" y="1899226"/>
                </a:lnTo>
                <a:close/>
              </a:path>
              <a:path w="689609" h="2027554" extrusionOk="0">
                <a:moveTo>
                  <a:pt x="220218" y="1897379"/>
                </a:moveTo>
                <a:lnTo>
                  <a:pt x="216789" y="1961387"/>
                </a:lnTo>
                <a:lnTo>
                  <a:pt x="248198" y="1962958"/>
                </a:lnTo>
                <a:lnTo>
                  <a:pt x="252633" y="1899226"/>
                </a:lnTo>
                <a:lnTo>
                  <a:pt x="220218" y="1897379"/>
                </a:lnTo>
                <a:close/>
              </a:path>
              <a:path w="689609" h="2027554" extrusionOk="0">
                <a:moveTo>
                  <a:pt x="193327" y="64936"/>
                </a:moveTo>
                <a:lnTo>
                  <a:pt x="190109" y="128867"/>
                </a:lnTo>
                <a:lnTo>
                  <a:pt x="222503" y="131571"/>
                </a:lnTo>
                <a:lnTo>
                  <a:pt x="241807" y="134619"/>
                </a:lnTo>
                <a:lnTo>
                  <a:pt x="282067" y="142366"/>
                </a:lnTo>
                <a:lnTo>
                  <a:pt x="320675" y="152400"/>
                </a:lnTo>
                <a:lnTo>
                  <a:pt x="357250" y="165100"/>
                </a:lnTo>
                <a:lnTo>
                  <a:pt x="408050" y="189737"/>
                </a:lnTo>
                <a:lnTo>
                  <a:pt x="453644" y="221995"/>
                </a:lnTo>
                <a:lnTo>
                  <a:pt x="481202" y="248411"/>
                </a:lnTo>
                <a:lnTo>
                  <a:pt x="506475" y="279272"/>
                </a:lnTo>
                <a:lnTo>
                  <a:pt x="529081" y="315086"/>
                </a:lnTo>
                <a:lnTo>
                  <a:pt x="549148" y="356742"/>
                </a:lnTo>
                <a:lnTo>
                  <a:pt x="566293" y="404621"/>
                </a:lnTo>
                <a:lnTo>
                  <a:pt x="577723" y="448182"/>
                </a:lnTo>
                <a:lnTo>
                  <a:pt x="588136" y="498601"/>
                </a:lnTo>
                <a:lnTo>
                  <a:pt x="600075" y="574420"/>
                </a:lnTo>
                <a:lnTo>
                  <a:pt x="605281" y="615441"/>
                </a:lnTo>
                <a:lnTo>
                  <a:pt x="609726" y="658240"/>
                </a:lnTo>
                <a:lnTo>
                  <a:pt x="613664" y="702690"/>
                </a:lnTo>
                <a:lnTo>
                  <a:pt x="617093" y="748538"/>
                </a:lnTo>
                <a:lnTo>
                  <a:pt x="619886" y="795654"/>
                </a:lnTo>
                <a:lnTo>
                  <a:pt x="622173" y="843660"/>
                </a:lnTo>
                <a:lnTo>
                  <a:pt x="623951" y="892555"/>
                </a:lnTo>
                <a:lnTo>
                  <a:pt x="625094" y="941958"/>
                </a:lnTo>
                <a:lnTo>
                  <a:pt x="625601" y="1042034"/>
                </a:lnTo>
                <a:lnTo>
                  <a:pt x="624077" y="1141729"/>
                </a:lnTo>
                <a:lnTo>
                  <a:pt x="622553" y="1190878"/>
                </a:lnTo>
                <a:lnTo>
                  <a:pt x="620395" y="1239519"/>
                </a:lnTo>
                <a:lnTo>
                  <a:pt x="617854" y="1287398"/>
                </a:lnTo>
                <a:lnTo>
                  <a:pt x="614679" y="1334007"/>
                </a:lnTo>
                <a:lnTo>
                  <a:pt x="610997" y="1379473"/>
                </a:lnTo>
                <a:lnTo>
                  <a:pt x="606932" y="1423542"/>
                </a:lnTo>
                <a:lnTo>
                  <a:pt x="602233" y="1465960"/>
                </a:lnTo>
                <a:lnTo>
                  <a:pt x="597153" y="1506473"/>
                </a:lnTo>
                <a:lnTo>
                  <a:pt x="591566" y="1544827"/>
                </a:lnTo>
                <a:lnTo>
                  <a:pt x="582295" y="1597659"/>
                </a:lnTo>
                <a:lnTo>
                  <a:pt x="579120" y="1614169"/>
                </a:lnTo>
                <a:lnTo>
                  <a:pt x="568509" y="1659381"/>
                </a:lnTo>
                <a:lnTo>
                  <a:pt x="557276" y="1696719"/>
                </a:lnTo>
                <a:lnTo>
                  <a:pt x="540384" y="1739391"/>
                </a:lnTo>
                <a:lnTo>
                  <a:pt x="521080" y="1775078"/>
                </a:lnTo>
                <a:lnTo>
                  <a:pt x="488315" y="1817750"/>
                </a:lnTo>
                <a:lnTo>
                  <a:pt x="451357" y="1849500"/>
                </a:lnTo>
                <a:lnTo>
                  <a:pt x="410082" y="1872106"/>
                </a:lnTo>
                <a:lnTo>
                  <a:pt x="364363" y="1887346"/>
                </a:lnTo>
                <a:lnTo>
                  <a:pt x="314325" y="1896236"/>
                </a:lnTo>
                <a:lnTo>
                  <a:pt x="260350" y="1899665"/>
                </a:lnTo>
                <a:lnTo>
                  <a:pt x="491056" y="1899665"/>
                </a:lnTo>
                <a:lnTo>
                  <a:pt x="521589" y="1874900"/>
                </a:lnTo>
                <a:lnTo>
                  <a:pt x="550545" y="1843785"/>
                </a:lnTo>
                <a:lnTo>
                  <a:pt x="576579" y="1807082"/>
                </a:lnTo>
                <a:lnTo>
                  <a:pt x="599185" y="1764791"/>
                </a:lnTo>
                <a:lnTo>
                  <a:pt x="618108" y="1716658"/>
                </a:lnTo>
                <a:lnTo>
                  <a:pt x="630681" y="1674621"/>
                </a:lnTo>
                <a:lnTo>
                  <a:pt x="641857" y="1626615"/>
                </a:lnTo>
                <a:lnTo>
                  <a:pt x="651891" y="1573148"/>
                </a:lnTo>
                <a:lnTo>
                  <a:pt x="660653" y="1514474"/>
                </a:lnTo>
                <a:lnTo>
                  <a:pt x="665860" y="1472945"/>
                </a:lnTo>
                <a:lnTo>
                  <a:pt x="670559" y="1429511"/>
                </a:lnTo>
                <a:lnTo>
                  <a:pt x="674877" y="1384680"/>
                </a:lnTo>
                <a:lnTo>
                  <a:pt x="678560" y="1338325"/>
                </a:lnTo>
                <a:lnTo>
                  <a:pt x="681735" y="1290827"/>
                </a:lnTo>
                <a:lnTo>
                  <a:pt x="684276" y="1242314"/>
                </a:lnTo>
                <a:lnTo>
                  <a:pt x="686561" y="1192783"/>
                </a:lnTo>
                <a:lnTo>
                  <a:pt x="688085" y="1142745"/>
                </a:lnTo>
                <a:lnTo>
                  <a:pt x="689609" y="1041653"/>
                </a:lnTo>
                <a:lnTo>
                  <a:pt x="688975" y="940561"/>
                </a:lnTo>
                <a:lnTo>
                  <a:pt x="687831" y="890269"/>
                </a:lnTo>
                <a:lnTo>
                  <a:pt x="686180" y="840739"/>
                </a:lnTo>
                <a:lnTo>
                  <a:pt x="683895" y="791844"/>
                </a:lnTo>
                <a:lnTo>
                  <a:pt x="680974" y="743838"/>
                </a:lnTo>
                <a:lnTo>
                  <a:pt x="677545" y="697102"/>
                </a:lnTo>
                <a:lnTo>
                  <a:pt x="673480" y="651509"/>
                </a:lnTo>
                <a:lnTo>
                  <a:pt x="668781" y="607440"/>
                </a:lnTo>
                <a:lnTo>
                  <a:pt x="663448" y="565150"/>
                </a:lnTo>
                <a:lnTo>
                  <a:pt x="657605" y="524890"/>
                </a:lnTo>
                <a:lnTo>
                  <a:pt x="651001" y="486536"/>
                </a:lnTo>
                <a:lnTo>
                  <a:pt x="639891" y="433069"/>
                </a:lnTo>
                <a:lnTo>
                  <a:pt x="627252" y="385190"/>
                </a:lnTo>
                <a:lnTo>
                  <a:pt x="607441" y="330200"/>
                </a:lnTo>
                <a:lnTo>
                  <a:pt x="584073" y="282447"/>
                </a:lnTo>
                <a:lnTo>
                  <a:pt x="557149" y="240156"/>
                </a:lnTo>
                <a:lnTo>
                  <a:pt x="526796" y="203453"/>
                </a:lnTo>
                <a:lnTo>
                  <a:pt x="493522" y="171957"/>
                </a:lnTo>
                <a:lnTo>
                  <a:pt x="457580" y="145160"/>
                </a:lnTo>
                <a:lnTo>
                  <a:pt x="419480" y="123062"/>
                </a:lnTo>
                <a:lnTo>
                  <a:pt x="379475" y="105155"/>
                </a:lnTo>
                <a:lnTo>
                  <a:pt x="337947" y="90804"/>
                </a:lnTo>
                <a:lnTo>
                  <a:pt x="295275" y="79755"/>
                </a:lnTo>
                <a:lnTo>
                  <a:pt x="251332" y="71373"/>
                </a:lnTo>
                <a:lnTo>
                  <a:pt x="227838" y="67817"/>
                </a:lnTo>
                <a:lnTo>
                  <a:pt x="193327" y="64936"/>
                </a:lnTo>
                <a:close/>
              </a:path>
              <a:path w="689609" h="2027554" extrusionOk="0">
                <a:moveTo>
                  <a:pt x="252762" y="1897379"/>
                </a:moveTo>
                <a:lnTo>
                  <a:pt x="220218" y="1897379"/>
                </a:lnTo>
                <a:lnTo>
                  <a:pt x="252633" y="1899226"/>
                </a:lnTo>
                <a:lnTo>
                  <a:pt x="252762" y="1897379"/>
                </a:lnTo>
                <a:close/>
              </a:path>
              <a:path w="689609" h="2027554" extrusionOk="0">
                <a:moveTo>
                  <a:pt x="196596" y="0"/>
                </a:moveTo>
                <a:lnTo>
                  <a:pt x="0" y="86105"/>
                </a:lnTo>
                <a:lnTo>
                  <a:pt x="186944" y="191769"/>
                </a:lnTo>
                <a:lnTo>
                  <a:pt x="190109" y="128867"/>
                </a:lnTo>
                <a:lnTo>
                  <a:pt x="157099" y="126110"/>
                </a:lnTo>
                <a:lnTo>
                  <a:pt x="162432" y="62356"/>
                </a:lnTo>
                <a:lnTo>
                  <a:pt x="193457" y="62356"/>
                </a:lnTo>
                <a:lnTo>
                  <a:pt x="196596" y="0"/>
                </a:lnTo>
                <a:close/>
              </a:path>
              <a:path w="689609" h="2027554" extrusionOk="0">
                <a:moveTo>
                  <a:pt x="162432" y="62356"/>
                </a:moveTo>
                <a:lnTo>
                  <a:pt x="157099" y="126110"/>
                </a:lnTo>
                <a:lnTo>
                  <a:pt x="190109" y="128867"/>
                </a:lnTo>
                <a:lnTo>
                  <a:pt x="193327" y="64936"/>
                </a:lnTo>
                <a:lnTo>
                  <a:pt x="162432" y="62356"/>
                </a:lnTo>
                <a:close/>
              </a:path>
              <a:path w="689609" h="2027554" extrusionOk="0">
                <a:moveTo>
                  <a:pt x="193457" y="62356"/>
                </a:moveTo>
                <a:lnTo>
                  <a:pt x="162432" y="62356"/>
                </a:lnTo>
                <a:lnTo>
                  <a:pt x="193327" y="64936"/>
                </a:lnTo>
                <a:lnTo>
                  <a:pt x="193457" y="62356"/>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1" name="Google Shape;771;g2ff6f630c79_0_389"/>
          <p:cNvSpPr txBox="1"/>
          <p:nvPr/>
        </p:nvSpPr>
        <p:spPr>
          <a:xfrm>
            <a:off x="307340" y="1094677"/>
            <a:ext cx="7206000" cy="5249400"/>
          </a:xfrm>
          <a:prstGeom prst="rect">
            <a:avLst/>
          </a:prstGeom>
          <a:noFill/>
          <a:ln>
            <a:noFill/>
          </a:ln>
        </p:spPr>
        <p:txBody>
          <a:bodyPr spcFirstLastPara="1" wrap="square" lIns="0" tIns="100325"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Optical flow</a:t>
            </a:r>
            <a:endParaRPr sz="2800">
              <a:solidFill>
                <a:schemeClr val="dk1"/>
              </a:solidFill>
              <a:latin typeface="Arial"/>
              <a:ea typeface="Arial"/>
              <a:cs typeface="Arial"/>
              <a:sym typeface="Arial"/>
            </a:endParaRPr>
          </a:p>
          <a:p>
            <a:pPr marL="756285" marR="5080" lvl="0" indent="-287019" algn="l" rtl="0">
              <a:lnSpc>
                <a:spcPct val="100000"/>
              </a:lnSpc>
              <a:spcBef>
                <a:spcPts val="505"/>
              </a:spcBef>
              <a:spcAft>
                <a:spcPts val="0"/>
              </a:spcAft>
              <a:buClr>
                <a:schemeClr val="dk1"/>
              </a:buClr>
              <a:buSzPts val="2000"/>
              <a:buFont typeface="Arial"/>
              <a:buChar char="•"/>
            </a:pPr>
            <a:r>
              <a:rPr lang="en-US" sz="2000">
                <a:solidFill>
                  <a:schemeClr val="dk1"/>
                </a:solidFill>
                <a:latin typeface="Arial"/>
                <a:ea typeface="Arial"/>
                <a:cs typeface="Arial"/>
                <a:sym typeface="Arial"/>
              </a:rPr>
              <a:t>Recover image motion at each pixel from spatio-temporal  image brightness variations (optical flow)</a:t>
            </a:r>
            <a:endParaRPr sz="20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a:solidFill>
                <a:schemeClr val="dk1"/>
              </a:solidFill>
              <a:latin typeface="Arial"/>
              <a:ea typeface="Arial"/>
              <a:cs typeface="Arial"/>
              <a:sym typeface="Arial"/>
            </a:endParaRPr>
          </a:p>
          <a:p>
            <a:pPr marL="0" marR="0" lvl="0" indent="0" algn="l" rtl="0">
              <a:lnSpc>
                <a:spcPct val="100000"/>
              </a:lnSpc>
              <a:spcBef>
                <a:spcPts val="25"/>
              </a:spcBef>
              <a:spcAft>
                <a:spcPts val="0"/>
              </a:spcAft>
              <a:buClr>
                <a:schemeClr val="dk1"/>
              </a:buClr>
              <a:buSzPts val="2350"/>
              <a:buFont typeface="Arial"/>
              <a:buNone/>
            </a:pPr>
            <a:endParaRPr sz="2350">
              <a:solidFill>
                <a:schemeClr val="dk1"/>
              </a:solidFill>
              <a:latin typeface="Arial"/>
              <a:ea typeface="Arial"/>
              <a:cs typeface="Arial"/>
              <a:sym typeface="Arial"/>
            </a:endParaRPr>
          </a:p>
          <a:p>
            <a:pPr marL="12700" marR="0" lvl="0" indent="0" algn="l" rtl="0">
              <a:lnSpc>
                <a:spcPct val="100000"/>
              </a:lnSpc>
              <a:spcBef>
                <a:spcPts val="5"/>
              </a:spcBef>
              <a:spcAft>
                <a:spcPts val="0"/>
              </a:spcAft>
              <a:buNone/>
            </a:pPr>
            <a:r>
              <a:rPr lang="en-US" sz="2800">
                <a:solidFill>
                  <a:schemeClr val="dk1"/>
                </a:solidFill>
                <a:latin typeface="Arial"/>
                <a:ea typeface="Arial"/>
                <a:cs typeface="Arial"/>
                <a:sym typeface="Arial"/>
              </a:rPr>
              <a:t>Feature-tracking</a:t>
            </a:r>
            <a:endParaRPr sz="2800">
              <a:solidFill>
                <a:schemeClr val="dk1"/>
              </a:solidFill>
              <a:latin typeface="Arial"/>
              <a:ea typeface="Arial"/>
              <a:cs typeface="Arial"/>
              <a:sym typeface="Arial"/>
            </a:endParaRPr>
          </a:p>
          <a:p>
            <a:pPr marL="756285" marR="607695" lvl="0" indent="-287019" algn="l" rtl="0">
              <a:lnSpc>
                <a:spcPct val="100000"/>
              </a:lnSpc>
              <a:spcBef>
                <a:spcPts val="500"/>
              </a:spcBef>
              <a:spcAft>
                <a:spcPts val="0"/>
              </a:spcAft>
              <a:buClr>
                <a:schemeClr val="dk1"/>
              </a:buClr>
              <a:buSzPts val="2000"/>
              <a:buFont typeface="Arial"/>
              <a:buChar char="•"/>
            </a:pPr>
            <a:r>
              <a:rPr lang="en-US" sz="2000">
                <a:solidFill>
                  <a:schemeClr val="dk1"/>
                </a:solidFill>
                <a:latin typeface="Arial"/>
                <a:ea typeface="Arial"/>
                <a:cs typeface="Arial"/>
                <a:sym typeface="Arial"/>
              </a:rPr>
              <a:t>Extract visual features (corners, textured areas) and  “track” them over multiple frames</a:t>
            </a:r>
            <a:endParaRPr sz="2000">
              <a:solidFill>
                <a:schemeClr val="dk1"/>
              </a:solidFill>
              <a:latin typeface="Arial"/>
              <a:ea typeface="Arial"/>
              <a:cs typeface="Arial"/>
              <a:sym typeface="Arial"/>
            </a:endParaRPr>
          </a:p>
          <a:p>
            <a:pPr marL="0" marR="0" lvl="0" indent="0" algn="l" rtl="0">
              <a:lnSpc>
                <a:spcPct val="100000"/>
              </a:lnSpc>
              <a:spcBef>
                <a:spcPts val="20"/>
              </a:spcBef>
              <a:spcAft>
                <a:spcPts val="0"/>
              </a:spcAft>
              <a:buClr>
                <a:schemeClr val="dk1"/>
              </a:buClr>
              <a:buSzPts val="2800"/>
              <a:buFont typeface="Arial"/>
              <a:buNone/>
            </a:pPr>
            <a:endParaRPr sz="2800">
              <a:solidFill>
                <a:schemeClr val="dk1"/>
              </a:solidFill>
              <a:latin typeface="Arial"/>
              <a:ea typeface="Arial"/>
              <a:cs typeface="Arial"/>
              <a:sym typeface="Arial"/>
            </a:endParaRPr>
          </a:p>
          <a:p>
            <a:pPr marL="2451735" marR="0" lvl="1" indent="-229235"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Shi-Tomasi feature tracker</a:t>
            </a:r>
            <a:endParaRPr sz="2000" b="0" i="0" u="none" strike="noStrike" cap="none">
              <a:solidFill>
                <a:schemeClr val="dk1"/>
              </a:solidFill>
              <a:latin typeface="Arial"/>
              <a:ea typeface="Arial"/>
              <a:cs typeface="Arial"/>
              <a:sym typeface="Arial"/>
            </a:endParaRPr>
          </a:p>
          <a:p>
            <a:pPr marL="2446655" marR="0" lvl="1" indent="-224789" algn="l" rtl="0">
              <a:lnSpc>
                <a:spcPct val="100000"/>
              </a:lnSpc>
              <a:spcBef>
                <a:spcPts val="5"/>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Tracking with dynamics</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200">
              <a:solidFill>
                <a:schemeClr val="dk1"/>
              </a:solidFill>
              <a:latin typeface="Arial"/>
              <a:ea typeface="Arial"/>
              <a:cs typeface="Arial"/>
              <a:sym typeface="Arial"/>
            </a:endParaRPr>
          </a:p>
          <a:p>
            <a:pPr marL="0" marR="0" lvl="0" indent="0" algn="l" rtl="0">
              <a:lnSpc>
                <a:spcPct val="100000"/>
              </a:lnSpc>
              <a:spcBef>
                <a:spcPts val="15"/>
              </a:spcBef>
              <a:spcAft>
                <a:spcPts val="0"/>
              </a:spcAft>
              <a:buNone/>
            </a:pPr>
            <a:endParaRPr sz="3000">
              <a:solidFill>
                <a:schemeClr val="dk1"/>
              </a:solidFill>
              <a:latin typeface="Arial"/>
              <a:ea typeface="Arial"/>
              <a:cs typeface="Arial"/>
              <a:sym typeface="Arial"/>
            </a:endParaRPr>
          </a:p>
          <a:p>
            <a:pPr marL="447040" marR="0" lvl="0" indent="-34290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Implemented in Open CV</a:t>
            </a:r>
            <a:endParaRPr sz="2400">
              <a:solidFill>
                <a:schemeClr val="dk1"/>
              </a:solidFill>
              <a:latin typeface="Arial"/>
              <a:ea typeface="Arial"/>
              <a:cs typeface="Arial"/>
              <a:sym typeface="Arial"/>
            </a:endParaRPr>
          </a:p>
        </p:txBody>
      </p:sp>
      <p:sp>
        <p:nvSpPr>
          <p:cNvPr id="772" name="Google Shape;772;g2ff6f630c79_0_38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776"/>
        <p:cNvGrpSpPr/>
        <p:nvPr/>
      </p:nvGrpSpPr>
      <p:grpSpPr>
        <a:xfrm>
          <a:off x="0" y="0"/>
          <a:ext cx="0" cy="0"/>
          <a:chOff x="0" y="0"/>
          <a:chExt cx="0" cy="0"/>
        </a:xfrm>
      </p:grpSpPr>
      <p:sp>
        <p:nvSpPr>
          <p:cNvPr id="777" name="Google Shape;777;g2ff6f630c79_0_395"/>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Tracking features</a:t>
            </a:r>
            <a:endParaRPr/>
          </a:p>
        </p:txBody>
      </p:sp>
      <p:pic>
        <p:nvPicPr>
          <p:cNvPr id="778" name="Google Shape;778;g2ff6f630c79_0_395"/>
          <p:cNvPicPr preferRelativeResize="0"/>
          <p:nvPr/>
        </p:nvPicPr>
        <p:blipFill rotWithShape="1">
          <a:blip r:embed="rId3">
            <a:alphaModFix/>
          </a:blip>
          <a:srcRect/>
          <a:stretch/>
        </p:blipFill>
        <p:spPr>
          <a:xfrm>
            <a:off x="4343400" y="1485900"/>
            <a:ext cx="2686050" cy="2065401"/>
          </a:xfrm>
          <a:prstGeom prst="rect">
            <a:avLst/>
          </a:prstGeom>
          <a:noFill/>
          <a:ln>
            <a:noFill/>
          </a:ln>
        </p:spPr>
      </p:pic>
      <p:pic>
        <p:nvPicPr>
          <p:cNvPr id="779" name="Google Shape;779;g2ff6f630c79_0_395"/>
          <p:cNvPicPr preferRelativeResize="0"/>
          <p:nvPr/>
        </p:nvPicPr>
        <p:blipFill rotWithShape="1">
          <a:blip r:embed="rId4">
            <a:alphaModFix/>
          </a:blip>
          <a:srcRect/>
          <a:stretch/>
        </p:blipFill>
        <p:spPr>
          <a:xfrm>
            <a:off x="533400" y="1485900"/>
            <a:ext cx="2686050" cy="2065401"/>
          </a:xfrm>
          <a:prstGeom prst="rect">
            <a:avLst/>
          </a:prstGeom>
          <a:noFill/>
          <a:ln>
            <a:noFill/>
          </a:ln>
        </p:spPr>
      </p:pic>
      <p:sp>
        <p:nvSpPr>
          <p:cNvPr id="780" name="Google Shape;780;g2ff6f630c79_0_395"/>
          <p:cNvSpPr txBox="1"/>
          <p:nvPr/>
        </p:nvSpPr>
        <p:spPr>
          <a:xfrm>
            <a:off x="1683766" y="3737038"/>
            <a:ext cx="53193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Courtesy of Jean-Yves Bouguet – Vision Lab, California Institute of Technology</a:t>
            </a:r>
            <a:endParaRPr sz="1200">
              <a:solidFill>
                <a:schemeClr val="dk1"/>
              </a:solidFill>
              <a:latin typeface="Arial"/>
              <a:ea typeface="Arial"/>
              <a:cs typeface="Arial"/>
              <a:sym typeface="Arial"/>
            </a:endParaRPr>
          </a:p>
        </p:txBody>
      </p:sp>
      <p:sp>
        <p:nvSpPr>
          <p:cNvPr id="781" name="Google Shape;781;g2ff6f630c79_0_39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785"/>
        <p:cNvGrpSpPr/>
        <p:nvPr/>
      </p:nvGrpSpPr>
      <p:grpSpPr>
        <a:xfrm>
          <a:off x="0" y="0"/>
          <a:ext cx="0" cy="0"/>
          <a:chOff x="0" y="0"/>
          <a:chExt cx="0" cy="0"/>
        </a:xfrm>
      </p:grpSpPr>
      <p:sp>
        <p:nvSpPr>
          <p:cNvPr id="786" name="Google Shape;786;g2ff6f630c79_0_402"/>
          <p:cNvSpPr txBox="1"/>
          <p:nvPr/>
        </p:nvSpPr>
        <p:spPr>
          <a:xfrm>
            <a:off x="307340" y="930212"/>
            <a:ext cx="7043400" cy="506100"/>
          </a:xfrm>
          <a:prstGeom prst="rect">
            <a:avLst/>
          </a:prstGeom>
          <a:noFill/>
          <a:ln>
            <a:noFill/>
          </a:ln>
        </p:spPr>
        <p:txBody>
          <a:bodyPr spcFirstLastPara="1" wrap="square" lIns="0" tIns="13325" rIns="0" bIns="0" anchor="t" anchorCtr="0">
            <a:spAutoFit/>
          </a:bodyPr>
          <a:lstStyle/>
          <a:p>
            <a:pPr marL="355600" marR="0" lvl="0" indent="-342900" algn="l" rtl="0">
              <a:lnSpc>
                <a:spcPct val="100000"/>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Key assumptions (</a:t>
            </a:r>
            <a:r>
              <a:rPr lang="en-US" sz="2400">
                <a:solidFill>
                  <a:schemeClr val="dk1"/>
                </a:solidFill>
                <a:latin typeface="Arial"/>
                <a:ea typeface="Arial"/>
                <a:cs typeface="Arial"/>
                <a:sym typeface="Arial"/>
              </a:rPr>
              <a:t>Errors in Lucas-Kanade</a:t>
            </a:r>
            <a:r>
              <a:rPr lang="en-US" sz="3200">
                <a:solidFill>
                  <a:schemeClr val="dk1"/>
                </a:solidFill>
                <a:latin typeface="Arial"/>
                <a:ea typeface="Arial"/>
                <a:cs typeface="Arial"/>
                <a:sym typeface="Arial"/>
              </a:rPr>
              <a:t>)</a:t>
            </a:r>
            <a:endParaRPr sz="3200">
              <a:solidFill>
                <a:schemeClr val="dk1"/>
              </a:solidFill>
              <a:latin typeface="Arial"/>
              <a:ea typeface="Arial"/>
              <a:cs typeface="Arial"/>
              <a:sym typeface="Arial"/>
            </a:endParaRPr>
          </a:p>
        </p:txBody>
      </p:sp>
      <p:sp>
        <p:nvSpPr>
          <p:cNvPr id="787" name="Google Shape;787;g2ff6f630c79_0_402"/>
          <p:cNvSpPr txBox="1"/>
          <p:nvPr/>
        </p:nvSpPr>
        <p:spPr>
          <a:xfrm>
            <a:off x="610362" y="1715071"/>
            <a:ext cx="6705600" cy="487500"/>
          </a:xfrm>
          <a:prstGeom prst="rect">
            <a:avLst/>
          </a:prstGeom>
          <a:noFill/>
          <a:ln w="25900" cap="flat" cmpd="sng">
            <a:solidFill>
              <a:srgbClr val="FF0000"/>
            </a:solidFill>
            <a:prstDash val="solid"/>
            <a:round/>
            <a:headEnd type="none" w="sm" len="sm"/>
            <a:tailEnd type="none" w="sm" len="sm"/>
          </a:ln>
        </p:spPr>
        <p:txBody>
          <a:bodyPr spcFirstLastPara="1" wrap="square" lIns="0" tIns="116825" rIns="0" bIns="0" anchor="t" anchorCtr="0">
            <a:spAutoFit/>
          </a:bodyPr>
          <a:lstStyle/>
          <a:p>
            <a:pPr marL="453390" marR="0" lvl="0" indent="-287655" algn="l" rtl="0">
              <a:lnSpc>
                <a:spcPct val="10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Small motion:	</a:t>
            </a:r>
            <a:r>
              <a:rPr lang="en-US" sz="2400">
                <a:solidFill>
                  <a:schemeClr val="dk1"/>
                </a:solidFill>
                <a:latin typeface="Arial"/>
                <a:ea typeface="Arial"/>
                <a:cs typeface="Arial"/>
                <a:sym typeface="Arial"/>
              </a:rPr>
              <a:t>points do not move very far</a:t>
            </a:r>
            <a:endParaRPr sz="2400">
              <a:solidFill>
                <a:schemeClr val="dk1"/>
              </a:solidFill>
              <a:latin typeface="Arial"/>
              <a:ea typeface="Arial"/>
              <a:cs typeface="Arial"/>
              <a:sym typeface="Arial"/>
            </a:endParaRPr>
          </a:p>
        </p:txBody>
      </p:sp>
      <p:sp>
        <p:nvSpPr>
          <p:cNvPr id="788" name="Google Shape;788;g2ff6f630c79_0_402"/>
          <p:cNvSpPr txBox="1"/>
          <p:nvPr/>
        </p:nvSpPr>
        <p:spPr>
          <a:xfrm>
            <a:off x="764540" y="2232374"/>
            <a:ext cx="7512000" cy="1343100"/>
          </a:xfrm>
          <a:prstGeom prst="rect">
            <a:avLst/>
          </a:prstGeom>
          <a:noFill/>
          <a:ln>
            <a:noFill/>
          </a:ln>
        </p:spPr>
        <p:txBody>
          <a:bodyPr spcFirstLastPara="1" wrap="square" lIns="0" tIns="12700" rIns="0" bIns="0" anchor="t" anchorCtr="0">
            <a:spAutoFit/>
          </a:bodyPr>
          <a:lstStyle/>
          <a:p>
            <a:pPr marL="299085" marR="5080" lvl="0" indent="-287019" algn="l" rtl="0">
              <a:lnSpc>
                <a:spcPct val="10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Brightness constancy:	</a:t>
            </a:r>
            <a:r>
              <a:rPr lang="en-US" sz="2400">
                <a:solidFill>
                  <a:schemeClr val="dk1"/>
                </a:solidFill>
                <a:latin typeface="Arial"/>
                <a:ea typeface="Arial"/>
                <a:cs typeface="Arial"/>
                <a:sym typeface="Arial"/>
              </a:rPr>
              <a:t>projection of the same point  looks the same in every frame</a:t>
            </a:r>
            <a:endParaRPr sz="2400">
              <a:solidFill>
                <a:schemeClr val="dk1"/>
              </a:solidFill>
              <a:latin typeface="Arial"/>
              <a:ea typeface="Arial"/>
              <a:cs typeface="Arial"/>
              <a:sym typeface="Arial"/>
            </a:endParaRPr>
          </a:p>
          <a:p>
            <a:pPr marL="299085" marR="0" lvl="0" indent="-287019" algn="l" rtl="0">
              <a:lnSpc>
                <a:spcPct val="100000"/>
              </a:lnSpc>
              <a:spcBef>
                <a:spcPts val="1730"/>
              </a:spcBef>
              <a:spcAft>
                <a:spcPts val="0"/>
              </a:spcAft>
              <a:buClr>
                <a:schemeClr val="dk1"/>
              </a:buClr>
              <a:buSzPts val="2400"/>
              <a:buFont typeface="Arial"/>
              <a:buChar char="•"/>
            </a:pPr>
            <a:r>
              <a:rPr lang="en-US" sz="2400" b="1">
                <a:solidFill>
                  <a:schemeClr val="dk1"/>
                </a:solidFill>
                <a:latin typeface="Arial"/>
                <a:ea typeface="Arial"/>
                <a:cs typeface="Arial"/>
                <a:sym typeface="Arial"/>
              </a:rPr>
              <a:t>Spatial coherence: </a:t>
            </a:r>
            <a:r>
              <a:rPr lang="en-US" sz="2400">
                <a:solidFill>
                  <a:schemeClr val="dk1"/>
                </a:solidFill>
                <a:latin typeface="Arial"/>
                <a:ea typeface="Arial"/>
                <a:cs typeface="Arial"/>
                <a:sym typeface="Arial"/>
              </a:rPr>
              <a:t>points move like their neighbors</a:t>
            </a:r>
            <a:endParaRPr sz="2400">
              <a:solidFill>
                <a:schemeClr val="dk1"/>
              </a:solidFill>
              <a:latin typeface="Arial"/>
              <a:ea typeface="Arial"/>
              <a:cs typeface="Arial"/>
              <a:sym typeface="Arial"/>
            </a:endParaRPr>
          </a:p>
        </p:txBody>
      </p:sp>
      <p:sp>
        <p:nvSpPr>
          <p:cNvPr id="789" name="Google Shape;789;g2ff6f630c79_0_402"/>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Recap</a:t>
            </a:r>
            <a:endParaRPr/>
          </a:p>
        </p:txBody>
      </p:sp>
      <p:sp>
        <p:nvSpPr>
          <p:cNvPr id="790" name="Google Shape;790;g2ff6f630c79_0_40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794"/>
        <p:cNvGrpSpPr/>
        <p:nvPr/>
      </p:nvGrpSpPr>
      <p:grpSpPr>
        <a:xfrm>
          <a:off x="0" y="0"/>
          <a:ext cx="0" cy="0"/>
          <a:chOff x="0" y="0"/>
          <a:chExt cx="0" cy="0"/>
        </a:xfrm>
      </p:grpSpPr>
      <p:pic>
        <p:nvPicPr>
          <p:cNvPr id="795" name="Google Shape;795;g2ff6f630c79_0_409"/>
          <p:cNvPicPr preferRelativeResize="0"/>
          <p:nvPr/>
        </p:nvPicPr>
        <p:blipFill rotWithShape="1">
          <a:blip r:embed="rId3">
            <a:alphaModFix/>
          </a:blip>
          <a:srcRect/>
          <a:stretch/>
        </p:blipFill>
        <p:spPr>
          <a:xfrm>
            <a:off x="1600200" y="971550"/>
            <a:ext cx="4523994" cy="3084957"/>
          </a:xfrm>
          <a:prstGeom prst="rect">
            <a:avLst/>
          </a:prstGeom>
          <a:noFill/>
          <a:ln>
            <a:noFill/>
          </a:ln>
        </p:spPr>
      </p:pic>
      <p:sp>
        <p:nvSpPr>
          <p:cNvPr id="796" name="Google Shape;796;g2ff6f630c79_0_409"/>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Revisiting the small motion assumption</a:t>
            </a:r>
            <a:endParaRPr sz="3400"/>
          </a:p>
        </p:txBody>
      </p:sp>
      <p:sp>
        <p:nvSpPr>
          <p:cNvPr id="797" name="Google Shape;797;g2ff6f630c79_0_409"/>
          <p:cNvSpPr txBox="1"/>
          <p:nvPr/>
        </p:nvSpPr>
        <p:spPr>
          <a:xfrm>
            <a:off x="498915" y="4000508"/>
            <a:ext cx="8338800" cy="1143000"/>
          </a:xfrm>
          <a:prstGeom prst="rect">
            <a:avLst/>
          </a:prstGeom>
          <a:noFill/>
          <a:ln>
            <a:noFill/>
          </a:ln>
        </p:spPr>
        <p:txBody>
          <a:bodyPr spcFirstLastPara="1" wrap="square" lIns="0" tIns="67300" rIns="0" bIns="0" anchor="t" anchorCtr="0">
            <a:spAutoFit/>
          </a:bodyPr>
          <a:lstStyle/>
          <a:p>
            <a:pPr marL="381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Is this motion small enough?</a:t>
            </a:r>
            <a:endParaRPr sz="1800">
              <a:solidFill>
                <a:schemeClr val="dk1"/>
              </a:solidFill>
              <a:latin typeface="Arial"/>
              <a:ea typeface="Arial"/>
              <a:cs typeface="Arial"/>
              <a:sym typeface="Arial"/>
            </a:endParaRPr>
          </a:p>
          <a:p>
            <a:pPr marL="781685" marR="0" lvl="0" indent="-287019" algn="l" rtl="0">
              <a:lnSpc>
                <a:spcPct val="100000"/>
              </a:lnSpc>
              <a:spcBef>
                <a:spcPts val="340"/>
              </a:spcBef>
              <a:spcAft>
                <a:spcPts val="0"/>
              </a:spcAft>
              <a:buClr>
                <a:schemeClr val="dk1"/>
              </a:buClr>
              <a:buSzPts val="1400"/>
              <a:buFont typeface="Arial"/>
              <a:buChar char="•"/>
            </a:pPr>
            <a:r>
              <a:rPr lang="en-US" sz="1400">
                <a:solidFill>
                  <a:schemeClr val="dk1"/>
                </a:solidFill>
                <a:latin typeface="Arial"/>
                <a:ea typeface="Arial"/>
                <a:cs typeface="Arial"/>
                <a:sym typeface="Arial"/>
              </a:rPr>
              <a:t>Probably not—it’s much larger than one pixel (2</a:t>
            </a:r>
            <a:r>
              <a:rPr lang="en-US" sz="1350" baseline="30000">
                <a:solidFill>
                  <a:schemeClr val="dk1"/>
                </a:solidFill>
                <a:latin typeface="Arial"/>
                <a:ea typeface="Arial"/>
                <a:cs typeface="Arial"/>
                <a:sym typeface="Arial"/>
              </a:rPr>
              <a:t>nd </a:t>
            </a:r>
            <a:r>
              <a:rPr lang="en-US" sz="1400">
                <a:solidFill>
                  <a:schemeClr val="dk1"/>
                </a:solidFill>
                <a:latin typeface="Arial"/>
                <a:ea typeface="Arial"/>
                <a:cs typeface="Arial"/>
                <a:sym typeface="Arial"/>
              </a:rPr>
              <a:t>order terms dominate)</a:t>
            </a:r>
            <a:endParaRPr sz="1400">
              <a:solidFill>
                <a:schemeClr val="dk1"/>
              </a:solidFill>
              <a:latin typeface="Arial"/>
              <a:ea typeface="Arial"/>
              <a:cs typeface="Arial"/>
              <a:sym typeface="Arial"/>
            </a:endParaRPr>
          </a:p>
          <a:p>
            <a:pPr marL="781685" marR="0" lvl="0" indent="-287019" algn="l" rtl="0">
              <a:lnSpc>
                <a:spcPct val="100000"/>
              </a:lnSpc>
              <a:spcBef>
                <a:spcPts val="335"/>
              </a:spcBef>
              <a:spcAft>
                <a:spcPts val="0"/>
              </a:spcAft>
              <a:buClr>
                <a:schemeClr val="dk1"/>
              </a:buClr>
              <a:buSzPts val="1400"/>
              <a:buFont typeface="Arial"/>
              <a:buChar char="•"/>
            </a:pPr>
            <a:r>
              <a:rPr lang="en-US" sz="1400">
                <a:solidFill>
                  <a:schemeClr val="dk1"/>
                </a:solidFill>
                <a:latin typeface="Arial"/>
                <a:ea typeface="Arial"/>
                <a:cs typeface="Arial"/>
                <a:sym typeface="Arial"/>
              </a:rPr>
              <a:t>How might we solve this problem?</a:t>
            </a:r>
            <a:endParaRPr sz="1400">
              <a:solidFill>
                <a:schemeClr val="dk1"/>
              </a:solidFill>
              <a:latin typeface="Arial"/>
              <a:ea typeface="Arial"/>
              <a:cs typeface="Arial"/>
              <a:sym typeface="Arial"/>
            </a:endParaRPr>
          </a:p>
          <a:p>
            <a:pPr marL="4549140" marR="0" lvl="0" indent="0" algn="l" rtl="0">
              <a:lnSpc>
                <a:spcPct val="100000"/>
              </a:lnSpc>
              <a:spcBef>
                <a:spcPts val="985"/>
              </a:spcBef>
              <a:spcAft>
                <a:spcPts val="0"/>
              </a:spcAft>
              <a:buNone/>
            </a:pPr>
            <a:r>
              <a:rPr lang="en-US" sz="1000">
                <a:solidFill>
                  <a:schemeClr val="dk1"/>
                </a:solidFill>
                <a:latin typeface="Arial"/>
                <a:ea typeface="Arial"/>
                <a:cs typeface="Arial"/>
                <a:sym typeface="Arial"/>
              </a:rPr>
              <a:t>* From Khurram Hassan-Shafique CAP5415 Computer Vision 2003</a:t>
            </a:r>
            <a:endParaRPr sz="1000">
              <a:solidFill>
                <a:schemeClr val="dk1"/>
              </a:solidFill>
              <a:latin typeface="Arial"/>
              <a:ea typeface="Arial"/>
              <a:cs typeface="Arial"/>
              <a:sym typeface="Arial"/>
            </a:endParaRPr>
          </a:p>
        </p:txBody>
      </p:sp>
      <p:sp>
        <p:nvSpPr>
          <p:cNvPr id="798" name="Google Shape;798;g2ff6f630c79_0_409"/>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802"/>
        <p:cNvGrpSpPr/>
        <p:nvPr/>
      </p:nvGrpSpPr>
      <p:grpSpPr>
        <a:xfrm>
          <a:off x="0" y="0"/>
          <a:ext cx="0" cy="0"/>
          <a:chOff x="0" y="0"/>
          <a:chExt cx="0" cy="0"/>
        </a:xfrm>
      </p:grpSpPr>
      <p:sp>
        <p:nvSpPr>
          <p:cNvPr id="803" name="Google Shape;803;g2ff6f630c79_0_415"/>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Reduce the resolution!</a:t>
            </a:r>
            <a:endParaRPr sz="3400"/>
          </a:p>
        </p:txBody>
      </p:sp>
      <p:pic>
        <p:nvPicPr>
          <p:cNvPr id="804" name="Google Shape;804;g2ff6f630c79_0_415"/>
          <p:cNvPicPr preferRelativeResize="0"/>
          <p:nvPr/>
        </p:nvPicPr>
        <p:blipFill rotWithShape="1">
          <a:blip r:embed="rId3">
            <a:alphaModFix/>
          </a:blip>
          <a:srcRect/>
          <a:stretch/>
        </p:blipFill>
        <p:spPr>
          <a:xfrm>
            <a:off x="5305387" y="2896658"/>
            <a:ext cx="2189837" cy="1737346"/>
          </a:xfrm>
          <a:prstGeom prst="rect">
            <a:avLst/>
          </a:prstGeom>
          <a:noFill/>
          <a:ln>
            <a:noFill/>
          </a:ln>
        </p:spPr>
      </p:pic>
      <p:pic>
        <p:nvPicPr>
          <p:cNvPr id="805" name="Google Shape;805;g2ff6f630c79_0_415"/>
          <p:cNvPicPr preferRelativeResize="0"/>
          <p:nvPr/>
        </p:nvPicPr>
        <p:blipFill rotWithShape="1">
          <a:blip r:embed="rId4">
            <a:alphaModFix/>
          </a:blip>
          <a:srcRect/>
          <a:stretch/>
        </p:blipFill>
        <p:spPr>
          <a:xfrm>
            <a:off x="5241395" y="895350"/>
            <a:ext cx="2246964" cy="1752600"/>
          </a:xfrm>
          <a:prstGeom prst="rect">
            <a:avLst/>
          </a:prstGeom>
          <a:noFill/>
          <a:ln>
            <a:noFill/>
          </a:ln>
        </p:spPr>
      </p:pic>
      <p:pic>
        <p:nvPicPr>
          <p:cNvPr id="806" name="Google Shape;806;g2ff6f630c79_0_415"/>
          <p:cNvPicPr preferRelativeResize="0"/>
          <p:nvPr/>
        </p:nvPicPr>
        <p:blipFill rotWithShape="1">
          <a:blip r:embed="rId5">
            <a:alphaModFix/>
          </a:blip>
          <a:srcRect/>
          <a:stretch/>
        </p:blipFill>
        <p:spPr>
          <a:xfrm>
            <a:off x="1240895" y="895265"/>
            <a:ext cx="2246964" cy="1751626"/>
          </a:xfrm>
          <a:prstGeom prst="rect">
            <a:avLst/>
          </a:prstGeom>
          <a:noFill/>
          <a:ln>
            <a:noFill/>
          </a:ln>
        </p:spPr>
      </p:pic>
      <p:pic>
        <p:nvPicPr>
          <p:cNvPr id="807" name="Google Shape;807;g2ff6f630c79_0_415"/>
          <p:cNvPicPr preferRelativeResize="0"/>
          <p:nvPr/>
        </p:nvPicPr>
        <p:blipFill rotWithShape="1">
          <a:blip r:embed="rId6">
            <a:alphaModFix/>
          </a:blip>
          <a:srcRect/>
          <a:stretch/>
        </p:blipFill>
        <p:spPr>
          <a:xfrm>
            <a:off x="1254611" y="2848652"/>
            <a:ext cx="2246964" cy="1751626"/>
          </a:xfrm>
          <a:prstGeom prst="rect">
            <a:avLst/>
          </a:prstGeom>
          <a:noFill/>
          <a:ln>
            <a:noFill/>
          </a:ln>
        </p:spPr>
      </p:pic>
      <p:sp>
        <p:nvSpPr>
          <p:cNvPr id="808" name="Google Shape;808;g2ff6f630c79_0_415"/>
          <p:cNvSpPr txBox="1"/>
          <p:nvPr/>
        </p:nvSpPr>
        <p:spPr>
          <a:xfrm>
            <a:off x="4662799" y="4983325"/>
            <a:ext cx="4402500" cy="1662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000">
                <a:solidFill>
                  <a:schemeClr val="dk1"/>
                </a:solidFill>
                <a:latin typeface="Arial"/>
                <a:ea typeface="Arial"/>
                <a:cs typeface="Arial"/>
                <a:sym typeface="Arial"/>
              </a:rPr>
              <a:t>* From Khurram Hassan-Shafique CAP5415 Computer Vision 2003</a:t>
            </a:r>
            <a:endParaRPr sz="1000">
              <a:solidFill>
                <a:schemeClr val="dk1"/>
              </a:solidFill>
              <a:latin typeface="Arial"/>
              <a:ea typeface="Arial"/>
              <a:cs typeface="Arial"/>
              <a:sym typeface="Arial"/>
            </a:endParaRPr>
          </a:p>
        </p:txBody>
      </p:sp>
      <p:sp>
        <p:nvSpPr>
          <p:cNvPr id="809" name="Google Shape;809;g2ff6f630c79_0_41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813"/>
        <p:cNvGrpSpPr/>
        <p:nvPr/>
      </p:nvGrpSpPr>
      <p:grpSpPr>
        <a:xfrm>
          <a:off x="0" y="0"/>
          <a:ext cx="0" cy="0"/>
          <a:chOff x="0" y="0"/>
          <a:chExt cx="0" cy="0"/>
        </a:xfrm>
      </p:grpSpPr>
      <p:grpSp>
        <p:nvGrpSpPr>
          <p:cNvPr id="814" name="Google Shape;814;g2ff6f630c79_0_424"/>
          <p:cNvGrpSpPr/>
          <p:nvPr/>
        </p:nvGrpSpPr>
        <p:grpSpPr>
          <a:xfrm>
            <a:off x="5221224" y="857249"/>
            <a:ext cx="3610609" cy="3710178"/>
            <a:chOff x="5221224" y="1142999"/>
            <a:chExt cx="3610609" cy="4946904"/>
          </a:xfrm>
        </p:grpSpPr>
        <p:sp>
          <p:nvSpPr>
            <p:cNvPr id="815" name="Google Shape;815;g2ff6f630c79_0_424"/>
            <p:cNvSpPr/>
            <p:nvPr/>
          </p:nvSpPr>
          <p:spPr>
            <a:xfrm>
              <a:off x="5221224" y="4885943"/>
              <a:ext cx="3610609" cy="1203960"/>
            </a:xfrm>
            <a:custGeom>
              <a:avLst/>
              <a:gdLst/>
              <a:ahLst/>
              <a:cxnLst/>
              <a:rect l="l" t="t" r="r" b="b"/>
              <a:pathLst>
                <a:path w="3610609" h="1203960" extrusionOk="0">
                  <a:moveTo>
                    <a:pt x="3610355" y="0"/>
                  </a:moveTo>
                  <a:lnTo>
                    <a:pt x="902970" y="0"/>
                  </a:lnTo>
                  <a:lnTo>
                    <a:pt x="0" y="1203959"/>
                  </a:lnTo>
                  <a:lnTo>
                    <a:pt x="2707385" y="1203959"/>
                  </a:lnTo>
                  <a:lnTo>
                    <a:pt x="3610355"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6" name="Google Shape;816;g2ff6f630c79_0_424"/>
            <p:cNvSpPr/>
            <p:nvPr/>
          </p:nvSpPr>
          <p:spPr>
            <a:xfrm>
              <a:off x="5221224" y="4885943"/>
              <a:ext cx="3610609" cy="1203960"/>
            </a:xfrm>
            <a:custGeom>
              <a:avLst/>
              <a:gdLst/>
              <a:ahLst/>
              <a:cxnLst/>
              <a:rect l="l" t="t" r="r" b="b"/>
              <a:pathLst>
                <a:path w="3610609" h="1203960" extrusionOk="0">
                  <a:moveTo>
                    <a:pt x="0" y="1203959"/>
                  </a:moveTo>
                  <a:lnTo>
                    <a:pt x="902970" y="0"/>
                  </a:lnTo>
                  <a:lnTo>
                    <a:pt x="3610355" y="0"/>
                  </a:lnTo>
                  <a:lnTo>
                    <a:pt x="2707385" y="1203959"/>
                  </a:lnTo>
                  <a:lnTo>
                    <a:pt x="0" y="120395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7" name="Google Shape;817;g2ff6f630c79_0_424"/>
            <p:cNvSpPr/>
            <p:nvPr/>
          </p:nvSpPr>
          <p:spPr>
            <a:xfrm>
              <a:off x="5241036" y="1142999"/>
              <a:ext cx="3558540" cy="4898390"/>
            </a:xfrm>
            <a:custGeom>
              <a:avLst/>
              <a:gdLst/>
              <a:ahLst/>
              <a:cxnLst/>
              <a:rect l="l" t="t" r="r" b="b"/>
              <a:pathLst>
                <a:path w="3558540" h="4898390" extrusionOk="0">
                  <a:moveTo>
                    <a:pt x="0" y="4898136"/>
                  </a:moveTo>
                  <a:lnTo>
                    <a:pt x="1481328" y="0"/>
                  </a:lnTo>
                </a:path>
                <a:path w="3558540" h="4898390" extrusionOk="0">
                  <a:moveTo>
                    <a:pt x="3558540" y="3721607"/>
                  </a:moveTo>
                  <a:lnTo>
                    <a:pt x="1485899" y="10667"/>
                  </a:lnTo>
                </a:path>
                <a:path w="3558540" h="4898390" extrusionOk="0">
                  <a:moveTo>
                    <a:pt x="1505712" y="65532"/>
                  </a:moveTo>
                  <a:lnTo>
                    <a:pt x="877824" y="3744468"/>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8" name="Google Shape;818;g2ff6f630c79_0_424"/>
            <p:cNvSpPr/>
            <p:nvPr/>
          </p:nvSpPr>
          <p:spPr>
            <a:xfrm>
              <a:off x="5221224" y="4884419"/>
              <a:ext cx="3610609" cy="1203960"/>
            </a:xfrm>
            <a:custGeom>
              <a:avLst/>
              <a:gdLst/>
              <a:ahLst/>
              <a:cxnLst/>
              <a:rect l="l" t="t" r="r" b="b"/>
              <a:pathLst>
                <a:path w="3610609" h="1203960" extrusionOk="0">
                  <a:moveTo>
                    <a:pt x="3610355" y="0"/>
                  </a:moveTo>
                  <a:lnTo>
                    <a:pt x="902970" y="0"/>
                  </a:lnTo>
                  <a:lnTo>
                    <a:pt x="0" y="1203959"/>
                  </a:lnTo>
                  <a:lnTo>
                    <a:pt x="2707385" y="1203959"/>
                  </a:lnTo>
                  <a:lnTo>
                    <a:pt x="3610355"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9" name="Google Shape;819;g2ff6f630c79_0_424"/>
            <p:cNvSpPr/>
            <p:nvPr/>
          </p:nvSpPr>
          <p:spPr>
            <a:xfrm>
              <a:off x="5221224" y="4884419"/>
              <a:ext cx="3610609" cy="1203960"/>
            </a:xfrm>
            <a:custGeom>
              <a:avLst/>
              <a:gdLst/>
              <a:ahLst/>
              <a:cxnLst/>
              <a:rect l="l" t="t" r="r" b="b"/>
              <a:pathLst>
                <a:path w="3610609" h="1203960" extrusionOk="0">
                  <a:moveTo>
                    <a:pt x="0" y="1203959"/>
                  </a:moveTo>
                  <a:lnTo>
                    <a:pt x="902970" y="0"/>
                  </a:lnTo>
                  <a:lnTo>
                    <a:pt x="3610355" y="0"/>
                  </a:lnTo>
                  <a:lnTo>
                    <a:pt x="2707385" y="1203959"/>
                  </a:lnTo>
                  <a:lnTo>
                    <a:pt x="0" y="120395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 name="Google Shape;820;g2ff6f630c79_0_424"/>
            <p:cNvSpPr/>
            <p:nvPr/>
          </p:nvSpPr>
          <p:spPr>
            <a:xfrm>
              <a:off x="6031992" y="2993135"/>
              <a:ext cx="1732915" cy="502920"/>
            </a:xfrm>
            <a:custGeom>
              <a:avLst/>
              <a:gdLst/>
              <a:ahLst/>
              <a:cxnLst/>
              <a:rect l="l" t="t" r="r" b="b"/>
              <a:pathLst>
                <a:path w="1732915" h="502920" extrusionOk="0">
                  <a:moveTo>
                    <a:pt x="1732788" y="0"/>
                  </a:moveTo>
                  <a:lnTo>
                    <a:pt x="432688" y="0"/>
                  </a:lnTo>
                  <a:lnTo>
                    <a:pt x="0" y="502919"/>
                  </a:lnTo>
                  <a:lnTo>
                    <a:pt x="1300099" y="502919"/>
                  </a:lnTo>
                  <a:lnTo>
                    <a:pt x="1732788"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 name="Google Shape;821;g2ff6f630c79_0_424"/>
            <p:cNvSpPr/>
            <p:nvPr/>
          </p:nvSpPr>
          <p:spPr>
            <a:xfrm>
              <a:off x="6031992" y="2993135"/>
              <a:ext cx="1732915" cy="502920"/>
            </a:xfrm>
            <a:custGeom>
              <a:avLst/>
              <a:gdLst/>
              <a:ahLst/>
              <a:cxnLst/>
              <a:rect l="l" t="t" r="r" b="b"/>
              <a:pathLst>
                <a:path w="1732915" h="502920" extrusionOk="0">
                  <a:moveTo>
                    <a:pt x="0" y="502919"/>
                  </a:moveTo>
                  <a:lnTo>
                    <a:pt x="432688" y="0"/>
                  </a:lnTo>
                  <a:lnTo>
                    <a:pt x="1732788" y="0"/>
                  </a:lnTo>
                  <a:lnTo>
                    <a:pt x="1300099" y="502919"/>
                  </a:lnTo>
                  <a:lnTo>
                    <a:pt x="0" y="50291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 name="Google Shape;822;g2ff6f630c79_0_424"/>
            <p:cNvSpPr/>
            <p:nvPr/>
          </p:nvSpPr>
          <p:spPr>
            <a:xfrm>
              <a:off x="5670804" y="3835907"/>
              <a:ext cx="2573020" cy="748664"/>
            </a:xfrm>
            <a:custGeom>
              <a:avLst/>
              <a:gdLst/>
              <a:ahLst/>
              <a:cxnLst/>
              <a:rect l="l" t="t" r="r" b="b"/>
              <a:pathLst>
                <a:path w="2573020" h="748664" extrusionOk="0">
                  <a:moveTo>
                    <a:pt x="2572512" y="0"/>
                  </a:moveTo>
                  <a:lnTo>
                    <a:pt x="642493" y="0"/>
                  </a:lnTo>
                  <a:lnTo>
                    <a:pt x="0" y="748284"/>
                  </a:lnTo>
                  <a:lnTo>
                    <a:pt x="1930019" y="748284"/>
                  </a:lnTo>
                  <a:lnTo>
                    <a:pt x="2572512"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3" name="Google Shape;823;g2ff6f630c79_0_424"/>
            <p:cNvSpPr/>
            <p:nvPr/>
          </p:nvSpPr>
          <p:spPr>
            <a:xfrm>
              <a:off x="5670804" y="3835907"/>
              <a:ext cx="2573020" cy="748664"/>
            </a:xfrm>
            <a:custGeom>
              <a:avLst/>
              <a:gdLst/>
              <a:ahLst/>
              <a:cxnLst/>
              <a:rect l="l" t="t" r="r" b="b"/>
              <a:pathLst>
                <a:path w="2573020" h="748664" extrusionOk="0">
                  <a:moveTo>
                    <a:pt x="0" y="748284"/>
                  </a:moveTo>
                  <a:lnTo>
                    <a:pt x="642493" y="0"/>
                  </a:lnTo>
                  <a:lnTo>
                    <a:pt x="2572512" y="0"/>
                  </a:lnTo>
                  <a:lnTo>
                    <a:pt x="1930019" y="748284"/>
                  </a:lnTo>
                  <a:lnTo>
                    <a:pt x="0" y="74828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4" name="Google Shape;824;g2ff6f630c79_0_424"/>
            <p:cNvSpPr/>
            <p:nvPr/>
          </p:nvSpPr>
          <p:spPr>
            <a:xfrm>
              <a:off x="6294120" y="2168652"/>
              <a:ext cx="1021079" cy="295910"/>
            </a:xfrm>
            <a:custGeom>
              <a:avLst/>
              <a:gdLst/>
              <a:ahLst/>
              <a:cxnLst/>
              <a:rect l="l" t="t" r="r" b="b"/>
              <a:pathLst>
                <a:path w="1021079" h="295910" extrusionOk="0">
                  <a:moveTo>
                    <a:pt x="1021079" y="0"/>
                  </a:moveTo>
                  <a:lnTo>
                    <a:pt x="255524" y="0"/>
                  </a:lnTo>
                  <a:lnTo>
                    <a:pt x="0" y="295656"/>
                  </a:lnTo>
                  <a:lnTo>
                    <a:pt x="765555" y="295656"/>
                  </a:lnTo>
                  <a:lnTo>
                    <a:pt x="1021079"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5" name="Google Shape;825;g2ff6f630c79_0_424"/>
            <p:cNvSpPr/>
            <p:nvPr/>
          </p:nvSpPr>
          <p:spPr>
            <a:xfrm>
              <a:off x="6294120" y="2168652"/>
              <a:ext cx="1021079" cy="295910"/>
            </a:xfrm>
            <a:custGeom>
              <a:avLst/>
              <a:gdLst/>
              <a:ahLst/>
              <a:cxnLst/>
              <a:rect l="l" t="t" r="r" b="b"/>
              <a:pathLst>
                <a:path w="1021079" h="295910" extrusionOk="0">
                  <a:moveTo>
                    <a:pt x="0" y="295656"/>
                  </a:moveTo>
                  <a:lnTo>
                    <a:pt x="255524" y="0"/>
                  </a:lnTo>
                  <a:lnTo>
                    <a:pt x="1021079" y="0"/>
                  </a:lnTo>
                  <a:lnTo>
                    <a:pt x="765555" y="295656"/>
                  </a:lnTo>
                  <a:lnTo>
                    <a:pt x="0" y="29565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6" name="Google Shape;826;g2ff6f630c79_0_424"/>
            <p:cNvSpPr/>
            <p:nvPr/>
          </p:nvSpPr>
          <p:spPr>
            <a:xfrm>
              <a:off x="6733032" y="1153667"/>
              <a:ext cx="1196340" cy="4916805"/>
            </a:xfrm>
            <a:custGeom>
              <a:avLst/>
              <a:gdLst/>
              <a:ahLst/>
              <a:cxnLst/>
              <a:rect l="l" t="t" r="r" b="b"/>
              <a:pathLst>
                <a:path w="1196340" h="4916805" extrusionOk="0">
                  <a:moveTo>
                    <a:pt x="1196340" y="4916424"/>
                  </a:moveTo>
                  <a:lnTo>
                    <a:pt x="0" y="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7" name="Google Shape;827;g2ff6f630c79_0_424"/>
          <p:cNvSpPr txBox="1"/>
          <p:nvPr/>
        </p:nvSpPr>
        <p:spPr>
          <a:xfrm>
            <a:off x="5722549" y="3998050"/>
            <a:ext cx="1872300" cy="3507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i</a:t>
            </a:r>
            <a:r>
              <a:rPr lang="en-US" sz="2200" b="1">
                <a:solidFill>
                  <a:schemeClr val="dk1"/>
                </a:solidFill>
                <a:latin typeface="Times New Roman"/>
                <a:ea typeface="Times New Roman"/>
                <a:cs typeface="Times New Roman"/>
                <a:sym typeface="Times New Roman"/>
              </a:rPr>
              <a:t>m</a:t>
            </a:r>
            <a:r>
              <a:rPr lang="en-US" sz="2000" b="1">
                <a:solidFill>
                  <a:schemeClr val="dk1"/>
                </a:solidFill>
                <a:latin typeface="Arial"/>
                <a:ea typeface="Arial"/>
                <a:cs typeface="Arial"/>
                <a:sym typeface="Arial"/>
              </a:rPr>
              <a:t>ma</a:t>
            </a:r>
            <a:r>
              <a:rPr lang="en-US" sz="2200" b="1">
                <a:solidFill>
                  <a:schemeClr val="dk1"/>
                </a:solidFill>
                <a:latin typeface="Times New Roman"/>
                <a:ea typeface="Times New Roman"/>
                <a:cs typeface="Times New Roman"/>
                <a:sym typeface="Times New Roman"/>
              </a:rPr>
              <a:t>ag</a:t>
            </a:r>
            <a:r>
              <a:rPr lang="en-US" sz="2000" b="1">
                <a:solidFill>
                  <a:schemeClr val="dk1"/>
                </a:solidFill>
                <a:latin typeface="Arial"/>
                <a:ea typeface="Arial"/>
                <a:cs typeface="Arial"/>
                <a:sym typeface="Arial"/>
              </a:rPr>
              <a:t>g</a:t>
            </a:r>
            <a:r>
              <a:rPr lang="en-US" sz="2200" b="1">
                <a:solidFill>
                  <a:schemeClr val="dk1"/>
                </a:solidFill>
                <a:latin typeface="Times New Roman"/>
                <a:ea typeface="Times New Roman"/>
                <a:cs typeface="Times New Roman"/>
                <a:sym typeface="Times New Roman"/>
              </a:rPr>
              <a:t>e</a:t>
            </a:r>
            <a:r>
              <a:rPr lang="en-US" sz="2000" b="1">
                <a:solidFill>
                  <a:schemeClr val="dk1"/>
                </a:solidFill>
                <a:latin typeface="Arial"/>
                <a:ea typeface="Arial"/>
                <a:cs typeface="Arial"/>
                <a:sym typeface="Arial"/>
              </a:rPr>
              <a:t>e </a:t>
            </a: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p:txBody>
      </p:sp>
      <p:grpSp>
        <p:nvGrpSpPr>
          <p:cNvPr id="828" name="Google Shape;828;g2ff6f630c79_0_424"/>
          <p:cNvGrpSpPr/>
          <p:nvPr/>
        </p:nvGrpSpPr>
        <p:grpSpPr>
          <a:xfrm>
            <a:off x="178308" y="875537"/>
            <a:ext cx="3606165" cy="3706939"/>
            <a:chOff x="178308" y="1167383"/>
            <a:chExt cx="3606165" cy="4942585"/>
          </a:xfrm>
        </p:grpSpPr>
        <p:sp>
          <p:nvSpPr>
            <p:cNvPr id="829" name="Google Shape;829;g2ff6f630c79_0_424"/>
            <p:cNvSpPr/>
            <p:nvPr/>
          </p:nvSpPr>
          <p:spPr>
            <a:xfrm>
              <a:off x="178308" y="4907279"/>
              <a:ext cx="3606165" cy="1202689"/>
            </a:xfrm>
            <a:custGeom>
              <a:avLst/>
              <a:gdLst/>
              <a:ahLst/>
              <a:cxnLst/>
              <a:rect l="l" t="t" r="r" b="b"/>
              <a:pathLst>
                <a:path w="3606165" h="1202689" extrusionOk="0">
                  <a:moveTo>
                    <a:pt x="3605783" y="0"/>
                  </a:moveTo>
                  <a:lnTo>
                    <a:pt x="901026" y="0"/>
                  </a:lnTo>
                  <a:lnTo>
                    <a:pt x="0" y="1202436"/>
                  </a:lnTo>
                  <a:lnTo>
                    <a:pt x="2704719" y="1202436"/>
                  </a:lnTo>
                  <a:lnTo>
                    <a:pt x="360578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0" name="Google Shape;830;g2ff6f630c79_0_424"/>
            <p:cNvSpPr/>
            <p:nvPr/>
          </p:nvSpPr>
          <p:spPr>
            <a:xfrm>
              <a:off x="178308" y="4907279"/>
              <a:ext cx="3606165" cy="1202689"/>
            </a:xfrm>
            <a:custGeom>
              <a:avLst/>
              <a:gdLst/>
              <a:ahLst/>
              <a:cxnLst/>
              <a:rect l="l" t="t" r="r" b="b"/>
              <a:pathLst>
                <a:path w="3606165" h="1202689" extrusionOk="0">
                  <a:moveTo>
                    <a:pt x="0" y="1202436"/>
                  </a:moveTo>
                  <a:lnTo>
                    <a:pt x="901026" y="0"/>
                  </a:lnTo>
                  <a:lnTo>
                    <a:pt x="3605783" y="0"/>
                  </a:lnTo>
                  <a:lnTo>
                    <a:pt x="2704719" y="1202436"/>
                  </a:lnTo>
                  <a:lnTo>
                    <a:pt x="0" y="120243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1" name="Google Shape;831;g2ff6f630c79_0_424"/>
            <p:cNvSpPr/>
            <p:nvPr/>
          </p:nvSpPr>
          <p:spPr>
            <a:xfrm>
              <a:off x="196596" y="1167383"/>
              <a:ext cx="3557270" cy="4892040"/>
            </a:xfrm>
            <a:custGeom>
              <a:avLst/>
              <a:gdLst/>
              <a:ahLst/>
              <a:cxnLst/>
              <a:rect l="l" t="t" r="r" b="b"/>
              <a:pathLst>
                <a:path w="3557270" h="4892040" extrusionOk="0">
                  <a:moveTo>
                    <a:pt x="0" y="4892040"/>
                  </a:moveTo>
                  <a:lnTo>
                    <a:pt x="1481328" y="0"/>
                  </a:lnTo>
                </a:path>
                <a:path w="3557270" h="4892040" extrusionOk="0">
                  <a:moveTo>
                    <a:pt x="3557016" y="3718559"/>
                  </a:moveTo>
                  <a:lnTo>
                    <a:pt x="1484376" y="10667"/>
                  </a:lnTo>
                </a:path>
                <a:path w="3557270" h="4892040" extrusionOk="0">
                  <a:moveTo>
                    <a:pt x="1505711" y="64007"/>
                  </a:moveTo>
                  <a:lnTo>
                    <a:pt x="879347" y="374142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2" name="Google Shape;832;g2ff6f630c79_0_424"/>
            <p:cNvSpPr/>
            <p:nvPr/>
          </p:nvSpPr>
          <p:spPr>
            <a:xfrm>
              <a:off x="178308" y="4905755"/>
              <a:ext cx="3606165" cy="1202689"/>
            </a:xfrm>
            <a:custGeom>
              <a:avLst/>
              <a:gdLst/>
              <a:ahLst/>
              <a:cxnLst/>
              <a:rect l="l" t="t" r="r" b="b"/>
              <a:pathLst>
                <a:path w="3606165" h="1202689" extrusionOk="0">
                  <a:moveTo>
                    <a:pt x="3605783" y="0"/>
                  </a:moveTo>
                  <a:lnTo>
                    <a:pt x="901026" y="0"/>
                  </a:lnTo>
                  <a:lnTo>
                    <a:pt x="0" y="1202436"/>
                  </a:lnTo>
                  <a:lnTo>
                    <a:pt x="2704719" y="1202436"/>
                  </a:lnTo>
                  <a:lnTo>
                    <a:pt x="360578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3" name="Google Shape;833;g2ff6f630c79_0_424"/>
            <p:cNvSpPr/>
            <p:nvPr/>
          </p:nvSpPr>
          <p:spPr>
            <a:xfrm>
              <a:off x="178308" y="4905755"/>
              <a:ext cx="3606165" cy="1202689"/>
            </a:xfrm>
            <a:custGeom>
              <a:avLst/>
              <a:gdLst/>
              <a:ahLst/>
              <a:cxnLst/>
              <a:rect l="l" t="t" r="r" b="b"/>
              <a:pathLst>
                <a:path w="3606165" h="1202689" extrusionOk="0">
                  <a:moveTo>
                    <a:pt x="0" y="1202436"/>
                  </a:moveTo>
                  <a:lnTo>
                    <a:pt x="901026" y="0"/>
                  </a:lnTo>
                  <a:lnTo>
                    <a:pt x="3605783" y="0"/>
                  </a:lnTo>
                  <a:lnTo>
                    <a:pt x="2704719" y="1202436"/>
                  </a:lnTo>
                  <a:lnTo>
                    <a:pt x="0" y="120243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4" name="Google Shape;834;g2ff6f630c79_0_424"/>
            <p:cNvSpPr/>
            <p:nvPr/>
          </p:nvSpPr>
          <p:spPr>
            <a:xfrm>
              <a:off x="987552" y="3014472"/>
              <a:ext cx="1729739" cy="504825"/>
            </a:xfrm>
            <a:custGeom>
              <a:avLst/>
              <a:gdLst/>
              <a:ahLst/>
              <a:cxnLst/>
              <a:rect l="l" t="t" r="r" b="b"/>
              <a:pathLst>
                <a:path w="1729739" h="504825" extrusionOk="0">
                  <a:moveTo>
                    <a:pt x="1729739" y="0"/>
                  </a:moveTo>
                  <a:lnTo>
                    <a:pt x="432307" y="0"/>
                  </a:lnTo>
                  <a:lnTo>
                    <a:pt x="0" y="504443"/>
                  </a:lnTo>
                  <a:lnTo>
                    <a:pt x="1297431" y="504443"/>
                  </a:lnTo>
                  <a:lnTo>
                    <a:pt x="1729739"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5" name="Google Shape;835;g2ff6f630c79_0_424"/>
            <p:cNvSpPr/>
            <p:nvPr/>
          </p:nvSpPr>
          <p:spPr>
            <a:xfrm>
              <a:off x="987552" y="3014472"/>
              <a:ext cx="1729739" cy="504825"/>
            </a:xfrm>
            <a:custGeom>
              <a:avLst/>
              <a:gdLst/>
              <a:ahLst/>
              <a:cxnLst/>
              <a:rect l="l" t="t" r="r" b="b"/>
              <a:pathLst>
                <a:path w="1729739" h="504825" extrusionOk="0">
                  <a:moveTo>
                    <a:pt x="0" y="504443"/>
                  </a:moveTo>
                  <a:lnTo>
                    <a:pt x="432307" y="0"/>
                  </a:lnTo>
                  <a:lnTo>
                    <a:pt x="1729739" y="0"/>
                  </a:lnTo>
                  <a:lnTo>
                    <a:pt x="1297431" y="504443"/>
                  </a:lnTo>
                  <a:lnTo>
                    <a:pt x="0" y="50444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6" name="Google Shape;836;g2ff6f630c79_0_424"/>
            <p:cNvSpPr/>
            <p:nvPr/>
          </p:nvSpPr>
          <p:spPr>
            <a:xfrm>
              <a:off x="623316" y="3857244"/>
              <a:ext cx="2574290" cy="749935"/>
            </a:xfrm>
            <a:custGeom>
              <a:avLst/>
              <a:gdLst/>
              <a:ahLst/>
              <a:cxnLst/>
              <a:rect l="l" t="t" r="r" b="b"/>
              <a:pathLst>
                <a:path w="2574290" h="749935" extrusionOk="0">
                  <a:moveTo>
                    <a:pt x="2574036" y="0"/>
                  </a:moveTo>
                  <a:lnTo>
                    <a:pt x="643763" y="0"/>
                  </a:lnTo>
                  <a:lnTo>
                    <a:pt x="0" y="749807"/>
                  </a:lnTo>
                  <a:lnTo>
                    <a:pt x="1930273" y="749807"/>
                  </a:lnTo>
                  <a:lnTo>
                    <a:pt x="2574036"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7" name="Google Shape;837;g2ff6f630c79_0_424"/>
            <p:cNvSpPr/>
            <p:nvPr/>
          </p:nvSpPr>
          <p:spPr>
            <a:xfrm>
              <a:off x="623316" y="3857244"/>
              <a:ext cx="2574290" cy="749935"/>
            </a:xfrm>
            <a:custGeom>
              <a:avLst/>
              <a:gdLst/>
              <a:ahLst/>
              <a:cxnLst/>
              <a:rect l="l" t="t" r="r" b="b"/>
              <a:pathLst>
                <a:path w="2574290" h="749935" extrusionOk="0">
                  <a:moveTo>
                    <a:pt x="0" y="749807"/>
                  </a:moveTo>
                  <a:lnTo>
                    <a:pt x="643763" y="0"/>
                  </a:lnTo>
                  <a:lnTo>
                    <a:pt x="2574036" y="0"/>
                  </a:lnTo>
                  <a:lnTo>
                    <a:pt x="1930273" y="749807"/>
                  </a:lnTo>
                  <a:lnTo>
                    <a:pt x="0" y="74980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8" name="Google Shape;838;g2ff6f630c79_0_424"/>
            <p:cNvSpPr/>
            <p:nvPr/>
          </p:nvSpPr>
          <p:spPr>
            <a:xfrm>
              <a:off x="1249680" y="2191511"/>
              <a:ext cx="1022985" cy="297180"/>
            </a:xfrm>
            <a:custGeom>
              <a:avLst/>
              <a:gdLst/>
              <a:ahLst/>
              <a:cxnLst/>
              <a:rect l="l" t="t" r="r" b="b"/>
              <a:pathLst>
                <a:path w="1022985" h="297180" extrusionOk="0">
                  <a:moveTo>
                    <a:pt x="1022603" y="0"/>
                  </a:moveTo>
                  <a:lnTo>
                    <a:pt x="254507" y="0"/>
                  </a:lnTo>
                  <a:lnTo>
                    <a:pt x="0" y="297179"/>
                  </a:lnTo>
                  <a:lnTo>
                    <a:pt x="768095" y="297179"/>
                  </a:lnTo>
                  <a:lnTo>
                    <a:pt x="102260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9" name="Google Shape;839;g2ff6f630c79_0_424"/>
            <p:cNvSpPr/>
            <p:nvPr/>
          </p:nvSpPr>
          <p:spPr>
            <a:xfrm>
              <a:off x="1249680" y="2191511"/>
              <a:ext cx="1022985" cy="297180"/>
            </a:xfrm>
            <a:custGeom>
              <a:avLst/>
              <a:gdLst/>
              <a:ahLst/>
              <a:cxnLst/>
              <a:rect l="l" t="t" r="r" b="b"/>
              <a:pathLst>
                <a:path w="1022985" h="297180" extrusionOk="0">
                  <a:moveTo>
                    <a:pt x="0" y="297179"/>
                  </a:moveTo>
                  <a:lnTo>
                    <a:pt x="254507" y="0"/>
                  </a:lnTo>
                  <a:lnTo>
                    <a:pt x="1022603" y="0"/>
                  </a:lnTo>
                  <a:lnTo>
                    <a:pt x="768095" y="297179"/>
                  </a:lnTo>
                  <a:lnTo>
                    <a:pt x="0" y="29717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0" name="Google Shape;840;g2ff6f630c79_0_424"/>
            <p:cNvSpPr/>
            <p:nvPr/>
          </p:nvSpPr>
          <p:spPr>
            <a:xfrm>
              <a:off x="1687068" y="1178051"/>
              <a:ext cx="1198245" cy="4914900"/>
            </a:xfrm>
            <a:custGeom>
              <a:avLst/>
              <a:gdLst/>
              <a:ahLst/>
              <a:cxnLst/>
              <a:rect l="l" t="t" r="r" b="b"/>
              <a:pathLst>
                <a:path w="1198245" h="4914900" extrusionOk="0">
                  <a:moveTo>
                    <a:pt x="1197864" y="4914900"/>
                  </a:moveTo>
                  <a:lnTo>
                    <a:pt x="0" y="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41" name="Google Shape;841;g2ff6f630c79_0_424"/>
          <p:cNvSpPr txBox="1"/>
          <p:nvPr/>
        </p:nvSpPr>
        <p:spPr>
          <a:xfrm>
            <a:off x="748518" y="4037909"/>
            <a:ext cx="2365800" cy="3507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i</a:t>
            </a: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m</a:t>
            </a:r>
            <a:r>
              <a:rPr lang="en-US" sz="2200" b="1">
                <a:solidFill>
                  <a:schemeClr val="dk1"/>
                </a:solidFill>
                <a:latin typeface="Times New Roman"/>
                <a:ea typeface="Times New Roman"/>
                <a:cs typeface="Times New Roman"/>
                <a:sym typeface="Times New Roman"/>
              </a:rPr>
              <a:t>m</a:t>
            </a:r>
            <a:r>
              <a:rPr lang="en-US" sz="2000" b="1">
                <a:solidFill>
                  <a:schemeClr val="dk1"/>
                </a:solidFill>
                <a:latin typeface="Arial"/>
                <a:ea typeface="Arial"/>
                <a:cs typeface="Arial"/>
                <a:sym typeface="Arial"/>
              </a:rPr>
              <a:t>a</a:t>
            </a:r>
            <a:r>
              <a:rPr lang="en-US" sz="2200" b="1">
                <a:solidFill>
                  <a:schemeClr val="dk1"/>
                </a:solidFill>
                <a:latin typeface="Times New Roman"/>
                <a:ea typeface="Times New Roman"/>
                <a:cs typeface="Times New Roman"/>
                <a:sym typeface="Times New Roman"/>
              </a:rPr>
              <a:t>a</a:t>
            </a:r>
            <a:r>
              <a:rPr lang="en-US" sz="2000" b="1">
                <a:solidFill>
                  <a:schemeClr val="dk1"/>
                </a:solidFill>
                <a:latin typeface="Arial"/>
                <a:ea typeface="Arial"/>
                <a:cs typeface="Arial"/>
                <a:sym typeface="Arial"/>
              </a:rPr>
              <a:t>g</a:t>
            </a:r>
            <a:r>
              <a:rPr lang="en-US" sz="2200" b="1">
                <a:solidFill>
                  <a:schemeClr val="dk1"/>
                </a:solidFill>
                <a:latin typeface="Times New Roman"/>
                <a:ea typeface="Times New Roman"/>
                <a:cs typeface="Times New Roman"/>
                <a:sym typeface="Times New Roman"/>
              </a:rPr>
              <a:t>ge</a:t>
            </a:r>
            <a:r>
              <a:rPr lang="en-US" sz="2000" b="1">
                <a:solidFill>
                  <a:schemeClr val="dk1"/>
                </a:solidFill>
                <a:latin typeface="Arial"/>
                <a:ea typeface="Arial"/>
                <a:cs typeface="Arial"/>
                <a:sym typeface="Arial"/>
              </a:rPr>
              <a:t>e </a:t>
            </a:r>
            <a:r>
              <a:rPr lang="en-US" sz="2200" b="1">
                <a:solidFill>
                  <a:schemeClr val="dk1"/>
                </a:solidFill>
                <a:latin typeface="Times New Roman"/>
                <a:ea typeface="Times New Roman"/>
                <a:cs typeface="Times New Roman"/>
                <a:sym typeface="Times New Roman"/>
              </a:rPr>
              <a:t>H</a:t>
            </a:r>
            <a:r>
              <a:rPr lang="en-US" sz="2000" b="1">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p:txBody>
      </p:sp>
      <p:sp>
        <p:nvSpPr>
          <p:cNvPr id="842" name="Google Shape;842;g2ff6f630c79_0_424"/>
          <p:cNvSpPr txBox="1"/>
          <p:nvPr/>
        </p:nvSpPr>
        <p:spPr>
          <a:xfrm>
            <a:off x="361899" y="4605452"/>
            <a:ext cx="38748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Gaussian pyramid of image 1 (t)</a:t>
            </a:r>
            <a:endParaRPr sz="2000">
              <a:solidFill>
                <a:schemeClr val="dk1"/>
              </a:solidFill>
              <a:latin typeface="Arial"/>
              <a:ea typeface="Arial"/>
              <a:cs typeface="Arial"/>
              <a:sym typeface="Arial"/>
            </a:endParaRPr>
          </a:p>
        </p:txBody>
      </p:sp>
      <p:sp>
        <p:nvSpPr>
          <p:cNvPr id="843" name="Google Shape;843;g2ff6f630c79_0_424"/>
          <p:cNvSpPr txBox="1"/>
          <p:nvPr/>
        </p:nvSpPr>
        <p:spPr>
          <a:xfrm>
            <a:off x="4728464" y="4605452"/>
            <a:ext cx="41661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Gaussian pyramid of image 2 (t+1)</a:t>
            </a:r>
            <a:endParaRPr sz="2000">
              <a:solidFill>
                <a:schemeClr val="dk1"/>
              </a:solidFill>
              <a:latin typeface="Arial"/>
              <a:ea typeface="Arial"/>
              <a:cs typeface="Arial"/>
              <a:sym typeface="Arial"/>
            </a:endParaRPr>
          </a:p>
        </p:txBody>
      </p:sp>
      <p:sp>
        <p:nvSpPr>
          <p:cNvPr id="844" name="Google Shape;844;g2ff6f630c79_0_424"/>
          <p:cNvSpPr txBox="1"/>
          <p:nvPr/>
        </p:nvSpPr>
        <p:spPr>
          <a:xfrm>
            <a:off x="4030726" y="3931977"/>
            <a:ext cx="1356300" cy="3507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200" b="1" i="1">
                <a:solidFill>
                  <a:srgbClr val="D50092"/>
                </a:solidFill>
                <a:latin typeface="Times New Roman"/>
                <a:ea typeface="Times New Roman"/>
                <a:cs typeface="Times New Roman"/>
                <a:sym typeface="Times New Roman"/>
              </a:rPr>
              <a:t>u=10 pixels</a:t>
            </a:r>
            <a:endParaRPr sz="2200">
              <a:solidFill>
                <a:schemeClr val="dk1"/>
              </a:solidFill>
              <a:latin typeface="Times New Roman"/>
              <a:ea typeface="Times New Roman"/>
              <a:cs typeface="Times New Roman"/>
              <a:sym typeface="Times New Roman"/>
            </a:endParaRPr>
          </a:p>
        </p:txBody>
      </p:sp>
      <p:sp>
        <p:nvSpPr>
          <p:cNvPr id="845" name="Google Shape;845;g2ff6f630c79_0_424"/>
          <p:cNvSpPr txBox="1"/>
          <p:nvPr/>
        </p:nvSpPr>
        <p:spPr>
          <a:xfrm>
            <a:off x="4030726" y="1550670"/>
            <a:ext cx="1565400" cy="19053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200" b="1" i="1">
                <a:solidFill>
                  <a:srgbClr val="D50092"/>
                </a:solidFill>
                <a:latin typeface="Times New Roman"/>
                <a:ea typeface="Times New Roman"/>
                <a:cs typeface="Times New Roman"/>
                <a:sym typeface="Times New Roman"/>
              </a:rPr>
              <a:t>u=1.25 pixels</a:t>
            </a:r>
            <a:endParaRPr sz="2200">
              <a:solidFill>
                <a:schemeClr val="dk1"/>
              </a:solidFill>
              <a:latin typeface="Times New Roman"/>
              <a:ea typeface="Times New Roman"/>
              <a:cs typeface="Times New Roman"/>
              <a:sym typeface="Times New Roman"/>
            </a:endParaRPr>
          </a:p>
          <a:p>
            <a:pPr marL="12700" marR="143510" lvl="0" indent="0" algn="l" rtl="0">
              <a:lnSpc>
                <a:spcPct val="359090"/>
              </a:lnSpc>
              <a:spcBef>
                <a:spcPts val="0"/>
              </a:spcBef>
              <a:spcAft>
                <a:spcPts val="0"/>
              </a:spcAft>
              <a:buNone/>
            </a:pPr>
            <a:r>
              <a:rPr lang="en-US" sz="2200" b="1" i="1">
                <a:solidFill>
                  <a:srgbClr val="D50092"/>
                </a:solidFill>
                <a:latin typeface="Times New Roman"/>
                <a:ea typeface="Times New Roman"/>
                <a:cs typeface="Times New Roman"/>
                <a:sym typeface="Times New Roman"/>
              </a:rPr>
              <a:t>u=2.5 pixels  u=5 pixels</a:t>
            </a:r>
            <a:endParaRPr sz="2200">
              <a:solidFill>
                <a:schemeClr val="dk1"/>
              </a:solidFill>
              <a:latin typeface="Times New Roman"/>
              <a:ea typeface="Times New Roman"/>
              <a:cs typeface="Times New Roman"/>
              <a:sym typeface="Times New Roman"/>
            </a:endParaRPr>
          </a:p>
        </p:txBody>
      </p:sp>
      <p:sp>
        <p:nvSpPr>
          <p:cNvPr id="846" name="Google Shape;846;g2ff6f630c79_0_424"/>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Coarse-to-fine optical flow estimation</a:t>
            </a:r>
            <a:endParaRPr sz="3400"/>
          </a:p>
        </p:txBody>
      </p:sp>
      <p:sp>
        <p:nvSpPr>
          <p:cNvPr id="847" name="Google Shape;847;g2ff6f630c79_0_424"/>
          <p:cNvSpPr txBox="1"/>
          <p:nvPr/>
        </p:nvSpPr>
        <p:spPr>
          <a:xfrm>
            <a:off x="1404366" y="500063"/>
            <a:ext cx="6004500" cy="3522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1100">
                <a:solidFill>
                  <a:schemeClr val="dk1"/>
                </a:solidFill>
                <a:latin typeface="Times New Roman"/>
                <a:ea typeface="Times New Roman"/>
                <a:cs typeface="Times New Roman"/>
                <a:sym typeface="Times New Roman"/>
              </a:rPr>
              <a:t>JY. Bouguet, Pyramidal Implementation of the Lucas Kanade Feature TrackerDescription of the algorithm,  Tech. Report: </a:t>
            </a:r>
            <a:r>
              <a:rPr lang="en-US" sz="11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http://robots.stanford.edu/cs223b04/algo_tracking.pdf</a:t>
            </a:r>
            <a:endParaRPr sz="1100">
              <a:solidFill>
                <a:schemeClr val="dk1"/>
              </a:solidFill>
              <a:latin typeface="Times New Roman"/>
              <a:ea typeface="Times New Roman"/>
              <a:cs typeface="Times New Roman"/>
              <a:sym typeface="Times New Roman"/>
            </a:endParaRPr>
          </a:p>
        </p:txBody>
      </p:sp>
      <p:sp>
        <p:nvSpPr>
          <p:cNvPr id="848" name="Google Shape;848;g2ff6f630c79_0_424"/>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852"/>
        <p:cNvGrpSpPr/>
        <p:nvPr/>
      </p:nvGrpSpPr>
      <p:grpSpPr>
        <a:xfrm>
          <a:off x="0" y="0"/>
          <a:ext cx="0" cy="0"/>
          <a:chOff x="0" y="0"/>
          <a:chExt cx="0" cy="0"/>
        </a:xfrm>
      </p:grpSpPr>
      <p:grpSp>
        <p:nvGrpSpPr>
          <p:cNvPr id="853" name="Google Shape;853;g2ff6f630c79_0_461"/>
          <p:cNvGrpSpPr/>
          <p:nvPr/>
        </p:nvGrpSpPr>
        <p:grpSpPr>
          <a:xfrm>
            <a:off x="5221223" y="857250"/>
            <a:ext cx="3610609" cy="3709035"/>
            <a:chOff x="5221223" y="1143000"/>
            <a:chExt cx="3610609" cy="4945380"/>
          </a:xfrm>
        </p:grpSpPr>
        <p:sp>
          <p:nvSpPr>
            <p:cNvPr id="854" name="Google Shape;854;g2ff6f630c79_0_461"/>
            <p:cNvSpPr/>
            <p:nvPr/>
          </p:nvSpPr>
          <p:spPr>
            <a:xfrm>
              <a:off x="5221223" y="4884420"/>
              <a:ext cx="3610609" cy="1203960"/>
            </a:xfrm>
            <a:custGeom>
              <a:avLst/>
              <a:gdLst/>
              <a:ahLst/>
              <a:cxnLst/>
              <a:rect l="l" t="t" r="r" b="b"/>
              <a:pathLst>
                <a:path w="3610609" h="1203960" extrusionOk="0">
                  <a:moveTo>
                    <a:pt x="3610355" y="0"/>
                  </a:moveTo>
                  <a:lnTo>
                    <a:pt x="902970" y="0"/>
                  </a:lnTo>
                  <a:lnTo>
                    <a:pt x="0" y="1203959"/>
                  </a:lnTo>
                  <a:lnTo>
                    <a:pt x="2707385" y="1203959"/>
                  </a:lnTo>
                  <a:lnTo>
                    <a:pt x="3610355"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5" name="Google Shape;855;g2ff6f630c79_0_461"/>
            <p:cNvSpPr/>
            <p:nvPr/>
          </p:nvSpPr>
          <p:spPr>
            <a:xfrm>
              <a:off x="5221223" y="4884420"/>
              <a:ext cx="3610609" cy="1203960"/>
            </a:xfrm>
            <a:custGeom>
              <a:avLst/>
              <a:gdLst/>
              <a:ahLst/>
              <a:cxnLst/>
              <a:rect l="l" t="t" r="r" b="b"/>
              <a:pathLst>
                <a:path w="3610609" h="1203960" extrusionOk="0">
                  <a:moveTo>
                    <a:pt x="0" y="1203959"/>
                  </a:moveTo>
                  <a:lnTo>
                    <a:pt x="902970" y="0"/>
                  </a:lnTo>
                  <a:lnTo>
                    <a:pt x="3610355" y="0"/>
                  </a:lnTo>
                  <a:lnTo>
                    <a:pt x="2707385" y="1203959"/>
                  </a:lnTo>
                  <a:lnTo>
                    <a:pt x="0" y="120395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6" name="Google Shape;856;g2ff6f630c79_0_461"/>
            <p:cNvSpPr/>
            <p:nvPr/>
          </p:nvSpPr>
          <p:spPr>
            <a:xfrm>
              <a:off x="5241035" y="1143000"/>
              <a:ext cx="3558540" cy="4898390"/>
            </a:xfrm>
            <a:custGeom>
              <a:avLst/>
              <a:gdLst/>
              <a:ahLst/>
              <a:cxnLst/>
              <a:rect l="l" t="t" r="r" b="b"/>
              <a:pathLst>
                <a:path w="3558540" h="4898390" extrusionOk="0">
                  <a:moveTo>
                    <a:pt x="0" y="4898136"/>
                  </a:moveTo>
                  <a:lnTo>
                    <a:pt x="1481328" y="0"/>
                  </a:lnTo>
                </a:path>
                <a:path w="3558540" h="4898390" extrusionOk="0">
                  <a:moveTo>
                    <a:pt x="3558540" y="3721607"/>
                  </a:moveTo>
                  <a:lnTo>
                    <a:pt x="1485899" y="10667"/>
                  </a:lnTo>
                </a:path>
                <a:path w="3558540" h="4898390" extrusionOk="0">
                  <a:moveTo>
                    <a:pt x="1505712" y="65532"/>
                  </a:moveTo>
                  <a:lnTo>
                    <a:pt x="877824" y="3744468"/>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7" name="Google Shape;857;g2ff6f630c79_0_461"/>
            <p:cNvSpPr/>
            <p:nvPr/>
          </p:nvSpPr>
          <p:spPr>
            <a:xfrm>
              <a:off x="5221223" y="4884420"/>
              <a:ext cx="3610609" cy="1203960"/>
            </a:xfrm>
            <a:custGeom>
              <a:avLst/>
              <a:gdLst/>
              <a:ahLst/>
              <a:cxnLst/>
              <a:rect l="l" t="t" r="r" b="b"/>
              <a:pathLst>
                <a:path w="3610609" h="1203960" extrusionOk="0">
                  <a:moveTo>
                    <a:pt x="3610355" y="0"/>
                  </a:moveTo>
                  <a:lnTo>
                    <a:pt x="902970" y="0"/>
                  </a:lnTo>
                  <a:lnTo>
                    <a:pt x="0" y="1203959"/>
                  </a:lnTo>
                  <a:lnTo>
                    <a:pt x="2707385" y="1203959"/>
                  </a:lnTo>
                  <a:lnTo>
                    <a:pt x="3610355"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8" name="Google Shape;858;g2ff6f630c79_0_461"/>
            <p:cNvSpPr/>
            <p:nvPr/>
          </p:nvSpPr>
          <p:spPr>
            <a:xfrm>
              <a:off x="5221223" y="4884420"/>
              <a:ext cx="3610609" cy="1203960"/>
            </a:xfrm>
            <a:custGeom>
              <a:avLst/>
              <a:gdLst/>
              <a:ahLst/>
              <a:cxnLst/>
              <a:rect l="l" t="t" r="r" b="b"/>
              <a:pathLst>
                <a:path w="3610609" h="1203960" extrusionOk="0">
                  <a:moveTo>
                    <a:pt x="0" y="1203959"/>
                  </a:moveTo>
                  <a:lnTo>
                    <a:pt x="902970" y="0"/>
                  </a:lnTo>
                  <a:lnTo>
                    <a:pt x="3610355" y="0"/>
                  </a:lnTo>
                  <a:lnTo>
                    <a:pt x="2707385" y="1203959"/>
                  </a:lnTo>
                  <a:lnTo>
                    <a:pt x="0" y="120395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9" name="Google Shape;859;g2ff6f630c79_0_461"/>
            <p:cNvSpPr/>
            <p:nvPr/>
          </p:nvSpPr>
          <p:spPr>
            <a:xfrm>
              <a:off x="6031991" y="2993135"/>
              <a:ext cx="1732915" cy="502920"/>
            </a:xfrm>
            <a:custGeom>
              <a:avLst/>
              <a:gdLst/>
              <a:ahLst/>
              <a:cxnLst/>
              <a:rect l="l" t="t" r="r" b="b"/>
              <a:pathLst>
                <a:path w="1732915" h="502920" extrusionOk="0">
                  <a:moveTo>
                    <a:pt x="1732788" y="0"/>
                  </a:moveTo>
                  <a:lnTo>
                    <a:pt x="432688" y="0"/>
                  </a:lnTo>
                  <a:lnTo>
                    <a:pt x="0" y="502919"/>
                  </a:lnTo>
                  <a:lnTo>
                    <a:pt x="1300099" y="502919"/>
                  </a:lnTo>
                  <a:lnTo>
                    <a:pt x="1732788"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0" name="Google Shape;860;g2ff6f630c79_0_461"/>
            <p:cNvSpPr/>
            <p:nvPr/>
          </p:nvSpPr>
          <p:spPr>
            <a:xfrm>
              <a:off x="6031991" y="2993135"/>
              <a:ext cx="1732915" cy="502920"/>
            </a:xfrm>
            <a:custGeom>
              <a:avLst/>
              <a:gdLst/>
              <a:ahLst/>
              <a:cxnLst/>
              <a:rect l="l" t="t" r="r" b="b"/>
              <a:pathLst>
                <a:path w="1732915" h="502920" extrusionOk="0">
                  <a:moveTo>
                    <a:pt x="0" y="502919"/>
                  </a:moveTo>
                  <a:lnTo>
                    <a:pt x="432688" y="0"/>
                  </a:lnTo>
                  <a:lnTo>
                    <a:pt x="1732788" y="0"/>
                  </a:lnTo>
                  <a:lnTo>
                    <a:pt x="1300099" y="502919"/>
                  </a:lnTo>
                  <a:lnTo>
                    <a:pt x="0" y="50291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1" name="Google Shape;861;g2ff6f630c79_0_461"/>
            <p:cNvSpPr/>
            <p:nvPr/>
          </p:nvSpPr>
          <p:spPr>
            <a:xfrm>
              <a:off x="5670803" y="3835907"/>
              <a:ext cx="2573020" cy="748664"/>
            </a:xfrm>
            <a:custGeom>
              <a:avLst/>
              <a:gdLst/>
              <a:ahLst/>
              <a:cxnLst/>
              <a:rect l="l" t="t" r="r" b="b"/>
              <a:pathLst>
                <a:path w="2573020" h="748664" extrusionOk="0">
                  <a:moveTo>
                    <a:pt x="2572512" y="0"/>
                  </a:moveTo>
                  <a:lnTo>
                    <a:pt x="642493" y="0"/>
                  </a:lnTo>
                  <a:lnTo>
                    <a:pt x="0" y="748284"/>
                  </a:lnTo>
                  <a:lnTo>
                    <a:pt x="1930019" y="748284"/>
                  </a:lnTo>
                  <a:lnTo>
                    <a:pt x="2572512"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2" name="Google Shape;862;g2ff6f630c79_0_461"/>
            <p:cNvSpPr/>
            <p:nvPr/>
          </p:nvSpPr>
          <p:spPr>
            <a:xfrm>
              <a:off x="5670803" y="3835907"/>
              <a:ext cx="2573020" cy="748664"/>
            </a:xfrm>
            <a:custGeom>
              <a:avLst/>
              <a:gdLst/>
              <a:ahLst/>
              <a:cxnLst/>
              <a:rect l="l" t="t" r="r" b="b"/>
              <a:pathLst>
                <a:path w="2573020" h="748664" extrusionOk="0">
                  <a:moveTo>
                    <a:pt x="0" y="748284"/>
                  </a:moveTo>
                  <a:lnTo>
                    <a:pt x="642493" y="0"/>
                  </a:lnTo>
                  <a:lnTo>
                    <a:pt x="2572512" y="0"/>
                  </a:lnTo>
                  <a:lnTo>
                    <a:pt x="1930019" y="748284"/>
                  </a:lnTo>
                  <a:lnTo>
                    <a:pt x="0" y="74828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3" name="Google Shape;863;g2ff6f630c79_0_461"/>
            <p:cNvSpPr/>
            <p:nvPr/>
          </p:nvSpPr>
          <p:spPr>
            <a:xfrm>
              <a:off x="6294119" y="2168652"/>
              <a:ext cx="1021079" cy="295910"/>
            </a:xfrm>
            <a:custGeom>
              <a:avLst/>
              <a:gdLst/>
              <a:ahLst/>
              <a:cxnLst/>
              <a:rect l="l" t="t" r="r" b="b"/>
              <a:pathLst>
                <a:path w="1021079" h="295910" extrusionOk="0">
                  <a:moveTo>
                    <a:pt x="1021079" y="0"/>
                  </a:moveTo>
                  <a:lnTo>
                    <a:pt x="255524" y="0"/>
                  </a:lnTo>
                  <a:lnTo>
                    <a:pt x="0" y="295656"/>
                  </a:lnTo>
                  <a:lnTo>
                    <a:pt x="765555" y="295656"/>
                  </a:lnTo>
                  <a:lnTo>
                    <a:pt x="1021079"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4" name="Google Shape;864;g2ff6f630c79_0_461"/>
            <p:cNvSpPr/>
            <p:nvPr/>
          </p:nvSpPr>
          <p:spPr>
            <a:xfrm>
              <a:off x="6294119" y="2168652"/>
              <a:ext cx="1021079" cy="295910"/>
            </a:xfrm>
            <a:custGeom>
              <a:avLst/>
              <a:gdLst/>
              <a:ahLst/>
              <a:cxnLst/>
              <a:rect l="l" t="t" r="r" b="b"/>
              <a:pathLst>
                <a:path w="1021079" h="295910" extrusionOk="0">
                  <a:moveTo>
                    <a:pt x="0" y="295656"/>
                  </a:moveTo>
                  <a:lnTo>
                    <a:pt x="255524" y="0"/>
                  </a:lnTo>
                  <a:lnTo>
                    <a:pt x="1021079" y="0"/>
                  </a:lnTo>
                  <a:lnTo>
                    <a:pt x="765555" y="295656"/>
                  </a:lnTo>
                  <a:lnTo>
                    <a:pt x="0" y="29565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5" name="Google Shape;865;g2ff6f630c79_0_461"/>
            <p:cNvSpPr/>
            <p:nvPr/>
          </p:nvSpPr>
          <p:spPr>
            <a:xfrm>
              <a:off x="6733031" y="1153668"/>
              <a:ext cx="1196340" cy="4916805"/>
            </a:xfrm>
            <a:custGeom>
              <a:avLst/>
              <a:gdLst/>
              <a:ahLst/>
              <a:cxnLst/>
              <a:rect l="l" t="t" r="r" b="b"/>
              <a:pathLst>
                <a:path w="1196340" h="4916805" extrusionOk="0">
                  <a:moveTo>
                    <a:pt x="1196340" y="4916424"/>
                  </a:moveTo>
                  <a:lnTo>
                    <a:pt x="0" y="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66" name="Google Shape;866;g2ff6f630c79_0_461"/>
          <p:cNvSpPr txBox="1"/>
          <p:nvPr/>
        </p:nvSpPr>
        <p:spPr>
          <a:xfrm>
            <a:off x="6522466" y="3996918"/>
            <a:ext cx="983100" cy="689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i</a:t>
            </a:r>
            <a:r>
              <a:rPr lang="en-US" sz="2200" b="1">
                <a:solidFill>
                  <a:schemeClr val="dk1"/>
                </a:solidFill>
                <a:latin typeface="Times New Roman"/>
                <a:ea typeface="Times New Roman"/>
                <a:cs typeface="Times New Roman"/>
                <a:sym typeface="Times New Roman"/>
              </a:rPr>
              <a:t>m</a:t>
            </a:r>
            <a:r>
              <a:rPr lang="en-US" sz="2000" b="1">
                <a:solidFill>
                  <a:schemeClr val="dk1"/>
                </a:solidFill>
                <a:latin typeface="Arial"/>
                <a:ea typeface="Arial"/>
                <a:cs typeface="Arial"/>
                <a:sym typeface="Arial"/>
              </a:rPr>
              <a:t>ma</a:t>
            </a:r>
            <a:r>
              <a:rPr lang="en-US" sz="2200" b="1">
                <a:solidFill>
                  <a:schemeClr val="dk1"/>
                </a:solidFill>
                <a:latin typeface="Times New Roman"/>
                <a:ea typeface="Times New Roman"/>
                <a:cs typeface="Times New Roman"/>
                <a:sym typeface="Times New Roman"/>
              </a:rPr>
              <a:t>ag</a:t>
            </a:r>
            <a:r>
              <a:rPr lang="en-US" sz="2000" b="1">
                <a:solidFill>
                  <a:schemeClr val="dk1"/>
                </a:solidFill>
                <a:latin typeface="Arial"/>
                <a:ea typeface="Arial"/>
                <a:cs typeface="Arial"/>
                <a:sym typeface="Arial"/>
              </a:rPr>
              <a:t>g</a:t>
            </a:r>
            <a:r>
              <a:rPr lang="en-US" sz="2200" b="1">
                <a:solidFill>
                  <a:schemeClr val="dk1"/>
                </a:solidFill>
                <a:latin typeface="Times New Roman"/>
                <a:ea typeface="Times New Roman"/>
                <a:cs typeface="Times New Roman"/>
                <a:sym typeface="Times New Roman"/>
              </a:rPr>
              <a:t>e</a:t>
            </a:r>
            <a:r>
              <a:rPr lang="en-US" sz="2000" b="1">
                <a:solidFill>
                  <a:schemeClr val="dk1"/>
                </a:solidFill>
                <a:latin typeface="Arial"/>
                <a:ea typeface="Arial"/>
                <a:cs typeface="Arial"/>
                <a:sym typeface="Arial"/>
              </a:rPr>
              <a:t>e </a:t>
            </a: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p:txBody>
      </p:sp>
      <p:grpSp>
        <p:nvGrpSpPr>
          <p:cNvPr id="867" name="Google Shape;867;g2ff6f630c79_0_461"/>
          <p:cNvGrpSpPr/>
          <p:nvPr/>
        </p:nvGrpSpPr>
        <p:grpSpPr>
          <a:xfrm>
            <a:off x="178307" y="875537"/>
            <a:ext cx="3606165" cy="3705796"/>
            <a:chOff x="178307" y="1167383"/>
            <a:chExt cx="3606165" cy="4941061"/>
          </a:xfrm>
        </p:grpSpPr>
        <p:sp>
          <p:nvSpPr>
            <p:cNvPr id="868" name="Google Shape;868;g2ff6f630c79_0_461"/>
            <p:cNvSpPr/>
            <p:nvPr/>
          </p:nvSpPr>
          <p:spPr>
            <a:xfrm>
              <a:off x="178307" y="4905755"/>
              <a:ext cx="3606165" cy="1202689"/>
            </a:xfrm>
            <a:custGeom>
              <a:avLst/>
              <a:gdLst/>
              <a:ahLst/>
              <a:cxnLst/>
              <a:rect l="l" t="t" r="r" b="b"/>
              <a:pathLst>
                <a:path w="3606165" h="1202689" extrusionOk="0">
                  <a:moveTo>
                    <a:pt x="3605783" y="0"/>
                  </a:moveTo>
                  <a:lnTo>
                    <a:pt x="901026" y="0"/>
                  </a:lnTo>
                  <a:lnTo>
                    <a:pt x="0" y="1202436"/>
                  </a:lnTo>
                  <a:lnTo>
                    <a:pt x="2704719" y="1202436"/>
                  </a:lnTo>
                  <a:lnTo>
                    <a:pt x="360578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9" name="Google Shape;869;g2ff6f630c79_0_461"/>
            <p:cNvSpPr/>
            <p:nvPr/>
          </p:nvSpPr>
          <p:spPr>
            <a:xfrm>
              <a:off x="178307" y="4905755"/>
              <a:ext cx="3606165" cy="1202689"/>
            </a:xfrm>
            <a:custGeom>
              <a:avLst/>
              <a:gdLst/>
              <a:ahLst/>
              <a:cxnLst/>
              <a:rect l="l" t="t" r="r" b="b"/>
              <a:pathLst>
                <a:path w="3606165" h="1202689" extrusionOk="0">
                  <a:moveTo>
                    <a:pt x="0" y="1202436"/>
                  </a:moveTo>
                  <a:lnTo>
                    <a:pt x="901026" y="0"/>
                  </a:lnTo>
                  <a:lnTo>
                    <a:pt x="3605783" y="0"/>
                  </a:lnTo>
                  <a:lnTo>
                    <a:pt x="2704719" y="1202436"/>
                  </a:lnTo>
                  <a:lnTo>
                    <a:pt x="0" y="120243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0" name="Google Shape;870;g2ff6f630c79_0_461"/>
            <p:cNvSpPr/>
            <p:nvPr/>
          </p:nvSpPr>
          <p:spPr>
            <a:xfrm>
              <a:off x="196596" y="1167383"/>
              <a:ext cx="3557270" cy="4892040"/>
            </a:xfrm>
            <a:custGeom>
              <a:avLst/>
              <a:gdLst/>
              <a:ahLst/>
              <a:cxnLst/>
              <a:rect l="l" t="t" r="r" b="b"/>
              <a:pathLst>
                <a:path w="3557270" h="4892040" extrusionOk="0">
                  <a:moveTo>
                    <a:pt x="0" y="4892040"/>
                  </a:moveTo>
                  <a:lnTo>
                    <a:pt x="1481328" y="0"/>
                  </a:lnTo>
                </a:path>
                <a:path w="3557270" h="4892040" extrusionOk="0">
                  <a:moveTo>
                    <a:pt x="3557016" y="3718559"/>
                  </a:moveTo>
                  <a:lnTo>
                    <a:pt x="1484376" y="10667"/>
                  </a:lnTo>
                </a:path>
                <a:path w="3557270" h="4892040" extrusionOk="0">
                  <a:moveTo>
                    <a:pt x="1505711" y="64007"/>
                  </a:moveTo>
                  <a:lnTo>
                    <a:pt x="879347" y="374142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1" name="Google Shape;871;g2ff6f630c79_0_461"/>
            <p:cNvSpPr/>
            <p:nvPr/>
          </p:nvSpPr>
          <p:spPr>
            <a:xfrm>
              <a:off x="178307" y="4905755"/>
              <a:ext cx="3606165" cy="1202689"/>
            </a:xfrm>
            <a:custGeom>
              <a:avLst/>
              <a:gdLst/>
              <a:ahLst/>
              <a:cxnLst/>
              <a:rect l="l" t="t" r="r" b="b"/>
              <a:pathLst>
                <a:path w="3606165" h="1202689" extrusionOk="0">
                  <a:moveTo>
                    <a:pt x="3605783" y="0"/>
                  </a:moveTo>
                  <a:lnTo>
                    <a:pt x="901026" y="0"/>
                  </a:lnTo>
                  <a:lnTo>
                    <a:pt x="0" y="1202436"/>
                  </a:lnTo>
                  <a:lnTo>
                    <a:pt x="2704719" y="1202436"/>
                  </a:lnTo>
                  <a:lnTo>
                    <a:pt x="360578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2" name="Google Shape;872;g2ff6f630c79_0_461"/>
            <p:cNvSpPr/>
            <p:nvPr/>
          </p:nvSpPr>
          <p:spPr>
            <a:xfrm>
              <a:off x="178307" y="4905755"/>
              <a:ext cx="3606165" cy="1202689"/>
            </a:xfrm>
            <a:custGeom>
              <a:avLst/>
              <a:gdLst/>
              <a:ahLst/>
              <a:cxnLst/>
              <a:rect l="l" t="t" r="r" b="b"/>
              <a:pathLst>
                <a:path w="3606165" h="1202689" extrusionOk="0">
                  <a:moveTo>
                    <a:pt x="0" y="1202436"/>
                  </a:moveTo>
                  <a:lnTo>
                    <a:pt x="901026" y="0"/>
                  </a:lnTo>
                  <a:lnTo>
                    <a:pt x="3605783" y="0"/>
                  </a:lnTo>
                  <a:lnTo>
                    <a:pt x="2704719" y="1202436"/>
                  </a:lnTo>
                  <a:lnTo>
                    <a:pt x="0" y="120243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3" name="Google Shape;873;g2ff6f630c79_0_461"/>
            <p:cNvSpPr/>
            <p:nvPr/>
          </p:nvSpPr>
          <p:spPr>
            <a:xfrm>
              <a:off x="987552" y="3014472"/>
              <a:ext cx="1729739" cy="504825"/>
            </a:xfrm>
            <a:custGeom>
              <a:avLst/>
              <a:gdLst/>
              <a:ahLst/>
              <a:cxnLst/>
              <a:rect l="l" t="t" r="r" b="b"/>
              <a:pathLst>
                <a:path w="1729739" h="504825" extrusionOk="0">
                  <a:moveTo>
                    <a:pt x="1729739" y="0"/>
                  </a:moveTo>
                  <a:lnTo>
                    <a:pt x="432307" y="0"/>
                  </a:lnTo>
                  <a:lnTo>
                    <a:pt x="0" y="504443"/>
                  </a:lnTo>
                  <a:lnTo>
                    <a:pt x="1297431" y="504443"/>
                  </a:lnTo>
                  <a:lnTo>
                    <a:pt x="1729739"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4" name="Google Shape;874;g2ff6f630c79_0_461"/>
            <p:cNvSpPr/>
            <p:nvPr/>
          </p:nvSpPr>
          <p:spPr>
            <a:xfrm>
              <a:off x="987552" y="3014472"/>
              <a:ext cx="1729739" cy="504825"/>
            </a:xfrm>
            <a:custGeom>
              <a:avLst/>
              <a:gdLst/>
              <a:ahLst/>
              <a:cxnLst/>
              <a:rect l="l" t="t" r="r" b="b"/>
              <a:pathLst>
                <a:path w="1729739" h="504825" extrusionOk="0">
                  <a:moveTo>
                    <a:pt x="0" y="504443"/>
                  </a:moveTo>
                  <a:lnTo>
                    <a:pt x="432307" y="0"/>
                  </a:lnTo>
                  <a:lnTo>
                    <a:pt x="1729739" y="0"/>
                  </a:lnTo>
                  <a:lnTo>
                    <a:pt x="1297431" y="504443"/>
                  </a:lnTo>
                  <a:lnTo>
                    <a:pt x="0" y="50444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5" name="Google Shape;875;g2ff6f630c79_0_461"/>
            <p:cNvSpPr/>
            <p:nvPr/>
          </p:nvSpPr>
          <p:spPr>
            <a:xfrm>
              <a:off x="623316" y="3857244"/>
              <a:ext cx="2574290" cy="749935"/>
            </a:xfrm>
            <a:custGeom>
              <a:avLst/>
              <a:gdLst/>
              <a:ahLst/>
              <a:cxnLst/>
              <a:rect l="l" t="t" r="r" b="b"/>
              <a:pathLst>
                <a:path w="2574290" h="749935" extrusionOk="0">
                  <a:moveTo>
                    <a:pt x="2574036" y="0"/>
                  </a:moveTo>
                  <a:lnTo>
                    <a:pt x="643763" y="0"/>
                  </a:lnTo>
                  <a:lnTo>
                    <a:pt x="0" y="749807"/>
                  </a:lnTo>
                  <a:lnTo>
                    <a:pt x="1930273" y="749807"/>
                  </a:lnTo>
                  <a:lnTo>
                    <a:pt x="2574036"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6" name="Google Shape;876;g2ff6f630c79_0_461"/>
            <p:cNvSpPr/>
            <p:nvPr/>
          </p:nvSpPr>
          <p:spPr>
            <a:xfrm>
              <a:off x="623316" y="3857244"/>
              <a:ext cx="2574290" cy="749935"/>
            </a:xfrm>
            <a:custGeom>
              <a:avLst/>
              <a:gdLst/>
              <a:ahLst/>
              <a:cxnLst/>
              <a:rect l="l" t="t" r="r" b="b"/>
              <a:pathLst>
                <a:path w="2574290" h="749935" extrusionOk="0">
                  <a:moveTo>
                    <a:pt x="0" y="749807"/>
                  </a:moveTo>
                  <a:lnTo>
                    <a:pt x="643763" y="0"/>
                  </a:lnTo>
                  <a:lnTo>
                    <a:pt x="2574036" y="0"/>
                  </a:lnTo>
                  <a:lnTo>
                    <a:pt x="1930273" y="749807"/>
                  </a:lnTo>
                  <a:lnTo>
                    <a:pt x="0" y="74980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7" name="Google Shape;877;g2ff6f630c79_0_461"/>
            <p:cNvSpPr/>
            <p:nvPr/>
          </p:nvSpPr>
          <p:spPr>
            <a:xfrm>
              <a:off x="1249680" y="2191511"/>
              <a:ext cx="1022985" cy="297180"/>
            </a:xfrm>
            <a:custGeom>
              <a:avLst/>
              <a:gdLst/>
              <a:ahLst/>
              <a:cxnLst/>
              <a:rect l="l" t="t" r="r" b="b"/>
              <a:pathLst>
                <a:path w="1022985" h="297180" extrusionOk="0">
                  <a:moveTo>
                    <a:pt x="1022603" y="0"/>
                  </a:moveTo>
                  <a:lnTo>
                    <a:pt x="254507" y="0"/>
                  </a:lnTo>
                  <a:lnTo>
                    <a:pt x="0" y="297179"/>
                  </a:lnTo>
                  <a:lnTo>
                    <a:pt x="768095" y="297179"/>
                  </a:lnTo>
                  <a:lnTo>
                    <a:pt x="1022603" y="0"/>
                  </a:lnTo>
                  <a:close/>
                </a:path>
              </a:pathLst>
            </a:custGeom>
            <a:solidFill>
              <a:srgbClr val="00CC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8" name="Google Shape;878;g2ff6f630c79_0_461"/>
            <p:cNvSpPr/>
            <p:nvPr/>
          </p:nvSpPr>
          <p:spPr>
            <a:xfrm>
              <a:off x="1249680" y="2191511"/>
              <a:ext cx="1022985" cy="297180"/>
            </a:xfrm>
            <a:custGeom>
              <a:avLst/>
              <a:gdLst/>
              <a:ahLst/>
              <a:cxnLst/>
              <a:rect l="l" t="t" r="r" b="b"/>
              <a:pathLst>
                <a:path w="1022985" h="297180" extrusionOk="0">
                  <a:moveTo>
                    <a:pt x="0" y="297179"/>
                  </a:moveTo>
                  <a:lnTo>
                    <a:pt x="254507" y="0"/>
                  </a:lnTo>
                  <a:lnTo>
                    <a:pt x="1022603" y="0"/>
                  </a:lnTo>
                  <a:lnTo>
                    <a:pt x="768095" y="297179"/>
                  </a:lnTo>
                  <a:lnTo>
                    <a:pt x="0" y="29717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9" name="Google Shape;879;g2ff6f630c79_0_461"/>
            <p:cNvSpPr/>
            <p:nvPr/>
          </p:nvSpPr>
          <p:spPr>
            <a:xfrm>
              <a:off x="1687068" y="1178051"/>
              <a:ext cx="1198245" cy="4914900"/>
            </a:xfrm>
            <a:custGeom>
              <a:avLst/>
              <a:gdLst/>
              <a:ahLst/>
              <a:cxnLst/>
              <a:rect l="l" t="t" r="r" b="b"/>
              <a:pathLst>
                <a:path w="1198245" h="4914900" extrusionOk="0">
                  <a:moveTo>
                    <a:pt x="1197864" y="4914900"/>
                  </a:moveTo>
                  <a:lnTo>
                    <a:pt x="0" y="0"/>
                  </a:lnTo>
                </a:path>
              </a:pathLst>
            </a:custGeom>
            <a:noFill/>
            <a:ln w="9525" cap="flat" cmpd="sng">
              <a:solidFill>
                <a:srgbClr val="000000"/>
              </a:solidFill>
              <a:prstDash val="dash"/>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80" name="Google Shape;880;g2ff6f630c79_0_461"/>
          <p:cNvSpPr txBox="1"/>
          <p:nvPr/>
        </p:nvSpPr>
        <p:spPr>
          <a:xfrm>
            <a:off x="1395730" y="3986174"/>
            <a:ext cx="970200" cy="689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i</a:t>
            </a:r>
            <a:r>
              <a:rPr lang="en-US" sz="2200" b="1">
                <a:solidFill>
                  <a:schemeClr val="dk1"/>
                </a:solidFill>
                <a:latin typeface="Times New Roman"/>
                <a:ea typeface="Times New Roman"/>
                <a:cs typeface="Times New Roman"/>
                <a:sym typeface="Times New Roman"/>
              </a:rPr>
              <a:t>i</a:t>
            </a:r>
            <a:r>
              <a:rPr lang="en-US" sz="2000" b="1">
                <a:solidFill>
                  <a:schemeClr val="dk1"/>
                </a:solidFill>
                <a:latin typeface="Arial"/>
                <a:ea typeface="Arial"/>
                <a:cs typeface="Arial"/>
                <a:sym typeface="Arial"/>
              </a:rPr>
              <a:t>m</a:t>
            </a:r>
            <a:r>
              <a:rPr lang="en-US" sz="2200" b="1">
                <a:solidFill>
                  <a:schemeClr val="dk1"/>
                </a:solidFill>
                <a:latin typeface="Times New Roman"/>
                <a:ea typeface="Times New Roman"/>
                <a:cs typeface="Times New Roman"/>
                <a:sym typeface="Times New Roman"/>
              </a:rPr>
              <a:t>m</a:t>
            </a:r>
            <a:r>
              <a:rPr lang="en-US" sz="2000" b="1">
                <a:solidFill>
                  <a:schemeClr val="dk1"/>
                </a:solidFill>
                <a:latin typeface="Arial"/>
                <a:ea typeface="Arial"/>
                <a:cs typeface="Arial"/>
                <a:sym typeface="Arial"/>
              </a:rPr>
              <a:t>a</a:t>
            </a:r>
            <a:r>
              <a:rPr lang="en-US" sz="2200" b="1">
                <a:solidFill>
                  <a:schemeClr val="dk1"/>
                </a:solidFill>
                <a:latin typeface="Times New Roman"/>
                <a:ea typeface="Times New Roman"/>
                <a:cs typeface="Times New Roman"/>
                <a:sym typeface="Times New Roman"/>
              </a:rPr>
              <a:t>a</a:t>
            </a:r>
            <a:r>
              <a:rPr lang="en-US" sz="2000" b="1">
                <a:solidFill>
                  <a:schemeClr val="dk1"/>
                </a:solidFill>
                <a:latin typeface="Arial"/>
                <a:ea typeface="Arial"/>
                <a:cs typeface="Arial"/>
                <a:sym typeface="Arial"/>
              </a:rPr>
              <a:t>g</a:t>
            </a:r>
            <a:r>
              <a:rPr lang="en-US" sz="2200" b="1">
                <a:solidFill>
                  <a:schemeClr val="dk1"/>
                </a:solidFill>
                <a:latin typeface="Times New Roman"/>
                <a:ea typeface="Times New Roman"/>
                <a:cs typeface="Times New Roman"/>
                <a:sym typeface="Times New Roman"/>
              </a:rPr>
              <a:t>ge</a:t>
            </a:r>
            <a:r>
              <a:rPr lang="en-US" sz="2000" b="1">
                <a:solidFill>
                  <a:schemeClr val="dk1"/>
                </a:solidFill>
                <a:latin typeface="Arial"/>
                <a:ea typeface="Arial"/>
                <a:cs typeface="Arial"/>
                <a:sym typeface="Arial"/>
              </a:rPr>
              <a:t>e </a:t>
            </a:r>
            <a:r>
              <a:rPr lang="en-US" sz="2200" b="1">
                <a:solidFill>
                  <a:schemeClr val="dk1"/>
                </a:solidFill>
                <a:latin typeface="Times New Roman"/>
                <a:ea typeface="Times New Roman"/>
                <a:cs typeface="Times New Roman"/>
                <a:sym typeface="Times New Roman"/>
              </a:rPr>
              <a:t>J</a:t>
            </a:r>
            <a:r>
              <a:rPr lang="en-US" sz="2000" b="1">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p:txBody>
      </p:sp>
      <p:sp>
        <p:nvSpPr>
          <p:cNvPr id="881" name="Google Shape;881;g2ff6f630c79_0_461"/>
          <p:cNvSpPr txBox="1"/>
          <p:nvPr/>
        </p:nvSpPr>
        <p:spPr>
          <a:xfrm>
            <a:off x="361899" y="4605452"/>
            <a:ext cx="38748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Gaussian pyramid of image 1 (t)</a:t>
            </a:r>
            <a:endParaRPr sz="2000">
              <a:solidFill>
                <a:schemeClr val="dk1"/>
              </a:solidFill>
              <a:latin typeface="Arial"/>
              <a:ea typeface="Arial"/>
              <a:cs typeface="Arial"/>
              <a:sym typeface="Arial"/>
            </a:endParaRPr>
          </a:p>
        </p:txBody>
      </p:sp>
      <p:sp>
        <p:nvSpPr>
          <p:cNvPr id="882" name="Google Shape;882;g2ff6f630c79_0_461"/>
          <p:cNvSpPr txBox="1"/>
          <p:nvPr/>
        </p:nvSpPr>
        <p:spPr>
          <a:xfrm>
            <a:off x="4788789" y="4605452"/>
            <a:ext cx="41655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1">
                <a:solidFill>
                  <a:schemeClr val="dk1"/>
                </a:solidFill>
                <a:latin typeface="Arial"/>
                <a:ea typeface="Arial"/>
                <a:cs typeface="Arial"/>
                <a:sym typeface="Arial"/>
              </a:rPr>
              <a:t>Gaussian pyramid of image 2 (t+1)</a:t>
            </a:r>
            <a:endParaRPr sz="2000">
              <a:solidFill>
                <a:schemeClr val="dk1"/>
              </a:solidFill>
              <a:latin typeface="Arial"/>
              <a:ea typeface="Arial"/>
              <a:cs typeface="Arial"/>
              <a:sym typeface="Arial"/>
            </a:endParaRPr>
          </a:p>
        </p:txBody>
      </p:sp>
      <p:sp>
        <p:nvSpPr>
          <p:cNvPr id="883" name="Google Shape;883;g2ff6f630c79_0_461"/>
          <p:cNvSpPr txBox="1"/>
          <p:nvPr/>
        </p:nvSpPr>
        <p:spPr>
          <a:xfrm>
            <a:off x="3779011" y="1660208"/>
            <a:ext cx="858600" cy="321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run L-K</a:t>
            </a:r>
            <a:endParaRPr sz="2000">
              <a:solidFill>
                <a:schemeClr val="dk1"/>
              </a:solidFill>
              <a:latin typeface="Arial"/>
              <a:ea typeface="Arial"/>
              <a:cs typeface="Arial"/>
              <a:sym typeface="Arial"/>
            </a:endParaRPr>
          </a:p>
        </p:txBody>
      </p:sp>
      <p:sp>
        <p:nvSpPr>
          <p:cNvPr id="884" name="Google Shape;884;g2ff6f630c79_0_461"/>
          <p:cNvSpPr/>
          <p:nvPr/>
        </p:nvSpPr>
        <p:spPr>
          <a:xfrm>
            <a:off x="2362962" y="1816226"/>
            <a:ext cx="835660" cy="727234"/>
          </a:xfrm>
          <a:custGeom>
            <a:avLst/>
            <a:gdLst/>
            <a:ahLst/>
            <a:cxnLst/>
            <a:rect l="l" t="t" r="r" b="b"/>
            <a:pathLst>
              <a:path w="835660" h="969645" extrusionOk="0">
                <a:moveTo>
                  <a:pt x="835152" y="925830"/>
                </a:moveTo>
                <a:lnTo>
                  <a:pt x="806196" y="911352"/>
                </a:lnTo>
                <a:lnTo>
                  <a:pt x="748284" y="882396"/>
                </a:lnTo>
                <a:lnTo>
                  <a:pt x="748284" y="911352"/>
                </a:lnTo>
                <a:lnTo>
                  <a:pt x="307848" y="911352"/>
                </a:lnTo>
                <a:lnTo>
                  <a:pt x="307848" y="940308"/>
                </a:lnTo>
                <a:lnTo>
                  <a:pt x="748284" y="940308"/>
                </a:lnTo>
                <a:lnTo>
                  <a:pt x="748284" y="969264"/>
                </a:lnTo>
                <a:lnTo>
                  <a:pt x="806183" y="940308"/>
                </a:lnTo>
                <a:lnTo>
                  <a:pt x="835152" y="925830"/>
                </a:lnTo>
                <a:close/>
              </a:path>
              <a:path w="835660" h="969645" extrusionOk="0">
                <a:moveTo>
                  <a:pt x="835152" y="43434"/>
                </a:moveTo>
                <a:lnTo>
                  <a:pt x="806183" y="28956"/>
                </a:lnTo>
                <a:lnTo>
                  <a:pt x="748284" y="0"/>
                </a:lnTo>
                <a:lnTo>
                  <a:pt x="748284" y="28956"/>
                </a:lnTo>
                <a:lnTo>
                  <a:pt x="0" y="28956"/>
                </a:lnTo>
                <a:lnTo>
                  <a:pt x="0" y="57912"/>
                </a:lnTo>
                <a:lnTo>
                  <a:pt x="748284" y="57912"/>
                </a:lnTo>
                <a:lnTo>
                  <a:pt x="748284" y="86868"/>
                </a:lnTo>
                <a:lnTo>
                  <a:pt x="806196" y="57912"/>
                </a:lnTo>
                <a:lnTo>
                  <a:pt x="835152" y="43434"/>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g2ff6f630c79_0_461"/>
          <p:cNvSpPr/>
          <p:nvPr/>
        </p:nvSpPr>
        <p:spPr>
          <a:xfrm>
            <a:off x="5334762" y="1816226"/>
            <a:ext cx="890270" cy="727234"/>
          </a:xfrm>
          <a:custGeom>
            <a:avLst/>
            <a:gdLst/>
            <a:ahLst/>
            <a:cxnLst/>
            <a:rect l="l" t="t" r="r" b="b"/>
            <a:pathLst>
              <a:path w="890270" h="969645" extrusionOk="0">
                <a:moveTo>
                  <a:pt x="609600" y="911352"/>
                </a:moveTo>
                <a:lnTo>
                  <a:pt x="86868" y="911352"/>
                </a:lnTo>
                <a:lnTo>
                  <a:pt x="86868" y="882396"/>
                </a:lnTo>
                <a:lnTo>
                  <a:pt x="0" y="925830"/>
                </a:lnTo>
                <a:lnTo>
                  <a:pt x="86868" y="969264"/>
                </a:lnTo>
                <a:lnTo>
                  <a:pt x="86868" y="940308"/>
                </a:lnTo>
                <a:lnTo>
                  <a:pt x="609600" y="940308"/>
                </a:lnTo>
                <a:lnTo>
                  <a:pt x="609600" y="911352"/>
                </a:lnTo>
                <a:close/>
              </a:path>
              <a:path w="890270" h="969645" extrusionOk="0">
                <a:moveTo>
                  <a:pt x="890016" y="28956"/>
                </a:moveTo>
                <a:lnTo>
                  <a:pt x="86868" y="28956"/>
                </a:lnTo>
                <a:lnTo>
                  <a:pt x="86868" y="0"/>
                </a:lnTo>
                <a:lnTo>
                  <a:pt x="0" y="43434"/>
                </a:lnTo>
                <a:lnTo>
                  <a:pt x="86868" y="86868"/>
                </a:lnTo>
                <a:lnTo>
                  <a:pt x="86868" y="57912"/>
                </a:lnTo>
                <a:lnTo>
                  <a:pt x="890016" y="57912"/>
                </a:lnTo>
                <a:lnTo>
                  <a:pt x="890016" y="28956"/>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6" name="Google Shape;886;g2ff6f630c79_0_461"/>
          <p:cNvSpPr/>
          <p:nvPr/>
        </p:nvSpPr>
        <p:spPr>
          <a:xfrm>
            <a:off x="4148328" y="1941385"/>
            <a:ext cx="86995" cy="445770"/>
          </a:xfrm>
          <a:custGeom>
            <a:avLst/>
            <a:gdLst/>
            <a:ahLst/>
            <a:cxnLst/>
            <a:rect l="l" t="t" r="r" b="b"/>
            <a:pathLst>
              <a:path w="86995" h="594360" extrusionOk="0">
                <a:moveTo>
                  <a:pt x="28956" y="507491"/>
                </a:moveTo>
                <a:lnTo>
                  <a:pt x="0" y="507491"/>
                </a:lnTo>
                <a:lnTo>
                  <a:pt x="43434" y="594360"/>
                </a:lnTo>
                <a:lnTo>
                  <a:pt x="79628" y="521970"/>
                </a:lnTo>
                <a:lnTo>
                  <a:pt x="28956" y="521970"/>
                </a:lnTo>
                <a:lnTo>
                  <a:pt x="28956" y="507491"/>
                </a:lnTo>
                <a:close/>
              </a:path>
              <a:path w="86995" h="594360" extrusionOk="0">
                <a:moveTo>
                  <a:pt x="57912" y="0"/>
                </a:moveTo>
                <a:lnTo>
                  <a:pt x="28956" y="0"/>
                </a:lnTo>
                <a:lnTo>
                  <a:pt x="28956" y="521970"/>
                </a:lnTo>
                <a:lnTo>
                  <a:pt x="57912" y="521970"/>
                </a:lnTo>
                <a:lnTo>
                  <a:pt x="57912" y="0"/>
                </a:lnTo>
                <a:close/>
              </a:path>
              <a:path w="86995" h="594360" extrusionOk="0">
                <a:moveTo>
                  <a:pt x="86868" y="507491"/>
                </a:moveTo>
                <a:lnTo>
                  <a:pt x="57912" y="507491"/>
                </a:lnTo>
                <a:lnTo>
                  <a:pt x="57912" y="521970"/>
                </a:lnTo>
                <a:lnTo>
                  <a:pt x="79628" y="521970"/>
                </a:lnTo>
                <a:lnTo>
                  <a:pt x="86868" y="507491"/>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7" name="Google Shape;887;g2ff6f630c79_0_461"/>
          <p:cNvSpPr/>
          <p:nvPr/>
        </p:nvSpPr>
        <p:spPr>
          <a:xfrm>
            <a:off x="4148328" y="2693479"/>
            <a:ext cx="86995" cy="445770"/>
          </a:xfrm>
          <a:custGeom>
            <a:avLst/>
            <a:gdLst/>
            <a:ahLst/>
            <a:cxnLst/>
            <a:rect l="l" t="t" r="r" b="b"/>
            <a:pathLst>
              <a:path w="86995" h="594360" extrusionOk="0">
                <a:moveTo>
                  <a:pt x="28956" y="507492"/>
                </a:moveTo>
                <a:lnTo>
                  <a:pt x="0" y="507492"/>
                </a:lnTo>
                <a:lnTo>
                  <a:pt x="43434" y="594360"/>
                </a:lnTo>
                <a:lnTo>
                  <a:pt x="79629" y="521970"/>
                </a:lnTo>
                <a:lnTo>
                  <a:pt x="28956" y="521970"/>
                </a:lnTo>
                <a:lnTo>
                  <a:pt x="28956" y="507492"/>
                </a:lnTo>
                <a:close/>
              </a:path>
              <a:path w="86995" h="594360" extrusionOk="0">
                <a:moveTo>
                  <a:pt x="57912" y="0"/>
                </a:moveTo>
                <a:lnTo>
                  <a:pt x="28956" y="0"/>
                </a:lnTo>
                <a:lnTo>
                  <a:pt x="28956" y="521970"/>
                </a:lnTo>
                <a:lnTo>
                  <a:pt x="57912" y="521970"/>
                </a:lnTo>
                <a:lnTo>
                  <a:pt x="57912" y="0"/>
                </a:lnTo>
                <a:close/>
              </a:path>
              <a:path w="86995" h="594360" extrusionOk="0">
                <a:moveTo>
                  <a:pt x="86868" y="507492"/>
                </a:moveTo>
                <a:lnTo>
                  <a:pt x="57912" y="507492"/>
                </a:lnTo>
                <a:lnTo>
                  <a:pt x="57912" y="521970"/>
                </a:lnTo>
                <a:lnTo>
                  <a:pt x="79629" y="521970"/>
                </a:lnTo>
                <a:lnTo>
                  <a:pt x="86868" y="50749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8" name="Google Shape;888;g2ff6f630c79_0_461"/>
          <p:cNvSpPr txBox="1"/>
          <p:nvPr/>
        </p:nvSpPr>
        <p:spPr>
          <a:xfrm>
            <a:off x="3779901" y="2379722"/>
            <a:ext cx="858600" cy="925500"/>
          </a:xfrm>
          <a:prstGeom prst="rect">
            <a:avLst/>
          </a:prstGeom>
          <a:noFill/>
          <a:ln>
            <a:noFill/>
          </a:ln>
        </p:spPr>
        <p:txBody>
          <a:bodyPr spcFirstLastPara="1" wrap="square" lIns="0" tIns="4445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Arial"/>
                <a:ea typeface="Arial"/>
                <a:cs typeface="Arial"/>
                <a:sym typeface="Arial"/>
              </a:rPr>
              <a:t>run L-K</a:t>
            </a:r>
            <a:endParaRPr sz="2000">
              <a:solidFill>
                <a:schemeClr val="dk1"/>
              </a:solidFill>
              <a:latin typeface="Arial"/>
              <a:ea typeface="Arial"/>
              <a:cs typeface="Arial"/>
              <a:sym typeface="Arial"/>
            </a:endParaRPr>
          </a:p>
          <a:p>
            <a:pPr marL="0" marR="228600" lvl="0" indent="0" algn="r" rtl="0">
              <a:lnSpc>
                <a:spcPct val="100000"/>
              </a:lnSpc>
              <a:spcBef>
                <a:spcPts val="145"/>
              </a:spcBef>
              <a:spcAft>
                <a:spcPts val="0"/>
              </a:spcAft>
              <a:buNone/>
            </a:pPr>
            <a:r>
              <a:rPr lang="en-US" sz="1200" b="1">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marL="0" marR="228600" lvl="0" indent="0" algn="r" rtl="0">
              <a:lnSpc>
                <a:spcPct val="100000"/>
              </a:lnSpc>
              <a:spcBef>
                <a:spcPts val="0"/>
              </a:spcBef>
              <a:spcAft>
                <a:spcPts val="0"/>
              </a:spcAft>
              <a:buNone/>
            </a:pPr>
            <a:r>
              <a:rPr lang="en-US" sz="1200" b="1">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marL="0" marR="228600" lvl="0" indent="0" algn="r" rtl="0">
              <a:lnSpc>
                <a:spcPct val="100000"/>
              </a:lnSpc>
              <a:spcBef>
                <a:spcPts val="0"/>
              </a:spcBef>
              <a:spcAft>
                <a:spcPts val="0"/>
              </a:spcAft>
              <a:buNone/>
            </a:pPr>
            <a:r>
              <a:rPr lang="en-US" sz="1200" b="1">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889" name="Google Shape;889;g2ff6f630c79_0_461"/>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Coarse-to-fine optical flow estimation</a:t>
            </a:r>
            <a:endParaRPr sz="3400"/>
          </a:p>
        </p:txBody>
      </p:sp>
      <p:sp>
        <p:nvSpPr>
          <p:cNvPr id="890" name="Google Shape;890;g2ff6f630c79_0_461"/>
          <p:cNvSpPr txBox="1"/>
          <p:nvPr/>
        </p:nvSpPr>
        <p:spPr>
          <a:xfrm>
            <a:off x="1404366" y="500063"/>
            <a:ext cx="6004500" cy="35220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None/>
            </a:pPr>
            <a:r>
              <a:rPr lang="en-US" sz="1100">
                <a:solidFill>
                  <a:schemeClr val="dk1"/>
                </a:solidFill>
                <a:latin typeface="Times New Roman"/>
                <a:ea typeface="Times New Roman"/>
                <a:cs typeface="Times New Roman"/>
                <a:sym typeface="Times New Roman"/>
              </a:rPr>
              <a:t>JY. Bouguet, Pyramidal Implementation of the Lucas Kanade Feature TrackerDescription of the algorithm,  Tech. Report: </a:t>
            </a:r>
            <a:r>
              <a:rPr lang="en-US" sz="11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http://robots.stanford.edu/cs223b04/algo_tracking.pdf</a:t>
            </a:r>
            <a:endParaRPr sz="1100">
              <a:solidFill>
                <a:schemeClr val="dk1"/>
              </a:solidFill>
              <a:latin typeface="Times New Roman"/>
              <a:ea typeface="Times New Roman"/>
              <a:cs typeface="Times New Roman"/>
              <a:sym typeface="Times New Roman"/>
            </a:endParaRPr>
          </a:p>
        </p:txBody>
      </p:sp>
      <p:sp>
        <p:nvSpPr>
          <p:cNvPr id="891" name="Google Shape;891;g2ff6f630c79_0_46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895"/>
        <p:cNvGrpSpPr/>
        <p:nvPr/>
      </p:nvGrpSpPr>
      <p:grpSpPr>
        <a:xfrm>
          <a:off x="0" y="0"/>
          <a:ext cx="0" cy="0"/>
          <a:chOff x="0" y="0"/>
          <a:chExt cx="0" cy="0"/>
        </a:xfrm>
      </p:grpSpPr>
      <p:sp>
        <p:nvSpPr>
          <p:cNvPr id="896" name="Google Shape;896;g2ff6f630c79_0_502"/>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Optical Flow Results</a:t>
            </a:r>
            <a:endParaRPr sz="3400"/>
          </a:p>
        </p:txBody>
      </p:sp>
      <p:pic>
        <p:nvPicPr>
          <p:cNvPr id="897" name="Google Shape;897;g2ff6f630c79_0_502"/>
          <p:cNvPicPr preferRelativeResize="0"/>
          <p:nvPr/>
        </p:nvPicPr>
        <p:blipFill rotWithShape="1">
          <a:blip r:embed="rId3">
            <a:alphaModFix/>
          </a:blip>
          <a:srcRect/>
          <a:stretch/>
        </p:blipFill>
        <p:spPr>
          <a:xfrm>
            <a:off x="819208" y="923632"/>
            <a:ext cx="5599293" cy="3754316"/>
          </a:xfrm>
          <a:prstGeom prst="rect">
            <a:avLst/>
          </a:prstGeom>
          <a:noFill/>
          <a:ln>
            <a:noFill/>
          </a:ln>
        </p:spPr>
      </p:pic>
      <p:sp>
        <p:nvSpPr>
          <p:cNvPr id="898" name="Google Shape;898;g2ff6f630c79_0_502"/>
          <p:cNvSpPr txBox="1"/>
          <p:nvPr/>
        </p:nvSpPr>
        <p:spPr>
          <a:xfrm>
            <a:off x="4083574" y="4943850"/>
            <a:ext cx="4437000" cy="1662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000">
                <a:solidFill>
                  <a:schemeClr val="dk1"/>
                </a:solidFill>
                <a:latin typeface="Arial"/>
                <a:ea typeface="Arial"/>
                <a:cs typeface="Arial"/>
                <a:sym typeface="Arial"/>
              </a:rPr>
              <a:t>* From Khurram Hassan-Shafique CAP5415 Computer Vision 2003</a:t>
            </a:r>
            <a:endParaRPr sz="1000">
              <a:solidFill>
                <a:schemeClr val="dk1"/>
              </a:solidFill>
              <a:latin typeface="Arial"/>
              <a:ea typeface="Arial"/>
              <a:cs typeface="Arial"/>
              <a:sym typeface="Arial"/>
            </a:endParaRPr>
          </a:p>
        </p:txBody>
      </p:sp>
      <p:sp>
        <p:nvSpPr>
          <p:cNvPr id="899" name="Google Shape;899;g2ff6f630c79_0_502"/>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903"/>
        <p:cNvGrpSpPr/>
        <p:nvPr/>
      </p:nvGrpSpPr>
      <p:grpSpPr>
        <a:xfrm>
          <a:off x="0" y="0"/>
          <a:ext cx="0" cy="0"/>
          <a:chOff x="0" y="0"/>
          <a:chExt cx="0" cy="0"/>
        </a:xfrm>
      </p:grpSpPr>
      <p:sp>
        <p:nvSpPr>
          <p:cNvPr id="904" name="Google Shape;904;g2ff6f630c79_0_508"/>
          <p:cNvSpPr txBox="1">
            <a:spLocks noGrp="1"/>
          </p:cNvSpPr>
          <p:nvPr>
            <p:ph type="title" idx="4294967295"/>
          </p:nvPr>
        </p:nvSpPr>
        <p:spPr>
          <a:xfrm>
            <a:off x="255550" y="122225"/>
            <a:ext cx="8520600" cy="535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400"/>
              <a:t>Optical Flow Results</a:t>
            </a:r>
            <a:endParaRPr sz="3400"/>
          </a:p>
        </p:txBody>
      </p:sp>
      <p:pic>
        <p:nvPicPr>
          <p:cNvPr id="905" name="Google Shape;905;g2ff6f630c79_0_508"/>
          <p:cNvPicPr preferRelativeResize="0"/>
          <p:nvPr/>
        </p:nvPicPr>
        <p:blipFill rotWithShape="1">
          <a:blip r:embed="rId3">
            <a:alphaModFix/>
          </a:blip>
          <a:srcRect/>
          <a:stretch/>
        </p:blipFill>
        <p:spPr>
          <a:xfrm>
            <a:off x="676572" y="1095236"/>
            <a:ext cx="5719952" cy="3573352"/>
          </a:xfrm>
          <a:prstGeom prst="rect">
            <a:avLst/>
          </a:prstGeom>
          <a:noFill/>
          <a:ln>
            <a:noFill/>
          </a:ln>
        </p:spPr>
      </p:pic>
      <p:sp>
        <p:nvSpPr>
          <p:cNvPr id="906" name="Google Shape;906;g2ff6f630c79_0_508"/>
          <p:cNvSpPr txBox="1"/>
          <p:nvPr/>
        </p:nvSpPr>
        <p:spPr>
          <a:xfrm>
            <a:off x="5296179" y="4749853"/>
            <a:ext cx="3789600" cy="3201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000">
                <a:solidFill>
                  <a:schemeClr val="dk1"/>
                </a:solidFill>
                <a:latin typeface="Arial"/>
                <a:ea typeface="Arial"/>
                <a:cs typeface="Arial"/>
                <a:sym typeface="Arial"/>
              </a:rPr>
              <a:t>* From Khurram Hassan-Shafique CAP5415 Computer Vision 2003</a:t>
            </a:r>
            <a:endParaRPr sz="1000">
              <a:solidFill>
                <a:schemeClr val="dk1"/>
              </a:solidFill>
              <a:latin typeface="Arial"/>
              <a:ea typeface="Arial"/>
              <a:cs typeface="Arial"/>
              <a:sym typeface="Arial"/>
            </a:endParaRPr>
          </a:p>
        </p:txBody>
      </p:sp>
      <p:sp>
        <p:nvSpPr>
          <p:cNvPr id="907" name="Google Shape;907;g2ff6f630c79_0_508"/>
          <p:cNvSpPr txBox="1"/>
          <p:nvPr/>
        </p:nvSpPr>
        <p:spPr>
          <a:xfrm>
            <a:off x="78751" y="4477675"/>
            <a:ext cx="4709400" cy="474600"/>
          </a:xfrm>
          <a:prstGeom prst="rect">
            <a:avLst/>
          </a:prstGeom>
          <a:noFill/>
          <a:ln>
            <a:noFill/>
          </a:ln>
        </p:spPr>
        <p:txBody>
          <a:bodyPr spcFirstLastPara="1" wrap="square" lIns="0" tIns="12700" rIns="0" bIns="0" anchor="t" anchorCtr="0">
            <a:spAutoFit/>
          </a:bodyPr>
          <a:lstStyle/>
          <a:p>
            <a:pPr marL="102235" marR="0" lvl="0" indent="-88900" algn="l" rtl="0">
              <a:lnSpc>
                <a:spcPct val="100000"/>
              </a:lnSpc>
              <a:spcBef>
                <a:spcPts val="0"/>
              </a:spcBef>
              <a:spcAft>
                <a:spcPts val="0"/>
              </a:spcAft>
              <a:buClr>
                <a:srgbClr val="000000"/>
              </a:buClr>
              <a:buSzPts val="1400"/>
              <a:buFont typeface="Arial"/>
              <a:buChar char="•"/>
            </a:pPr>
            <a:r>
              <a:rPr lang="en-US" sz="1500" u="sng">
                <a:solidFill>
                  <a:srgbClr val="0000FF"/>
                </a:solidFill>
                <a:latin typeface="Arial"/>
                <a:ea typeface="Arial"/>
                <a:cs typeface="Arial"/>
                <a:sym typeface="Arial"/>
                <a:hlinkClick r:id="rId4">
                  <a:extLst>
                    <a:ext uri="{A12FA001-AC4F-418D-AE19-62706E023703}">
                      <ahyp:hlinkClr xmlns:ahyp="http://schemas.microsoft.com/office/drawing/2018/hyperlinkcolor" val="tx"/>
                    </a:ext>
                  </a:extLst>
                </a:hlinkClick>
              </a:rPr>
              <a:t> http://www.ces.clemson.edu/~stb/klt/</a:t>
            </a:r>
            <a:endParaRPr sz="1500">
              <a:solidFill>
                <a:schemeClr val="dk1"/>
              </a:solidFill>
              <a:latin typeface="Arial"/>
              <a:ea typeface="Arial"/>
              <a:cs typeface="Arial"/>
              <a:sym typeface="Arial"/>
            </a:endParaRPr>
          </a:p>
          <a:p>
            <a:pPr marL="170815" marR="0" lvl="0" indent="-127000" algn="l" rtl="0">
              <a:lnSpc>
                <a:spcPct val="100000"/>
              </a:lnSpc>
              <a:spcBef>
                <a:spcPts val="0"/>
              </a:spcBef>
              <a:spcAft>
                <a:spcPts val="0"/>
              </a:spcAft>
              <a:buClr>
                <a:schemeClr val="dk1"/>
              </a:buClr>
              <a:buSzPts val="1400"/>
              <a:buFont typeface="Arial"/>
              <a:buChar char="•"/>
            </a:pPr>
            <a:r>
              <a:rPr lang="en-US" sz="1500">
                <a:solidFill>
                  <a:schemeClr val="dk1"/>
                </a:solidFill>
                <a:latin typeface="Arial"/>
                <a:ea typeface="Arial"/>
                <a:cs typeface="Arial"/>
                <a:sym typeface="Arial"/>
              </a:rPr>
              <a:t>OpenCV</a:t>
            </a:r>
            <a:endParaRPr sz="1500">
              <a:solidFill>
                <a:schemeClr val="dk1"/>
              </a:solidFill>
              <a:latin typeface="Arial"/>
              <a:ea typeface="Arial"/>
              <a:cs typeface="Arial"/>
              <a:sym typeface="Arial"/>
            </a:endParaRPr>
          </a:p>
        </p:txBody>
      </p:sp>
      <p:sp>
        <p:nvSpPr>
          <p:cNvPr id="908" name="Google Shape;908;g2ff6f630c79_0_508"/>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ff6f630c79_0_1817"/>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Challenges in Optical Flow</a:t>
            </a:r>
            <a:endParaRPr/>
          </a:p>
        </p:txBody>
      </p:sp>
      <p:sp>
        <p:nvSpPr>
          <p:cNvPr id="914" name="Google Shape;914;g2ff6f630c79_0_1817"/>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Aperture problem: Difficult to estimate flow in regions with uniform textures.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Sensitive to lighting changes and noise.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Handling occlusion and large object movements.</a:t>
            </a:r>
            <a:endParaRPr/>
          </a:p>
        </p:txBody>
      </p:sp>
      <p:sp>
        <p:nvSpPr>
          <p:cNvPr id="915" name="Google Shape;915;g2ff6f630c79_0_1817"/>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ff6f630c79_0_1822"/>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Advanced Techniques</a:t>
            </a:r>
            <a:endParaRPr/>
          </a:p>
        </p:txBody>
      </p:sp>
      <p:sp>
        <p:nvSpPr>
          <p:cNvPr id="921" name="Google Shape;921;g2ff6f630c79_0_1822"/>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Deep learning approaches (e.g., FlowNet) for more accurate flow estimation.</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Applications: Autonomous driving, medical imaging.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925"/>
        <p:cNvGrpSpPr/>
        <p:nvPr/>
      </p:nvGrpSpPr>
      <p:grpSpPr>
        <a:xfrm>
          <a:off x="0" y="0"/>
          <a:ext cx="0" cy="0"/>
          <a:chOff x="0" y="0"/>
          <a:chExt cx="0" cy="0"/>
        </a:xfrm>
      </p:grpSpPr>
      <p:sp>
        <p:nvSpPr>
          <p:cNvPr id="926" name="Google Shape;926;g2ff6f630c79_0_515"/>
          <p:cNvSpPr txBox="1"/>
          <p:nvPr/>
        </p:nvSpPr>
        <p:spPr>
          <a:xfrm>
            <a:off x="307340" y="930211"/>
            <a:ext cx="7969200" cy="2534100"/>
          </a:xfrm>
          <a:prstGeom prst="rect">
            <a:avLst/>
          </a:prstGeom>
          <a:noFill/>
          <a:ln>
            <a:noFill/>
          </a:ln>
        </p:spPr>
        <p:txBody>
          <a:bodyPr spcFirstLastPara="1" wrap="square" lIns="0" tIns="13325" rIns="0" bIns="0" anchor="t" anchorCtr="0">
            <a:spAutoFit/>
          </a:bodyPr>
          <a:lstStyle/>
          <a:p>
            <a:pPr marL="355600" marR="0" lvl="0" indent="-342900" algn="l" rtl="0">
              <a:lnSpc>
                <a:spcPct val="100000"/>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Key assumptions (</a:t>
            </a:r>
            <a:r>
              <a:rPr lang="en-US" sz="2400">
                <a:solidFill>
                  <a:schemeClr val="dk1"/>
                </a:solidFill>
                <a:latin typeface="Arial"/>
                <a:ea typeface="Arial"/>
                <a:cs typeface="Arial"/>
                <a:sym typeface="Arial"/>
              </a:rPr>
              <a:t>Errors in Lucas-Kanade</a:t>
            </a:r>
            <a:r>
              <a:rPr lang="en-US" sz="3200">
                <a:solidFill>
                  <a:schemeClr val="dk1"/>
                </a:solidFill>
                <a:latin typeface="Arial"/>
                <a:ea typeface="Arial"/>
                <a:cs typeface="Arial"/>
                <a:sym typeface="Arial"/>
              </a:rPr>
              <a:t>)</a:t>
            </a:r>
            <a:endParaRPr sz="3200">
              <a:solidFill>
                <a:schemeClr val="dk1"/>
              </a:solidFill>
              <a:latin typeface="Arial"/>
              <a:ea typeface="Arial"/>
              <a:cs typeface="Arial"/>
              <a:sym typeface="Arial"/>
            </a:endParaRPr>
          </a:p>
          <a:p>
            <a:pPr marL="0" marR="0" lvl="0" indent="0" algn="l" rtl="0">
              <a:lnSpc>
                <a:spcPct val="100000"/>
              </a:lnSpc>
              <a:spcBef>
                <a:spcPts val="40"/>
              </a:spcBef>
              <a:spcAft>
                <a:spcPts val="0"/>
              </a:spcAft>
              <a:buClr>
                <a:schemeClr val="dk1"/>
              </a:buClr>
              <a:buSzPts val="4500"/>
              <a:buFont typeface="Arial"/>
              <a:buNone/>
            </a:pPr>
            <a:endParaRPr sz="4500">
              <a:solidFill>
                <a:schemeClr val="dk1"/>
              </a:solidFill>
              <a:latin typeface="Arial"/>
              <a:ea typeface="Arial"/>
              <a:cs typeface="Arial"/>
              <a:sym typeface="Arial"/>
            </a:endParaRPr>
          </a:p>
          <a:p>
            <a:pPr marL="756285" marR="0" lvl="1" indent="-287019" algn="l" rtl="0">
              <a:lnSpc>
                <a:spcPct val="100000"/>
              </a:lnSpc>
              <a:spcBef>
                <a:spcPts val="0"/>
              </a:spcBef>
              <a:spcAft>
                <a:spcPts val="0"/>
              </a:spcAft>
              <a:buClr>
                <a:schemeClr val="dk1"/>
              </a:buClr>
              <a:buSzPts val="2400"/>
              <a:buFont typeface="Arial"/>
              <a:buChar char="•"/>
            </a:pPr>
            <a:r>
              <a:rPr lang="en-US" sz="2400" b="1" i="0" u="none" strike="noStrike" cap="none">
                <a:solidFill>
                  <a:schemeClr val="dk1"/>
                </a:solidFill>
                <a:latin typeface="Arial"/>
                <a:ea typeface="Arial"/>
                <a:cs typeface="Arial"/>
                <a:sym typeface="Arial"/>
              </a:rPr>
              <a:t>Small motion:	</a:t>
            </a:r>
            <a:r>
              <a:rPr lang="en-US" sz="2400" b="0" i="0" u="none" strike="noStrike" cap="none">
                <a:solidFill>
                  <a:schemeClr val="dk1"/>
                </a:solidFill>
                <a:latin typeface="Arial"/>
                <a:ea typeface="Arial"/>
                <a:cs typeface="Arial"/>
                <a:sym typeface="Arial"/>
              </a:rPr>
              <a:t>points do not move very far</a:t>
            </a:r>
            <a:endParaRPr sz="2400" b="0" i="0" u="none" strike="noStrike" cap="none">
              <a:solidFill>
                <a:schemeClr val="dk1"/>
              </a:solidFill>
              <a:latin typeface="Arial"/>
              <a:ea typeface="Arial"/>
              <a:cs typeface="Arial"/>
              <a:sym typeface="Arial"/>
            </a:endParaRPr>
          </a:p>
          <a:p>
            <a:pPr marL="756285" marR="5080" lvl="1" indent="-287019" algn="l" rtl="0">
              <a:lnSpc>
                <a:spcPct val="100000"/>
              </a:lnSpc>
              <a:spcBef>
                <a:spcPts val="1730"/>
              </a:spcBef>
              <a:spcAft>
                <a:spcPts val="0"/>
              </a:spcAft>
              <a:buClr>
                <a:schemeClr val="dk1"/>
              </a:buClr>
              <a:buSzPts val="2400"/>
              <a:buFont typeface="Arial"/>
              <a:buChar char="•"/>
            </a:pPr>
            <a:r>
              <a:rPr lang="en-US" sz="2400" b="1" i="0" u="none" strike="noStrike" cap="none">
                <a:solidFill>
                  <a:schemeClr val="dk1"/>
                </a:solidFill>
                <a:latin typeface="Arial"/>
                <a:ea typeface="Arial"/>
                <a:cs typeface="Arial"/>
                <a:sym typeface="Arial"/>
              </a:rPr>
              <a:t>Brightness constancy:	</a:t>
            </a:r>
            <a:r>
              <a:rPr lang="en-US" sz="2400" b="0" i="0" u="none" strike="noStrike" cap="none">
                <a:solidFill>
                  <a:schemeClr val="dk1"/>
                </a:solidFill>
                <a:latin typeface="Arial"/>
                <a:ea typeface="Arial"/>
                <a:cs typeface="Arial"/>
                <a:sym typeface="Arial"/>
              </a:rPr>
              <a:t>projection of the same point  looks the same in every frame</a:t>
            </a:r>
            <a:endParaRPr sz="2400" b="0" i="0" u="none" strike="noStrike" cap="none">
              <a:solidFill>
                <a:schemeClr val="dk1"/>
              </a:solidFill>
              <a:latin typeface="Arial"/>
              <a:ea typeface="Arial"/>
              <a:cs typeface="Arial"/>
              <a:sym typeface="Arial"/>
            </a:endParaRPr>
          </a:p>
        </p:txBody>
      </p:sp>
      <p:sp>
        <p:nvSpPr>
          <p:cNvPr id="927" name="Google Shape;927;g2ff6f630c79_0_515"/>
          <p:cNvSpPr txBox="1"/>
          <p:nvPr/>
        </p:nvSpPr>
        <p:spPr>
          <a:xfrm>
            <a:off x="610362" y="3467671"/>
            <a:ext cx="7772400" cy="500100"/>
          </a:xfrm>
          <a:prstGeom prst="rect">
            <a:avLst/>
          </a:prstGeom>
          <a:noFill/>
          <a:ln w="25900" cap="flat" cmpd="sng">
            <a:solidFill>
              <a:srgbClr val="FF0000"/>
            </a:solidFill>
            <a:prstDash val="solid"/>
            <a:round/>
            <a:headEnd type="none" w="sm" len="sm"/>
            <a:tailEnd type="none" w="sm" len="sm"/>
          </a:ln>
        </p:spPr>
        <p:txBody>
          <a:bodyPr spcFirstLastPara="1" wrap="square" lIns="0" tIns="129525" rIns="0" bIns="0" anchor="t" anchorCtr="0">
            <a:spAutoFit/>
          </a:bodyPr>
          <a:lstStyle/>
          <a:p>
            <a:pPr marL="453390" marR="0" lvl="0" indent="-287655" algn="l" rtl="0">
              <a:lnSpc>
                <a:spcPct val="10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Spatial coherence: </a:t>
            </a:r>
            <a:r>
              <a:rPr lang="en-US" sz="2400">
                <a:solidFill>
                  <a:schemeClr val="dk1"/>
                </a:solidFill>
                <a:latin typeface="Arial"/>
                <a:ea typeface="Arial"/>
                <a:cs typeface="Arial"/>
                <a:sym typeface="Arial"/>
              </a:rPr>
              <a:t>points move like their neighbors</a:t>
            </a:r>
            <a:endParaRPr sz="2400">
              <a:solidFill>
                <a:schemeClr val="dk1"/>
              </a:solidFill>
              <a:latin typeface="Arial"/>
              <a:ea typeface="Arial"/>
              <a:cs typeface="Arial"/>
              <a:sym typeface="Arial"/>
            </a:endParaRPr>
          </a:p>
        </p:txBody>
      </p:sp>
      <p:sp>
        <p:nvSpPr>
          <p:cNvPr id="928" name="Google Shape;928;g2ff6f630c79_0_515"/>
          <p:cNvSpPr txBox="1">
            <a:spLocks noGrp="1"/>
          </p:cNvSpPr>
          <p:nvPr>
            <p:ph type="title" idx="4294967295"/>
          </p:nvPr>
        </p:nvSpPr>
        <p:spPr>
          <a:xfrm>
            <a:off x="255550" y="122225"/>
            <a:ext cx="8520600" cy="4431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Recap</a:t>
            </a:r>
            <a:endParaRPr/>
          </a:p>
        </p:txBody>
      </p:sp>
      <p:sp>
        <p:nvSpPr>
          <p:cNvPr id="929" name="Google Shape;929;g2ff6f630c79_0_515"/>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ff6f630c79_0_521"/>
          <p:cNvSpPr txBox="1">
            <a:spLocks noGrp="1"/>
          </p:cNvSpPr>
          <p:nvPr>
            <p:ph type="ctrTitle"/>
          </p:nvPr>
        </p:nvSpPr>
        <p:spPr>
          <a:xfrm>
            <a:off x="724087" y="1944297"/>
            <a:ext cx="7859700" cy="857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sz="3200" b="1" i="0" u="none">
                <a:solidFill>
                  <a:schemeClr val="dk1"/>
                </a:solidFill>
                <a:latin typeface="Times New Roman"/>
                <a:ea typeface="Times New Roman"/>
                <a:cs typeface="Times New Roman"/>
                <a:sym typeface="Times New Roman"/>
              </a:rPr>
              <a:t>Tracking (2) –Mean Shift for Tracking</a:t>
            </a:r>
            <a:endParaRPr/>
          </a:p>
        </p:txBody>
      </p:sp>
      <p:sp>
        <p:nvSpPr>
          <p:cNvPr id="936" name="Google Shape;936;g2ff6f630c79_0_521"/>
          <p:cNvSpPr txBox="1"/>
          <p:nvPr/>
        </p:nvSpPr>
        <p:spPr>
          <a:xfrm>
            <a:off x="152400" y="4686300"/>
            <a:ext cx="8239200" cy="486900"/>
          </a:xfrm>
          <a:prstGeom prst="rect">
            <a:avLst/>
          </a:prstGeom>
          <a:noFill/>
          <a:ln>
            <a:noFill/>
          </a:ln>
        </p:spPr>
        <p:txBody>
          <a:bodyPr spcFirstLastPara="1" wrap="square" lIns="0" tIns="12700" rIns="0" bIns="0" anchor="t" anchorCtr="0">
            <a:spAutoFit/>
          </a:bodyPr>
          <a:lstStyle/>
          <a:p>
            <a:pPr marL="203200" marR="0" lvl="0" indent="-190500" algn="l" rtl="0">
              <a:lnSpc>
                <a:spcPct val="120000"/>
              </a:lnSpc>
              <a:spcBef>
                <a:spcPts val="0"/>
              </a:spcBef>
              <a:spcAft>
                <a:spcPts val="0"/>
              </a:spcAft>
              <a:buClr>
                <a:schemeClr val="dk1"/>
              </a:buClr>
              <a:buSzPts val="1400"/>
              <a:buFont typeface="Avenir"/>
              <a:buChar char="•"/>
            </a:pPr>
            <a:r>
              <a:rPr lang="en-US" sz="1400" b="1" i="0" u="sng" strike="noStrike" cap="none">
                <a:solidFill>
                  <a:schemeClr val="dk1"/>
                </a:solidFill>
                <a:latin typeface="Avenir"/>
                <a:ea typeface="Avenir"/>
                <a:cs typeface="Avenir"/>
                <a:sym typeface="Avenir"/>
              </a:rPr>
              <a:t>Adopted from Source</a:t>
            </a:r>
            <a:r>
              <a:rPr lang="en-US" sz="1400" b="0" i="0" u="none" strike="noStrike" cap="none">
                <a:solidFill>
                  <a:schemeClr val="dk1"/>
                </a:solidFill>
                <a:latin typeface="Avenir"/>
                <a:ea typeface="Avenir"/>
                <a:cs typeface="Avenir"/>
                <a:sym typeface="Avenir"/>
              </a:rPr>
              <a:t>: R.Collins, CSE, PSU  CSE598G Spring 2006  &amp; Yaron Ukrainitz  &amp;  Bernard Sarel</a:t>
            </a:r>
            <a:endParaRPr/>
          </a:p>
        </p:txBody>
      </p:sp>
      <p:sp>
        <p:nvSpPr>
          <p:cNvPr id="937" name="Google Shape;937;g2ff6f630c79_0_521"/>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ff6f630c79_0_1615"/>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endParaRPr sz="4400">
              <a:latin typeface="Calibri"/>
              <a:ea typeface="Calibri"/>
              <a:cs typeface="Calibri"/>
              <a:sym typeface="Calibri"/>
            </a:endParaRPr>
          </a:p>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Tracking with Mean Shift Algorithm</a:t>
            </a:r>
            <a:endParaRPr/>
          </a:p>
        </p:txBody>
      </p:sp>
      <p:sp>
        <p:nvSpPr>
          <p:cNvPr id="943" name="Google Shape;943;g2ff6f630c79_0_1615"/>
          <p:cNvSpPr txBox="1">
            <a:spLocks noGrp="1"/>
          </p:cNvSpPr>
          <p:nvPr>
            <p:ph type="body" idx="1"/>
          </p:nvPr>
        </p:nvSpPr>
        <p:spPr>
          <a:xfrm>
            <a:off x="255550" y="864347"/>
            <a:ext cx="8576700" cy="36543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Concept:</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Mode-seeking algorithm.</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Tracks objects based on color histograms.</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Advantages: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Simple and efficient.</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Limitations: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Fails in case of drastic appearance change.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ff6f630c79_0_527"/>
          <p:cNvSpPr txBox="1">
            <a:spLocks noGrp="1"/>
          </p:cNvSpPr>
          <p:nvPr>
            <p:ph type="title"/>
          </p:nvPr>
        </p:nvSpPr>
        <p:spPr>
          <a:xfrm>
            <a:off x="673650" y="166700"/>
            <a:ext cx="7313100" cy="608100"/>
          </a:xfrm>
          <a:prstGeom prst="rect">
            <a:avLst/>
          </a:prstGeom>
          <a:noFill/>
          <a:ln>
            <a:noFill/>
          </a:ln>
        </p:spPr>
        <p:txBody>
          <a:bodyPr spcFirstLastPara="1" wrap="square" lIns="0" tIns="22950" rIns="0" bIns="0" anchor="ctr" anchorCtr="0">
            <a:spAutoFit/>
          </a:bodyPr>
          <a:lstStyle/>
          <a:p>
            <a:pPr marL="1174750" lvl="0" indent="-1163637" algn="ctr" rtl="0">
              <a:lnSpc>
                <a:spcPct val="121052"/>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Appearance-Based  Tracking</a:t>
            </a:r>
            <a:endParaRPr/>
          </a:p>
        </p:txBody>
      </p:sp>
      <p:grpSp>
        <p:nvGrpSpPr>
          <p:cNvPr id="949" name="Google Shape;949;g2ff6f630c79_0_527"/>
          <p:cNvGrpSpPr/>
          <p:nvPr/>
        </p:nvGrpSpPr>
        <p:grpSpPr>
          <a:xfrm>
            <a:off x="863584" y="1478703"/>
            <a:ext cx="4927601" cy="1538064"/>
            <a:chOff x="826008" y="2234183"/>
            <a:chExt cx="5584317" cy="2325115"/>
          </a:xfrm>
        </p:grpSpPr>
        <p:sp>
          <p:nvSpPr>
            <p:cNvPr id="950" name="Google Shape;950;g2ff6f630c79_0_527"/>
            <p:cNvSpPr/>
            <p:nvPr/>
          </p:nvSpPr>
          <p:spPr>
            <a:xfrm>
              <a:off x="3886200" y="2797809"/>
              <a:ext cx="2524125" cy="1761489"/>
            </a:xfrm>
            <a:custGeom>
              <a:avLst/>
              <a:gdLst/>
              <a:ahLst/>
              <a:cxnLst/>
              <a:rect l="l" t="t" r="r" b="b"/>
              <a:pathLst>
                <a:path w="2524125" h="1761489" extrusionOk="0">
                  <a:moveTo>
                    <a:pt x="2523744" y="0"/>
                  </a:moveTo>
                  <a:lnTo>
                    <a:pt x="0" y="0"/>
                  </a:lnTo>
                  <a:lnTo>
                    <a:pt x="0" y="6350"/>
                  </a:lnTo>
                  <a:lnTo>
                    <a:pt x="0" y="8890"/>
                  </a:lnTo>
                  <a:lnTo>
                    <a:pt x="0" y="1752600"/>
                  </a:lnTo>
                  <a:lnTo>
                    <a:pt x="0" y="1758950"/>
                  </a:lnTo>
                  <a:lnTo>
                    <a:pt x="0" y="1761490"/>
                  </a:lnTo>
                  <a:lnTo>
                    <a:pt x="2523744" y="1761490"/>
                  </a:lnTo>
                  <a:lnTo>
                    <a:pt x="2523744" y="1758950"/>
                  </a:lnTo>
                  <a:lnTo>
                    <a:pt x="2523744" y="1752854"/>
                  </a:lnTo>
                  <a:lnTo>
                    <a:pt x="2520696" y="1752854"/>
                  </a:lnTo>
                  <a:lnTo>
                    <a:pt x="2520696" y="1752600"/>
                  </a:lnTo>
                  <a:lnTo>
                    <a:pt x="2523744" y="1752600"/>
                  </a:lnTo>
                  <a:lnTo>
                    <a:pt x="2523744" y="9398"/>
                  </a:lnTo>
                  <a:lnTo>
                    <a:pt x="2523744" y="8890"/>
                  </a:lnTo>
                  <a:lnTo>
                    <a:pt x="2523744" y="6350"/>
                  </a:lnTo>
                  <a:lnTo>
                    <a:pt x="252374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951" name="Google Shape;951;g2ff6f630c79_0_527"/>
            <p:cNvPicPr preferRelativeResize="0"/>
            <p:nvPr/>
          </p:nvPicPr>
          <p:blipFill rotWithShape="1">
            <a:blip r:embed="rId3">
              <a:alphaModFix/>
            </a:blip>
            <a:srcRect/>
            <a:stretch/>
          </p:blipFill>
          <p:spPr>
            <a:xfrm>
              <a:off x="3892296" y="2944367"/>
              <a:ext cx="2331720" cy="1341119"/>
            </a:xfrm>
            <a:prstGeom prst="rect">
              <a:avLst/>
            </a:prstGeom>
            <a:noFill/>
            <a:ln>
              <a:noFill/>
            </a:ln>
          </p:spPr>
        </p:pic>
        <p:sp>
          <p:nvSpPr>
            <p:cNvPr id="952" name="Google Shape;952;g2ff6f630c79_0_527"/>
            <p:cNvSpPr/>
            <p:nvPr/>
          </p:nvSpPr>
          <p:spPr>
            <a:xfrm>
              <a:off x="4587240" y="3300729"/>
              <a:ext cx="1295400" cy="774700"/>
            </a:xfrm>
            <a:custGeom>
              <a:avLst/>
              <a:gdLst/>
              <a:ahLst/>
              <a:cxnLst/>
              <a:rect l="l" t="t" r="r" b="b"/>
              <a:pathLst>
                <a:path w="1295400" h="774700" extrusionOk="0">
                  <a:moveTo>
                    <a:pt x="1295400" y="0"/>
                  </a:moveTo>
                  <a:lnTo>
                    <a:pt x="1255776" y="0"/>
                  </a:lnTo>
                  <a:lnTo>
                    <a:pt x="1255776" y="39878"/>
                  </a:lnTo>
                  <a:lnTo>
                    <a:pt x="1255776" y="734822"/>
                  </a:lnTo>
                  <a:lnTo>
                    <a:pt x="39624" y="734822"/>
                  </a:lnTo>
                  <a:lnTo>
                    <a:pt x="39624" y="39878"/>
                  </a:lnTo>
                  <a:lnTo>
                    <a:pt x="1255776" y="39878"/>
                  </a:lnTo>
                  <a:lnTo>
                    <a:pt x="1255776" y="0"/>
                  </a:lnTo>
                  <a:lnTo>
                    <a:pt x="0" y="0"/>
                  </a:lnTo>
                  <a:lnTo>
                    <a:pt x="0" y="21590"/>
                  </a:lnTo>
                  <a:lnTo>
                    <a:pt x="0" y="39370"/>
                  </a:lnTo>
                  <a:lnTo>
                    <a:pt x="0" y="735330"/>
                  </a:lnTo>
                  <a:lnTo>
                    <a:pt x="0" y="755650"/>
                  </a:lnTo>
                  <a:lnTo>
                    <a:pt x="0" y="774700"/>
                  </a:lnTo>
                  <a:lnTo>
                    <a:pt x="1295400" y="774700"/>
                  </a:lnTo>
                  <a:lnTo>
                    <a:pt x="1295400" y="21590"/>
                  </a:lnTo>
                  <a:lnTo>
                    <a:pt x="129540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3" name="Google Shape;953;g2ff6f630c79_0_527"/>
            <p:cNvSpPr/>
            <p:nvPr/>
          </p:nvSpPr>
          <p:spPr>
            <a:xfrm>
              <a:off x="4599432" y="3313429"/>
              <a:ext cx="1274445" cy="753110"/>
            </a:xfrm>
            <a:custGeom>
              <a:avLst/>
              <a:gdLst/>
              <a:ahLst/>
              <a:cxnLst/>
              <a:rect l="l" t="t" r="r" b="b"/>
              <a:pathLst>
                <a:path w="1274445" h="753110" extrusionOk="0">
                  <a:moveTo>
                    <a:pt x="1274064" y="0"/>
                  </a:moveTo>
                  <a:lnTo>
                    <a:pt x="1255776" y="0"/>
                  </a:lnTo>
                  <a:lnTo>
                    <a:pt x="1255776" y="18034"/>
                  </a:lnTo>
                  <a:lnTo>
                    <a:pt x="1255776" y="734060"/>
                  </a:lnTo>
                  <a:lnTo>
                    <a:pt x="1255776" y="734314"/>
                  </a:lnTo>
                  <a:lnTo>
                    <a:pt x="18288" y="734314"/>
                  </a:lnTo>
                  <a:lnTo>
                    <a:pt x="9144" y="734314"/>
                  </a:lnTo>
                  <a:lnTo>
                    <a:pt x="9144" y="734060"/>
                  </a:lnTo>
                  <a:lnTo>
                    <a:pt x="18288" y="734060"/>
                  </a:lnTo>
                  <a:lnTo>
                    <a:pt x="18288" y="18034"/>
                  </a:lnTo>
                  <a:lnTo>
                    <a:pt x="1255776" y="18034"/>
                  </a:lnTo>
                  <a:lnTo>
                    <a:pt x="1255776" y="0"/>
                  </a:lnTo>
                  <a:lnTo>
                    <a:pt x="0" y="0"/>
                  </a:lnTo>
                  <a:lnTo>
                    <a:pt x="0" y="8890"/>
                  </a:lnTo>
                  <a:lnTo>
                    <a:pt x="0" y="17780"/>
                  </a:lnTo>
                  <a:lnTo>
                    <a:pt x="0" y="734060"/>
                  </a:lnTo>
                  <a:lnTo>
                    <a:pt x="0" y="742950"/>
                  </a:lnTo>
                  <a:lnTo>
                    <a:pt x="0" y="753110"/>
                  </a:lnTo>
                  <a:lnTo>
                    <a:pt x="1274064" y="753110"/>
                  </a:lnTo>
                  <a:lnTo>
                    <a:pt x="1274064" y="743458"/>
                  </a:lnTo>
                  <a:lnTo>
                    <a:pt x="1274064" y="742950"/>
                  </a:lnTo>
                  <a:lnTo>
                    <a:pt x="1274064" y="734314"/>
                  </a:lnTo>
                  <a:lnTo>
                    <a:pt x="1264920" y="734314"/>
                  </a:lnTo>
                  <a:lnTo>
                    <a:pt x="1264920" y="734060"/>
                  </a:lnTo>
                  <a:lnTo>
                    <a:pt x="1274064" y="734060"/>
                  </a:lnTo>
                  <a:lnTo>
                    <a:pt x="1274064" y="18034"/>
                  </a:lnTo>
                  <a:lnTo>
                    <a:pt x="1274064" y="17780"/>
                  </a:lnTo>
                  <a:lnTo>
                    <a:pt x="1274064" y="8890"/>
                  </a:lnTo>
                  <a:lnTo>
                    <a:pt x="1274064"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4" name="Google Shape;954;g2ff6f630c79_0_527"/>
            <p:cNvSpPr/>
            <p:nvPr/>
          </p:nvSpPr>
          <p:spPr>
            <a:xfrm>
              <a:off x="4447032" y="3404869"/>
              <a:ext cx="1298575" cy="777239"/>
            </a:xfrm>
            <a:custGeom>
              <a:avLst/>
              <a:gdLst/>
              <a:ahLst/>
              <a:cxnLst/>
              <a:rect l="l" t="t" r="r" b="b"/>
              <a:pathLst>
                <a:path w="1298575" h="777239" extrusionOk="0">
                  <a:moveTo>
                    <a:pt x="1298448" y="0"/>
                  </a:moveTo>
                  <a:lnTo>
                    <a:pt x="1258824" y="0"/>
                  </a:lnTo>
                  <a:lnTo>
                    <a:pt x="1258824" y="39370"/>
                  </a:lnTo>
                  <a:lnTo>
                    <a:pt x="1258824" y="737362"/>
                  </a:lnTo>
                  <a:lnTo>
                    <a:pt x="39624" y="737362"/>
                  </a:lnTo>
                  <a:lnTo>
                    <a:pt x="39624" y="39370"/>
                  </a:lnTo>
                  <a:lnTo>
                    <a:pt x="1258824" y="39370"/>
                  </a:lnTo>
                  <a:lnTo>
                    <a:pt x="1258824" y="0"/>
                  </a:lnTo>
                  <a:lnTo>
                    <a:pt x="0" y="0"/>
                  </a:lnTo>
                  <a:lnTo>
                    <a:pt x="0" y="21590"/>
                  </a:lnTo>
                  <a:lnTo>
                    <a:pt x="0" y="39370"/>
                  </a:lnTo>
                  <a:lnTo>
                    <a:pt x="0" y="737870"/>
                  </a:lnTo>
                  <a:lnTo>
                    <a:pt x="0" y="758190"/>
                  </a:lnTo>
                  <a:lnTo>
                    <a:pt x="0" y="777240"/>
                  </a:lnTo>
                  <a:lnTo>
                    <a:pt x="1298448" y="777240"/>
                  </a:lnTo>
                  <a:lnTo>
                    <a:pt x="1298448" y="21082"/>
                  </a:lnTo>
                  <a:lnTo>
                    <a:pt x="129844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5" name="Google Shape;955;g2ff6f630c79_0_527"/>
            <p:cNvSpPr/>
            <p:nvPr/>
          </p:nvSpPr>
          <p:spPr>
            <a:xfrm>
              <a:off x="4459224" y="3416299"/>
              <a:ext cx="1277620" cy="756920"/>
            </a:xfrm>
            <a:custGeom>
              <a:avLst/>
              <a:gdLst/>
              <a:ahLst/>
              <a:cxnLst/>
              <a:rect l="l" t="t" r="r" b="b"/>
              <a:pathLst>
                <a:path w="1277620" h="756920" extrusionOk="0">
                  <a:moveTo>
                    <a:pt x="1277112" y="0"/>
                  </a:moveTo>
                  <a:lnTo>
                    <a:pt x="1258824" y="0"/>
                  </a:lnTo>
                  <a:lnTo>
                    <a:pt x="1258824" y="18796"/>
                  </a:lnTo>
                  <a:lnTo>
                    <a:pt x="1258824" y="19050"/>
                  </a:lnTo>
                  <a:lnTo>
                    <a:pt x="1258824" y="737870"/>
                  </a:lnTo>
                  <a:lnTo>
                    <a:pt x="1258824" y="738124"/>
                  </a:lnTo>
                  <a:lnTo>
                    <a:pt x="18288" y="738124"/>
                  </a:lnTo>
                  <a:lnTo>
                    <a:pt x="9144" y="738124"/>
                  </a:lnTo>
                  <a:lnTo>
                    <a:pt x="9144" y="737870"/>
                  </a:lnTo>
                  <a:lnTo>
                    <a:pt x="18288" y="737870"/>
                  </a:lnTo>
                  <a:lnTo>
                    <a:pt x="18288" y="19050"/>
                  </a:lnTo>
                  <a:lnTo>
                    <a:pt x="9144" y="19050"/>
                  </a:lnTo>
                  <a:lnTo>
                    <a:pt x="9144" y="18796"/>
                  </a:lnTo>
                  <a:lnTo>
                    <a:pt x="18288" y="18796"/>
                  </a:lnTo>
                  <a:lnTo>
                    <a:pt x="1258824" y="18796"/>
                  </a:lnTo>
                  <a:lnTo>
                    <a:pt x="1258824" y="0"/>
                  </a:lnTo>
                  <a:lnTo>
                    <a:pt x="0" y="0"/>
                  </a:lnTo>
                  <a:lnTo>
                    <a:pt x="0" y="10160"/>
                  </a:lnTo>
                  <a:lnTo>
                    <a:pt x="0" y="19050"/>
                  </a:lnTo>
                  <a:lnTo>
                    <a:pt x="0" y="737870"/>
                  </a:lnTo>
                  <a:lnTo>
                    <a:pt x="0" y="746760"/>
                  </a:lnTo>
                  <a:lnTo>
                    <a:pt x="0" y="756920"/>
                  </a:lnTo>
                  <a:lnTo>
                    <a:pt x="1277112" y="756920"/>
                  </a:lnTo>
                  <a:lnTo>
                    <a:pt x="1277112" y="747268"/>
                  </a:lnTo>
                  <a:lnTo>
                    <a:pt x="1277112" y="746760"/>
                  </a:lnTo>
                  <a:lnTo>
                    <a:pt x="1277112" y="738124"/>
                  </a:lnTo>
                  <a:lnTo>
                    <a:pt x="1267968" y="738124"/>
                  </a:lnTo>
                  <a:lnTo>
                    <a:pt x="1267968" y="737870"/>
                  </a:lnTo>
                  <a:lnTo>
                    <a:pt x="1277112" y="737870"/>
                  </a:lnTo>
                  <a:lnTo>
                    <a:pt x="1277112" y="19050"/>
                  </a:lnTo>
                  <a:lnTo>
                    <a:pt x="1267968" y="19050"/>
                  </a:lnTo>
                  <a:lnTo>
                    <a:pt x="1267968" y="18796"/>
                  </a:lnTo>
                  <a:lnTo>
                    <a:pt x="1277112" y="18796"/>
                  </a:lnTo>
                  <a:lnTo>
                    <a:pt x="1277112" y="10160"/>
                  </a:lnTo>
                  <a:lnTo>
                    <a:pt x="1277112" y="9652"/>
                  </a:lnTo>
                  <a:lnTo>
                    <a:pt x="1277112"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6" name="Google Shape;956;g2ff6f630c79_0_527"/>
            <p:cNvSpPr/>
            <p:nvPr/>
          </p:nvSpPr>
          <p:spPr>
            <a:xfrm>
              <a:off x="4282440" y="3465829"/>
              <a:ext cx="1295400" cy="777239"/>
            </a:xfrm>
            <a:custGeom>
              <a:avLst/>
              <a:gdLst/>
              <a:ahLst/>
              <a:cxnLst/>
              <a:rect l="l" t="t" r="r" b="b"/>
              <a:pathLst>
                <a:path w="1295400" h="777239" extrusionOk="0">
                  <a:moveTo>
                    <a:pt x="1295400" y="0"/>
                  </a:moveTo>
                  <a:lnTo>
                    <a:pt x="1255776" y="0"/>
                  </a:lnTo>
                  <a:lnTo>
                    <a:pt x="1255776" y="39370"/>
                  </a:lnTo>
                  <a:lnTo>
                    <a:pt x="1255776" y="737362"/>
                  </a:lnTo>
                  <a:lnTo>
                    <a:pt x="39624" y="737362"/>
                  </a:lnTo>
                  <a:lnTo>
                    <a:pt x="39624" y="39370"/>
                  </a:lnTo>
                  <a:lnTo>
                    <a:pt x="1255776" y="39370"/>
                  </a:lnTo>
                  <a:lnTo>
                    <a:pt x="1255776" y="0"/>
                  </a:lnTo>
                  <a:lnTo>
                    <a:pt x="0" y="0"/>
                  </a:lnTo>
                  <a:lnTo>
                    <a:pt x="0" y="21590"/>
                  </a:lnTo>
                  <a:lnTo>
                    <a:pt x="0" y="39370"/>
                  </a:lnTo>
                  <a:lnTo>
                    <a:pt x="0" y="737870"/>
                  </a:lnTo>
                  <a:lnTo>
                    <a:pt x="0" y="758190"/>
                  </a:lnTo>
                  <a:lnTo>
                    <a:pt x="0" y="777240"/>
                  </a:lnTo>
                  <a:lnTo>
                    <a:pt x="1295400" y="777240"/>
                  </a:lnTo>
                  <a:lnTo>
                    <a:pt x="1295400" y="21082"/>
                  </a:lnTo>
                  <a:lnTo>
                    <a:pt x="129540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7" name="Google Shape;957;g2ff6f630c79_0_527"/>
            <p:cNvSpPr/>
            <p:nvPr/>
          </p:nvSpPr>
          <p:spPr>
            <a:xfrm>
              <a:off x="4294632" y="3477259"/>
              <a:ext cx="1274445" cy="756920"/>
            </a:xfrm>
            <a:custGeom>
              <a:avLst/>
              <a:gdLst/>
              <a:ahLst/>
              <a:cxnLst/>
              <a:rect l="l" t="t" r="r" b="b"/>
              <a:pathLst>
                <a:path w="1274445" h="756920" extrusionOk="0">
                  <a:moveTo>
                    <a:pt x="1274064" y="0"/>
                  </a:moveTo>
                  <a:lnTo>
                    <a:pt x="1255776" y="0"/>
                  </a:lnTo>
                  <a:lnTo>
                    <a:pt x="1255776" y="18796"/>
                  </a:lnTo>
                  <a:lnTo>
                    <a:pt x="1255776" y="19050"/>
                  </a:lnTo>
                  <a:lnTo>
                    <a:pt x="1255776" y="737870"/>
                  </a:lnTo>
                  <a:lnTo>
                    <a:pt x="1255776" y="738124"/>
                  </a:lnTo>
                  <a:lnTo>
                    <a:pt x="18288" y="738124"/>
                  </a:lnTo>
                  <a:lnTo>
                    <a:pt x="9144" y="738124"/>
                  </a:lnTo>
                  <a:lnTo>
                    <a:pt x="9144" y="737870"/>
                  </a:lnTo>
                  <a:lnTo>
                    <a:pt x="18288" y="737870"/>
                  </a:lnTo>
                  <a:lnTo>
                    <a:pt x="18288" y="19050"/>
                  </a:lnTo>
                  <a:lnTo>
                    <a:pt x="9144" y="19050"/>
                  </a:lnTo>
                  <a:lnTo>
                    <a:pt x="9144" y="18796"/>
                  </a:lnTo>
                  <a:lnTo>
                    <a:pt x="18288" y="18796"/>
                  </a:lnTo>
                  <a:lnTo>
                    <a:pt x="1255776" y="18796"/>
                  </a:lnTo>
                  <a:lnTo>
                    <a:pt x="1255776" y="0"/>
                  </a:lnTo>
                  <a:lnTo>
                    <a:pt x="0" y="0"/>
                  </a:lnTo>
                  <a:lnTo>
                    <a:pt x="0" y="10160"/>
                  </a:lnTo>
                  <a:lnTo>
                    <a:pt x="0" y="19050"/>
                  </a:lnTo>
                  <a:lnTo>
                    <a:pt x="0" y="737870"/>
                  </a:lnTo>
                  <a:lnTo>
                    <a:pt x="0" y="746760"/>
                  </a:lnTo>
                  <a:lnTo>
                    <a:pt x="0" y="756920"/>
                  </a:lnTo>
                  <a:lnTo>
                    <a:pt x="1274064" y="756920"/>
                  </a:lnTo>
                  <a:lnTo>
                    <a:pt x="1274064" y="747268"/>
                  </a:lnTo>
                  <a:lnTo>
                    <a:pt x="1274064" y="746760"/>
                  </a:lnTo>
                  <a:lnTo>
                    <a:pt x="1274064" y="738124"/>
                  </a:lnTo>
                  <a:lnTo>
                    <a:pt x="1264920" y="738124"/>
                  </a:lnTo>
                  <a:lnTo>
                    <a:pt x="1264920" y="737870"/>
                  </a:lnTo>
                  <a:lnTo>
                    <a:pt x="1274064" y="737870"/>
                  </a:lnTo>
                  <a:lnTo>
                    <a:pt x="1274064" y="19050"/>
                  </a:lnTo>
                  <a:lnTo>
                    <a:pt x="1264920" y="19050"/>
                  </a:lnTo>
                  <a:lnTo>
                    <a:pt x="1264920" y="18796"/>
                  </a:lnTo>
                  <a:lnTo>
                    <a:pt x="1274064" y="18796"/>
                  </a:lnTo>
                  <a:lnTo>
                    <a:pt x="1274064" y="10160"/>
                  </a:lnTo>
                  <a:lnTo>
                    <a:pt x="1274064" y="9652"/>
                  </a:lnTo>
                  <a:lnTo>
                    <a:pt x="1274064"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8" name="Google Shape;958;g2ff6f630c79_0_527"/>
            <p:cNvSpPr/>
            <p:nvPr/>
          </p:nvSpPr>
          <p:spPr>
            <a:xfrm>
              <a:off x="4197096" y="3182111"/>
              <a:ext cx="429895" cy="228600"/>
            </a:xfrm>
            <a:custGeom>
              <a:avLst/>
              <a:gdLst/>
              <a:ahLst/>
              <a:cxnLst/>
              <a:rect l="l" t="t" r="r" b="b"/>
              <a:pathLst>
                <a:path w="429895" h="228600" extrusionOk="0">
                  <a:moveTo>
                    <a:pt x="318607" y="32720"/>
                  </a:moveTo>
                  <a:lnTo>
                    <a:pt x="0" y="192024"/>
                  </a:lnTo>
                  <a:lnTo>
                    <a:pt x="18287" y="228600"/>
                  </a:lnTo>
                  <a:lnTo>
                    <a:pt x="336152" y="66777"/>
                  </a:lnTo>
                  <a:lnTo>
                    <a:pt x="318607" y="32720"/>
                  </a:lnTo>
                  <a:close/>
                </a:path>
                <a:path w="429895" h="228600" extrusionOk="0">
                  <a:moveTo>
                    <a:pt x="411295" y="24384"/>
                  </a:moveTo>
                  <a:lnTo>
                    <a:pt x="335279" y="24384"/>
                  </a:lnTo>
                  <a:lnTo>
                    <a:pt x="353567" y="57912"/>
                  </a:lnTo>
                  <a:lnTo>
                    <a:pt x="336152" y="66777"/>
                  </a:lnTo>
                  <a:lnTo>
                    <a:pt x="353567" y="100584"/>
                  </a:lnTo>
                  <a:lnTo>
                    <a:pt x="411295" y="24384"/>
                  </a:lnTo>
                  <a:close/>
                </a:path>
                <a:path w="429895" h="228600" extrusionOk="0">
                  <a:moveTo>
                    <a:pt x="335279" y="24384"/>
                  </a:moveTo>
                  <a:lnTo>
                    <a:pt x="318607" y="32720"/>
                  </a:lnTo>
                  <a:lnTo>
                    <a:pt x="336152" y="66777"/>
                  </a:lnTo>
                  <a:lnTo>
                    <a:pt x="353567" y="57912"/>
                  </a:lnTo>
                  <a:lnTo>
                    <a:pt x="335279" y="24384"/>
                  </a:lnTo>
                  <a:close/>
                </a:path>
                <a:path w="429895" h="228600" extrusionOk="0">
                  <a:moveTo>
                    <a:pt x="429767" y="0"/>
                  </a:moveTo>
                  <a:lnTo>
                    <a:pt x="301751" y="0"/>
                  </a:lnTo>
                  <a:lnTo>
                    <a:pt x="318607" y="32720"/>
                  </a:lnTo>
                  <a:lnTo>
                    <a:pt x="335279" y="24384"/>
                  </a:lnTo>
                  <a:lnTo>
                    <a:pt x="411295" y="24384"/>
                  </a:lnTo>
                  <a:lnTo>
                    <a:pt x="4297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959" name="Google Shape;959;g2ff6f630c79_0_527"/>
            <p:cNvPicPr preferRelativeResize="0"/>
            <p:nvPr/>
          </p:nvPicPr>
          <p:blipFill rotWithShape="1">
            <a:blip r:embed="rId4">
              <a:alphaModFix/>
            </a:blip>
            <a:srcRect/>
            <a:stretch/>
          </p:blipFill>
          <p:spPr>
            <a:xfrm>
              <a:off x="826008" y="2234183"/>
              <a:ext cx="2514600" cy="1752600"/>
            </a:xfrm>
            <a:prstGeom prst="rect">
              <a:avLst/>
            </a:prstGeom>
            <a:noFill/>
            <a:ln>
              <a:noFill/>
            </a:ln>
          </p:spPr>
        </p:pic>
        <p:sp>
          <p:nvSpPr>
            <p:cNvPr id="960" name="Google Shape;960;g2ff6f630c79_0_527"/>
            <p:cNvSpPr/>
            <p:nvPr/>
          </p:nvSpPr>
          <p:spPr>
            <a:xfrm>
              <a:off x="941832" y="2862579"/>
              <a:ext cx="1298575" cy="773429"/>
            </a:xfrm>
            <a:custGeom>
              <a:avLst/>
              <a:gdLst/>
              <a:ahLst/>
              <a:cxnLst/>
              <a:rect l="l" t="t" r="r" b="b"/>
              <a:pathLst>
                <a:path w="1298575" h="773429" extrusionOk="0">
                  <a:moveTo>
                    <a:pt x="1298448" y="0"/>
                  </a:moveTo>
                  <a:lnTo>
                    <a:pt x="1258824" y="0"/>
                  </a:lnTo>
                  <a:lnTo>
                    <a:pt x="1258824" y="20320"/>
                  </a:lnTo>
                  <a:lnTo>
                    <a:pt x="1258824" y="20828"/>
                  </a:lnTo>
                  <a:lnTo>
                    <a:pt x="1258824" y="755650"/>
                  </a:lnTo>
                  <a:lnTo>
                    <a:pt x="21336" y="755650"/>
                  </a:lnTo>
                  <a:lnTo>
                    <a:pt x="21336" y="755396"/>
                  </a:lnTo>
                  <a:lnTo>
                    <a:pt x="39624" y="755396"/>
                  </a:lnTo>
                  <a:lnTo>
                    <a:pt x="1258824" y="755396"/>
                  </a:lnTo>
                  <a:lnTo>
                    <a:pt x="1258824" y="734060"/>
                  </a:lnTo>
                  <a:lnTo>
                    <a:pt x="39624" y="734060"/>
                  </a:lnTo>
                  <a:lnTo>
                    <a:pt x="39624" y="39370"/>
                  </a:lnTo>
                  <a:lnTo>
                    <a:pt x="21336" y="39370"/>
                  </a:lnTo>
                  <a:lnTo>
                    <a:pt x="21336" y="39116"/>
                  </a:lnTo>
                  <a:lnTo>
                    <a:pt x="39624" y="39116"/>
                  </a:lnTo>
                  <a:lnTo>
                    <a:pt x="1258824" y="39116"/>
                  </a:lnTo>
                  <a:lnTo>
                    <a:pt x="1258824" y="20828"/>
                  </a:lnTo>
                  <a:lnTo>
                    <a:pt x="39624" y="20828"/>
                  </a:lnTo>
                  <a:lnTo>
                    <a:pt x="21336" y="20828"/>
                  </a:lnTo>
                  <a:lnTo>
                    <a:pt x="21336" y="20320"/>
                  </a:lnTo>
                  <a:lnTo>
                    <a:pt x="1258824" y="20320"/>
                  </a:lnTo>
                  <a:lnTo>
                    <a:pt x="1258824" y="0"/>
                  </a:lnTo>
                  <a:lnTo>
                    <a:pt x="0" y="0"/>
                  </a:lnTo>
                  <a:lnTo>
                    <a:pt x="0" y="20320"/>
                  </a:lnTo>
                  <a:lnTo>
                    <a:pt x="0" y="39370"/>
                  </a:lnTo>
                  <a:lnTo>
                    <a:pt x="0" y="734060"/>
                  </a:lnTo>
                  <a:lnTo>
                    <a:pt x="0" y="755650"/>
                  </a:lnTo>
                  <a:lnTo>
                    <a:pt x="0" y="773430"/>
                  </a:lnTo>
                  <a:lnTo>
                    <a:pt x="1298448" y="773430"/>
                  </a:lnTo>
                  <a:lnTo>
                    <a:pt x="1298448" y="755650"/>
                  </a:lnTo>
                  <a:lnTo>
                    <a:pt x="1280160" y="755650"/>
                  </a:lnTo>
                  <a:lnTo>
                    <a:pt x="1280160" y="755396"/>
                  </a:lnTo>
                  <a:lnTo>
                    <a:pt x="1298448" y="755396"/>
                  </a:lnTo>
                  <a:lnTo>
                    <a:pt x="1298448" y="734060"/>
                  </a:lnTo>
                  <a:lnTo>
                    <a:pt x="1298448" y="39370"/>
                  </a:lnTo>
                  <a:lnTo>
                    <a:pt x="1280160" y="39370"/>
                  </a:lnTo>
                  <a:lnTo>
                    <a:pt x="1280160" y="39116"/>
                  </a:lnTo>
                  <a:lnTo>
                    <a:pt x="1298448" y="39116"/>
                  </a:lnTo>
                  <a:lnTo>
                    <a:pt x="1298448" y="20828"/>
                  </a:lnTo>
                  <a:lnTo>
                    <a:pt x="1280160" y="20828"/>
                  </a:lnTo>
                  <a:lnTo>
                    <a:pt x="1280160" y="20320"/>
                  </a:lnTo>
                  <a:lnTo>
                    <a:pt x="1298448" y="20320"/>
                  </a:lnTo>
                  <a:lnTo>
                    <a:pt x="129844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61" name="Google Shape;961;g2ff6f630c79_0_527"/>
            <p:cNvSpPr/>
            <p:nvPr/>
          </p:nvSpPr>
          <p:spPr>
            <a:xfrm>
              <a:off x="954024" y="2874009"/>
              <a:ext cx="1277620" cy="753110"/>
            </a:xfrm>
            <a:custGeom>
              <a:avLst/>
              <a:gdLst/>
              <a:ahLst/>
              <a:cxnLst/>
              <a:rect l="l" t="t" r="r" b="b"/>
              <a:pathLst>
                <a:path w="1277620" h="753110" extrusionOk="0">
                  <a:moveTo>
                    <a:pt x="1277112" y="0"/>
                  </a:moveTo>
                  <a:lnTo>
                    <a:pt x="1258824" y="0"/>
                  </a:lnTo>
                  <a:lnTo>
                    <a:pt x="1258824" y="8890"/>
                  </a:lnTo>
                  <a:lnTo>
                    <a:pt x="1258824" y="9398"/>
                  </a:lnTo>
                  <a:lnTo>
                    <a:pt x="1258824" y="744220"/>
                  </a:lnTo>
                  <a:lnTo>
                    <a:pt x="9144" y="744220"/>
                  </a:lnTo>
                  <a:lnTo>
                    <a:pt x="9144" y="743966"/>
                  </a:lnTo>
                  <a:lnTo>
                    <a:pt x="18288" y="743966"/>
                  </a:lnTo>
                  <a:lnTo>
                    <a:pt x="1258824" y="743966"/>
                  </a:lnTo>
                  <a:lnTo>
                    <a:pt x="1258824" y="734822"/>
                  </a:lnTo>
                  <a:lnTo>
                    <a:pt x="18288" y="734822"/>
                  </a:lnTo>
                  <a:lnTo>
                    <a:pt x="18288" y="19050"/>
                  </a:lnTo>
                  <a:lnTo>
                    <a:pt x="9144" y="19050"/>
                  </a:lnTo>
                  <a:lnTo>
                    <a:pt x="9144" y="18542"/>
                  </a:lnTo>
                  <a:lnTo>
                    <a:pt x="18288" y="18542"/>
                  </a:lnTo>
                  <a:lnTo>
                    <a:pt x="1258824" y="18542"/>
                  </a:lnTo>
                  <a:lnTo>
                    <a:pt x="1258824" y="9398"/>
                  </a:lnTo>
                  <a:lnTo>
                    <a:pt x="18288" y="9398"/>
                  </a:lnTo>
                  <a:lnTo>
                    <a:pt x="9144" y="9398"/>
                  </a:lnTo>
                  <a:lnTo>
                    <a:pt x="9144" y="8890"/>
                  </a:lnTo>
                  <a:lnTo>
                    <a:pt x="1258824" y="8890"/>
                  </a:lnTo>
                  <a:lnTo>
                    <a:pt x="1258824" y="0"/>
                  </a:lnTo>
                  <a:lnTo>
                    <a:pt x="0" y="0"/>
                  </a:lnTo>
                  <a:lnTo>
                    <a:pt x="0" y="8890"/>
                  </a:lnTo>
                  <a:lnTo>
                    <a:pt x="0" y="19050"/>
                  </a:lnTo>
                  <a:lnTo>
                    <a:pt x="0" y="735330"/>
                  </a:lnTo>
                  <a:lnTo>
                    <a:pt x="0" y="744220"/>
                  </a:lnTo>
                  <a:lnTo>
                    <a:pt x="0" y="753110"/>
                  </a:lnTo>
                  <a:lnTo>
                    <a:pt x="1277112" y="753110"/>
                  </a:lnTo>
                  <a:lnTo>
                    <a:pt x="1277112" y="744220"/>
                  </a:lnTo>
                  <a:lnTo>
                    <a:pt x="1267968" y="744220"/>
                  </a:lnTo>
                  <a:lnTo>
                    <a:pt x="1267968" y="743966"/>
                  </a:lnTo>
                  <a:lnTo>
                    <a:pt x="1277112" y="743966"/>
                  </a:lnTo>
                  <a:lnTo>
                    <a:pt x="1277112" y="735330"/>
                  </a:lnTo>
                  <a:lnTo>
                    <a:pt x="1277112" y="734822"/>
                  </a:lnTo>
                  <a:lnTo>
                    <a:pt x="1277112" y="19050"/>
                  </a:lnTo>
                  <a:lnTo>
                    <a:pt x="1267968" y="19050"/>
                  </a:lnTo>
                  <a:lnTo>
                    <a:pt x="1267968" y="18542"/>
                  </a:lnTo>
                  <a:lnTo>
                    <a:pt x="1277112" y="18542"/>
                  </a:lnTo>
                  <a:lnTo>
                    <a:pt x="1277112" y="9398"/>
                  </a:lnTo>
                  <a:lnTo>
                    <a:pt x="1267968" y="9398"/>
                  </a:lnTo>
                  <a:lnTo>
                    <a:pt x="1267968" y="8890"/>
                  </a:lnTo>
                  <a:lnTo>
                    <a:pt x="1277112" y="8890"/>
                  </a:lnTo>
                  <a:lnTo>
                    <a:pt x="1277112"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962" name="Google Shape;962;g2ff6f630c79_0_527"/>
          <p:cNvSpPr txBox="1"/>
          <p:nvPr/>
        </p:nvSpPr>
        <p:spPr>
          <a:xfrm>
            <a:off x="973137" y="1002506"/>
            <a:ext cx="1854300" cy="3345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current frame +</a:t>
            </a:r>
            <a:endParaRPr/>
          </a:p>
        </p:txBody>
      </p:sp>
      <p:sp>
        <p:nvSpPr>
          <p:cNvPr id="963" name="Google Shape;963;g2ff6f630c79_0_527"/>
          <p:cNvSpPr txBox="1"/>
          <p:nvPr/>
        </p:nvSpPr>
        <p:spPr>
          <a:xfrm>
            <a:off x="973137" y="1195388"/>
            <a:ext cx="2040000" cy="3345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previous location</a:t>
            </a:r>
            <a:endParaRPr/>
          </a:p>
        </p:txBody>
      </p:sp>
      <p:sp>
        <p:nvSpPr>
          <p:cNvPr id="964" name="Google Shape;964;g2ff6f630c79_0_527"/>
          <p:cNvSpPr txBox="1"/>
          <p:nvPr/>
        </p:nvSpPr>
        <p:spPr>
          <a:xfrm>
            <a:off x="3797300" y="3049190"/>
            <a:ext cx="2244600" cy="796200"/>
          </a:xfrm>
          <a:prstGeom prst="rect">
            <a:avLst/>
          </a:prstGeom>
          <a:noFill/>
          <a:ln>
            <a:noFill/>
          </a:ln>
        </p:spPr>
        <p:txBody>
          <a:bodyPr spcFirstLastPara="1" wrap="square" lIns="0" tIns="11200" rIns="0" bIns="0" anchor="t" anchorCtr="0">
            <a:spAutoFit/>
          </a:bodyPr>
          <a:lstStyle/>
          <a:p>
            <a:pPr marL="11112" marR="0" lvl="0" indent="0" algn="l" rtl="0">
              <a:lnSpc>
                <a:spcPct val="119047"/>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Mode-Seeking</a:t>
            </a:r>
            <a:endParaRPr/>
          </a:p>
          <a:p>
            <a:pPr marL="11112" marR="0" lvl="0" indent="0" algn="l" rtl="0">
              <a:lnSpc>
                <a:spcPct val="116666"/>
              </a:lnSpc>
              <a:spcBef>
                <a:spcPts val="0"/>
              </a:spcBef>
              <a:spcAft>
                <a:spcPts val="0"/>
              </a:spcAft>
              <a:buClr>
                <a:schemeClr val="dk1"/>
              </a:buClr>
              <a:buSzPts val="1200"/>
              <a:buFont typeface="Arial"/>
              <a:buNone/>
            </a:pPr>
            <a:r>
              <a:rPr lang="en-US" sz="1200" b="0" i="0" u="none">
                <a:solidFill>
                  <a:schemeClr val="dk1"/>
                </a:solidFill>
                <a:latin typeface="Arial"/>
                <a:ea typeface="Arial"/>
                <a:cs typeface="Arial"/>
                <a:sym typeface="Arial"/>
              </a:rPr>
              <a:t>(e.g. mean-shift; Lucas-Kanade;  particle filtering)</a:t>
            </a:r>
            <a:endParaRPr/>
          </a:p>
        </p:txBody>
      </p:sp>
      <p:sp>
        <p:nvSpPr>
          <p:cNvPr id="965" name="Google Shape;965;g2ff6f630c79_0_527"/>
          <p:cNvSpPr txBox="1"/>
          <p:nvPr/>
        </p:nvSpPr>
        <p:spPr>
          <a:xfrm>
            <a:off x="3786187" y="1333500"/>
            <a:ext cx="1741500" cy="731700"/>
          </a:xfrm>
          <a:prstGeom prst="rect">
            <a:avLst/>
          </a:prstGeom>
          <a:noFill/>
          <a:ln>
            <a:noFill/>
          </a:ln>
        </p:spPr>
        <p:txBody>
          <a:bodyPr spcFirstLastPara="1" wrap="square" lIns="0" tIns="23525" rIns="0" bIns="0" anchor="t" anchorCtr="0">
            <a:spAutoFit/>
          </a:bodyPr>
          <a:lstStyle/>
          <a:p>
            <a:pPr marL="11112" marR="0" lvl="0" indent="0" algn="l" rtl="0">
              <a:lnSpc>
                <a:spcPct val="119047"/>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likelihood over  object location</a:t>
            </a:r>
            <a:endParaRPr/>
          </a:p>
        </p:txBody>
      </p:sp>
      <p:grpSp>
        <p:nvGrpSpPr>
          <p:cNvPr id="966" name="Google Shape;966;g2ff6f630c79_0_527"/>
          <p:cNvGrpSpPr/>
          <p:nvPr/>
        </p:nvGrpSpPr>
        <p:grpSpPr>
          <a:xfrm>
            <a:off x="733428" y="1856146"/>
            <a:ext cx="7475120" cy="2768145"/>
            <a:chOff x="679704" y="2804160"/>
            <a:chExt cx="8470391" cy="4184649"/>
          </a:xfrm>
        </p:grpSpPr>
        <p:pic>
          <p:nvPicPr>
            <p:cNvPr id="967" name="Google Shape;967;g2ff6f630c79_0_527"/>
            <p:cNvPicPr preferRelativeResize="0"/>
            <p:nvPr/>
          </p:nvPicPr>
          <p:blipFill rotWithShape="1">
            <a:blip r:embed="rId4">
              <a:alphaModFix/>
            </a:blip>
            <a:srcRect/>
            <a:stretch/>
          </p:blipFill>
          <p:spPr>
            <a:xfrm>
              <a:off x="6635495" y="2804160"/>
              <a:ext cx="2514600" cy="1752600"/>
            </a:xfrm>
            <a:prstGeom prst="rect">
              <a:avLst/>
            </a:prstGeom>
            <a:noFill/>
            <a:ln>
              <a:noFill/>
            </a:ln>
          </p:spPr>
        </p:pic>
        <p:sp>
          <p:nvSpPr>
            <p:cNvPr id="968" name="Google Shape;968;g2ff6f630c79_0_527"/>
            <p:cNvSpPr/>
            <p:nvPr/>
          </p:nvSpPr>
          <p:spPr>
            <a:xfrm>
              <a:off x="7165848" y="3285489"/>
              <a:ext cx="1295400" cy="777239"/>
            </a:xfrm>
            <a:custGeom>
              <a:avLst/>
              <a:gdLst/>
              <a:ahLst/>
              <a:cxnLst/>
              <a:rect l="l" t="t" r="r" b="b"/>
              <a:pathLst>
                <a:path w="1295400" h="777239" extrusionOk="0">
                  <a:moveTo>
                    <a:pt x="1295400" y="0"/>
                  </a:moveTo>
                  <a:lnTo>
                    <a:pt x="1255776" y="0"/>
                  </a:lnTo>
                  <a:lnTo>
                    <a:pt x="1255776" y="39878"/>
                  </a:lnTo>
                  <a:lnTo>
                    <a:pt x="1255776" y="737870"/>
                  </a:lnTo>
                  <a:lnTo>
                    <a:pt x="1255776" y="759206"/>
                  </a:lnTo>
                  <a:lnTo>
                    <a:pt x="1255776" y="759460"/>
                  </a:lnTo>
                  <a:lnTo>
                    <a:pt x="21336" y="759460"/>
                  </a:lnTo>
                  <a:lnTo>
                    <a:pt x="21336" y="759206"/>
                  </a:lnTo>
                  <a:lnTo>
                    <a:pt x="39624" y="759206"/>
                  </a:lnTo>
                  <a:lnTo>
                    <a:pt x="1255776" y="759206"/>
                  </a:lnTo>
                  <a:lnTo>
                    <a:pt x="1255776" y="737870"/>
                  </a:lnTo>
                  <a:lnTo>
                    <a:pt x="39624" y="737870"/>
                  </a:lnTo>
                  <a:lnTo>
                    <a:pt x="39624" y="39878"/>
                  </a:lnTo>
                  <a:lnTo>
                    <a:pt x="1255776" y="39878"/>
                  </a:lnTo>
                  <a:lnTo>
                    <a:pt x="1255776" y="0"/>
                  </a:lnTo>
                  <a:lnTo>
                    <a:pt x="0" y="0"/>
                  </a:lnTo>
                  <a:lnTo>
                    <a:pt x="0" y="21590"/>
                  </a:lnTo>
                  <a:lnTo>
                    <a:pt x="0" y="39370"/>
                  </a:lnTo>
                  <a:lnTo>
                    <a:pt x="0" y="737870"/>
                  </a:lnTo>
                  <a:lnTo>
                    <a:pt x="0" y="759460"/>
                  </a:lnTo>
                  <a:lnTo>
                    <a:pt x="0" y="777240"/>
                  </a:lnTo>
                  <a:lnTo>
                    <a:pt x="1295400" y="777240"/>
                  </a:lnTo>
                  <a:lnTo>
                    <a:pt x="1295400" y="759460"/>
                  </a:lnTo>
                  <a:lnTo>
                    <a:pt x="1277112" y="759460"/>
                  </a:lnTo>
                  <a:lnTo>
                    <a:pt x="1277112" y="759206"/>
                  </a:lnTo>
                  <a:lnTo>
                    <a:pt x="1295400" y="759206"/>
                  </a:lnTo>
                  <a:lnTo>
                    <a:pt x="1295400" y="737870"/>
                  </a:lnTo>
                  <a:lnTo>
                    <a:pt x="1295400" y="39878"/>
                  </a:lnTo>
                  <a:lnTo>
                    <a:pt x="1295400" y="39370"/>
                  </a:lnTo>
                  <a:lnTo>
                    <a:pt x="1295400" y="21590"/>
                  </a:lnTo>
                  <a:lnTo>
                    <a:pt x="129540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69" name="Google Shape;969;g2ff6f630c79_0_527"/>
            <p:cNvSpPr/>
            <p:nvPr/>
          </p:nvSpPr>
          <p:spPr>
            <a:xfrm>
              <a:off x="7178040" y="3298189"/>
              <a:ext cx="1274445" cy="755650"/>
            </a:xfrm>
            <a:custGeom>
              <a:avLst/>
              <a:gdLst/>
              <a:ahLst/>
              <a:cxnLst/>
              <a:rect l="l" t="t" r="r" b="b"/>
              <a:pathLst>
                <a:path w="1274445" h="755650" extrusionOk="0">
                  <a:moveTo>
                    <a:pt x="1274064" y="0"/>
                  </a:moveTo>
                  <a:lnTo>
                    <a:pt x="1255776" y="0"/>
                  </a:lnTo>
                  <a:lnTo>
                    <a:pt x="1255776" y="18034"/>
                  </a:lnTo>
                  <a:lnTo>
                    <a:pt x="1255776" y="737362"/>
                  </a:lnTo>
                  <a:lnTo>
                    <a:pt x="1255776" y="746506"/>
                  </a:lnTo>
                  <a:lnTo>
                    <a:pt x="1255776" y="746760"/>
                  </a:lnTo>
                  <a:lnTo>
                    <a:pt x="9144" y="746760"/>
                  </a:lnTo>
                  <a:lnTo>
                    <a:pt x="9144" y="746506"/>
                  </a:lnTo>
                  <a:lnTo>
                    <a:pt x="18288" y="746506"/>
                  </a:lnTo>
                  <a:lnTo>
                    <a:pt x="1255776" y="746506"/>
                  </a:lnTo>
                  <a:lnTo>
                    <a:pt x="1255776" y="737362"/>
                  </a:lnTo>
                  <a:lnTo>
                    <a:pt x="18288" y="737362"/>
                  </a:lnTo>
                  <a:lnTo>
                    <a:pt x="18288" y="18034"/>
                  </a:lnTo>
                  <a:lnTo>
                    <a:pt x="1255776" y="18034"/>
                  </a:lnTo>
                  <a:lnTo>
                    <a:pt x="1255776" y="0"/>
                  </a:lnTo>
                  <a:lnTo>
                    <a:pt x="0" y="0"/>
                  </a:lnTo>
                  <a:lnTo>
                    <a:pt x="0" y="8890"/>
                  </a:lnTo>
                  <a:lnTo>
                    <a:pt x="0" y="17780"/>
                  </a:lnTo>
                  <a:lnTo>
                    <a:pt x="0" y="737870"/>
                  </a:lnTo>
                  <a:lnTo>
                    <a:pt x="0" y="746760"/>
                  </a:lnTo>
                  <a:lnTo>
                    <a:pt x="0" y="755650"/>
                  </a:lnTo>
                  <a:lnTo>
                    <a:pt x="1274064" y="755650"/>
                  </a:lnTo>
                  <a:lnTo>
                    <a:pt x="1274064" y="746760"/>
                  </a:lnTo>
                  <a:lnTo>
                    <a:pt x="1264920" y="746760"/>
                  </a:lnTo>
                  <a:lnTo>
                    <a:pt x="1264920" y="746506"/>
                  </a:lnTo>
                  <a:lnTo>
                    <a:pt x="1274064" y="746506"/>
                  </a:lnTo>
                  <a:lnTo>
                    <a:pt x="1274064" y="737870"/>
                  </a:lnTo>
                  <a:lnTo>
                    <a:pt x="1274064" y="737362"/>
                  </a:lnTo>
                  <a:lnTo>
                    <a:pt x="1274064" y="18034"/>
                  </a:lnTo>
                  <a:lnTo>
                    <a:pt x="1274064" y="17780"/>
                  </a:lnTo>
                  <a:lnTo>
                    <a:pt x="1274064" y="8890"/>
                  </a:lnTo>
                  <a:lnTo>
                    <a:pt x="1274064"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0" name="Google Shape;970;g2ff6f630c79_0_527"/>
            <p:cNvSpPr/>
            <p:nvPr/>
          </p:nvSpPr>
          <p:spPr>
            <a:xfrm>
              <a:off x="6239256" y="3377184"/>
              <a:ext cx="762000" cy="609600"/>
            </a:xfrm>
            <a:custGeom>
              <a:avLst/>
              <a:gdLst/>
              <a:ahLst/>
              <a:cxnLst/>
              <a:rect l="l" t="t" r="r" b="b"/>
              <a:pathLst>
                <a:path w="762000" h="609600" extrusionOk="0">
                  <a:moveTo>
                    <a:pt x="573024" y="0"/>
                  </a:moveTo>
                  <a:lnTo>
                    <a:pt x="573024" y="152400"/>
                  </a:lnTo>
                  <a:lnTo>
                    <a:pt x="0" y="152400"/>
                  </a:lnTo>
                  <a:lnTo>
                    <a:pt x="0" y="457200"/>
                  </a:lnTo>
                  <a:lnTo>
                    <a:pt x="573024" y="457200"/>
                  </a:lnTo>
                  <a:lnTo>
                    <a:pt x="573024" y="609600"/>
                  </a:lnTo>
                  <a:lnTo>
                    <a:pt x="762000" y="304800"/>
                  </a:lnTo>
                  <a:lnTo>
                    <a:pt x="573024"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1" name="Google Shape;971;g2ff6f630c79_0_527"/>
            <p:cNvSpPr/>
            <p:nvPr/>
          </p:nvSpPr>
          <p:spPr>
            <a:xfrm>
              <a:off x="6233159" y="3371088"/>
              <a:ext cx="771525" cy="619125"/>
            </a:xfrm>
            <a:custGeom>
              <a:avLst/>
              <a:gdLst/>
              <a:ahLst/>
              <a:cxnLst/>
              <a:rect l="l" t="t" r="r" b="b"/>
              <a:pathLst>
                <a:path w="771525" h="619125" extrusionOk="0">
                  <a:moveTo>
                    <a:pt x="582167" y="597899"/>
                  </a:moveTo>
                  <a:lnTo>
                    <a:pt x="573023" y="612648"/>
                  </a:lnTo>
                  <a:lnTo>
                    <a:pt x="579119" y="615696"/>
                  </a:lnTo>
                  <a:lnTo>
                    <a:pt x="573023" y="615696"/>
                  </a:lnTo>
                  <a:lnTo>
                    <a:pt x="576071" y="618744"/>
                  </a:lnTo>
                  <a:lnTo>
                    <a:pt x="579119" y="618744"/>
                  </a:lnTo>
                  <a:lnTo>
                    <a:pt x="582167" y="615696"/>
                  </a:lnTo>
                  <a:lnTo>
                    <a:pt x="579119" y="615696"/>
                  </a:lnTo>
                  <a:lnTo>
                    <a:pt x="573023" y="612648"/>
                  </a:lnTo>
                  <a:lnTo>
                    <a:pt x="582167" y="612648"/>
                  </a:lnTo>
                  <a:lnTo>
                    <a:pt x="582167" y="597899"/>
                  </a:lnTo>
                  <a:close/>
                </a:path>
                <a:path w="771525" h="619125" extrusionOk="0">
                  <a:moveTo>
                    <a:pt x="761055" y="309372"/>
                  </a:moveTo>
                  <a:lnTo>
                    <a:pt x="582167" y="597899"/>
                  </a:lnTo>
                  <a:lnTo>
                    <a:pt x="582167" y="615696"/>
                  </a:lnTo>
                  <a:lnTo>
                    <a:pt x="771143" y="310896"/>
                  </a:lnTo>
                  <a:lnTo>
                    <a:pt x="761999" y="310896"/>
                  </a:lnTo>
                  <a:lnTo>
                    <a:pt x="761055" y="309372"/>
                  </a:lnTo>
                  <a:close/>
                </a:path>
                <a:path w="771525" h="619125" extrusionOk="0">
                  <a:moveTo>
                    <a:pt x="573023" y="460248"/>
                  </a:moveTo>
                  <a:lnTo>
                    <a:pt x="573023" y="612648"/>
                  </a:lnTo>
                  <a:lnTo>
                    <a:pt x="582167" y="597899"/>
                  </a:lnTo>
                  <a:lnTo>
                    <a:pt x="582167" y="466344"/>
                  </a:lnTo>
                  <a:lnTo>
                    <a:pt x="576071" y="466344"/>
                  </a:lnTo>
                  <a:lnTo>
                    <a:pt x="579119" y="463296"/>
                  </a:lnTo>
                  <a:lnTo>
                    <a:pt x="573023" y="460248"/>
                  </a:lnTo>
                  <a:close/>
                </a:path>
                <a:path w="771525" h="619125" extrusionOk="0">
                  <a:moveTo>
                    <a:pt x="573023" y="152400"/>
                  </a:moveTo>
                  <a:lnTo>
                    <a:pt x="3048" y="152400"/>
                  </a:lnTo>
                  <a:lnTo>
                    <a:pt x="0" y="155448"/>
                  </a:lnTo>
                  <a:lnTo>
                    <a:pt x="0" y="463296"/>
                  </a:lnTo>
                  <a:lnTo>
                    <a:pt x="3048" y="466344"/>
                  </a:lnTo>
                  <a:lnTo>
                    <a:pt x="573023" y="466344"/>
                  </a:lnTo>
                  <a:lnTo>
                    <a:pt x="573023" y="463296"/>
                  </a:lnTo>
                  <a:lnTo>
                    <a:pt x="6095" y="463296"/>
                  </a:lnTo>
                  <a:lnTo>
                    <a:pt x="6095" y="457200"/>
                  </a:lnTo>
                  <a:lnTo>
                    <a:pt x="9143" y="457200"/>
                  </a:lnTo>
                  <a:lnTo>
                    <a:pt x="9143" y="161544"/>
                  </a:lnTo>
                  <a:lnTo>
                    <a:pt x="6095" y="161544"/>
                  </a:lnTo>
                  <a:lnTo>
                    <a:pt x="6095" y="158496"/>
                  </a:lnTo>
                  <a:lnTo>
                    <a:pt x="579119" y="158496"/>
                  </a:lnTo>
                  <a:lnTo>
                    <a:pt x="573023" y="155448"/>
                  </a:lnTo>
                  <a:lnTo>
                    <a:pt x="573023" y="152400"/>
                  </a:lnTo>
                  <a:close/>
                </a:path>
                <a:path w="771525" h="619125" extrusionOk="0">
                  <a:moveTo>
                    <a:pt x="582167" y="460248"/>
                  </a:moveTo>
                  <a:lnTo>
                    <a:pt x="573023" y="460248"/>
                  </a:lnTo>
                  <a:lnTo>
                    <a:pt x="579119" y="463296"/>
                  </a:lnTo>
                  <a:lnTo>
                    <a:pt x="576071" y="466344"/>
                  </a:lnTo>
                  <a:lnTo>
                    <a:pt x="582167" y="466344"/>
                  </a:lnTo>
                  <a:lnTo>
                    <a:pt x="582167" y="460248"/>
                  </a:lnTo>
                  <a:close/>
                </a:path>
                <a:path w="771525" h="619125" extrusionOk="0">
                  <a:moveTo>
                    <a:pt x="9143" y="457200"/>
                  </a:moveTo>
                  <a:lnTo>
                    <a:pt x="6095" y="457200"/>
                  </a:lnTo>
                  <a:lnTo>
                    <a:pt x="6095" y="463296"/>
                  </a:lnTo>
                  <a:lnTo>
                    <a:pt x="9143" y="463296"/>
                  </a:lnTo>
                  <a:lnTo>
                    <a:pt x="9143" y="457200"/>
                  </a:lnTo>
                  <a:close/>
                </a:path>
                <a:path w="771525" h="619125" extrusionOk="0">
                  <a:moveTo>
                    <a:pt x="579119" y="457200"/>
                  </a:moveTo>
                  <a:lnTo>
                    <a:pt x="9143" y="457200"/>
                  </a:lnTo>
                  <a:lnTo>
                    <a:pt x="9143" y="463296"/>
                  </a:lnTo>
                  <a:lnTo>
                    <a:pt x="573023" y="463296"/>
                  </a:lnTo>
                  <a:lnTo>
                    <a:pt x="573023" y="460248"/>
                  </a:lnTo>
                  <a:lnTo>
                    <a:pt x="582167" y="460248"/>
                  </a:lnTo>
                  <a:lnTo>
                    <a:pt x="579119" y="457200"/>
                  </a:lnTo>
                  <a:close/>
                </a:path>
                <a:path w="771525" h="619125" extrusionOk="0">
                  <a:moveTo>
                    <a:pt x="761999" y="307848"/>
                  </a:moveTo>
                  <a:lnTo>
                    <a:pt x="761055" y="309372"/>
                  </a:lnTo>
                  <a:lnTo>
                    <a:pt x="761999" y="310896"/>
                  </a:lnTo>
                  <a:lnTo>
                    <a:pt x="768095" y="310896"/>
                  </a:lnTo>
                  <a:lnTo>
                    <a:pt x="761999" y="307848"/>
                  </a:lnTo>
                  <a:close/>
                </a:path>
                <a:path w="771525" h="619125" extrusionOk="0">
                  <a:moveTo>
                    <a:pt x="771143" y="307848"/>
                  </a:moveTo>
                  <a:lnTo>
                    <a:pt x="761999" y="307848"/>
                  </a:lnTo>
                  <a:lnTo>
                    <a:pt x="768095" y="310896"/>
                  </a:lnTo>
                  <a:lnTo>
                    <a:pt x="771143" y="310896"/>
                  </a:lnTo>
                  <a:lnTo>
                    <a:pt x="771143" y="307848"/>
                  </a:lnTo>
                  <a:close/>
                </a:path>
                <a:path w="771525" h="619125" extrusionOk="0">
                  <a:moveTo>
                    <a:pt x="584057" y="6096"/>
                  </a:moveTo>
                  <a:lnTo>
                    <a:pt x="582167" y="6096"/>
                  </a:lnTo>
                  <a:lnTo>
                    <a:pt x="582167" y="20844"/>
                  </a:lnTo>
                  <a:lnTo>
                    <a:pt x="761055" y="309372"/>
                  </a:lnTo>
                  <a:lnTo>
                    <a:pt x="761999" y="307848"/>
                  </a:lnTo>
                  <a:lnTo>
                    <a:pt x="771143" y="307848"/>
                  </a:lnTo>
                  <a:lnTo>
                    <a:pt x="584057" y="6096"/>
                  </a:lnTo>
                  <a:close/>
                </a:path>
                <a:path w="771525" h="619125" extrusionOk="0">
                  <a:moveTo>
                    <a:pt x="9143" y="158496"/>
                  </a:moveTo>
                  <a:lnTo>
                    <a:pt x="6095" y="158496"/>
                  </a:lnTo>
                  <a:lnTo>
                    <a:pt x="6095" y="161544"/>
                  </a:lnTo>
                  <a:lnTo>
                    <a:pt x="9143" y="161544"/>
                  </a:lnTo>
                  <a:lnTo>
                    <a:pt x="9143" y="158496"/>
                  </a:lnTo>
                  <a:close/>
                </a:path>
                <a:path w="771525" h="619125" extrusionOk="0">
                  <a:moveTo>
                    <a:pt x="582167" y="152400"/>
                  </a:moveTo>
                  <a:lnTo>
                    <a:pt x="576071" y="152400"/>
                  </a:lnTo>
                  <a:lnTo>
                    <a:pt x="579119" y="158496"/>
                  </a:lnTo>
                  <a:lnTo>
                    <a:pt x="9143" y="158496"/>
                  </a:lnTo>
                  <a:lnTo>
                    <a:pt x="9143" y="161544"/>
                  </a:lnTo>
                  <a:lnTo>
                    <a:pt x="579119" y="161544"/>
                  </a:lnTo>
                  <a:lnTo>
                    <a:pt x="582167" y="158496"/>
                  </a:lnTo>
                  <a:lnTo>
                    <a:pt x="582167" y="152400"/>
                  </a:lnTo>
                  <a:close/>
                </a:path>
                <a:path w="771525" h="619125" extrusionOk="0">
                  <a:moveTo>
                    <a:pt x="573023" y="6096"/>
                  </a:moveTo>
                  <a:lnTo>
                    <a:pt x="573023" y="155448"/>
                  </a:lnTo>
                  <a:lnTo>
                    <a:pt x="579119" y="158496"/>
                  </a:lnTo>
                  <a:lnTo>
                    <a:pt x="576071" y="152400"/>
                  </a:lnTo>
                  <a:lnTo>
                    <a:pt x="582167" y="152400"/>
                  </a:lnTo>
                  <a:lnTo>
                    <a:pt x="582167" y="20844"/>
                  </a:lnTo>
                  <a:lnTo>
                    <a:pt x="573023" y="6096"/>
                  </a:lnTo>
                  <a:close/>
                </a:path>
                <a:path w="771525" h="619125" extrusionOk="0">
                  <a:moveTo>
                    <a:pt x="579119" y="0"/>
                  </a:moveTo>
                  <a:lnTo>
                    <a:pt x="576071" y="0"/>
                  </a:lnTo>
                  <a:lnTo>
                    <a:pt x="573023" y="3048"/>
                  </a:lnTo>
                  <a:lnTo>
                    <a:pt x="573023" y="6096"/>
                  </a:lnTo>
                  <a:lnTo>
                    <a:pt x="582167" y="20844"/>
                  </a:lnTo>
                  <a:lnTo>
                    <a:pt x="582167" y="6096"/>
                  </a:lnTo>
                  <a:lnTo>
                    <a:pt x="584057" y="6096"/>
                  </a:lnTo>
                  <a:lnTo>
                    <a:pt x="582167" y="3048"/>
                  </a:lnTo>
                  <a:lnTo>
                    <a:pt x="57911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2" name="Google Shape;972;g2ff6f630c79_0_527"/>
            <p:cNvSpPr/>
            <p:nvPr/>
          </p:nvSpPr>
          <p:spPr>
            <a:xfrm>
              <a:off x="685800" y="4282440"/>
              <a:ext cx="2795270" cy="2703829"/>
            </a:xfrm>
            <a:custGeom>
              <a:avLst/>
              <a:gdLst/>
              <a:ahLst/>
              <a:cxnLst/>
              <a:rect l="l" t="t" r="r" b="b"/>
              <a:pathLst>
                <a:path w="2795270" h="2703829" extrusionOk="0">
                  <a:moveTo>
                    <a:pt x="2795016" y="0"/>
                  </a:moveTo>
                  <a:lnTo>
                    <a:pt x="0" y="0"/>
                  </a:lnTo>
                  <a:lnTo>
                    <a:pt x="0" y="2703574"/>
                  </a:lnTo>
                  <a:lnTo>
                    <a:pt x="2795016" y="2703574"/>
                  </a:lnTo>
                  <a:lnTo>
                    <a:pt x="2795016"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3" name="Google Shape;973;g2ff6f630c79_0_527"/>
            <p:cNvSpPr/>
            <p:nvPr/>
          </p:nvSpPr>
          <p:spPr>
            <a:xfrm>
              <a:off x="679704" y="4276089"/>
              <a:ext cx="2804160" cy="2712720"/>
            </a:xfrm>
            <a:custGeom>
              <a:avLst/>
              <a:gdLst/>
              <a:ahLst/>
              <a:cxnLst/>
              <a:rect l="l" t="t" r="r" b="b"/>
              <a:pathLst>
                <a:path w="2804160" h="2712720" extrusionOk="0">
                  <a:moveTo>
                    <a:pt x="2804160" y="0"/>
                  </a:moveTo>
                  <a:lnTo>
                    <a:pt x="2795016" y="0"/>
                  </a:lnTo>
                  <a:lnTo>
                    <a:pt x="2795016" y="9398"/>
                  </a:lnTo>
                  <a:lnTo>
                    <a:pt x="2795016" y="2703830"/>
                  </a:lnTo>
                  <a:lnTo>
                    <a:pt x="2795016" y="2709926"/>
                  </a:lnTo>
                  <a:lnTo>
                    <a:pt x="2795016" y="2710180"/>
                  </a:lnTo>
                  <a:lnTo>
                    <a:pt x="6096" y="2710180"/>
                  </a:lnTo>
                  <a:lnTo>
                    <a:pt x="6096" y="2709926"/>
                  </a:lnTo>
                  <a:lnTo>
                    <a:pt x="9144" y="2709926"/>
                  </a:lnTo>
                  <a:lnTo>
                    <a:pt x="2795016" y="2709926"/>
                  </a:lnTo>
                  <a:lnTo>
                    <a:pt x="2795016" y="2703830"/>
                  </a:lnTo>
                  <a:lnTo>
                    <a:pt x="9144" y="2703830"/>
                  </a:lnTo>
                  <a:lnTo>
                    <a:pt x="9144" y="9398"/>
                  </a:lnTo>
                  <a:lnTo>
                    <a:pt x="2795016" y="9398"/>
                  </a:lnTo>
                  <a:lnTo>
                    <a:pt x="2795016" y="0"/>
                  </a:lnTo>
                  <a:lnTo>
                    <a:pt x="0" y="0"/>
                  </a:lnTo>
                  <a:lnTo>
                    <a:pt x="0" y="6350"/>
                  </a:lnTo>
                  <a:lnTo>
                    <a:pt x="0" y="8890"/>
                  </a:lnTo>
                  <a:lnTo>
                    <a:pt x="0" y="2703830"/>
                  </a:lnTo>
                  <a:lnTo>
                    <a:pt x="0" y="2710180"/>
                  </a:lnTo>
                  <a:lnTo>
                    <a:pt x="0" y="2712720"/>
                  </a:lnTo>
                  <a:lnTo>
                    <a:pt x="2804160" y="2712720"/>
                  </a:lnTo>
                  <a:lnTo>
                    <a:pt x="2804160" y="2710180"/>
                  </a:lnTo>
                  <a:lnTo>
                    <a:pt x="2801112" y="2710180"/>
                  </a:lnTo>
                  <a:lnTo>
                    <a:pt x="2801112" y="2709926"/>
                  </a:lnTo>
                  <a:lnTo>
                    <a:pt x="2804160" y="2709926"/>
                  </a:lnTo>
                  <a:lnTo>
                    <a:pt x="2804160" y="2703830"/>
                  </a:lnTo>
                  <a:lnTo>
                    <a:pt x="2804160" y="9398"/>
                  </a:lnTo>
                  <a:lnTo>
                    <a:pt x="2804160" y="8890"/>
                  </a:lnTo>
                  <a:lnTo>
                    <a:pt x="2804160" y="6350"/>
                  </a:lnTo>
                  <a:lnTo>
                    <a:pt x="280416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974" name="Google Shape;974;g2ff6f630c79_0_527"/>
            <p:cNvPicPr preferRelativeResize="0"/>
            <p:nvPr/>
          </p:nvPicPr>
          <p:blipFill rotWithShape="1">
            <a:blip r:embed="rId5">
              <a:alphaModFix/>
            </a:blip>
            <a:srcRect/>
            <a:stretch/>
          </p:blipFill>
          <p:spPr>
            <a:xfrm>
              <a:off x="1072895" y="6047232"/>
              <a:ext cx="2054352" cy="676656"/>
            </a:xfrm>
            <a:prstGeom prst="rect">
              <a:avLst/>
            </a:prstGeom>
            <a:noFill/>
            <a:ln>
              <a:noFill/>
            </a:ln>
          </p:spPr>
        </p:pic>
        <p:sp>
          <p:nvSpPr>
            <p:cNvPr id="975" name="Google Shape;975;g2ff6f630c79_0_527"/>
            <p:cNvSpPr/>
            <p:nvPr/>
          </p:nvSpPr>
          <p:spPr>
            <a:xfrm>
              <a:off x="1060704" y="6035039"/>
              <a:ext cx="2075814" cy="698500"/>
            </a:xfrm>
            <a:custGeom>
              <a:avLst/>
              <a:gdLst/>
              <a:ahLst/>
              <a:cxnLst/>
              <a:rect l="l" t="t" r="r" b="b"/>
              <a:pathLst>
                <a:path w="2075814" h="698500" extrusionOk="0">
                  <a:moveTo>
                    <a:pt x="2072639" y="0"/>
                  </a:moveTo>
                  <a:lnTo>
                    <a:pt x="3048" y="0"/>
                  </a:lnTo>
                  <a:lnTo>
                    <a:pt x="0" y="3048"/>
                  </a:lnTo>
                  <a:lnTo>
                    <a:pt x="0" y="694944"/>
                  </a:lnTo>
                  <a:lnTo>
                    <a:pt x="3048" y="697992"/>
                  </a:lnTo>
                  <a:lnTo>
                    <a:pt x="2072639" y="697992"/>
                  </a:lnTo>
                  <a:lnTo>
                    <a:pt x="2075688" y="694944"/>
                  </a:lnTo>
                  <a:lnTo>
                    <a:pt x="6096" y="694944"/>
                  </a:lnTo>
                  <a:lnTo>
                    <a:pt x="3048" y="688848"/>
                  </a:lnTo>
                  <a:lnTo>
                    <a:pt x="9143" y="688848"/>
                  </a:lnTo>
                  <a:lnTo>
                    <a:pt x="9143" y="9143"/>
                  </a:lnTo>
                  <a:lnTo>
                    <a:pt x="3048" y="9143"/>
                  </a:lnTo>
                  <a:lnTo>
                    <a:pt x="9143" y="3048"/>
                  </a:lnTo>
                  <a:lnTo>
                    <a:pt x="2075688" y="3048"/>
                  </a:lnTo>
                  <a:lnTo>
                    <a:pt x="2072639" y="0"/>
                  </a:lnTo>
                  <a:close/>
                </a:path>
                <a:path w="2075814" h="698500" extrusionOk="0">
                  <a:moveTo>
                    <a:pt x="9143" y="688848"/>
                  </a:moveTo>
                  <a:lnTo>
                    <a:pt x="3048" y="688848"/>
                  </a:lnTo>
                  <a:lnTo>
                    <a:pt x="6096" y="694944"/>
                  </a:lnTo>
                  <a:lnTo>
                    <a:pt x="9143" y="691896"/>
                  </a:lnTo>
                  <a:lnTo>
                    <a:pt x="9143" y="688848"/>
                  </a:lnTo>
                  <a:close/>
                </a:path>
                <a:path w="2075814" h="698500" extrusionOk="0">
                  <a:moveTo>
                    <a:pt x="2066544" y="688848"/>
                  </a:moveTo>
                  <a:lnTo>
                    <a:pt x="9143" y="688848"/>
                  </a:lnTo>
                  <a:lnTo>
                    <a:pt x="9143" y="691896"/>
                  </a:lnTo>
                  <a:lnTo>
                    <a:pt x="6096" y="694944"/>
                  </a:lnTo>
                  <a:lnTo>
                    <a:pt x="2072639" y="694944"/>
                  </a:lnTo>
                  <a:lnTo>
                    <a:pt x="2066544" y="691896"/>
                  </a:lnTo>
                  <a:lnTo>
                    <a:pt x="2066544" y="688848"/>
                  </a:lnTo>
                  <a:close/>
                </a:path>
                <a:path w="2075814" h="698500" extrusionOk="0">
                  <a:moveTo>
                    <a:pt x="2066544" y="3048"/>
                  </a:moveTo>
                  <a:lnTo>
                    <a:pt x="2066544" y="691896"/>
                  </a:lnTo>
                  <a:lnTo>
                    <a:pt x="2072639" y="694944"/>
                  </a:lnTo>
                  <a:lnTo>
                    <a:pt x="2069591" y="688848"/>
                  </a:lnTo>
                  <a:lnTo>
                    <a:pt x="2075688" y="688848"/>
                  </a:lnTo>
                  <a:lnTo>
                    <a:pt x="2075688" y="9143"/>
                  </a:lnTo>
                  <a:lnTo>
                    <a:pt x="2069591" y="9143"/>
                  </a:lnTo>
                  <a:lnTo>
                    <a:pt x="2072639" y="6096"/>
                  </a:lnTo>
                  <a:lnTo>
                    <a:pt x="2066544" y="3048"/>
                  </a:lnTo>
                  <a:close/>
                </a:path>
                <a:path w="2075814" h="698500" extrusionOk="0">
                  <a:moveTo>
                    <a:pt x="2075688" y="688848"/>
                  </a:moveTo>
                  <a:lnTo>
                    <a:pt x="2069591" y="688848"/>
                  </a:lnTo>
                  <a:lnTo>
                    <a:pt x="2072639" y="694944"/>
                  </a:lnTo>
                  <a:lnTo>
                    <a:pt x="2075688" y="694944"/>
                  </a:lnTo>
                  <a:lnTo>
                    <a:pt x="2075688" y="688848"/>
                  </a:lnTo>
                  <a:close/>
                </a:path>
                <a:path w="2075814" h="698500" extrusionOk="0">
                  <a:moveTo>
                    <a:pt x="9143" y="3048"/>
                  </a:moveTo>
                  <a:lnTo>
                    <a:pt x="3048" y="9143"/>
                  </a:lnTo>
                  <a:lnTo>
                    <a:pt x="9143" y="9143"/>
                  </a:lnTo>
                  <a:lnTo>
                    <a:pt x="9143" y="3048"/>
                  </a:lnTo>
                  <a:close/>
                </a:path>
                <a:path w="2075814" h="698500" extrusionOk="0">
                  <a:moveTo>
                    <a:pt x="2066544" y="3048"/>
                  </a:moveTo>
                  <a:lnTo>
                    <a:pt x="9143" y="3048"/>
                  </a:lnTo>
                  <a:lnTo>
                    <a:pt x="9143" y="9143"/>
                  </a:lnTo>
                  <a:lnTo>
                    <a:pt x="2066544" y="9143"/>
                  </a:lnTo>
                  <a:lnTo>
                    <a:pt x="2066544" y="3048"/>
                  </a:lnTo>
                  <a:close/>
                </a:path>
                <a:path w="2075814" h="698500" extrusionOk="0">
                  <a:moveTo>
                    <a:pt x="2075688" y="3048"/>
                  </a:moveTo>
                  <a:lnTo>
                    <a:pt x="2066544" y="3048"/>
                  </a:lnTo>
                  <a:lnTo>
                    <a:pt x="2072639" y="6096"/>
                  </a:lnTo>
                  <a:lnTo>
                    <a:pt x="2069591" y="9143"/>
                  </a:lnTo>
                  <a:lnTo>
                    <a:pt x="2075688" y="9143"/>
                  </a:lnTo>
                  <a:lnTo>
                    <a:pt x="2075688"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976" name="Google Shape;976;g2ff6f630c79_0_527"/>
          <p:cNvSpPr txBox="1"/>
          <p:nvPr/>
        </p:nvSpPr>
        <p:spPr>
          <a:xfrm>
            <a:off x="6126162" y="1544240"/>
            <a:ext cx="1860600" cy="3345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current location</a:t>
            </a:r>
            <a:endParaRPr/>
          </a:p>
        </p:txBody>
      </p:sp>
      <p:sp>
        <p:nvSpPr>
          <p:cNvPr id="977" name="Google Shape;977;g2ff6f630c79_0_527"/>
          <p:cNvSpPr txBox="1"/>
          <p:nvPr/>
        </p:nvSpPr>
        <p:spPr>
          <a:xfrm>
            <a:off x="803275" y="2777728"/>
            <a:ext cx="2255700" cy="5193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2100"/>
              <a:buFont typeface="Arial"/>
              <a:buNone/>
            </a:pPr>
            <a:r>
              <a:rPr lang="en-US" sz="2100" b="0" i="0" u="none">
                <a:solidFill>
                  <a:schemeClr val="dk1"/>
                </a:solidFill>
                <a:latin typeface="Arial"/>
                <a:ea typeface="Arial"/>
                <a:cs typeface="Arial"/>
                <a:sym typeface="Arial"/>
              </a:rPr>
              <a:t>appearance model</a:t>
            </a:r>
            <a:endParaRPr/>
          </a:p>
          <a:p>
            <a:pPr marL="11112" marR="0" lvl="0" indent="0" algn="l" rtl="0">
              <a:lnSpc>
                <a:spcPct val="100000"/>
              </a:lnSpc>
              <a:spcBef>
                <a:spcPts val="0"/>
              </a:spcBef>
              <a:spcAft>
                <a:spcPts val="0"/>
              </a:spcAft>
              <a:buClr>
                <a:schemeClr val="dk1"/>
              </a:buClr>
              <a:buSzPts val="1200"/>
              <a:buFont typeface="Arial"/>
              <a:buNone/>
            </a:pPr>
            <a:r>
              <a:rPr lang="en-US" sz="1200" b="0" i="0" u="none">
                <a:solidFill>
                  <a:schemeClr val="dk1"/>
                </a:solidFill>
                <a:latin typeface="Arial"/>
                <a:ea typeface="Arial"/>
                <a:cs typeface="Arial"/>
                <a:sym typeface="Arial"/>
              </a:rPr>
              <a:t>(e.g. image template, or</a:t>
            </a:r>
            <a:endParaRPr/>
          </a:p>
        </p:txBody>
      </p:sp>
      <p:sp>
        <p:nvSpPr>
          <p:cNvPr id="978" name="Google Shape;978;g2ff6f630c79_0_527"/>
          <p:cNvSpPr txBox="1"/>
          <p:nvPr/>
        </p:nvSpPr>
        <p:spPr>
          <a:xfrm>
            <a:off x="803275" y="3805238"/>
            <a:ext cx="2314500" cy="1950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chemeClr val="dk1"/>
              </a:buClr>
              <a:buSzPts val="1200"/>
              <a:buFont typeface="Arial"/>
              <a:buNone/>
            </a:pPr>
            <a:r>
              <a:rPr lang="en-US" sz="1200" b="0" i="0" u="none">
                <a:solidFill>
                  <a:schemeClr val="dk1"/>
                </a:solidFill>
                <a:latin typeface="Arial"/>
                <a:ea typeface="Arial"/>
                <a:cs typeface="Arial"/>
                <a:sym typeface="Arial"/>
              </a:rPr>
              <a:t>color; intensity; edge histograms)</a:t>
            </a:r>
            <a:endParaRPr/>
          </a:p>
        </p:txBody>
      </p:sp>
      <p:grpSp>
        <p:nvGrpSpPr>
          <p:cNvPr id="979" name="Google Shape;979;g2ff6f630c79_0_527"/>
          <p:cNvGrpSpPr/>
          <p:nvPr/>
        </p:nvGrpSpPr>
        <p:grpSpPr>
          <a:xfrm>
            <a:off x="1146125" y="1906438"/>
            <a:ext cx="2395531" cy="1864425"/>
            <a:chOff x="1146047" y="2880360"/>
            <a:chExt cx="2716022" cy="2816352"/>
          </a:xfrm>
        </p:grpSpPr>
        <p:pic>
          <p:nvPicPr>
            <p:cNvPr id="980" name="Google Shape;980;g2ff6f630c79_0_527"/>
            <p:cNvPicPr preferRelativeResize="0"/>
            <p:nvPr/>
          </p:nvPicPr>
          <p:blipFill rotWithShape="1">
            <a:blip r:embed="rId6">
              <a:alphaModFix/>
            </a:blip>
            <a:srcRect/>
            <a:stretch/>
          </p:blipFill>
          <p:spPr>
            <a:xfrm>
              <a:off x="1146047" y="4873752"/>
              <a:ext cx="1694688" cy="822960"/>
            </a:xfrm>
            <a:prstGeom prst="rect">
              <a:avLst/>
            </a:prstGeom>
            <a:noFill/>
            <a:ln>
              <a:noFill/>
            </a:ln>
          </p:spPr>
        </p:pic>
        <p:sp>
          <p:nvSpPr>
            <p:cNvPr id="981" name="Google Shape;981;g2ff6f630c79_0_527"/>
            <p:cNvSpPr/>
            <p:nvPr/>
          </p:nvSpPr>
          <p:spPr>
            <a:xfrm>
              <a:off x="3368040" y="2880360"/>
              <a:ext cx="494029" cy="1600200"/>
            </a:xfrm>
            <a:custGeom>
              <a:avLst/>
              <a:gdLst/>
              <a:ahLst/>
              <a:cxnLst/>
              <a:rect l="l" t="t" r="r" b="b"/>
              <a:pathLst>
                <a:path w="494029" h="1600200" extrusionOk="0">
                  <a:moveTo>
                    <a:pt x="77724" y="1516379"/>
                  </a:moveTo>
                  <a:lnTo>
                    <a:pt x="45720" y="1520952"/>
                  </a:lnTo>
                  <a:lnTo>
                    <a:pt x="0" y="1524000"/>
                  </a:lnTo>
                  <a:lnTo>
                    <a:pt x="0" y="1600200"/>
                  </a:lnTo>
                  <a:lnTo>
                    <a:pt x="45720" y="1597152"/>
                  </a:lnTo>
                  <a:lnTo>
                    <a:pt x="88392" y="1591055"/>
                  </a:lnTo>
                  <a:lnTo>
                    <a:pt x="140208" y="1575815"/>
                  </a:lnTo>
                  <a:lnTo>
                    <a:pt x="188976" y="1551431"/>
                  </a:lnTo>
                  <a:lnTo>
                    <a:pt x="88392" y="1551431"/>
                  </a:lnTo>
                  <a:lnTo>
                    <a:pt x="73151" y="1517903"/>
                  </a:lnTo>
                  <a:lnTo>
                    <a:pt x="77724" y="1516379"/>
                  </a:lnTo>
                  <a:close/>
                </a:path>
                <a:path w="494029" h="1600200" extrusionOk="0">
                  <a:moveTo>
                    <a:pt x="88392" y="1514855"/>
                  </a:moveTo>
                  <a:lnTo>
                    <a:pt x="73151" y="1517903"/>
                  </a:lnTo>
                  <a:lnTo>
                    <a:pt x="88392" y="1551431"/>
                  </a:lnTo>
                  <a:lnTo>
                    <a:pt x="88392" y="1514855"/>
                  </a:lnTo>
                  <a:close/>
                </a:path>
                <a:path w="494029" h="1600200" extrusionOk="0">
                  <a:moveTo>
                    <a:pt x="237744" y="1514855"/>
                  </a:moveTo>
                  <a:lnTo>
                    <a:pt x="88392" y="1514855"/>
                  </a:lnTo>
                  <a:lnTo>
                    <a:pt x="88392" y="1551431"/>
                  </a:lnTo>
                  <a:lnTo>
                    <a:pt x="188976" y="1551431"/>
                  </a:lnTo>
                  <a:lnTo>
                    <a:pt x="204215" y="1542288"/>
                  </a:lnTo>
                  <a:lnTo>
                    <a:pt x="216408" y="1536191"/>
                  </a:lnTo>
                  <a:lnTo>
                    <a:pt x="237744" y="1514855"/>
                  </a:lnTo>
                  <a:close/>
                </a:path>
                <a:path w="494029" h="1600200" extrusionOk="0">
                  <a:moveTo>
                    <a:pt x="88392" y="1514855"/>
                  </a:moveTo>
                  <a:lnTo>
                    <a:pt x="77724" y="1516379"/>
                  </a:lnTo>
                  <a:lnTo>
                    <a:pt x="73151" y="1517903"/>
                  </a:lnTo>
                  <a:lnTo>
                    <a:pt x="88392" y="1514855"/>
                  </a:lnTo>
                  <a:close/>
                </a:path>
                <a:path w="494029" h="1600200" extrusionOk="0">
                  <a:moveTo>
                    <a:pt x="166115" y="1476756"/>
                  </a:moveTo>
                  <a:lnTo>
                    <a:pt x="143256" y="1490472"/>
                  </a:lnTo>
                  <a:lnTo>
                    <a:pt x="109727" y="1505712"/>
                  </a:lnTo>
                  <a:lnTo>
                    <a:pt x="77724" y="1516379"/>
                  </a:lnTo>
                  <a:lnTo>
                    <a:pt x="88392" y="1514855"/>
                  </a:lnTo>
                  <a:lnTo>
                    <a:pt x="237744" y="1514855"/>
                  </a:lnTo>
                  <a:lnTo>
                    <a:pt x="240792" y="1508760"/>
                  </a:lnTo>
                  <a:lnTo>
                    <a:pt x="188975" y="1508760"/>
                  </a:lnTo>
                  <a:lnTo>
                    <a:pt x="161544" y="1481327"/>
                  </a:lnTo>
                  <a:lnTo>
                    <a:pt x="166115" y="1476756"/>
                  </a:lnTo>
                  <a:close/>
                </a:path>
                <a:path w="494029" h="1600200" extrusionOk="0">
                  <a:moveTo>
                    <a:pt x="173736" y="1472184"/>
                  </a:moveTo>
                  <a:lnTo>
                    <a:pt x="161544" y="1481327"/>
                  </a:lnTo>
                  <a:lnTo>
                    <a:pt x="188975" y="1508760"/>
                  </a:lnTo>
                  <a:lnTo>
                    <a:pt x="173736" y="1472184"/>
                  </a:lnTo>
                  <a:close/>
                </a:path>
                <a:path w="494029" h="1600200" extrusionOk="0">
                  <a:moveTo>
                    <a:pt x="173736" y="1472184"/>
                  </a:moveTo>
                  <a:lnTo>
                    <a:pt x="188975" y="1508760"/>
                  </a:lnTo>
                  <a:lnTo>
                    <a:pt x="240792" y="1508760"/>
                  </a:lnTo>
                  <a:lnTo>
                    <a:pt x="251460" y="1487424"/>
                  </a:lnTo>
                  <a:lnTo>
                    <a:pt x="210312" y="1487424"/>
                  </a:lnTo>
                  <a:lnTo>
                    <a:pt x="173736" y="1472184"/>
                  </a:lnTo>
                  <a:close/>
                </a:path>
                <a:path w="494029" h="1600200" extrusionOk="0">
                  <a:moveTo>
                    <a:pt x="182880" y="1459991"/>
                  </a:moveTo>
                  <a:lnTo>
                    <a:pt x="173736" y="1472184"/>
                  </a:lnTo>
                  <a:lnTo>
                    <a:pt x="210312" y="1487424"/>
                  </a:lnTo>
                  <a:lnTo>
                    <a:pt x="185928" y="1463039"/>
                  </a:lnTo>
                  <a:lnTo>
                    <a:pt x="182880" y="1463039"/>
                  </a:lnTo>
                  <a:lnTo>
                    <a:pt x="183388" y="1460500"/>
                  </a:lnTo>
                  <a:lnTo>
                    <a:pt x="182880" y="1459991"/>
                  </a:lnTo>
                  <a:close/>
                </a:path>
                <a:path w="494029" h="1600200" extrusionOk="0">
                  <a:moveTo>
                    <a:pt x="186618" y="1448087"/>
                  </a:moveTo>
                  <a:lnTo>
                    <a:pt x="183489" y="1460601"/>
                  </a:lnTo>
                  <a:lnTo>
                    <a:pt x="210312" y="1487424"/>
                  </a:lnTo>
                  <a:lnTo>
                    <a:pt x="251460" y="1487424"/>
                  </a:lnTo>
                  <a:lnTo>
                    <a:pt x="256032" y="1478279"/>
                  </a:lnTo>
                  <a:lnTo>
                    <a:pt x="259080" y="1463039"/>
                  </a:lnTo>
                  <a:lnTo>
                    <a:pt x="222504" y="1463039"/>
                  </a:lnTo>
                  <a:lnTo>
                    <a:pt x="186618" y="1448087"/>
                  </a:lnTo>
                  <a:close/>
                </a:path>
                <a:path w="494029" h="1600200" extrusionOk="0">
                  <a:moveTo>
                    <a:pt x="173736" y="1472184"/>
                  </a:moveTo>
                  <a:lnTo>
                    <a:pt x="166115" y="1476756"/>
                  </a:lnTo>
                  <a:lnTo>
                    <a:pt x="161544" y="1481327"/>
                  </a:lnTo>
                  <a:lnTo>
                    <a:pt x="173736" y="1472184"/>
                  </a:lnTo>
                  <a:close/>
                </a:path>
                <a:path w="494029" h="1600200" extrusionOk="0">
                  <a:moveTo>
                    <a:pt x="176784" y="1466088"/>
                  </a:moveTo>
                  <a:lnTo>
                    <a:pt x="166115" y="1476756"/>
                  </a:lnTo>
                  <a:lnTo>
                    <a:pt x="173736" y="1472184"/>
                  </a:lnTo>
                  <a:lnTo>
                    <a:pt x="176784" y="1466088"/>
                  </a:lnTo>
                  <a:close/>
                </a:path>
                <a:path w="494029" h="1600200" extrusionOk="0">
                  <a:moveTo>
                    <a:pt x="182880" y="1459991"/>
                  </a:moveTo>
                  <a:lnTo>
                    <a:pt x="176784" y="1466088"/>
                  </a:lnTo>
                  <a:lnTo>
                    <a:pt x="173736" y="1472184"/>
                  </a:lnTo>
                  <a:lnTo>
                    <a:pt x="182880" y="1459991"/>
                  </a:lnTo>
                  <a:close/>
                </a:path>
                <a:path w="494029" h="1600200" extrusionOk="0">
                  <a:moveTo>
                    <a:pt x="185927" y="1447800"/>
                  </a:moveTo>
                  <a:lnTo>
                    <a:pt x="176784" y="1466088"/>
                  </a:lnTo>
                  <a:lnTo>
                    <a:pt x="182880" y="1459991"/>
                  </a:lnTo>
                  <a:lnTo>
                    <a:pt x="183489" y="1459991"/>
                  </a:lnTo>
                  <a:lnTo>
                    <a:pt x="185927" y="1447800"/>
                  </a:lnTo>
                  <a:close/>
                </a:path>
                <a:path w="494029" h="1600200" extrusionOk="0">
                  <a:moveTo>
                    <a:pt x="183388" y="1460500"/>
                  </a:moveTo>
                  <a:lnTo>
                    <a:pt x="182880" y="1463039"/>
                  </a:lnTo>
                  <a:lnTo>
                    <a:pt x="183489" y="1460601"/>
                  </a:lnTo>
                  <a:lnTo>
                    <a:pt x="183388" y="1460500"/>
                  </a:lnTo>
                  <a:close/>
                </a:path>
                <a:path w="494029" h="1600200" extrusionOk="0">
                  <a:moveTo>
                    <a:pt x="183489" y="1460601"/>
                  </a:moveTo>
                  <a:lnTo>
                    <a:pt x="182880" y="1463039"/>
                  </a:lnTo>
                  <a:lnTo>
                    <a:pt x="185928" y="1463039"/>
                  </a:lnTo>
                  <a:lnTo>
                    <a:pt x="183489" y="1460601"/>
                  </a:lnTo>
                  <a:close/>
                </a:path>
                <a:path w="494029" h="1600200" extrusionOk="0">
                  <a:moveTo>
                    <a:pt x="280720" y="800100"/>
                  </a:moveTo>
                  <a:lnTo>
                    <a:pt x="277368" y="801624"/>
                  </a:lnTo>
                  <a:lnTo>
                    <a:pt x="265175" y="810767"/>
                  </a:lnTo>
                  <a:lnTo>
                    <a:pt x="237744" y="829055"/>
                  </a:lnTo>
                  <a:lnTo>
                    <a:pt x="216408" y="850391"/>
                  </a:lnTo>
                  <a:lnTo>
                    <a:pt x="198120" y="886967"/>
                  </a:lnTo>
                  <a:lnTo>
                    <a:pt x="195072" y="902207"/>
                  </a:lnTo>
                  <a:lnTo>
                    <a:pt x="188975" y="929639"/>
                  </a:lnTo>
                  <a:lnTo>
                    <a:pt x="188975" y="1438655"/>
                  </a:lnTo>
                  <a:lnTo>
                    <a:pt x="186618" y="1448087"/>
                  </a:lnTo>
                  <a:lnTo>
                    <a:pt x="222504" y="1463039"/>
                  </a:lnTo>
                  <a:lnTo>
                    <a:pt x="259080" y="1463039"/>
                  </a:lnTo>
                  <a:lnTo>
                    <a:pt x="265175" y="1438655"/>
                  </a:lnTo>
                  <a:lnTo>
                    <a:pt x="265175" y="929639"/>
                  </a:lnTo>
                  <a:lnTo>
                    <a:pt x="267914" y="917318"/>
                  </a:lnTo>
                  <a:lnTo>
                    <a:pt x="231648" y="902207"/>
                  </a:lnTo>
                  <a:lnTo>
                    <a:pt x="268224" y="902207"/>
                  </a:lnTo>
                  <a:lnTo>
                    <a:pt x="243839" y="877824"/>
                  </a:lnTo>
                  <a:lnTo>
                    <a:pt x="301751" y="877824"/>
                  </a:lnTo>
                  <a:lnTo>
                    <a:pt x="310895" y="871727"/>
                  </a:lnTo>
                  <a:lnTo>
                    <a:pt x="307848" y="871727"/>
                  </a:lnTo>
                  <a:lnTo>
                    <a:pt x="292608" y="838200"/>
                  </a:lnTo>
                  <a:lnTo>
                    <a:pt x="365760" y="838200"/>
                  </a:lnTo>
                  <a:lnTo>
                    <a:pt x="365760" y="829055"/>
                  </a:lnTo>
                  <a:lnTo>
                    <a:pt x="350520" y="826007"/>
                  </a:lnTo>
                  <a:lnTo>
                    <a:pt x="310896" y="813815"/>
                  </a:lnTo>
                  <a:lnTo>
                    <a:pt x="280720" y="800100"/>
                  </a:lnTo>
                  <a:close/>
                </a:path>
                <a:path w="494029" h="1600200" extrusionOk="0">
                  <a:moveTo>
                    <a:pt x="185927" y="1447800"/>
                  </a:moveTo>
                  <a:lnTo>
                    <a:pt x="183489" y="1459991"/>
                  </a:lnTo>
                  <a:lnTo>
                    <a:pt x="183489" y="1460601"/>
                  </a:lnTo>
                  <a:lnTo>
                    <a:pt x="186618" y="1448087"/>
                  </a:lnTo>
                  <a:lnTo>
                    <a:pt x="185927" y="1447800"/>
                  </a:lnTo>
                  <a:close/>
                </a:path>
                <a:path w="494029" h="1600200" extrusionOk="0">
                  <a:moveTo>
                    <a:pt x="183489" y="1459991"/>
                  </a:moveTo>
                  <a:lnTo>
                    <a:pt x="182880" y="1459991"/>
                  </a:lnTo>
                  <a:lnTo>
                    <a:pt x="183388" y="1460500"/>
                  </a:lnTo>
                  <a:lnTo>
                    <a:pt x="183489" y="1459991"/>
                  </a:lnTo>
                  <a:close/>
                </a:path>
                <a:path w="494029" h="1600200" extrusionOk="0">
                  <a:moveTo>
                    <a:pt x="270717" y="904701"/>
                  </a:moveTo>
                  <a:lnTo>
                    <a:pt x="267914" y="917318"/>
                  </a:lnTo>
                  <a:lnTo>
                    <a:pt x="268224" y="917448"/>
                  </a:lnTo>
                  <a:lnTo>
                    <a:pt x="270662" y="905255"/>
                  </a:lnTo>
                  <a:lnTo>
                    <a:pt x="270717" y="904701"/>
                  </a:lnTo>
                  <a:close/>
                </a:path>
                <a:path w="494029" h="1600200" extrusionOk="0">
                  <a:moveTo>
                    <a:pt x="277367" y="899160"/>
                  </a:moveTo>
                  <a:lnTo>
                    <a:pt x="271272" y="905255"/>
                  </a:lnTo>
                  <a:lnTo>
                    <a:pt x="270662" y="905255"/>
                  </a:lnTo>
                  <a:lnTo>
                    <a:pt x="268224" y="917448"/>
                  </a:lnTo>
                  <a:lnTo>
                    <a:pt x="274320" y="905255"/>
                  </a:lnTo>
                  <a:lnTo>
                    <a:pt x="271272" y="905255"/>
                  </a:lnTo>
                  <a:lnTo>
                    <a:pt x="270763" y="904747"/>
                  </a:lnTo>
                  <a:lnTo>
                    <a:pt x="274574" y="904747"/>
                  </a:lnTo>
                  <a:lnTo>
                    <a:pt x="277367" y="899160"/>
                  </a:lnTo>
                  <a:close/>
                </a:path>
                <a:path w="494029" h="1600200" extrusionOk="0">
                  <a:moveTo>
                    <a:pt x="268224" y="902207"/>
                  </a:moveTo>
                  <a:lnTo>
                    <a:pt x="231648" y="902207"/>
                  </a:lnTo>
                  <a:lnTo>
                    <a:pt x="267914" y="917318"/>
                  </a:lnTo>
                  <a:lnTo>
                    <a:pt x="270717" y="904701"/>
                  </a:lnTo>
                  <a:lnTo>
                    <a:pt x="268224" y="902207"/>
                  </a:lnTo>
                  <a:close/>
                </a:path>
                <a:path w="494029" h="1600200" extrusionOk="0">
                  <a:moveTo>
                    <a:pt x="273558" y="902207"/>
                  </a:moveTo>
                  <a:lnTo>
                    <a:pt x="271272" y="902207"/>
                  </a:lnTo>
                  <a:lnTo>
                    <a:pt x="270763" y="904747"/>
                  </a:lnTo>
                  <a:lnTo>
                    <a:pt x="271272" y="905255"/>
                  </a:lnTo>
                  <a:lnTo>
                    <a:pt x="273558" y="902207"/>
                  </a:lnTo>
                  <a:close/>
                </a:path>
                <a:path w="494029" h="1600200" extrusionOk="0">
                  <a:moveTo>
                    <a:pt x="280415" y="893063"/>
                  </a:moveTo>
                  <a:lnTo>
                    <a:pt x="271272" y="905255"/>
                  </a:lnTo>
                  <a:lnTo>
                    <a:pt x="277367" y="899160"/>
                  </a:lnTo>
                  <a:lnTo>
                    <a:pt x="280415" y="893063"/>
                  </a:lnTo>
                  <a:close/>
                </a:path>
                <a:path w="494029" h="1600200" extrusionOk="0">
                  <a:moveTo>
                    <a:pt x="271272" y="902207"/>
                  </a:moveTo>
                  <a:lnTo>
                    <a:pt x="270717" y="904701"/>
                  </a:lnTo>
                  <a:lnTo>
                    <a:pt x="271272" y="902207"/>
                  </a:lnTo>
                  <a:close/>
                </a:path>
                <a:path w="494029" h="1600200" extrusionOk="0">
                  <a:moveTo>
                    <a:pt x="243839" y="877824"/>
                  </a:moveTo>
                  <a:lnTo>
                    <a:pt x="270717" y="904701"/>
                  </a:lnTo>
                  <a:lnTo>
                    <a:pt x="271272" y="902207"/>
                  </a:lnTo>
                  <a:lnTo>
                    <a:pt x="273558" y="902207"/>
                  </a:lnTo>
                  <a:lnTo>
                    <a:pt x="280415" y="893063"/>
                  </a:lnTo>
                  <a:lnTo>
                    <a:pt x="243839" y="877824"/>
                  </a:lnTo>
                  <a:close/>
                </a:path>
                <a:path w="494029" h="1600200" extrusionOk="0">
                  <a:moveTo>
                    <a:pt x="301751" y="877824"/>
                  </a:moveTo>
                  <a:lnTo>
                    <a:pt x="243839" y="877824"/>
                  </a:lnTo>
                  <a:lnTo>
                    <a:pt x="280415" y="893063"/>
                  </a:lnTo>
                  <a:lnTo>
                    <a:pt x="277367" y="899160"/>
                  </a:lnTo>
                  <a:lnTo>
                    <a:pt x="292608" y="883919"/>
                  </a:lnTo>
                  <a:lnTo>
                    <a:pt x="301751" y="877824"/>
                  </a:lnTo>
                  <a:close/>
                </a:path>
                <a:path w="494029" h="1600200" extrusionOk="0">
                  <a:moveTo>
                    <a:pt x="292608" y="838200"/>
                  </a:moveTo>
                  <a:lnTo>
                    <a:pt x="307848" y="871727"/>
                  </a:lnTo>
                  <a:lnTo>
                    <a:pt x="320039" y="865631"/>
                  </a:lnTo>
                  <a:lnTo>
                    <a:pt x="292608" y="838200"/>
                  </a:lnTo>
                  <a:close/>
                </a:path>
                <a:path w="494029" h="1600200" extrusionOk="0">
                  <a:moveTo>
                    <a:pt x="320039" y="865631"/>
                  </a:moveTo>
                  <a:lnTo>
                    <a:pt x="307848" y="871727"/>
                  </a:lnTo>
                  <a:lnTo>
                    <a:pt x="317427" y="867373"/>
                  </a:lnTo>
                  <a:lnTo>
                    <a:pt x="320039" y="865631"/>
                  </a:lnTo>
                  <a:close/>
                </a:path>
                <a:path w="494029" h="1600200" extrusionOk="0">
                  <a:moveTo>
                    <a:pt x="317427" y="867373"/>
                  </a:moveTo>
                  <a:lnTo>
                    <a:pt x="307848" y="871727"/>
                  </a:lnTo>
                  <a:lnTo>
                    <a:pt x="310895" y="871727"/>
                  </a:lnTo>
                  <a:lnTo>
                    <a:pt x="317427" y="867373"/>
                  </a:lnTo>
                  <a:close/>
                </a:path>
                <a:path w="494029" h="1600200" extrusionOk="0">
                  <a:moveTo>
                    <a:pt x="365760" y="838200"/>
                  </a:moveTo>
                  <a:lnTo>
                    <a:pt x="292608" y="838200"/>
                  </a:lnTo>
                  <a:lnTo>
                    <a:pt x="320039" y="865631"/>
                  </a:lnTo>
                  <a:lnTo>
                    <a:pt x="317427" y="867373"/>
                  </a:lnTo>
                  <a:lnTo>
                    <a:pt x="341375" y="856488"/>
                  </a:lnTo>
                  <a:lnTo>
                    <a:pt x="371094" y="847343"/>
                  </a:lnTo>
                  <a:lnTo>
                    <a:pt x="365760" y="847343"/>
                  </a:lnTo>
                  <a:lnTo>
                    <a:pt x="365760" y="838200"/>
                  </a:lnTo>
                  <a:close/>
                </a:path>
                <a:path w="494029" h="1600200" extrusionOk="0">
                  <a:moveTo>
                    <a:pt x="365760" y="829055"/>
                  </a:moveTo>
                  <a:lnTo>
                    <a:pt x="365760" y="847343"/>
                  </a:lnTo>
                  <a:lnTo>
                    <a:pt x="381000" y="844295"/>
                  </a:lnTo>
                  <a:lnTo>
                    <a:pt x="374650" y="830326"/>
                  </a:lnTo>
                  <a:lnTo>
                    <a:pt x="365760" y="829055"/>
                  </a:lnTo>
                  <a:close/>
                </a:path>
                <a:path w="494029" h="1600200" extrusionOk="0">
                  <a:moveTo>
                    <a:pt x="381000" y="844295"/>
                  </a:moveTo>
                  <a:lnTo>
                    <a:pt x="365760" y="847343"/>
                  </a:lnTo>
                  <a:lnTo>
                    <a:pt x="375716" y="845921"/>
                  </a:lnTo>
                  <a:lnTo>
                    <a:pt x="381000" y="844295"/>
                  </a:lnTo>
                  <a:close/>
                </a:path>
                <a:path w="494029" h="1600200" extrusionOk="0">
                  <a:moveTo>
                    <a:pt x="375716" y="845921"/>
                  </a:moveTo>
                  <a:lnTo>
                    <a:pt x="365760" y="847343"/>
                  </a:lnTo>
                  <a:lnTo>
                    <a:pt x="371094" y="847343"/>
                  </a:lnTo>
                  <a:lnTo>
                    <a:pt x="375716" y="845921"/>
                  </a:lnTo>
                  <a:close/>
                </a:path>
                <a:path w="494029" h="1600200" extrusionOk="0">
                  <a:moveTo>
                    <a:pt x="374650" y="830326"/>
                  </a:moveTo>
                  <a:lnTo>
                    <a:pt x="381000" y="844295"/>
                  </a:lnTo>
                  <a:lnTo>
                    <a:pt x="375716" y="845921"/>
                  </a:lnTo>
                  <a:lnTo>
                    <a:pt x="408432" y="841248"/>
                  </a:lnTo>
                  <a:lnTo>
                    <a:pt x="457200" y="838200"/>
                  </a:lnTo>
                  <a:lnTo>
                    <a:pt x="408432" y="835151"/>
                  </a:lnTo>
                  <a:lnTo>
                    <a:pt x="374650" y="830326"/>
                  </a:lnTo>
                  <a:close/>
                </a:path>
                <a:path w="494029" h="1600200" extrusionOk="0">
                  <a:moveTo>
                    <a:pt x="419862" y="810767"/>
                  </a:moveTo>
                  <a:lnTo>
                    <a:pt x="365760" y="810767"/>
                  </a:lnTo>
                  <a:lnTo>
                    <a:pt x="374650" y="830326"/>
                  </a:lnTo>
                  <a:lnTo>
                    <a:pt x="408432" y="835151"/>
                  </a:lnTo>
                  <a:lnTo>
                    <a:pt x="457200" y="838200"/>
                  </a:lnTo>
                  <a:lnTo>
                    <a:pt x="441960" y="835151"/>
                  </a:lnTo>
                  <a:lnTo>
                    <a:pt x="429768" y="826007"/>
                  </a:lnTo>
                  <a:lnTo>
                    <a:pt x="420624" y="813815"/>
                  </a:lnTo>
                  <a:lnTo>
                    <a:pt x="419862" y="810767"/>
                  </a:lnTo>
                  <a:close/>
                </a:path>
                <a:path w="494029" h="1600200" extrusionOk="0">
                  <a:moveTo>
                    <a:pt x="457200" y="762000"/>
                  </a:moveTo>
                  <a:lnTo>
                    <a:pt x="441960" y="765048"/>
                  </a:lnTo>
                  <a:lnTo>
                    <a:pt x="429768" y="774191"/>
                  </a:lnTo>
                  <a:lnTo>
                    <a:pt x="420624" y="786384"/>
                  </a:lnTo>
                  <a:lnTo>
                    <a:pt x="417575" y="801624"/>
                  </a:lnTo>
                  <a:lnTo>
                    <a:pt x="420624" y="813815"/>
                  </a:lnTo>
                  <a:lnTo>
                    <a:pt x="429768" y="826007"/>
                  </a:lnTo>
                  <a:lnTo>
                    <a:pt x="441960" y="835151"/>
                  </a:lnTo>
                  <a:lnTo>
                    <a:pt x="457200" y="838200"/>
                  </a:lnTo>
                  <a:lnTo>
                    <a:pt x="457200" y="762000"/>
                  </a:lnTo>
                  <a:close/>
                </a:path>
                <a:path w="494029" h="1600200" extrusionOk="0">
                  <a:moveTo>
                    <a:pt x="457200" y="762000"/>
                  </a:moveTo>
                  <a:lnTo>
                    <a:pt x="457200" y="838200"/>
                  </a:lnTo>
                  <a:lnTo>
                    <a:pt x="469392" y="835151"/>
                  </a:lnTo>
                  <a:lnTo>
                    <a:pt x="481584" y="826007"/>
                  </a:lnTo>
                  <a:lnTo>
                    <a:pt x="490727" y="813815"/>
                  </a:lnTo>
                  <a:lnTo>
                    <a:pt x="493775" y="801624"/>
                  </a:lnTo>
                  <a:lnTo>
                    <a:pt x="490727" y="786384"/>
                  </a:lnTo>
                  <a:lnTo>
                    <a:pt x="481584" y="774191"/>
                  </a:lnTo>
                  <a:lnTo>
                    <a:pt x="469392" y="765048"/>
                  </a:lnTo>
                  <a:lnTo>
                    <a:pt x="457200" y="762000"/>
                  </a:lnTo>
                  <a:close/>
                </a:path>
                <a:path w="494029" h="1600200" extrusionOk="0">
                  <a:moveTo>
                    <a:pt x="365760" y="810767"/>
                  </a:moveTo>
                  <a:lnTo>
                    <a:pt x="365760" y="829055"/>
                  </a:lnTo>
                  <a:lnTo>
                    <a:pt x="374650" y="830326"/>
                  </a:lnTo>
                  <a:lnTo>
                    <a:pt x="365760" y="810767"/>
                  </a:lnTo>
                  <a:close/>
                </a:path>
                <a:path w="494029" h="1600200" extrusionOk="0">
                  <a:moveTo>
                    <a:pt x="365760" y="771143"/>
                  </a:moveTo>
                  <a:lnTo>
                    <a:pt x="350520" y="774191"/>
                  </a:lnTo>
                  <a:lnTo>
                    <a:pt x="310896" y="786384"/>
                  </a:lnTo>
                  <a:lnTo>
                    <a:pt x="280720" y="800100"/>
                  </a:lnTo>
                  <a:lnTo>
                    <a:pt x="310896" y="813815"/>
                  </a:lnTo>
                  <a:lnTo>
                    <a:pt x="350520" y="826007"/>
                  </a:lnTo>
                  <a:lnTo>
                    <a:pt x="365760" y="829055"/>
                  </a:lnTo>
                  <a:lnTo>
                    <a:pt x="365760" y="810767"/>
                  </a:lnTo>
                  <a:lnTo>
                    <a:pt x="419862" y="810767"/>
                  </a:lnTo>
                  <a:lnTo>
                    <a:pt x="417575" y="801624"/>
                  </a:lnTo>
                  <a:lnTo>
                    <a:pt x="420014" y="789431"/>
                  </a:lnTo>
                  <a:lnTo>
                    <a:pt x="365760" y="789431"/>
                  </a:lnTo>
                  <a:lnTo>
                    <a:pt x="365760" y="771143"/>
                  </a:lnTo>
                  <a:close/>
                </a:path>
                <a:path w="494029" h="1600200" extrusionOk="0">
                  <a:moveTo>
                    <a:pt x="259080" y="140207"/>
                  </a:moveTo>
                  <a:lnTo>
                    <a:pt x="222504" y="140207"/>
                  </a:lnTo>
                  <a:lnTo>
                    <a:pt x="186237" y="155318"/>
                  </a:lnTo>
                  <a:lnTo>
                    <a:pt x="188975" y="167639"/>
                  </a:lnTo>
                  <a:lnTo>
                    <a:pt x="188975" y="676655"/>
                  </a:lnTo>
                  <a:lnTo>
                    <a:pt x="195072" y="701039"/>
                  </a:lnTo>
                  <a:lnTo>
                    <a:pt x="198120" y="716280"/>
                  </a:lnTo>
                  <a:lnTo>
                    <a:pt x="216408" y="752855"/>
                  </a:lnTo>
                  <a:lnTo>
                    <a:pt x="237744" y="774191"/>
                  </a:lnTo>
                  <a:lnTo>
                    <a:pt x="249936" y="780288"/>
                  </a:lnTo>
                  <a:lnTo>
                    <a:pt x="277368" y="798576"/>
                  </a:lnTo>
                  <a:lnTo>
                    <a:pt x="280720" y="800100"/>
                  </a:lnTo>
                  <a:lnTo>
                    <a:pt x="310896" y="786384"/>
                  </a:lnTo>
                  <a:lnTo>
                    <a:pt x="350520" y="774191"/>
                  </a:lnTo>
                  <a:lnTo>
                    <a:pt x="365760" y="771143"/>
                  </a:lnTo>
                  <a:lnTo>
                    <a:pt x="365760" y="752855"/>
                  </a:lnTo>
                  <a:lnTo>
                    <a:pt x="371094" y="752855"/>
                  </a:lnTo>
                  <a:lnTo>
                    <a:pt x="351282" y="746760"/>
                  </a:lnTo>
                  <a:lnTo>
                    <a:pt x="265175" y="746760"/>
                  </a:lnTo>
                  <a:lnTo>
                    <a:pt x="274065" y="725424"/>
                  </a:lnTo>
                  <a:lnTo>
                    <a:pt x="243839" y="725424"/>
                  </a:lnTo>
                  <a:lnTo>
                    <a:pt x="268224" y="701039"/>
                  </a:lnTo>
                  <a:lnTo>
                    <a:pt x="231648" y="701039"/>
                  </a:lnTo>
                  <a:lnTo>
                    <a:pt x="267533" y="686087"/>
                  </a:lnTo>
                  <a:lnTo>
                    <a:pt x="265175" y="676655"/>
                  </a:lnTo>
                  <a:lnTo>
                    <a:pt x="265175" y="167639"/>
                  </a:lnTo>
                  <a:lnTo>
                    <a:pt x="259080" y="140207"/>
                  </a:lnTo>
                  <a:close/>
                </a:path>
                <a:path w="494029" h="1600200" extrusionOk="0">
                  <a:moveTo>
                    <a:pt x="374650" y="769874"/>
                  </a:moveTo>
                  <a:lnTo>
                    <a:pt x="365760" y="771143"/>
                  </a:lnTo>
                  <a:lnTo>
                    <a:pt x="365760" y="789431"/>
                  </a:lnTo>
                  <a:lnTo>
                    <a:pt x="374650" y="769874"/>
                  </a:lnTo>
                  <a:close/>
                </a:path>
                <a:path w="494029" h="1600200" extrusionOk="0">
                  <a:moveTo>
                    <a:pt x="457200" y="762000"/>
                  </a:moveTo>
                  <a:lnTo>
                    <a:pt x="408432" y="765048"/>
                  </a:lnTo>
                  <a:lnTo>
                    <a:pt x="374650" y="769874"/>
                  </a:lnTo>
                  <a:lnTo>
                    <a:pt x="365760" y="789431"/>
                  </a:lnTo>
                  <a:lnTo>
                    <a:pt x="420014" y="789431"/>
                  </a:lnTo>
                  <a:lnTo>
                    <a:pt x="420624" y="786384"/>
                  </a:lnTo>
                  <a:lnTo>
                    <a:pt x="429768" y="774191"/>
                  </a:lnTo>
                  <a:lnTo>
                    <a:pt x="441960" y="765048"/>
                  </a:lnTo>
                  <a:lnTo>
                    <a:pt x="457200" y="762000"/>
                  </a:lnTo>
                  <a:close/>
                </a:path>
                <a:path w="494029" h="1600200" extrusionOk="0">
                  <a:moveTo>
                    <a:pt x="365760" y="752855"/>
                  </a:moveTo>
                  <a:lnTo>
                    <a:pt x="365760" y="771143"/>
                  </a:lnTo>
                  <a:lnTo>
                    <a:pt x="374650" y="769874"/>
                  </a:lnTo>
                  <a:lnTo>
                    <a:pt x="381000" y="755903"/>
                  </a:lnTo>
                  <a:lnTo>
                    <a:pt x="365760" y="752855"/>
                  </a:lnTo>
                  <a:close/>
                </a:path>
                <a:path w="494029" h="1600200" extrusionOk="0">
                  <a:moveTo>
                    <a:pt x="375716" y="754278"/>
                  </a:moveTo>
                  <a:lnTo>
                    <a:pt x="381000" y="755903"/>
                  </a:lnTo>
                  <a:lnTo>
                    <a:pt x="374650" y="769874"/>
                  </a:lnTo>
                  <a:lnTo>
                    <a:pt x="408432" y="765048"/>
                  </a:lnTo>
                  <a:lnTo>
                    <a:pt x="457200" y="762000"/>
                  </a:lnTo>
                  <a:lnTo>
                    <a:pt x="408432" y="758951"/>
                  </a:lnTo>
                  <a:lnTo>
                    <a:pt x="375716" y="754278"/>
                  </a:lnTo>
                  <a:close/>
                </a:path>
                <a:path w="494029" h="1600200" extrusionOk="0">
                  <a:moveTo>
                    <a:pt x="365760" y="752855"/>
                  </a:moveTo>
                  <a:lnTo>
                    <a:pt x="381000" y="755903"/>
                  </a:lnTo>
                  <a:lnTo>
                    <a:pt x="375716" y="754278"/>
                  </a:lnTo>
                  <a:lnTo>
                    <a:pt x="365760" y="752855"/>
                  </a:lnTo>
                  <a:close/>
                </a:path>
                <a:path w="494029" h="1600200" extrusionOk="0">
                  <a:moveTo>
                    <a:pt x="371094" y="752855"/>
                  </a:moveTo>
                  <a:lnTo>
                    <a:pt x="365760" y="752855"/>
                  </a:lnTo>
                  <a:lnTo>
                    <a:pt x="375716" y="754278"/>
                  </a:lnTo>
                  <a:lnTo>
                    <a:pt x="371094" y="752855"/>
                  </a:lnTo>
                  <a:close/>
                </a:path>
                <a:path w="494029" h="1600200" extrusionOk="0">
                  <a:moveTo>
                    <a:pt x="280415" y="710184"/>
                  </a:moveTo>
                  <a:lnTo>
                    <a:pt x="265175" y="746760"/>
                  </a:lnTo>
                  <a:lnTo>
                    <a:pt x="292608" y="719327"/>
                  </a:lnTo>
                  <a:lnTo>
                    <a:pt x="280415" y="710184"/>
                  </a:lnTo>
                  <a:close/>
                </a:path>
                <a:path w="494029" h="1600200" extrusionOk="0">
                  <a:moveTo>
                    <a:pt x="289560" y="716280"/>
                  </a:moveTo>
                  <a:lnTo>
                    <a:pt x="292608" y="719327"/>
                  </a:lnTo>
                  <a:lnTo>
                    <a:pt x="265175" y="746760"/>
                  </a:lnTo>
                  <a:lnTo>
                    <a:pt x="351282" y="746760"/>
                  </a:lnTo>
                  <a:lnTo>
                    <a:pt x="341375" y="743712"/>
                  </a:lnTo>
                  <a:lnTo>
                    <a:pt x="307848" y="728472"/>
                  </a:lnTo>
                  <a:lnTo>
                    <a:pt x="289560" y="716280"/>
                  </a:lnTo>
                  <a:close/>
                </a:path>
                <a:path w="494029" h="1600200" extrusionOk="0">
                  <a:moveTo>
                    <a:pt x="270662" y="698601"/>
                  </a:moveTo>
                  <a:lnTo>
                    <a:pt x="243839" y="725424"/>
                  </a:lnTo>
                  <a:lnTo>
                    <a:pt x="280415" y="710184"/>
                  </a:lnTo>
                  <a:lnTo>
                    <a:pt x="273558" y="701039"/>
                  </a:lnTo>
                  <a:lnTo>
                    <a:pt x="271272" y="701039"/>
                  </a:lnTo>
                  <a:lnTo>
                    <a:pt x="270662" y="698601"/>
                  </a:lnTo>
                  <a:close/>
                </a:path>
                <a:path w="494029" h="1600200" extrusionOk="0">
                  <a:moveTo>
                    <a:pt x="280415" y="710184"/>
                  </a:moveTo>
                  <a:lnTo>
                    <a:pt x="243839" y="725424"/>
                  </a:lnTo>
                  <a:lnTo>
                    <a:pt x="274065" y="725424"/>
                  </a:lnTo>
                  <a:lnTo>
                    <a:pt x="280415" y="710184"/>
                  </a:lnTo>
                  <a:close/>
                </a:path>
                <a:path w="494029" h="1600200" extrusionOk="0">
                  <a:moveTo>
                    <a:pt x="280415" y="710184"/>
                  </a:moveTo>
                  <a:lnTo>
                    <a:pt x="292608" y="719327"/>
                  </a:lnTo>
                  <a:lnTo>
                    <a:pt x="289560" y="716280"/>
                  </a:lnTo>
                  <a:lnTo>
                    <a:pt x="280415" y="710184"/>
                  </a:lnTo>
                  <a:close/>
                </a:path>
                <a:path w="494029" h="1600200" extrusionOk="0">
                  <a:moveTo>
                    <a:pt x="277367" y="704087"/>
                  </a:moveTo>
                  <a:lnTo>
                    <a:pt x="280415" y="710184"/>
                  </a:lnTo>
                  <a:lnTo>
                    <a:pt x="289560" y="716280"/>
                  </a:lnTo>
                  <a:lnTo>
                    <a:pt x="277367" y="704087"/>
                  </a:lnTo>
                  <a:close/>
                </a:path>
                <a:path w="494029" h="1600200" extrusionOk="0">
                  <a:moveTo>
                    <a:pt x="271272" y="697991"/>
                  </a:moveTo>
                  <a:lnTo>
                    <a:pt x="280415" y="710184"/>
                  </a:lnTo>
                  <a:lnTo>
                    <a:pt x="277367" y="704087"/>
                  </a:lnTo>
                  <a:lnTo>
                    <a:pt x="271272" y="697991"/>
                  </a:lnTo>
                  <a:close/>
                </a:path>
                <a:path w="494029" h="1600200" extrusionOk="0">
                  <a:moveTo>
                    <a:pt x="274319" y="697991"/>
                  </a:moveTo>
                  <a:lnTo>
                    <a:pt x="271272" y="697991"/>
                  </a:lnTo>
                  <a:lnTo>
                    <a:pt x="277367" y="704087"/>
                  </a:lnTo>
                  <a:lnTo>
                    <a:pt x="274319" y="697991"/>
                  </a:lnTo>
                  <a:close/>
                </a:path>
                <a:path w="494029" h="1600200" extrusionOk="0">
                  <a:moveTo>
                    <a:pt x="267533" y="686087"/>
                  </a:moveTo>
                  <a:lnTo>
                    <a:pt x="231648" y="701039"/>
                  </a:lnTo>
                  <a:lnTo>
                    <a:pt x="268224" y="701039"/>
                  </a:lnTo>
                  <a:lnTo>
                    <a:pt x="270662" y="698601"/>
                  </a:lnTo>
                  <a:lnTo>
                    <a:pt x="267533" y="686087"/>
                  </a:lnTo>
                  <a:close/>
                </a:path>
                <a:path w="494029" h="1600200" extrusionOk="0">
                  <a:moveTo>
                    <a:pt x="270763" y="698500"/>
                  </a:moveTo>
                  <a:lnTo>
                    <a:pt x="271272" y="701039"/>
                  </a:lnTo>
                  <a:lnTo>
                    <a:pt x="270763" y="698500"/>
                  </a:lnTo>
                  <a:close/>
                </a:path>
                <a:path w="494029" h="1600200" extrusionOk="0">
                  <a:moveTo>
                    <a:pt x="271272" y="697991"/>
                  </a:moveTo>
                  <a:lnTo>
                    <a:pt x="270763" y="698500"/>
                  </a:lnTo>
                  <a:lnTo>
                    <a:pt x="271272" y="701039"/>
                  </a:lnTo>
                  <a:lnTo>
                    <a:pt x="273558" y="701039"/>
                  </a:lnTo>
                  <a:lnTo>
                    <a:pt x="271272" y="697991"/>
                  </a:lnTo>
                  <a:close/>
                </a:path>
                <a:path w="494029" h="1600200" extrusionOk="0">
                  <a:moveTo>
                    <a:pt x="268224" y="685800"/>
                  </a:moveTo>
                  <a:lnTo>
                    <a:pt x="267533" y="686087"/>
                  </a:lnTo>
                  <a:lnTo>
                    <a:pt x="270662" y="698601"/>
                  </a:lnTo>
                  <a:lnTo>
                    <a:pt x="270662" y="697991"/>
                  </a:lnTo>
                  <a:lnTo>
                    <a:pt x="268224" y="685800"/>
                  </a:lnTo>
                  <a:close/>
                </a:path>
                <a:path w="494029" h="1600200" extrusionOk="0">
                  <a:moveTo>
                    <a:pt x="268224" y="685800"/>
                  </a:moveTo>
                  <a:lnTo>
                    <a:pt x="270763" y="698500"/>
                  </a:lnTo>
                  <a:lnTo>
                    <a:pt x="271272" y="697991"/>
                  </a:lnTo>
                  <a:lnTo>
                    <a:pt x="274319" y="697991"/>
                  </a:lnTo>
                  <a:lnTo>
                    <a:pt x="268224" y="685800"/>
                  </a:lnTo>
                  <a:close/>
                </a:path>
                <a:path w="494029" h="1600200" extrusionOk="0">
                  <a:moveTo>
                    <a:pt x="176783" y="137159"/>
                  </a:moveTo>
                  <a:lnTo>
                    <a:pt x="185927" y="155448"/>
                  </a:lnTo>
                  <a:lnTo>
                    <a:pt x="183489" y="143255"/>
                  </a:lnTo>
                  <a:lnTo>
                    <a:pt x="182880" y="143255"/>
                  </a:lnTo>
                  <a:lnTo>
                    <a:pt x="176783" y="137159"/>
                  </a:lnTo>
                  <a:close/>
                </a:path>
                <a:path w="494029" h="1600200" extrusionOk="0">
                  <a:moveTo>
                    <a:pt x="183434" y="142701"/>
                  </a:moveTo>
                  <a:lnTo>
                    <a:pt x="183489" y="143255"/>
                  </a:lnTo>
                  <a:lnTo>
                    <a:pt x="185927" y="155448"/>
                  </a:lnTo>
                  <a:lnTo>
                    <a:pt x="186237" y="155318"/>
                  </a:lnTo>
                  <a:lnTo>
                    <a:pt x="183434" y="142701"/>
                  </a:lnTo>
                  <a:close/>
                </a:path>
                <a:path w="494029" h="1600200" extrusionOk="0">
                  <a:moveTo>
                    <a:pt x="251460" y="115824"/>
                  </a:moveTo>
                  <a:lnTo>
                    <a:pt x="210312" y="115824"/>
                  </a:lnTo>
                  <a:lnTo>
                    <a:pt x="183434" y="142701"/>
                  </a:lnTo>
                  <a:lnTo>
                    <a:pt x="186237" y="155318"/>
                  </a:lnTo>
                  <a:lnTo>
                    <a:pt x="222504" y="140207"/>
                  </a:lnTo>
                  <a:lnTo>
                    <a:pt x="259080" y="140207"/>
                  </a:lnTo>
                  <a:lnTo>
                    <a:pt x="256032" y="124967"/>
                  </a:lnTo>
                  <a:lnTo>
                    <a:pt x="251460" y="115824"/>
                  </a:lnTo>
                  <a:close/>
                </a:path>
                <a:path w="494029" h="1600200" extrusionOk="0">
                  <a:moveTo>
                    <a:pt x="173736" y="131063"/>
                  </a:moveTo>
                  <a:lnTo>
                    <a:pt x="176783" y="137159"/>
                  </a:lnTo>
                  <a:lnTo>
                    <a:pt x="182880" y="143255"/>
                  </a:lnTo>
                  <a:lnTo>
                    <a:pt x="173736" y="131063"/>
                  </a:lnTo>
                  <a:close/>
                </a:path>
                <a:path w="494029" h="1600200" extrusionOk="0">
                  <a:moveTo>
                    <a:pt x="210312" y="115824"/>
                  </a:moveTo>
                  <a:lnTo>
                    <a:pt x="173736" y="131063"/>
                  </a:lnTo>
                  <a:lnTo>
                    <a:pt x="182880" y="143255"/>
                  </a:lnTo>
                  <a:lnTo>
                    <a:pt x="183388" y="142747"/>
                  </a:lnTo>
                  <a:lnTo>
                    <a:pt x="182880" y="140207"/>
                  </a:lnTo>
                  <a:lnTo>
                    <a:pt x="185928" y="140207"/>
                  </a:lnTo>
                  <a:lnTo>
                    <a:pt x="210312" y="115824"/>
                  </a:lnTo>
                  <a:close/>
                </a:path>
                <a:path w="494029" h="1600200" extrusionOk="0">
                  <a:moveTo>
                    <a:pt x="183388" y="142747"/>
                  </a:moveTo>
                  <a:lnTo>
                    <a:pt x="182880" y="143255"/>
                  </a:lnTo>
                  <a:lnTo>
                    <a:pt x="183489" y="143255"/>
                  </a:lnTo>
                  <a:lnTo>
                    <a:pt x="183388" y="142747"/>
                  </a:lnTo>
                  <a:close/>
                </a:path>
                <a:path w="494029" h="1600200" extrusionOk="0">
                  <a:moveTo>
                    <a:pt x="182880" y="140207"/>
                  </a:moveTo>
                  <a:lnTo>
                    <a:pt x="183388" y="142747"/>
                  </a:lnTo>
                  <a:lnTo>
                    <a:pt x="182880" y="140207"/>
                  </a:lnTo>
                  <a:close/>
                </a:path>
                <a:path w="494029" h="1600200" extrusionOk="0">
                  <a:moveTo>
                    <a:pt x="185928" y="140207"/>
                  </a:moveTo>
                  <a:lnTo>
                    <a:pt x="182880" y="140207"/>
                  </a:lnTo>
                  <a:lnTo>
                    <a:pt x="183434" y="142701"/>
                  </a:lnTo>
                  <a:lnTo>
                    <a:pt x="185928" y="140207"/>
                  </a:lnTo>
                  <a:close/>
                </a:path>
                <a:path w="494029" h="1600200" extrusionOk="0">
                  <a:moveTo>
                    <a:pt x="134874" y="105918"/>
                  </a:moveTo>
                  <a:lnTo>
                    <a:pt x="161544" y="121919"/>
                  </a:lnTo>
                  <a:lnTo>
                    <a:pt x="176783" y="137159"/>
                  </a:lnTo>
                  <a:lnTo>
                    <a:pt x="173736" y="131063"/>
                  </a:lnTo>
                  <a:lnTo>
                    <a:pt x="210312" y="115824"/>
                  </a:lnTo>
                  <a:lnTo>
                    <a:pt x="251460" y="115824"/>
                  </a:lnTo>
                  <a:lnTo>
                    <a:pt x="248412" y="109727"/>
                  </a:lnTo>
                  <a:lnTo>
                    <a:pt x="143256" y="109727"/>
                  </a:lnTo>
                  <a:lnTo>
                    <a:pt x="134874" y="105918"/>
                  </a:lnTo>
                  <a:close/>
                </a:path>
                <a:path w="494029" h="1600200" extrusionOk="0">
                  <a:moveTo>
                    <a:pt x="131063" y="103631"/>
                  </a:moveTo>
                  <a:lnTo>
                    <a:pt x="134874" y="105918"/>
                  </a:lnTo>
                  <a:lnTo>
                    <a:pt x="143256" y="109727"/>
                  </a:lnTo>
                  <a:lnTo>
                    <a:pt x="131063" y="103631"/>
                  </a:lnTo>
                  <a:close/>
                </a:path>
                <a:path w="494029" h="1600200" extrusionOk="0">
                  <a:moveTo>
                    <a:pt x="158496" y="76200"/>
                  </a:moveTo>
                  <a:lnTo>
                    <a:pt x="131063" y="103631"/>
                  </a:lnTo>
                  <a:lnTo>
                    <a:pt x="143256" y="109727"/>
                  </a:lnTo>
                  <a:lnTo>
                    <a:pt x="158496" y="76200"/>
                  </a:lnTo>
                  <a:close/>
                </a:path>
                <a:path w="494029" h="1600200" extrusionOk="0">
                  <a:moveTo>
                    <a:pt x="225552" y="76200"/>
                  </a:moveTo>
                  <a:lnTo>
                    <a:pt x="158496" y="76200"/>
                  </a:lnTo>
                  <a:lnTo>
                    <a:pt x="143256" y="109727"/>
                  </a:lnTo>
                  <a:lnTo>
                    <a:pt x="248412" y="109727"/>
                  </a:lnTo>
                  <a:lnTo>
                    <a:pt x="237744" y="88391"/>
                  </a:lnTo>
                  <a:lnTo>
                    <a:pt x="225552" y="76200"/>
                  </a:lnTo>
                  <a:close/>
                </a:path>
                <a:path w="494029" h="1600200" extrusionOk="0">
                  <a:moveTo>
                    <a:pt x="77724" y="83819"/>
                  </a:moveTo>
                  <a:lnTo>
                    <a:pt x="109727" y="94487"/>
                  </a:lnTo>
                  <a:lnTo>
                    <a:pt x="134874" y="105918"/>
                  </a:lnTo>
                  <a:lnTo>
                    <a:pt x="131063" y="103631"/>
                  </a:lnTo>
                  <a:lnTo>
                    <a:pt x="149352" y="85343"/>
                  </a:lnTo>
                  <a:lnTo>
                    <a:pt x="88392" y="85343"/>
                  </a:lnTo>
                  <a:lnTo>
                    <a:pt x="77724" y="83819"/>
                  </a:lnTo>
                  <a:close/>
                </a:path>
                <a:path w="494029" h="1600200" extrusionOk="0">
                  <a:moveTo>
                    <a:pt x="73151" y="82295"/>
                  </a:moveTo>
                  <a:lnTo>
                    <a:pt x="77724" y="83819"/>
                  </a:lnTo>
                  <a:lnTo>
                    <a:pt x="88392" y="85343"/>
                  </a:lnTo>
                  <a:lnTo>
                    <a:pt x="73151" y="82295"/>
                  </a:lnTo>
                  <a:close/>
                </a:path>
                <a:path w="494029" h="1600200" extrusionOk="0">
                  <a:moveTo>
                    <a:pt x="88392" y="48767"/>
                  </a:moveTo>
                  <a:lnTo>
                    <a:pt x="73151" y="82295"/>
                  </a:lnTo>
                  <a:lnTo>
                    <a:pt x="88392" y="85343"/>
                  </a:lnTo>
                  <a:lnTo>
                    <a:pt x="88392" y="48767"/>
                  </a:lnTo>
                  <a:close/>
                </a:path>
                <a:path w="494029" h="1600200" extrusionOk="0">
                  <a:moveTo>
                    <a:pt x="185927" y="48767"/>
                  </a:moveTo>
                  <a:lnTo>
                    <a:pt x="88392" y="48767"/>
                  </a:lnTo>
                  <a:lnTo>
                    <a:pt x="88392" y="85343"/>
                  </a:lnTo>
                  <a:lnTo>
                    <a:pt x="149352" y="85343"/>
                  </a:lnTo>
                  <a:lnTo>
                    <a:pt x="158496" y="76200"/>
                  </a:lnTo>
                  <a:lnTo>
                    <a:pt x="225552" y="76200"/>
                  </a:lnTo>
                  <a:lnTo>
                    <a:pt x="216408" y="67055"/>
                  </a:lnTo>
                  <a:lnTo>
                    <a:pt x="185927" y="48767"/>
                  </a:lnTo>
                  <a:close/>
                </a:path>
                <a:path w="494029" h="1600200" extrusionOk="0">
                  <a:moveTo>
                    <a:pt x="0" y="0"/>
                  </a:moveTo>
                  <a:lnTo>
                    <a:pt x="0" y="76200"/>
                  </a:lnTo>
                  <a:lnTo>
                    <a:pt x="45720" y="79248"/>
                  </a:lnTo>
                  <a:lnTo>
                    <a:pt x="77724" y="83819"/>
                  </a:lnTo>
                  <a:lnTo>
                    <a:pt x="73151" y="82295"/>
                  </a:lnTo>
                  <a:lnTo>
                    <a:pt x="88392" y="48767"/>
                  </a:lnTo>
                  <a:lnTo>
                    <a:pt x="185927" y="48767"/>
                  </a:lnTo>
                  <a:lnTo>
                    <a:pt x="173736" y="39624"/>
                  </a:lnTo>
                  <a:lnTo>
                    <a:pt x="140208" y="24384"/>
                  </a:lnTo>
                  <a:lnTo>
                    <a:pt x="103632" y="12191"/>
                  </a:lnTo>
                  <a:lnTo>
                    <a:pt x="88392" y="9143"/>
                  </a:lnTo>
                  <a:lnTo>
                    <a:pt x="45720" y="3048"/>
                  </a:lnTo>
                  <a:lnTo>
                    <a:pt x="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ff6f630c79_0_564"/>
          <p:cNvSpPr txBox="1">
            <a:spLocks noGrp="1"/>
          </p:cNvSpPr>
          <p:nvPr>
            <p:ph type="title"/>
          </p:nvPr>
        </p:nvSpPr>
        <p:spPr>
          <a:xfrm>
            <a:off x="3213987" y="155747"/>
            <a:ext cx="22653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Motivation</a:t>
            </a:r>
            <a:endParaRPr/>
          </a:p>
        </p:txBody>
      </p:sp>
      <p:sp>
        <p:nvSpPr>
          <p:cNvPr id="987" name="Google Shape;987;g2ff6f630c79_0_564"/>
          <p:cNvSpPr txBox="1">
            <a:spLocks noGrp="1"/>
          </p:cNvSpPr>
          <p:nvPr>
            <p:ph type="body" idx="1"/>
          </p:nvPr>
        </p:nvSpPr>
        <p:spPr>
          <a:xfrm>
            <a:off x="538162" y="1058465"/>
            <a:ext cx="7261200" cy="3222000"/>
          </a:xfrm>
          <a:prstGeom prst="rect">
            <a:avLst/>
          </a:prstGeom>
          <a:noFill/>
          <a:ln>
            <a:noFill/>
          </a:ln>
        </p:spPr>
        <p:txBody>
          <a:bodyPr spcFirstLastPara="1" wrap="square" lIns="0" tIns="10075" rIns="0" bIns="0" anchor="t" anchorCtr="0">
            <a:spAutoFit/>
          </a:bodyPr>
          <a:lstStyle/>
          <a:p>
            <a:pPr marL="328612" lvl="0" indent="-271462" algn="l" rtl="0">
              <a:lnSpc>
                <a:spcPct val="100000"/>
              </a:lnSpc>
              <a:spcBef>
                <a:spcPts val="0"/>
              </a:spcBef>
              <a:spcAft>
                <a:spcPts val="0"/>
              </a:spcAft>
              <a:buClr>
                <a:schemeClr val="dk1"/>
              </a:buClr>
              <a:buSzPts val="2700"/>
              <a:buFont typeface="Arial"/>
              <a:buChar char="•"/>
            </a:pPr>
            <a:r>
              <a:rPr lang="en-US" sz="2700" b="0" i="0" u="none">
                <a:solidFill>
                  <a:schemeClr val="dk1"/>
                </a:solidFill>
                <a:latin typeface="Arial"/>
                <a:ea typeface="Arial"/>
                <a:cs typeface="Arial"/>
                <a:sym typeface="Arial"/>
              </a:rPr>
              <a:t>Motivation – to track non-rigid objects, (like  a walking person), it is hard to specify</a:t>
            </a:r>
            <a:endParaRPr sz="1300"/>
          </a:p>
          <a:p>
            <a:pPr marL="328612" lvl="0" indent="-271462" algn="l" rtl="0">
              <a:lnSpc>
                <a:spcPct val="100000"/>
              </a:lnSpc>
              <a:spcBef>
                <a:spcPts val="640"/>
              </a:spcBef>
              <a:spcAft>
                <a:spcPts val="0"/>
              </a:spcAft>
              <a:buClr>
                <a:schemeClr val="dk1"/>
              </a:buClr>
              <a:buSzPts val="2700"/>
              <a:buFont typeface="Arial"/>
              <a:buChar char="•"/>
            </a:pPr>
            <a:r>
              <a:rPr lang="en-US" sz="2700" b="0" i="0" u="none">
                <a:solidFill>
                  <a:schemeClr val="dk1"/>
                </a:solidFill>
                <a:latin typeface="Arial"/>
                <a:ea typeface="Arial"/>
                <a:cs typeface="Arial"/>
                <a:sym typeface="Arial"/>
              </a:rPr>
              <a:t>an explicit 2D parametric motion model.</a:t>
            </a:r>
            <a:endParaRPr sz="1300"/>
          </a:p>
          <a:p>
            <a:pPr marL="328612" lvl="0" indent="-42862" algn="l" rtl="0">
              <a:lnSpc>
                <a:spcPct val="100000"/>
              </a:lnSpc>
              <a:spcBef>
                <a:spcPts val="0"/>
              </a:spcBef>
              <a:spcAft>
                <a:spcPts val="0"/>
              </a:spcAft>
              <a:buClr>
                <a:schemeClr val="dk1"/>
              </a:buClr>
              <a:buSzPts val="4100"/>
              <a:buFont typeface="Arial"/>
              <a:buNone/>
            </a:pPr>
            <a:endParaRPr sz="3600" b="0" i="0" u="none">
              <a:solidFill>
                <a:schemeClr val="dk1"/>
              </a:solidFill>
              <a:latin typeface="Arial"/>
              <a:ea typeface="Arial"/>
              <a:cs typeface="Arial"/>
              <a:sym typeface="Arial"/>
            </a:endParaRPr>
          </a:p>
          <a:p>
            <a:pPr marL="328612" lvl="0" indent="-271462" algn="l" rtl="0">
              <a:lnSpc>
                <a:spcPct val="100000"/>
              </a:lnSpc>
              <a:spcBef>
                <a:spcPts val="640"/>
              </a:spcBef>
              <a:spcAft>
                <a:spcPts val="0"/>
              </a:spcAft>
              <a:buClr>
                <a:schemeClr val="dk1"/>
              </a:buClr>
              <a:buSzPts val="2700"/>
              <a:buFont typeface="Arial"/>
              <a:buChar char="•"/>
            </a:pPr>
            <a:r>
              <a:rPr lang="en-US" sz="2700" b="0" i="0" u="none">
                <a:solidFill>
                  <a:schemeClr val="dk1"/>
                </a:solidFill>
                <a:latin typeface="Arial"/>
                <a:ea typeface="Arial"/>
                <a:cs typeface="Arial"/>
                <a:sym typeface="Arial"/>
              </a:rPr>
              <a:t>Appearances of non-rigid objects can  sometimes be modeled with color  distributions</a:t>
            </a:r>
            <a:endParaRPr sz="13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ff6f630c79_0_569"/>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grpSp>
        <p:nvGrpSpPr>
          <p:cNvPr id="993" name="Google Shape;993;g2ff6f630c79_0_569"/>
          <p:cNvGrpSpPr/>
          <p:nvPr/>
        </p:nvGrpSpPr>
        <p:grpSpPr>
          <a:xfrm>
            <a:off x="2754409" y="900167"/>
            <a:ext cx="4242101" cy="3389832"/>
            <a:chOff x="2968751" y="1359408"/>
            <a:chExt cx="6409945" cy="5123688"/>
          </a:xfrm>
        </p:grpSpPr>
        <p:pic>
          <p:nvPicPr>
            <p:cNvPr id="994" name="Google Shape;994;g2ff6f630c79_0_569"/>
            <p:cNvPicPr preferRelativeResize="0"/>
            <p:nvPr/>
          </p:nvPicPr>
          <p:blipFill rotWithShape="1">
            <a:blip r:embed="rId3">
              <a:alphaModFix/>
            </a:blip>
            <a:srcRect/>
            <a:stretch/>
          </p:blipFill>
          <p:spPr>
            <a:xfrm>
              <a:off x="6376416" y="3273552"/>
              <a:ext cx="152400" cy="152400"/>
            </a:xfrm>
            <a:prstGeom prst="rect">
              <a:avLst/>
            </a:prstGeom>
            <a:noFill/>
            <a:ln>
              <a:noFill/>
            </a:ln>
          </p:spPr>
        </p:pic>
        <p:pic>
          <p:nvPicPr>
            <p:cNvPr id="995" name="Google Shape;995;g2ff6f630c79_0_569"/>
            <p:cNvPicPr preferRelativeResize="0"/>
            <p:nvPr/>
          </p:nvPicPr>
          <p:blipFill rotWithShape="1">
            <a:blip r:embed="rId3">
              <a:alphaModFix/>
            </a:blip>
            <a:srcRect/>
            <a:stretch/>
          </p:blipFill>
          <p:spPr>
            <a:xfrm>
              <a:off x="6376416" y="1825752"/>
              <a:ext cx="152400" cy="152400"/>
            </a:xfrm>
            <a:prstGeom prst="rect">
              <a:avLst/>
            </a:prstGeom>
            <a:noFill/>
            <a:ln>
              <a:noFill/>
            </a:ln>
          </p:spPr>
        </p:pic>
        <p:pic>
          <p:nvPicPr>
            <p:cNvPr id="996" name="Google Shape;996;g2ff6f630c79_0_569"/>
            <p:cNvPicPr preferRelativeResize="0"/>
            <p:nvPr/>
          </p:nvPicPr>
          <p:blipFill rotWithShape="1">
            <a:blip r:embed="rId4">
              <a:alphaModFix/>
            </a:blip>
            <a:srcRect/>
            <a:stretch/>
          </p:blipFill>
          <p:spPr>
            <a:xfrm>
              <a:off x="6626351" y="2587752"/>
              <a:ext cx="152400" cy="152400"/>
            </a:xfrm>
            <a:prstGeom prst="rect">
              <a:avLst/>
            </a:prstGeom>
            <a:noFill/>
            <a:ln>
              <a:noFill/>
            </a:ln>
          </p:spPr>
        </p:pic>
        <p:pic>
          <p:nvPicPr>
            <p:cNvPr id="997" name="Google Shape;997;g2ff6f630c79_0_569"/>
            <p:cNvPicPr preferRelativeResize="0"/>
            <p:nvPr/>
          </p:nvPicPr>
          <p:blipFill rotWithShape="1">
            <a:blip r:embed="rId5">
              <a:alphaModFix/>
            </a:blip>
            <a:srcRect/>
            <a:stretch/>
          </p:blipFill>
          <p:spPr>
            <a:xfrm>
              <a:off x="6714743" y="3130296"/>
              <a:ext cx="152400" cy="152400"/>
            </a:xfrm>
            <a:prstGeom prst="rect">
              <a:avLst/>
            </a:prstGeom>
            <a:noFill/>
            <a:ln>
              <a:noFill/>
            </a:ln>
          </p:spPr>
        </p:pic>
        <p:pic>
          <p:nvPicPr>
            <p:cNvPr id="998" name="Google Shape;998;g2ff6f630c79_0_569"/>
            <p:cNvPicPr preferRelativeResize="0"/>
            <p:nvPr/>
          </p:nvPicPr>
          <p:blipFill rotWithShape="1">
            <a:blip r:embed="rId4">
              <a:alphaModFix/>
            </a:blip>
            <a:srcRect/>
            <a:stretch/>
          </p:blipFill>
          <p:spPr>
            <a:xfrm>
              <a:off x="7083551" y="3349752"/>
              <a:ext cx="152400" cy="152400"/>
            </a:xfrm>
            <a:prstGeom prst="rect">
              <a:avLst/>
            </a:prstGeom>
            <a:noFill/>
            <a:ln>
              <a:noFill/>
            </a:ln>
          </p:spPr>
        </p:pic>
        <p:pic>
          <p:nvPicPr>
            <p:cNvPr id="999" name="Google Shape;999;g2ff6f630c79_0_569"/>
            <p:cNvPicPr preferRelativeResize="0"/>
            <p:nvPr/>
          </p:nvPicPr>
          <p:blipFill rotWithShape="1">
            <a:blip r:embed="rId4">
              <a:alphaModFix/>
            </a:blip>
            <a:srcRect/>
            <a:stretch/>
          </p:blipFill>
          <p:spPr>
            <a:xfrm>
              <a:off x="7464551" y="2206752"/>
              <a:ext cx="152400" cy="152400"/>
            </a:xfrm>
            <a:prstGeom prst="rect">
              <a:avLst/>
            </a:prstGeom>
            <a:noFill/>
            <a:ln>
              <a:noFill/>
            </a:ln>
          </p:spPr>
        </p:pic>
        <p:pic>
          <p:nvPicPr>
            <p:cNvPr id="1000" name="Google Shape;1000;g2ff6f630c79_0_569"/>
            <p:cNvPicPr preferRelativeResize="0"/>
            <p:nvPr/>
          </p:nvPicPr>
          <p:blipFill rotWithShape="1">
            <a:blip r:embed="rId4">
              <a:alphaModFix/>
            </a:blip>
            <a:srcRect/>
            <a:stretch/>
          </p:blipFill>
          <p:spPr>
            <a:xfrm>
              <a:off x="7769351" y="2816352"/>
              <a:ext cx="152400" cy="152400"/>
            </a:xfrm>
            <a:prstGeom prst="rect">
              <a:avLst/>
            </a:prstGeom>
            <a:noFill/>
            <a:ln>
              <a:noFill/>
            </a:ln>
          </p:spPr>
        </p:pic>
        <p:pic>
          <p:nvPicPr>
            <p:cNvPr id="1001" name="Google Shape;1001;g2ff6f630c79_0_569"/>
            <p:cNvPicPr preferRelativeResize="0"/>
            <p:nvPr/>
          </p:nvPicPr>
          <p:blipFill rotWithShape="1">
            <a:blip r:embed="rId4">
              <a:alphaModFix/>
            </a:blip>
            <a:srcRect/>
            <a:stretch/>
          </p:blipFill>
          <p:spPr>
            <a:xfrm>
              <a:off x="7159751" y="3806952"/>
              <a:ext cx="152400" cy="152400"/>
            </a:xfrm>
            <a:prstGeom prst="rect">
              <a:avLst/>
            </a:prstGeom>
            <a:noFill/>
            <a:ln>
              <a:noFill/>
            </a:ln>
          </p:spPr>
        </p:pic>
        <p:pic>
          <p:nvPicPr>
            <p:cNvPr id="1002" name="Google Shape;1002;g2ff6f630c79_0_569"/>
            <p:cNvPicPr preferRelativeResize="0"/>
            <p:nvPr/>
          </p:nvPicPr>
          <p:blipFill rotWithShape="1">
            <a:blip r:embed="rId4">
              <a:alphaModFix/>
            </a:blip>
            <a:srcRect/>
            <a:stretch/>
          </p:blipFill>
          <p:spPr>
            <a:xfrm>
              <a:off x="7616951" y="3349752"/>
              <a:ext cx="152400" cy="152400"/>
            </a:xfrm>
            <a:prstGeom prst="rect">
              <a:avLst/>
            </a:prstGeom>
            <a:noFill/>
            <a:ln>
              <a:noFill/>
            </a:ln>
          </p:spPr>
        </p:pic>
        <p:pic>
          <p:nvPicPr>
            <p:cNvPr id="1003" name="Google Shape;1003;g2ff6f630c79_0_569"/>
            <p:cNvPicPr preferRelativeResize="0"/>
            <p:nvPr/>
          </p:nvPicPr>
          <p:blipFill rotWithShape="1">
            <a:blip r:embed="rId4">
              <a:alphaModFix/>
            </a:blip>
            <a:srcRect/>
            <a:stretch/>
          </p:blipFill>
          <p:spPr>
            <a:xfrm>
              <a:off x="8378951" y="3425952"/>
              <a:ext cx="152400" cy="152400"/>
            </a:xfrm>
            <a:prstGeom prst="rect">
              <a:avLst/>
            </a:prstGeom>
            <a:noFill/>
            <a:ln>
              <a:noFill/>
            </a:ln>
          </p:spPr>
        </p:pic>
        <p:pic>
          <p:nvPicPr>
            <p:cNvPr id="1004" name="Google Shape;1004;g2ff6f630c79_0_569"/>
            <p:cNvPicPr preferRelativeResize="0"/>
            <p:nvPr/>
          </p:nvPicPr>
          <p:blipFill rotWithShape="1">
            <a:blip r:embed="rId4">
              <a:alphaModFix/>
            </a:blip>
            <a:srcRect/>
            <a:stretch/>
          </p:blipFill>
          <p:spPr>
            <a:xfrm>
              <a:off x="7388351" y="4340352"/>
              <a:ext cx="152400" cy="152400"/>
            </a:xfrm>
            <a:prstGeom prst="rect">
              <a:avLst/>
            </a:prstGeom>
            <a:noFill/>
            <a:ln>
              <a:noFill/>
            </a:ln>
          </p:spPr>
        </p:pic>
        <p:pic>
          <p:nvPicPr>
            <p:cNvPr id="1005" name="Google Shape;1005;g2ff6f630c79_0_569"/>
            <p:cNvPicPr preferRelativeResize="0"/>
            <p:nvPr/>
          </p:nvPicPr>
          <p:blipFill rotWithShape="1">
            <a:blip r:embed="rId6">
              <a:alphaModFix/>
            </a:blip>
            <a:srcRect/>
            <a:stretch/>
          </p:blipFill>
          <p:spPr>
            <a:xfrm>
              <a:off x="7933943" y="3883152"/>
              <a:ext cx="152400" cy="152400"/>
            </a:xfrm>
            <a:prstGeom prst="rect">
              <a:avLst/>
            </a:prstGeom>
            <a:noFill/>
            <a:ln>
              <a:noFill/>
            </a:ln>
          </p:spPr>
        </p:pic>
        <p:pic>
          <p:nvPicPr>
            <p:cNvPr id="1006" name="Google Shape;1006;g2ff6f630c79_0_569"/>
            <p:cNvPicPr preferRelativeResize="0"/>
            <p:nvPr/>
          </p:nvPicPr>
          <p:blipFill rotWithShape="1">
            <a:blip r:embed="rId4">
              <a:alphaModFix/>
            </a:blip>
            <a:srcRect/>
            <a:stretch/>
          </p:blipFill>
          <p:spPr>
            <a:xfrm>
              <a:off x="6931151" y="4721352"/>
              <a:ext cx="152400" cy="152400"/>
            </a:xfrm>
            <a:prstGeom prst="rect">
              <a:avLst/>
            </a:prstGeom>
            <a:noFill/>
            <a:ln>
              <a:noFill/>
            </a:ln>
          </p:spPr>
        </p:pic>
        <p:pic>
          <p:nvPicPr>
            <p:cNvPr id="1007" name="Google Shape;1007;g2ff6f630c79_0_569"/>
            <p:cNvPicPr preferRelativeResize="0"/>
            <p:nvPr/>
          </p:nvPicPr>
          <p:blipFill rotWithShape="1">
            <a:blip r:embed="rId4">
              <a:alphaModFix/>
            </a:blip>
            <a:srcRect/>
            <a:stretch/>
          </p:blipFill>
          <p:spPr>
            <a:xfrm>
              <a:off x="7997951" y="4797552"/>
              <a:ext cx="152400" cy="152400"/>
            </a:xfrm>
            <a:prstGeom prst="rect">
              <a:avLst/>
            </a:prstGeom>
            <a:noFill/>
            <a:ln>
              <a:noFill/>
            </a:ln>
          </p:spPr>
        </p:pic>
        <p:pic>
          <p:nvPicPr>
            <p:cNvPr id="1008" name="Google Shape;1008;g2ff6f630c79_0_569"/>
            <p:cNvPicPr preferRelativeResize="0"/>
            <p:nvPr/>
          </p:nvPicPr>
          <p:blipFill rotWithShape="1">
            <a:blip r:embed="rId4">
              <a:alphaModFix/>
            </a:blip>
            <a:srcRect/>
            <a:stretch/>
          </p:blipFill>
          <p:spPr>
            <a:xfrm>
              <a:off x="7388351" y="5178552"/>
              <a:ext cx="152400" cy="152400"/>
            </a:xfrm>
            <a:prstGeom prst="rect">
              <a:avLst/>
            </a:prstGeom>
            <a:noFill/>
            <a:ln>
              <a:noFill/>
            </a:ln>
          </p:spPr>
        </p:pic>
        <p:pic>
          <p:nvPicPr>
            <p:cNvPr id="1009" name="Google Shape;1009;g2ff6f630c79_0_569"/>
            <p:cNvPicPr preferRelativeResize="0"/>
            <p:nvPr/>
          </p:nvPicPr>
          <p:blipFill rotWithShape="1">
            <a:blip r:embed="rId4">
              <a:alphaModFix/>
            </a:blip>
            <a:srcRect/>
            <a:stretch/>
          </p:blipFill>
          <p:spPr>
            <a:xfrm>
              <a:off x="6550151" y="5026152"/>
              <a:ext cx="152400" cy="152400"/>
            </a:xfrm>
            <a:prstGeom prst="rect">
              <a:avLst/>
            </a:prstGeom>
            <a:noFill/>
            <a:ln>
              <a:noFill/>
            </a:ln>
          </p:spPr>
        </p:pic>
        <p:pic>
          <p:nvPicPr>
            <p:cNvPr id="1010" name="Google Shape;1010;g2ff6f630c79_0_569"/>
            <p:cNvPicPr preferRelativeResize="0"/>
            <p:nvPr/>
          </p:nvPicPr>
          <p:blipFill rotWithShape="1">
            <a:blip r:embed="rId4">
              <a:alphaModFix/>
            </a:blip>
            <a:srcRect/>
            <a:stretch/>
          </p:blipFill>
          <p:spPr>
            <a:xfrm>
              <a:off x="6092951" y="4949952"/>
              <a:ext cx="152400" cy="152400"/>
            </a:xfrm>
            <a:prstGeom prst="rect">
              <a:avLst/>
            </a:prstGeom>
            <a:noFill/>
            <a:ln>
              <a:noFill/>
            </a:ln>
          </p:spPr>
        </p:pic>
        <p:pic>
          <p:nvPicPr>
            <p:cNvPr id="1011" name="Google Shape;1011;g2ff6f630c79_0_569"/>
            <p:cNvPicPr preferRelativeResize="0"/>
            <p:nvPr/>
          </p:nvPicPr>
          <p:blipFill rotWithShape="1">
            <a:blip r:embed="rId7">
              <a:alphaModFix/>
            </a:blip>
            <a:srcRect/>
            <a:stretch/>
          </p:blipFill>
          <p:spPr>
            <a:xfrm>
              <a:off x="2968751" y="1359408"/>
              <a:ext cx="6409945" cy="3837430"/>
            </a:xfrm>
            <a:prstGeom prst="rect">
              <a:avLst/>
            </a:prstGeom>
            <a:noFill/>
            <a:ln>
              <a:noFill/>
            </a:ln>
          </p:spPr>
        </p:pic>
        <p:pic>
          <p:nvPicPr>
            <p:cNvPr id="1012" name="Google Shape;1012;g2ff6f630c79_0_569"/>
            <p:cNvPicPr preferRelativeResize="0"/>
            <p:nvPr/>
          </p:nvPicPr>
          <p:blipFill rotWithShape="1">
            <a:blip r:embed="rId4">
              <a:alphaModFix/>
            </a:blip>
            <a:srcRect/>
            <a:stretch/>
          </p:blipFill>
          <p:spPr>
            <a:xfrm>
              <a:off x="4645151" y="1673352"/>
              <a:ext cx="152400" cy="152400"/>
            </a:xfrm>
            <a:prstGeom prst="rect">
              <a:avLst/>
            </a:prstGeom>
            <a:noFill/>
            <a:ln>
              <a:noFill/>
            </a:ln>
          </p:spPr>
        </p:pic>
        <p:pic>
          <p:nvPicPr>
            <p:cNvPr id="1013" name="Google Shape;1013;g2ff6f630c79_0_569"/>
            <p:cNvPicPr preferRelativeResize="0"/>
            <p:nvPr/>
          </p:nvPicPr>
          <p:blipFill rotWithShape="1">
            <a:blip r:embed="rId4">
              <a:alphaModFix/>
            </a:blip>
            <a:srcRect/>
            <a:stretch/>
          </p:blipFill>
          <p:spPr>
            <a:xfrm>
              <a:off x="6321551" y="5940552"/>
              <a:ext cx="152400" cy="152400"/>
            </a:xfrm>
            <a:prstGeom prst="rect">
              <a:avLst/>
            </a:prstGeom>
            <a:noFill/>
            <a:ln>
              <a:noFill/>
            </a:ln>
          </p:spPr>
        </p:pic>
        <p:pic>
          <p:nvPicPr>
            <p:cNvPr id="1014" name="Google Shape;1014;g2ff6f630c79_0_569"/>
            <p:cNvPicPr preferRelativeResize="0"/>
            <p:nvPr/>
          </p:nvPicPr>
          <p:blipFill rotWithShape="1">
            <a:blip r:embed="rId4">
              <a:alphaModFix/>
            </a:blip>
            <a:srcRect/>
            <a:stretch/>
          </p:blipFill>
          <p:spPr>
            <a:xfrm>
              <a:off x="5864351" y="5483352"/>
              <a:ext cx="152400" cy="152400"/>
            </a:xfrm>
            <a:prstGeom prst="rect">
              <a:avLst/>
            </a:prstGeom>
            <a:noFill/>
            <a:ln>
              <a:noFill/>
            </a:ln>
          </p:spPr>
        </p:pic>
        <p:pic>
          <p:nvPicPr>
            <p:cNvPr id="1015" name="Google Shape;1015;g2ff6f630c79_0_569"/>
            <p:cNvPicPr preferRelativeResize="0"/>
            <p:nvPr/>
          </p:nvPicPr>
          <p:blipFill rotWithShape="1">
            <a:blip r:embed="rId8">
              <a:alphaModFix/>
            </a:blip>
            <a:srcRect/>
            <a:stretch/>
          </p:blipFill>
          <p:spPr>
            <a:xfrm>
              <a:off x="5998463" y="5196840"/>
              <a:ext cx="3380232" cy="1286256"/>
            </a:xfrm>
            <a:prstGeom prst="rect">
              <a:avLst/>
            </a:prstGeom>
            <a:noFill/>
            <a:ln>
              <a:noFill/>
            </a:ln>
          </p:spPr>
        </p:pic>
        <p:pic>
          <p:nvPicPr>
            <p:cNvPr id="1016" name="Google Shape;1016;g2ff6f630c79_0_569"/>
            <p:cNvPicPr preferRelativeResize="0"/>
            <p:nvPr/>
          </p:nvPicPr>
          <p:blipFill rotWithShape="1">
            <a:blip r:embed="rId4">
              <a:alphaModFix/>
            </a:blip>
            <a:srcRect/>
            <a:stretch/>
          </p:blipFill>
          <p:spPr>
            <a:xfrm>
              <a:off x="3044951" y="1520952"/>
              <a:ext cx="152400" cy="152400"/>
            </a:xfrm>
            <a:prstGeom prst="rect">
              <a:avLst/>
            </a:prstGeom>
            <a:noFill/>
            <a:ln>
              <a:noFill/>
            </a:ln>
          </p:spPr>
        </p:pic>
      </p:grpSp>
      <p:pic>
        <p:nvPicPr>
          <p:cNvPr id="1017" name="Google Shape;1017;g2ff6f630c79_0_569"/>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018" name="Google Shape;1018;g2ff6f630c79_0_569"/>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019" name="Google Shape;1019;g2ff6f630c79_0_569"/>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020" name="Google Shape;1020;g2ff6f630c79_0_569"/>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021" name="Google Shape;1021;g2ff6f630c79_0_569"/>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022" name="Google Shape;1022;g2ff6f630c79_0_569"/>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023" name="Google Shape;1023;g2ff6f630c79_0_569"/>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024" name="Google Shape;1024;g2ff6f630c79_0_569"/>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025" name="Google Shape;1025;g2ff6f630c79_0_569"/>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026" name="Google Shape;1026;g2ff6f630c79_0_569"/>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027" name="Google Shape;1027;g2ff6f630c79_0_569"/>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028" name="Google Shape;1028;g2ff6f630c79_0_569"/>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029" name="Google Shape;1029;g2ff6f630c79_0_569"/>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030" name="Google Shape;1030;g2ff6f630c79_0_569"/>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031" name="Google Shape;1031;g2ff6f630c79_0_569"/>
          <p:cNvPicPr preferRelativeResize="0"/>
          <p:nvPr/>
        </p:nvPicPr>
        <p:blipFill rotWithShape="1">
          <a:blip r:embed="rId4">
            <a:alphaModFix/>
          </a:blip>
          <a:srcRect/>
          <a:stretch/>
        </p:blipFill>
        <p:spPr>
          <a:xfrm>
            <a:off x="1543050" y="1107281"/>
            <a:ext cx="101203" cy="101203"/>
          </a:xfrm>
          <a:prstGeom prst="rect">
            <a:avLst/>
          </a:prstGeom>
          <a:noFill/>
          <a:ln>
            <a:noFill/>
          </a:ln>
        </p:spPr>
      </p:pic>
      <p:sp>
        <p:nvSpPr>
          <p:cNvPr id="1032" name="Google Shape;1032;g2ff6f630c79_0_569"/>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sp>
        <p:nvSpPr>
          <p:cNvPr id="1033" name="Google Shape;1033;g2ff6f630c79_0_569"/>
          <p:cNvSpPr txBox="1"/>
          <p:nvPr/>
        </p:nvSpPr>
        <p:spPr>
          <a:xfrm>
            <a:off x="2693973" y="3911200"/>
            <a:ext cx="6480600" cy="10380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Mean Shift  vector</a:t>
            </a:r>
            <a:endParaRPr/>
          </a:p>
          <a:p>
            <a:pPr marL="4824412" marR="0" lvl="0" indent="-185737" algn="l" rtl="0">
              <a:lnSpc>
                <a:spcPct val="100000"/>
              </a:lnSpc>
              <a:spcBef>
                <a:spcPts val="200"/>
              </a:spcBef>
              <a:spcAft>
                <a:spcPts val="0"/>
              </a:spcAft>
              <a:buClr>
                <a:srgbClr val="FF9900"/>
              </a:buClr>
              <a:buSzPts val="1700"/>
              <a:buFont typeface="Arial"/>
              <a:buNone/>
            </a:pPr>
            <a:r>
              <a:rPr lang="en-US" sz="1700" b="1" i="0" u="sng">
                <a:solidFill>
                  <a:srgbClr val="FF9900"/>
                </a:solidFill>
                <a:latin typeface="Arial"/>
                <a:ea typeface="Arial"/>
                <a:cs typeface="Arial"/>
                <a:sym typeface="Arial"/>
              </a:rPr>
              <a:t>Objective </a:t>
            </a:r>
            <a:r>
              <a:rPr lang="en-US" sz="1700" b="1" i="0" u="none">
                <a:solidFill>
                  <a:srgbClr val="FF9900"/>
                </a:solidFill>
                <a:latin typeface="Arial"/>
                <a:ea typeface="Arial"/>
                <a:cs typeface="Arial"/>
                <a:sym typeface="Arial"/>
              </a:rPr>
              <a:t>: Find the densest region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ff6f630c79_0_614"/>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grpSp>
        <p:nvGrpSpPr>
          <p:cNvPr id="1039" name="Google Shape;1039;g2ff6f630c79_0_614"/>
          <p:cNvGrpSpPr/>
          <p:nvPr/>
        </p:nvGrpSpPr>
        <p:grpSpPr>
          <a:xfrm>
            <a:off x="2754426" y="1006102"/>
            <a:ext cx="2621920" cy="2420600"/>
            <a:chOff x="2968751" y="1520952"/>
            <a:chExt cx="3962400" cy="3657600"/>
          </a:xfrm>
        </p:grpSpPr>
        <p:pic>
          <p:nvPicPr>
            <p:cNvPr id="1040" name="Google Shape;1040;g2ff6f630c79_0_614"/>
            <p:cNvPicPr preferRelativeResize="0"/>
            <p:nvPr/>
          </p:nvPicPr>
          <p:blipFill rotWithShape="1">
            <a:blip r:embed="rId3">
              <a:alphaModFix/>
            </a:blip>
            <a:srcRect/>
            <a:stretch/>
          </p:blipFill>
          <p:spPr>
            <a:xfrm>
              <a:off x="6376416" y="3273552"/>
              <a:ext cx="152400" cy="152400"/>
            </a:xfrm>
            <a:prstGeom prst="rect">
              <a:avLst/>
            </a:prstGeom>
            <a:noFill/>
            <a:ln>
              <a:noFill/>
            </a:ln>
          </p:spPr>
        </p:pic>
        <p:pic>
          <p:nvPicPr>
            <p:cNvPr id="1041" name="Google Shape;1041;g2ff6f630c79_0_614"/>
            <p:cNvPicPr preferRelativeResize="0"/>
            <p:nvPr/>
          </p:nvPicPr>
          <p:blipFill rotWithShape="1">
            <a:blip r:embed="rId4">
              <a:alphaModFix/>
            </a:blip>
            <a:srcRect/>
            <a:stretch/>
          </p:blipFill>
          <p:spPr>
            <a:xfrm>
              <a:off x="6092951" y="2968752"/>
              <a:ext cx="152400" cy="152400"/>
            </a:xfrm>
            <a:prstGeom prst="rect">
              <a:avLst/>
            </a:prstGeom>
            <a:noFill/>
            <a:ln>
              <a:noFill/>
            </a:ln>
          </p:spPr>
        </p:pic>
        <p:pic>
          <p:nvPicPr>
            <p:cNvPr id="1042" name="Google Shape;1042;g2ff6f630c79_0_614"/>
            <p:cNvPicPr preferRelativeResize="0"/>
            <p:nvPr/>
          </p:nvPicPr>
          <p:blipFill rotWithShape="1">
            <a:blip r:embed="rId4">
              <a:alphaModFix/>
            </a:blip>
            <a:srcRect/>
            <a:stretch/>
          </p:blipFill>
          <p:spPr>
            <a:xfrm>
              <a:off x="6092951" y="2435352"/>
              <a:ext cx="152400" cy="152400"/>
            </a:xfrm>
            <a:prstGeom prst="rect">
              <a:avLst/>
            </a:prstGeom>
            <a:noFill/>
            <a:ln>
              <a:noFill/>
            </a:ln>
          </p:spPr>
        </p:pic>
        <p:pic>
          <p:nvPicPr>
            <p:cNvPr id="1043" name="Google Shape;1043;g2ff6f630c79_0_614"/>
            <p:cNvPicPr preferRelativeResize="0"/>
            <p:nvPr/>
          </p:nvPicPr>
          <p:blipFill rotWithShape="1">
            <a:blip r:embed="rId3">
              <a:alphaModFix/>
            </a:blip>
            <a:srcRect/>
            <a:stretch/>
          </p:blipFill>
          <p:spPr>
            <a:xfrm>
              <a:off x="6376416" y="2892552"/>
              <a:ext cx="152400" cy="152400"/>
            </a:xfrm>
            <a:prstGeom prst="rect">
              <a:avLst/>
            </a:prstGeom>
            <a:noFill/>
            <a:ln>
              <a:noFill/>
            </a:ln>
          </p:spPr>
        </p:pic>
        <p:pic>
          <p:nvPicPr>
            <p:cNvPr id="1044" name="Google Shape;1044;g2ff6f630c79_0_614"/>
            <p:cNvPicPr preferRelativeResize="0"/>
            <p:nvPr/>
          </p:nvPicPr>
          <p:blipFill rotWithShape="1">
            <a:blip r:embed="rId3">
              <a:alphaModFix/>
            </a:blip>
            <a:srcRect/>
            <a:stretch/>
          </p:blipFill>
          <p:spPr>
            <a:xfrm>
              <a:off x="6376416" y="1825752"/>
              <a:ext cx="152400" cy="152400"/>
            </a:xfrm>
            <a:prstGeom prst="rect">
              <a:avLst/>
            </a:prstGeom>
            <a:noFill/>
            <a:ln>
              <a:noFill/>
            </a:ln>
          </p:spPr>
        </p:pic>
        <p:pic>
          <p:nvPicPr>
            <p:cNvPr id="1045" name="Google Shape;1045;g2ff6f630c79_0_614"/>
            <p:cNvPicPr preferRelativeResize="0"/>
            <p:nvPr/>
          </p:nvPicPr>
          <p:blipFill rotWithShape="1">
            <a:blip r:embed="rId4">
              <a:alphaModFix/>
            </a:blip>
            <a:srcRect/>
            <a:stretch/>
          </p:blipFill>
          <p:spPr>
            <a:xfrm>
              <a:off x="6626351" y="2587752"/>
              <a:ext cx="152400" cy="152400"/>
            </a:xfrm>
            <a:prstGeom prst="rect">
              <a:avLst/>
            </a:prstGeom>
            <a:noFill/>
            <a:ln>
              <a:noFill/>
            </a:ln>
          </p:spPr>
        </p:pic>
        <p:pic>
          <p:nvPicPr>
            <p:cNvPr id="1046" name="Google Shape;1046;g2ff6f630c79_0_614"/>
            <p:cNvPicPr preferRelativeResize="0"/>
            <p:nvPr/>
          </p:nvPicPr>
          <p:blipFill rotWithShape="1">
            <a:blip r:embed="rId5">
              <a:alphaModFix/>
            </a:blip>
            <a:srcRect/>
            <a:stretch/>
          </p:blipFill>
          <p:spPr>
            <a:xfrm>
              <a:off x="6714743" y="3130296"/>
              <a:ext cx="152400" cy="152400"/>
            </a:xfrm>
            <a:prstGeom prst="rect">
              <a:avLst/>
            </a:prstGeom>
            <a:noFill/>
            <a:ln>
              <a:noFill/>
            </a:ln>
          </p:spPr>
        </p:pic>
        <p:pic>
          <p:nvPicPr>
            <p:cNvPr id="1047" name="Google Shape;1047;g2ff6f630c79_0_614"/>
            <p:cNvPicPr preferRelativeResize="0"/>
            <p:nvPr/>
          </p:nvPicPr>
          <p:blipFill rotWithShape="1">
            <a:blip r:embed="rId4">
              <a:alphaModFix/>
            </a:blip>
            <a:srcRect/>
            <a:stretch/>
          </p:blipFill>
          <p:spPr>
            <a:xfrm>
              <a:off x="6778751" y="2054352"/>
              <a:ext cx="152400" cy="152400"/>
            </a:xfrm>
            <a:prstGeom prst="rect">
              <a:avLst/>
            </a:prstGeom>
            <a:noFill/>
            <a:ln>
              <a:noFill/>
            </a:ln>
          </p:spPr>
        </p:pic>
        <p:pic>
          <p:nvPicPr>
            <p:cNvPr id="1048" name="Google Shape;1048;g2ff6f630c79_0_614"/>
            <p:cNvPicPr preferRelativeResize="0"/>
            <p:nvPr/>
          </p:nvPicPr>
          <p:blipFill rotWithShape="1">
            <a:blip r:embed="rId4">
              <a:alphaModFix/>
            </a:blip>
            <a:srcRect/>
            <a:stretch/>
          </p:blipFill>
          <p:spPr>
            <a:xfrm>
              <a:off x="6550151" y="5026152"/>
              <a:ext cx="152400" cy="152400"/>
            </a:xfrm>
            <a:prstGeom prst="rect">
              <a:avLst/>
            </a:prstGeom>
            <a:noFill/>
            <a:ln>
              <a:noFill/>
            </a:ln>
          </p:spPr>
        </p:pic>
        <p:pic>
          <p:nvPicPr>
            <p:cNvPr id="1049" name="Google Shape;1049;g2ff6f630c79_0_614"/>
            <p:cNvPicPr preferRelativeResize="0"/>
            <p:nvPr/>
          </p:nvPicPr>
          <p:blipFill rotWithShape="1">
            <a:blip r:embed="rId4">
              <a:alphaModFix/>
            </a:blip>
            <a:srcRect/>
            <a:stretch/>
          </p:blipFill>
          <p:spPr>
            <a:xfrm>
              <a:off x="6092951" y="4949952"/>
              <a:ext cx="152400" cy="152400"/>
            </a:xfrm>
            <a:prstGeom prst="rect">
              <a:avLst/>
            </a:prstGeom>
            <a:noFill/>
            <a:ln>
              <a:noFill/>
            </a:ln>
          </p:spPr>
        </p:pic>
        <p:pic>
          <p:nvPicPr>
            <p:cNvPr id="1050" name="Google Shape;1050;g2ff6f630c79_0_614"/>
            <p:cNvPicPr preferRelativeResize="0"/>
            <p:nvPr/>
          </p:nvPicPr>
          <p:blipFill rotWithShape="1">
            <a:blip r:embed="rId6">
              <a:alphaModFix/>
            </a:blip>
            <a:srcRect/>
            <a:stretch/>
          </p:blipFill>
          <p:spPr>
            <a:xfrm>
              <a:off x="2968751" y="1962912"/>
              <a:ext cx="3886200" cy="3063241"/>
            </a:xfrm>
            <a:prstGeom prst="rect">
              <a:avLst/>
            </a:prstGeom>
            <a:noFill/>
            <a:ln>
              <a:noFill/>
            </a:ln>
          </p:spPr>
        </p:pic>
        <p:pic>
          <p:nvPicPr>
            <p:cNvPr id="1051" name="Google Shape;1051;g2ff6f630c79_0_614"/>
            <p:cNvPicPr preferRelativeResize="0"/>
            <p:nvPr/>
          </p:nvPicPr>
          <p:blipFill rotWithShape="1">
            <a:blip r:embed="rId4">
              <a:alphaModFix/>
            </a:blip>
            <a:srcRect/>
            <a:stretch/>
          </p:blipFill>
          <p:spPr>
            <a:xfrm>
              <a:off x="5559551" y="5026152"/>
              <a:ext cx="152400" cy="152400"/>
            </a:xfrm>
            <a:prstGeom prst="rect">
              <a:avLst/>
            </a:prstGeom>
            <a:noFill/>
            <a:ln>
              <a:noFill/>
            </a:ln>
          </p:spPr>
        </p:pic>
        <p:pic>
          <p:nvPicPr>
            <p:cNvPr id="1052" name="Google Shape;1052;g2ff6f630c79_0_614"/>
            <p:cNvPicPr preferRelativeResize="0"/>
            <p:nvPr/>
          </p:nvPicPr>
          <p:blipFill rotWithShape="1">
            <a:blip r:embed="rId4">
              <a:alphaModFix/>
            </a:blip>
            <a:srcRect/>
            <a:stretch/>
          </p:blipFill>
          <p:spPr>
            <a:xfrm>
              <a:off x="4645151" y="1673352"/>
              <a:ext cx="152400" cy="152400"/>
            </a:xfrm>
            <a:prstGeom prst="rect">
              <a:avLst/>
            </a:prstGeom>
            <a:noFill/>
            <a:ln>
              <a:noFill/>
            </a:ln>
          </p:spPr>
        </p:pic>
        <p:pic>
          <p:nvPicPr>
            <p:cNvPr id="1053" name="Google Shape;1053;g2ff6f630c79_0_614"/>
            <p:cNvPicPr preferRelativeResize="0"/>
            <p:nvPr/>
          </p:nvPicPr>
          <p:blipFill rotWithShape="1">
            <a:blip r:embed="rId4">
              <a:alphaModFix/>
            </a:blip>
            <a:srcRect/>
            <a:stretch/>
          </p:blipFill>
          <p:spPr>
            <a:xfrm>
              <a:off x="3044951" y="1520952"/>
              <a:ext cx="152400" cy="152400"/>
            </a:xfrm>
            <a:prstGeom prst="rect">
              <a:avLst/>
            </a:prstGeom>
            <a:noFill/>
            <a:ln>
              <a:noFill/>
            </a:ln>
          </p:spPr>
        </p:pic>
      </p:grpSp>
      <p:pic>
        <p:nvPicPr>
          <p:cNvPr id="1054" name="Google Shape;1054;g2ff6f630c79_0_614"/>
          <p:cNvPicPr preferRelativeResize="0"/>
          <p:nvPr/>
        </p:nvPicPr>
        <p:blipFill rotWithShape="1">
          <a:blip r:embed="rId4">
            <a:alphaModFix/>
          </a:blip>
          <a:srcRect/>
          <a:stretch/>
        </p:blipFill>
        <p:spPr>
          <a:xfrm>
            <a:off x="6384925" y="2216944"/>
            <a:ext cx="101203" cy="101203"/>
          </a:xfrm>
          <a:prstGeom prst="rect">
            <a:avLst/>
          </a:prstGeom>
          <a:noFill/>
          <a:ln>
            <a:noFill/>
          </a:ln>
        </p:spPr>
      </p:pic>
      <p:pic>
        <p:nvPicPr>
          <p:cNvPr id="1055" name="Google Shape;1055;g2ff6f630c79_0_614"/>
          <p:cNvPicPr preferRelativeResize="0"/>
          <p:nvPr/>
        </p:nvPicPr>
        <p:blipFill rotWithShape="1">
          <a:blip r:embed="rId4">
            <a:alphaModFix/>
          </a:blip>
          <a:srcRect/>
          <a:stretch/>
        </p:blipFill>
        <p:spPr>
          <a:xfrm>
            <a:off x="6384925" y="1964531"/>
            <a:ext cx="101203" cy="101203"/>
          </a:xfrm>
          <a:prstGeom prst="rect">
            <a:avLst/>
          </a:prstGeom>
          <a:noFill/>
          <a:ln>
            <a:noFill/>
          </a:ln>
        </p:spPr>
      </p:pic>
      <p:pic>
        <p:nvPicPr>
          <p:cNvPr id="1056" name="Google Shape;1056;g2ff6f630c79_0_614"/>
          <p:cNvPicPr preferRelativeResize="0"/>
          <p:nvPr/>
        </p:nvPicPr>
        <p:blipFill rotWithShape="1">
          <a:blip r:embed="rId4">
            <a:alphaModFix/>
          </a:blip>
          <a:srcRect/>
          <a:stretch/>
        </p:blipFill>
        <p:spPr>
          <a:xfrm>
            <a:off x="6316662" y="1662113"/>
            <a:ext cx="101203" cy="101203"/>
          </a:xfrm>
          <a:prstGeom prst="rect">
            <a:avLst/>
          </a:prstGeom>
          <a:noFill/>
          <a:ln>
            <a:noFill/>
          </a:ln>
        </p:spPr>
      </p:pic>
      <p:pic>
        <p:nvPicPr>
          <p:cNvPr id="1057" name="Google Shape;1057;g2ff6f630c79_0_614"/>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058" name="Google Shape;1058;g2ff6f630c79_0_614"/>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059" name="Google Shape;1059;g2ff6f630c79_0_614"/>
          <p:cNvPicPr preferRelativeResize="0"/>
          <p:nvPr/>
        </p:nvPicPr>
        <p:blipFill rotWithShape="1">
          <a:blip r:embed="rId4">
            <a:alphaModFix/>
          </a:blip>
          <a:srcRect/>
          <a:stretch/>
        </p:blipFill>
        <p:spPr>
          <a:xfrm>
            <a:off x="6989762" y="1863328"/>
            <a:ext cx="101203" cy="101203"/>
          </a:xfrm>
          <a:prstGeom prst="rect">
            <a:avLst/>
          </a:prstGeom>
          <a:noFill/>
          <a:ln>
            <a:noFill/>
          </a:ln>
        </p:spPr>
      </p:pic>
      <p:pic>
        <p:nvPicPr>
          <p:cNvPr id="1060" name="Google Shape;1060;g2ff6f630c79_0_614"/>
          <p:cNvPicPr preferRelativeResize="0"/>
          <p:nvPr/>
        </p:nvPicPr>
        <p:blipFill rotWithShape="1">
          <a:blip r:embed="rId4">
            <a:alphaModFix/>
          </a:blip>
          <a:srcRect/>
          <a:stretch/>
        </p:blipFill>
        <p:spPr>
          <a:xfrm>
            <a:off x="6451600" y="2519363"/>
            <a:ext cx="101203" cy="101203"/>
          </a:xfrm>
          <a:prstGeom prst="rect">
            <a:avLst/>
          </a:prstGeom>
          <a:noFill/>
          <a:ln>
            <a:noFill/>
          </a:ln>
        </p:spPr>
      </p:pic>
      <p:pic>
        <p:nvPicPr>
          <p:cNvPr id="1061" name="Google Shape;1061;g2ff6f630c79_0_614"/>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062" name="Google Shape;1062;g2ff6f630c79_0_614"/>
          <p:cNvPicPr preferRelativeResize="0"/>
          <p:nvPr/>
        </p:nvPicPr>
        <p:blipFill rotWithShape="1">
          <a:blip r:embed="rId4">
            <a:alphaModFix/>
          </a:blip>
          <a:srcRect/>
          <a:stretch/>
        </p:blipFill>
        <p:spPr>
          <a:xfrm>
            <a:off x="7527925" y="2266950"/>
            <a:ext cx="101203" cy="101203"/>
          </a:xfrm>
          <a:prstGeom prst="rect">
            <a:avLst/>
          </a:prstGeom>
          <a:noFill/>
          <a:ln>
            <a:noFill/>
          </a:ln>
        </p:spPr>
      </p:pic>
      <p:pic>
        <p:nvPicPr>
          <p:cNvPr id="1063" name="Google Shape;1063;g2ff6f630c79_0_614"/>
          <p:cNvPicPr preferRelativeResize="0"/>
          <p:nvPr/>
        </p:nvPicPr>
        <p:blipFill rotWithShape="1">
          <a:blip r:embed="rId4">
            <a:alphaModFix/>
          </a:blip>
          <a:srcRect/>
          <a:stretch/>
        </p:blipFill>
        <p:spPr>
          <a:xfrm>
            <a:off x="6653212" y="2871788"/>
            <a:ext cx="101203" cy="101203"/>
          </a:xfrm>
          <a:prstGeom prst="rect">
            <a:avLst/>
          </a:prstGeom>
          <a:noFill/>
          <a:ln>
            <a:noFill/>
          </a:ln>
        </p:spPr>
      </p:pic>
      <p:pic>
        <p:nvPicPr>
          <p:cNvPr id="1064" name="Google Shape;1064;g2ff6f630c79_0_614"/>
          <p:cNvPicPr preferRelativeResize="0"/>
          <p:nvPr/>
        </p:nvPicPr>
        <p:blipFill rotWithShape="1">
          <a:blip r:embed="rId7">
            <a:alphaModFix/>
          </a:blip>
          <a:srcRect/>
          <a:stretch/>
        </p:blipFill>
        <p:spPr>
          <a:xfrm>
            <a:off x="7134225" y="2569369"/>
            <a:ext cx="101203" cy="101203"/>
          </a:xfrm>
          <a:prstGeom prst="rect">
            <a:avLst/>
          </a:prstGeom>
          <a:noFill/>
          <a:ln>
            <a:noFill/>
          </a:ln>
        </p:spPr>
      </p:pic>
      <p:pic>
        <p:nvPicPr>
          <p:cNvPr id="1065" name="Google Shape;1065;g2ff6f630c79_0_614"/>
          <p:cNvPicPr preferRelativeResize="0"/>
          <p:nvPr/>
        </p:nvPicPr>
        <p:blipFill rotWithShape="1">
          <a:blip r:embed="rId4">
            <a:alphaModFix/>
          </a:blip>
          <a:srcRect/>
          <a:stretch/>
        </p:blipFill>
        <p:spPr>
          <a:xfrm>
            <a:off x="6249987" y="3124200"/>
            <a:ext cx="101203" cy="101203"/>
          </a:xfrm>
          <a:prstGeom prst="rect">
            <a:avLst/>
          </a:prstGeom>
          <a:noFill/>
          <a:ln>
            <a:noFill/>
          </a:ln>
        </p:spPr>
      </p:pic>
      <p:pic>
        <p:nvPicPr>
          <p:cNvPr id="1066" name="Google Shape;1066;g2ff6f630c79_0_614"/>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067" name="Google Shape;1067;g2ff6f630c79_0_614"/>
          <p:cNvPicPr preferRelativeResize="0"/>
          <p:nvPr/>
        </p:nvPicPr>
        <p:blipFill rotWithShape="1">
          <a:blip r:embed="rId4">
            <a:alphaModFix/>
          </a:blip>
          <a:srcRect/>
          <a:stretch/>
        </p:blipFill>
        <p:spPr>
          <a:xfrm>
            <a:off x="6653212" y="3426619"/>
            <a:ext cx="101203" cy="101203"/>
          </a:xfrm>
          <a:prstGeom prst="rect">
            <a:avLst/>
          </a:prstGeom>
          <a:noFill/>
          <a:ln>
            <a:noFill/>
          </a:ln>
        </p:spPr>
      </p:pic>
      <p:pic>
        <p:nvPicPr>
          <p:cNvPr id="1068" name="Google Shape;1068;g2ff6f630c79_0_614"/>
          <p:cNvPicPr preferRelativeResize="0"/>
          <p:nvPr/>
        </p:nvPicPr>
        <p:blipFill rotWithShape="1">
          <a:blip r:embed="rId4">
            <a:alphaModFix/>
          </a:blip>
          <a:srcRect/>
          <a:stretch/>
        </p:blipFill>
        <p:spPr>
          <a:xfrm>
            <a:off x="5846762" y="3629025"/>
            <a:ext cx="101203" cy="100012"/>
          </a:xfrm>
          <a:prstGeom prst="rect">
            <a:avLst/>
          </a:prstGeom>
          <a:noFill/>
          <a:ln>
            <a:noFill/>
          </a:ln>
        </p:spPr>
      </p:pic>
      <p:pic>
        <p:nvPicPr>
          <p:cNvPr id="1069" name="Google Shape;1069;g2ff6f630c79_0_614"/>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070" name="Google Shape;1070;g2ff6f630c79_0_614"/>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071" name="Google Shape;1071;g2ff6f630c79_0_614"/>
          <p:cNvPicPr preferRelativeResize="0"/>
          <p:nvPr/>
        </p:nvPicPr>
        <p:blipFill rotWithShape="1">
          <a:blip r:embed="rId4">
            <a:alphaModFix/>
          </a:blip>
          <a:srcRect/>
          <a:stretch/>
        </p:blipFill>
        <p:spPr>
          <a:xfrm>
            <a:off x="5308600" y="3629025"/>
            <a:ext cx="101203" cy="100012"/>
          </a:xfrm>
          <a:prstGeom prst="rect">
            <a:avLst/>
          </a:prstGeom>
          <a:noFill/>
          <a:ln>
            <a:noFill/>
          </a:ln>
        </p:spPr>
      </p:pic>
      <p:pic>
        <p:nvPicPr>
          <p:cNvPr id="1072" name="Google Shape;1072;g2ff6f630c79_0_614"/>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073" name="Google Shape;1073;g2ff6f630c79_0_614"/>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074" name="Google Shape;1074;g2ff6f630c79_0_614"/>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075" name="Google Shape;1075;g2ff6f630c79_0_614"/>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076" name="Google Shape;1076;g2ff6f630c79_0_614"/>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077" name="Google Shape;1077;g2ff6f630c79_0_614"/>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078" name="Google Shape;1078;g2ff6f630c79_0_614"/>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079" name="Google Shape;1079;g2ff6f630c79_0_614"/>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080" name="Google Shape;1080;g2ff6f630c79_0_614"/>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081" name="Google Shape;1081;g2ff6f630c79_0_614"/>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082" name="Google Shape;1082;g2ff6f630c79_0_614"/>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083" name="Google Shape;1083;g2ff6f630c79_0_614"/>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084" name="Google Shape;1084;g2ff6f630c79_0_614"/>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085" name="Google Shape;1085;g2ff6f630c79_0_614"/>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086" name="Google Shape;1086;g2ff6f630c79_0_614"/>
          <p:cNvPicPr preferRelativeResize="0"/>
          <p:nvPr/>
        </p:nvPicPr>
        <p:blipFill rotWithShape="1">
          <a:blip r:embed="rId4">
            <a:alphaModFix/>
          </a:blip>
          <a:srcRect/>
          <a:stretch/>
        </p:blipFill>
        <p:spPr>
          <a:xfrm>
            <a:off x="1543050" y="1107281"/>
            <a:ext cx="101203" cy="101203"/>
          </a:xfrm>
          <a:prstGeom prst="rect">
            <a:avLst/>
          </a:prstGeom>
          <a:noFill/>
          <a:ln>
            <a:noFill/>
          </a:ln>
        </p:spPr>
      </p:pic>
      <p:sp>
        <p:nvSpPr>
          <p:cNvPr id="1087" name="Google Shape;1087;g2ff6f630c79_0_614"/>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88" name="Google Shape;1088;g2ff6f630c79_0_614"/>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89" name="Google Shape;1089;g2ff6f630c79_0_614"/>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grpSp>
        <p:nvGrpSpPr>
          <p:cNvPr id="1090" name="Google Shape;1090;g2ff6f630c79_0_614"/>
          <p:cNvGrpSpPr/>
          <p:nvPr/>
        </p:nvGrpSpPr>
        <p:grpSpPr>
          <a:xfrm>
            <a:off x="7116633" y="3874571"/>
            <a:ext cx="1293788" cy="415557"/>
            <a:chOff x="7912607" y="5855208"/>
            <a:chExt cx="1466215" cy="628014"/>
          </a:xfrm>
        </p:grpSpPr>
        <p:sp>
          <p:nvSpPr>
            <p:cNvPr id="1091" name="Google Shape;1091;g2ff6f630c79_0_614"/>
            <p:cNvSpPr/>
            <p:nvPr/>
          </p:nvSpPr>
          <p:spPr>
            <a:xfrm>
              <a:off x="7921751" y="5864352"/>
              <a:ext cx="1447800" cy="609600"/>
            </a:xfrm>
            <a:custGeom>
              <a:avLst/>
              <a:gdLst/>
              <a:ahLst/>
              <a:cxnLst/>
              <a:rect l="l" t="t" r="r" b="b"/>
              <a:pathLst>
                <a:path w="1447800" h="609600" extrusionOk="0">
                  <a:moveTo>
                    <a:pt x="1347216" y="0"/>
                  </a:moveTo>
                  <a:lnTo>
                    <a:pt x="100583" y="0"/>
                  </a:lnTo>
                  <a:lnTo>
                    <a:pt x="61722" y="8000"/>
                  </a:lnTo>
                  <a:lnTo>
                    <a:pt x="29718" y="29718"/>
                  </a:lnTo>
                  <a:lnTo>
                    <a:pt x="8000" y="61722"/>
                  </a:lnTo>
                  <a:lnTo>
                    <a:pt x="0" y="100584"/>
                  </a:lnTo>
                  <a:lnTo>
                    <a:pt x="0" y="509016"/>
                  </a:lnTo>
                  <a:lnTo>
                    <a:pt x="8000" y="547878"/>
                  </a:lnTo>
                  <a:lnTo>
                    <a:pt x="29718" y="579882"/>
                  </a:lnTo>
                  <a:lnTo>
                    <a:pt x="61722" y="601599"/>
                  </a:lnTo>
                  <a:lnTo>
                    <a:pt x="100583" y="609600"/>
                  </a:lnTo>
                  <a:lnTo>
                    <a:pt x="1347216" y="609600"/>
                  </a:lnTo>
                  <a:lnTo>
                    <a:pt x="1386077" y="601599"/>
                  </a:lnTo>
                  <a:lnTo>
                    <a:pt x="1418081" y="579882"/>
                  </a:lnTo>
                  <a:lnTo>
                    <a:pt x="1439799" y="547878"/>
                  </a:lnTo>
                  <a:lnTo>
                    <a:pt x="1447800" y="509016"/>
                  </a:lnTo>
                  <a:lnTo>
                    <a:pt x="1447800" y="100584"/>
                  </a:lnTo>
                  <a:lnTo>
                    <a:pt x="1439799" y="61722"/>
                  </a:lnTo>
                  <a:lnTo>
                    <a:pt x="1418081" y="29718"/>
                  </a:lnTo>
                  <a:lnTo>
                    <a:pt x="1386077" y="8000"/>
                  </a:lnTo>
                  <a:lnTo>
                    <a:pt x="1347216"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92" name="Google Shape;1092;g2ff6f630c79_0_614"/>
            <p:cNvSpPr/>
            <p:nvPr/>
          </p:nvSpPr>
          <p:spPr>
            <a:xfrm>
              <a:off x="7912607" y="5855208"/>
              <a:ext cx="1466215" cy="628014"/>
            </a:xfrm>
            <a:custGeom>
              <a:avLst/>
              <a:gdLst/>
              <a:ahLst/>
              <a:cxnLst/>
              <a:rect l="l" t="t" r="r" b="b"/>
              <a:pathLst>
                <a:path w="1466215" h="628014" extrusionOk="0">
                  <a:moveTo>
                    <a:pt x="1377696" y="0"/>
                  </a:moveTo>
                  <a:lnTo>
                    <a:pt x="85344" y="0"/>
                  </a:lnTo>
                  <a:lnTo>
                    <a:pt x="67056" y="6096"/>
                  </a:lnTo>
                  <a:lnTo>
                    <a:pt x="64008" y="9144"/>
                  </a:lnTo>
                  <a:lnTo>
                    <a:pt x="48768" y="18288"/>
                  </a:lnTo>
                  <a:lnTo>
                    <a:pt x="33527" y="30480"/>
                  </a:lnTo>
                  <a:lnTo>
                    <a:pt x="30480" y="33528"/>
                  </a:lnTo>
                  <a:lnTo>
                    <a:pt x="18288" y="48768"/>
                  </a:lnTo>
                  <a:lnTo>
                    <a:pt x="9144" y="64008"/>
                  </a:lnTo>
                  <a:lnTo>
                    <a:pt x="6096" y="67056"/>
                  </a:lnTo>
                  <a:lnTo>
                    <a:pt x="0" y="85344"/>
                  </a:lnTo>
                  <a:lnTo>
                    <a:pt x="0" y="539496"/>
                  </a:lnTo>
                  <a:lnTo>
                    <a:pt x="6096" y="557784"/>
                  </a:lnTo>
                  <a:lnTo>
                    <a:pt x="9144" y="560832"/>
                  </a:lnTo>
                  <a:lnTo>
                    <a:pt x="18288" y="576072"/>
                  </a:lnTo>
                  <a:lnTo>
                    <a:pt x="30480" y="591312"/>
                  </a:lnTo>
                  <a:lnTo>
                    <a:pt x="33527" y="594360"/>
                  </a:lnTo>
                  <a:lnTo>
                    <a:pt x="48768" y="606552"/>
                  </a:lnTo>
                  <a:lnTo>
                    <a:pt x="64008" y="615696"/>
                  </a:lnTo>
                  <a:lnTo>
                    <a:pt x="67056" y="618744"/>
                  </a:lnTo>
                  <a:lnTo>
                    <a:pt x="85344" y="624840"/>
                  </a:lnTo>
                  <a:lnTo>
                    <a:pt x="106680" y="627888"/>
                  </a:lnTo>
                  <a:lnTo>
                    <a:pt x="1353312" y="627888"/>
                  </a:lnTo>
                  <a:lnTo>
                    <a:pt x="1374648" y="624840"/>
                  </a:lnTo>
                  <a:lnTo>
                    <a:pt x="1377696" y="624840"/>
                  </a:lnTo>
                  <a:lnTo>
                    <a:pt x="1395984" y="618744"/>
                  </a:lnTo>
                  <a:lnTo>
                    <a:pt x="1399032" y="615696"/>
                  </a:lnTo>
                  <a:lnTo>
                    <a:pt x="1374648" y="615696"/>
                  </a:lnTo>
                  <a:lnTo>
                    <a:pt x="1374648" y="609600"/>
                  </a:lnTo>
                  <a:lnTo>
                    <a:pt x="70103" y="609600"/>
                  </a:lnTo>
                  <a:lnTo>
                    <a:pt x="70103" y="600456"/>
                  </a:lnTo>
                  <a:lnTo>
                    <a:pt x="73151" y="600456"/>
                  </a:lnTo>
                  <a:lnTo>
                    <a:pt x="57912" y="591312"/>
                  </a:lnTo>
                  <a:lnTo>
                    <a:pt x="54101" y="588264"/>
                  </a:lnTo>
                  <a:lnTo>
                    <a:pt x="36575" y="588264"/>
                  </a:lnTo>
                  <a:lnTo>
                    <a:pt x="42672" y="579120"/>
                  </a:lnTo>
                  <a:lnTo>
                    <a:pt x="43281" y="579120"/>
                  </a:lnTo>
                  <a:lnTo>
                    <a:pt x="33527" y="566928"/>
                  </a:lnTo>
                  <a:lnTo>
                    <a:pt x="26212" y="554736"/>
                  </a:lnTo>
                  <a:lnTo>
                    <a:pt x="15240" y="554736"/>
                  </a:lnTo>
                  <a:lnTo>
                    <a:pt x="23469" y="551992"/>
                  </a:lnTo>
                  <a:lnTo>
                    <a:pt x="19304" y="539496"/>
                  </a:lnTo>
                  <a:lnTo>
                    <a:pt x="18288" y="539496"/>
                  </a:lnTo>
                  <a:lnTo>
                    <a:pt x="9144" y="536448"/>
                  </a:lnTo>
                  <a:lnTo>
                    <a:pt x="18288" y="536448"/>
                  </a:lnTo>
                  <a:lnTo>
                    <a:pt x="18288" y="88392"/>
                  </a:lnTo>
                  <a:lnTo>
                    <a:pt x="23469" y="72847"/>
                  </a:lnTo>
                  <a:lnTo>
                    <a:pt x="15240" y="70104"/>
                  </a:lnTo>
                  <a:lnTo>
                    <a:pt x="26212" y="70104"/>
                  </a:lnTo>
                  <a:lnTo>
                    <a:pt x="33527" y="57912"/>
                  </a:lnTo>
                  <a:lnTo>
                    <a:pt x="43281" y="45720"/>
                  </a:lnTo>
                  <a:lnTo>
                    <a:pt x="42672" y="45720"/>
                  </a:lnTo>
                  <a:lnTo>
                    <a:pt x="36575" y="36576"/>
                  </a:lnTo>
                  <a:lnTo>
                    <a:pt x="54102" y="36576"/>
                  </a:lnTo>
                  <a:lnTo>
                    <a:pt x="57912" y="33528"/>
                  </a:lnTo>
                  <a:lnTo>
                    <a:pt x="73151" y="24384"/>
                  </a:lnTo>
                  <a:lnTo>
                    <a:pt x="70103" y="24384"/>
                  </a:lnTo>
                  <a:lnTo>
                    <a:pt x="70103" y="15240"/>
                  </a:lnTo>
                  <a:lnTo>
                    <a:pt x="1374648" y="15240"/>
                  </a:lnTo>
                  <a:lnTo>
                    <a:pt x="1374648" y="9144"/>
                  </a:lnTo>
                  <a:lnTo>
                    <a:pt x="1399032" y="9144"/>
                  </a:lnTo>
                  <a:lnTo>
                    <a:pt x="1395984" y="6096"/>
                  </a:lnTo>
                  <a:lnTo>
                    <a:pt x="1377696" y="0"/>
                  </a:lnTo>
                  <a:close/>
                </a:path>
                <a:path w="1466215" h="628014" extrusionOk="0">
                  <a:moveTo>
                    <a:pt x="1377696" y="606552"/>
                  </a:moveTo>
                  <a:lnTo>
                    <a:pt x="1374648" y="606987"/>
                  </a:lnTo>
                  <a:lnTo>
                    <a:pt x="1374648" y="615696"/>
                  </a:lnTo>
                  <a:lnTo>
                    <a:pt x="1377696" y="606552"/>
                  </a:lnTo>
                  <a:close/>
                </a:path>
                <a:path w="1466215" h="628014" extrusionOk="0">
                  <a:moveTo>
                    <a:pt x="1391920" y="606552"/>
                  </a:moveTo>
                  <a:lnTo>
                    <a:pt x="1377696" y="606552"/>
                  </a:lnTo>
                  <a:lnTo>
                    <a:pt x="1374648" y="615696"/>
                  </a:lnTo>
                  <a:lnTo>
                    <a:pt x="1399032" y="615696"/>
                  </a:lnTo>
                  <a:lnTo>
                    <a:pt x="1409192" y="609600"/>
                  </a:lnTo>
                  <a:lnTo>
                    <a:pt x="1392936" y="609600"/>
                  </a:lnTo>
                  <a:lnTo>
                    <a:pt x="1391920" y="606552"/>
                  </a:lnTo>
                  <a:close/>
                </a:path>
                <a:path w="1466215" h="628014" extrusionOk="0">
                  <a:moveTo>
                    <a:pt x="70103" y="600456"/>
                  </a:moveTo>
                  <a:lnTo>
                    <a:pt x="70103" y="609600"/>
                  </a:lnTo>
                  <a:lnTo>
                    <a:pt x="72847" y="601370"/>
                  </a:lnTo>
                  <a:lnTo>
                    <a:pt x="70103" y="600456"/>
                  </a:lnTo>
                  <a:close/>
                </a:path>
                <a:path w="1466215" h="628014" extrusionOk="0">
                  <a:moveTo>
                    <a:pt x="72847" y="601370"/>
                  </a:moveTo>
                  <a:lnTo>
                    <a:pt x="70103" y="609600"/>
                  </a:lnTo>
                  <a:lnTo>
                    <a:pt x="109727" y="609600"/>
                  </a:lnTo>
                  <a:lnTo>
                    <a:pt x="88392" y="606552"/>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6"/>
                  </a:moveTo>
                  <a:lnTo>
                    <a:pt x="1390192" y="601370"/>
                  </a:lnTo>
                  <a:lnTo>
                    <a:pt x="1392936" y="609600"/>
                  </a:lnTo>
                  <a:lnTo>
                    <a:pt x="1392936" y="600456"/>
                  </a:lnTo>
                  <a:close/>
                </a:path>
                <a:path w="1466215" h="628014" extrusionOk="0">
                  <a:moveTo>
                    <a:pt x="1421892" y="600456"/>
                  </a:moveTo>
                  <a:lnTo>
                    <a:pt x="1392936" y="600456"/>
                  </a:lnTo>
                  <a:lnTo>
                    <a:pt x="1392936" y="609600"/>
                  </a:lnTo>
                  <a:lnTo>
                    <a:pt x="1409192" y="609600"/>
                  </a:lnTo>
                  <a:lnTo>
                    <a:pt x="1414272" y="606552"/>
                  </a:lnTo>
                  <a:lnTo>
                    <a:pt x="1421892" y="600456"/>
                  </a:lnTo>
                  <a:close/>
                </a:path>
                <a:path w="1466215" h="628014" extrusionOk="0">
                  <a:moveTo>
                    <a:pt x="1390192" y="601370"/>
                  </a:moveTo>
                  <a:lnTo>
                    <a:pt x="1374648" y="606552"/>
                  </a:lnTo>
                  <a:lnTo>
                    <a:pt x="1374648" y="606987"/>
                  </a:lnTo>
                  <a:lnTo>
                    <a:pt x="1377696" y="606552"/>
                  </a:lnTo>
                  <a:lnTo>
                    <a:pt x="1391920" y="606552"/>
                  </a:lnTo>
                  <a:lnTo>
                    <a:pt x="1390192" y="601370"/>
                  </a:lnTo>
                  <a:close/>
                </a:path>
                <a:path w="1466215" h="628014" extrusionOk="0">
                  <a:moveTo>
                    <a:pt x="73151" y="600456"/>
                  </a:moveTo>
                  <a:lnTo>
                    <a:pt x="70103" y="600456"/>
                  </a:lnTo>
                  <a:lnTo>
                    <a:pt x="72847" y="601370"/>
                  </a:lnTo>
                  <a:lnTo>
                    <a:pt x="73151" y="600456"/>
                  </a:lnTo>
                  <a:close/>
                </a:path>
                <a:path w="1466215" h="628014" extrusionOk="0">
                  <a:moveTo>
                    <a:pt x="1418674" y="580474"/>
                  </a:moveTo>
                  <a:lnTo>
                    <a:pt x="1405127" y="591312"/>
                  </a:lnTo>
                  <a:lnTo>
                    <a:pt x="1389888" y="600456"/>
                  </a:lnTo>
                  <a:lnTo>
                    <a:pt x="1390192" y="601370"/>
                  </a:lnTo>
                  <a:lnTo>
                    <a:pt x="1392936" y="600456"/>
                  </a:lnTo>
                  <a:lnTo>
                    <a:pt x="1421892" y="600456"/>
                  </a:lnTo>
                  <a:lnTo>
                    <a:pt x="1429512" y="594360"/>
                  </a:lnTo>
                  <a:lnTo>
                    <a:pt x="1432560" y="591312"/>
                  </a:lnTo>
                  <a:lnTo>
                    <a:pt x="1434998" y="588264"/>
                  </a:lnTo>
                  <a:lnTo>
                    <a:pt x="1426464" y="588264"/>
                  </a:lnTo>
                  <a:lnTo>
                    <a:pt x="1417320" y="582168"/>
                  </a:lnTo>
                  <a:lnTo>
                    <a:pt x="1418674" y="580474"/>
                  </a:lnTo>
                  <a:close/>
                </a:path>
                <a:path w="1466215" h="628014" extrusionOk="0">
                  <a:moveTo>
                    <a:pt x="42672" y="579120"/>
                  </a:moveTo>
                  <a:lnTo>
                    <a:pt x="36575" y="588264"/>
                  </a:lnTo>
                  <a:lnTo>
                    <a:pt x="45720" y="582168"/>
                  </a:lnTo>
                  <a:lnTo>
                    <a:pt x="44365" y="580474"/>
                  </a:lnTo>
                  <a:lnTo>
                    <a:pt x="42672" y="579120"/>
                  </a:lnTo>
                  <a:close/>
                </a:path>
                <a:path w="1466215" h="628014" extrusionOk="0">
                  <a:moveTo>
                    <a:pt x="44365" y="580474"/>
                  </a:moveTo>
                  <a:lnTo>
                    <a:pt x="45720" y="582168"/>
                  </a:lnTo>
                  <a:lnTo>
                    <a:pt x="36575" y="588264"/>
                  </a:lnTo>
                  <a:lnTo>
                    <a:pt x="54101" y="588264"/>
                  </a:lnTo>
                  <a:lnTo>
                    <a:pt x="44365" y="580474"/>
                  </a:lnTo>
                  <a:close/>
                </a:path>
                <a:path w="1466215" h="628014" extrusionOk="0">
                  <a:moveTo>
                    <a:pt x="1420368" y="579120"/>
                  </a:moveTo>
                  <a:lnTo>
                    <a:pt x="1418674" y="580474"/>
                  </a:lnTo>
                  <a:lnTo>
                    <a:pt x="1417320" y="582168"/>
                  </a:lnTo>
                  <a:lnTo>
                    <a:pt x="1426464" y="588264"/>
                  </a:lnTo>
                  <a:lnTo>
                    <a:pt x="1420368" y="579120"/>
                  </a:lnTo>
                  <a:close/>
                </a:path>
                <a:path w="1466215" h="628014" extrusionOk="0">
                  <a:moveTo>
                    <a:pt x="1442313" y="579120"/>
                  </a:moveTo>
                  <a:lnTo>
                    <a:pt x="1420368" y="579120"/>
                  </a:lnTo>
                  <a:lnTo>
                    <a:pt x="1426464" y="588264"/>
                  </a:lnTo>
                  <a:lnTo>
                    <a:pt x="1434998" y="588264"/>
                  </a:lnTo>
                  <a:lnTo>
                    <a:pt x="1442313" y="579120"/>
                  </a:lnTo>
                  <a:close/>
                </a:path>
                <a:path w="1466215" h="628014" extrusionOk="0">
                  <a:moveTo>
                    <a:pt x="43281" y="579120"/>
                  </a:moveTo>
                  <a:lnTo>
                    <a:pt x="42672" y="579120"/>
                  </a:lnTo>
                  <a:lnTo>
                    <a:pt x="44365" y="580474"/>
                  </a:lnTo>
                  <a:lnTo>
                    <a:pt x="43281" y="579120"/>
                  </a:lnTo>
                  <a:close/>
                </a:path>
                <a:path w="1466215" h="628014" extrusionOk="0">
                  <a:moveTo>
                    <a:pt x="1438656" y="551688"/>
                  </a:moveTo>
                  <a:lnTo>
                    <a:pt x="1429512" y="566928"/>
                  </a:lnTo>
                  <a:lnTo>
                    <a:pt x="1418674" y="580474"/>
                  </a:lnTo>
                  <a:lnTo>
                    <a:pt x="1420368" y="579120"/>
                  </a:lnTo>
                  <a:lnTo>
                    <a:pt x="1442313" y="579120"/>
                  </a:lnTo>
                  <a:lnTo>
                    <a:pt x="1444752" y="576072"/>
                  </a:lnTo>
                  <a:lnTo>
                    <a:pt x="1453896" y="560832"/>
                  </a:lnTo>
                  <a:lnTo>
                    <a:pt x="1456944" y="557784"/>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8"/>
                  </a:moveTo>
                  <a:lnTo>
                    <a:pt x="1444752" y="536448"/>
                  </a:lnTo>
                  <a:lnTo>
                    <a:pt x="1439570" y="551992"/>
                  </a:lnTo>
                  <a:lnTo>
                    <a:pt x="1447800" y="554736"/>
                  </a:lnTo>
                  <a:lnTo>
                    <a:pt x="1457960" y="554736"/>
                  </a:lnTo>
                  <a:lnTo>
                    <a:pt x="1463040" y="539496"/>
                  </a:lnTo>
                  <a:lnTo>
                    <a:pt x="1444752" y="539496"/>
                  </a:lnTo>
                  <a:lnTo>
                    <a:pt x="1445187" y="536448"/>
                  </a:lnTo>
                  <a:close/>
                </a:path>
                <a:path w="1466215" h="628014" extrusionOk="0">
                  <a:moveTo>
                    <a:pt x="18288" y="536448"/>
                  </a:moveTo>
                  <a:lnTo>
                    <a:pt x="9144" y="536448"/>
                  </a:lnTo>
                  <a:lnTo>
                    <a:pt x="18288" y="539496"/>
                  </a:lnTo>
                  <a:lnTo>
                    <a:pt x="18288" y="536448"/>
                  </a:lnTo>
                  <a:close/>
                </a:path>
                <a:path w="1466215" h="628014" extrusionOk="0">
                  <a:moveTo>
                    <a:pt x="18288" y="536448"/>
                  </a:moveTo>
                  <a:lnTo>
                    <a:pt x="18288" y="539496"/>
                  </a:lnTo>
                  <a:lnTo>
                    <a:pt x="19304" y="539496"/>
                  </a:lnTo>
                  <a:lnTo>
                    <a:pt x="18288" y="536448"/>
                  </a:lnTo>
                  <a:close/>
                </a:path>
                <a:path w="1466215" h="628014" extrusionOk="0">
                  <a:moveTo>
                    <a:pt x="1457960" y="70104"/>
                  </a:moveTo>
                  <a:lnTo>
                    <a:pt x="1447800" y="70104"/>
                  </a:lnTo>
                  <a:lnTo>
                    <a:pt x="1439570" y="72847"/>
                  </a:lnTo>
                  <a:lnTo>
                    <a:pt x="1444752" y="88392"/>
                  </a:lnTo>
                  <a:lnTo>
                    <a:pt x="1447800" y="109728"/>
                  </a:lnTo>
                  <a:lnTo>
                    <a:pt x="1447800" y="518160"/>
                  </a:lnTo>
                  <a:lnTo>
                    <a:pt x="1444752" y="539496"/>
                  </a:lnTo>
                  <a:lnTo>
                    <a:pt x="1453896" y="536448"/>
                  </a:lnTo>
                  <a:lnTo>
                    <a:pt x="1463040" y="536448"/>
                  </a:lnTo>
                  <a:lnTo>
                    <a:pt x="1466088" y="515112"/>
                  </a:lnTo>
                  <a:lnTo>
                    <a:pt x="1466088" y="106680"/>
                  </a:lnTo>
                  <a:lnTo>
                    <a:pt x="1463040" y="85344"/>
                  </a:lnTo>
                  <a:lnTo>
                    <a:pt x="1457960" y="70104"/>
                  </a:lnTo>
                  <a:close/>
                </a:path>
                <a:path w="1466215" h="628014" extrusionOk="0">
                  <a:moveTo>
                    <a:pt x="1463040" y="536448"/>
                  </a:moveTo>
                  <a:lnTo>
                    <a:pt x="1453896" y="536448"/>
                  </a:lnTo>
                  <a:lnTo>
                    <a:pt x="1444752" y="539496"/>
                  </a:lnTo>
                  <a:lnTo>
                    <a:pt x="1463040" y="539496"/>
                  </a:lnTo>
                  <a:lnTo>
                    <a:pt x="1463040" y="536448"/>
                  </a:lnTo>
                  <a:close/>
                </a:path>
                <a:path w="1466215" h="628014" extrusionOk="0">
                  <a:moveTo>
                    <a:pt x="26212" y="70104"/>
                  </a:moveTo>
                  <a:lnTo>
                    <a:pt x="24384" y="70104"/>
                  </a:lnTo>
                  <a:lnTo>
                    <a:pt x="23469" y="72847"/>
                  </a:lnTo>
                  <a:lnTo>
                    <a:pt x="24384" y="73152"/>
                  </a:lnTo>
                  <a:lnTo>
                    <a:pt x="26212" y="70104"/>
                  </a:lnTo>
                  <a:close/>
                </a:path>
                <a:path w="1466215" h="628014" extrusionOk="0">
                  <a:moveTo>
                    <a:pt x="1418674" y="44365"/>
                  </a:moveTo>
                  <a:lnTo>
                    <a:pt x="1429512" y="57912"/>
                  </a:lnTo>
                  <a:lnTo>
                    <a:pt x="1438656" y="73152"/>
                  </a:lnTo>
                  <a:lnTo>
                    <a:pt x="1439570" y="72847"/>
                  </a:lnTo>
                  <a:lnTo>
                    <a:pt x="1438656" y="70104"/>
                  </a:lnTo>
                  <a:lnTo>
                    <a:pt x="1457960" y="70104"/>
                  </a:lnTo>
                  <a:lnTo>
                    <a:pt x="1456944" y="67056"/>
                  </a:lnTo>
                  <a:lnTo>
                    <a:pt x="1453896" y="64008"/>
                  </a:lnTo>
                  <a:lnTo>
                    <a:pt x="1444752" y="48768"/>
                  </a:lnTo>
                  <a:lnTo>
                    <a:pt x="1442313" y="45720"/>
                  </a:lnTo>
                  <a:lnTo>
                    <a:pt x="1420368" y="45720"/>
                  </a:lnTo>
                  <a:lnTo>
                    <a:pt x="1418674" y="44365"/>
                  </a:lnTo>
                  <a:close/>
                </a:path>
                <a:path w="1466215" h="628014" extrusionOk="0">
                  <a:moveTo>
                    <a:pt x="24384" y="70104"/>
                  </a:moveTo>
                  <a:lnTo>
                    <a:pt x="15240" y="70104"/>
                  </a:lnTo>
                  <a:lnTo>
                    <a:pt x="23469" y="72847"/>
                  </a:lnTo>
                  <a:lnTo>
                    <a:pt x="24384" y="70104"/>
                  </a:lnTo>
                  <a:close/>
                </a:path>
                <a:path w="1466215" h="628014" extrusionOk="0">
                  <a:moveTo>
                    <a:pt x="1447800" y="70104"/>
                  </a:moveTo>
                  <a:lnTo>
                    <a:pt x="1438656" y="70104"/>
                  </a:lnTo>
                  <a:lnTo>
                    <a:pt x="1439570" y="72847"/>
                  </a:lnTo>
                  <a:lnTo>
                    <a:pt x="1447800" y="70104"/>
                  </a:lnTo>
                  <a:close/>
                </a:path>
                <a:path w="1466215" h="628014" extrusionOk="0">
                  <a:moveTo>
                    <a:pt x="36575" y="36576"/>
                  </a:moveTo>
                  <a:lnTo>
                    <a:pt x="42672" y="45720"/>
                  </a:lnTo>
                  <a:lnTo>
                    <a:pt x="44365" y="44365"/>
                  </a:lnTo>
                  <a:lnTo>
                    <a:pt x="45720" y="42672"/>
                  </a:lnTo>
                  <a:lnTo>
                    <a:pt x="36575" y="36576"/>
                  </a:lnTo>
                  <a:close/>
                </a:path>
                <a:path w="1466215" h="628014" extrusionOk="0">
                  <a:moveTo>
                    <a:pt x="44365" y="44365"/>
                  </a:moveTo>
                  <a:lnTo>
                    <a:pt x="42672" y="45720"/>
                  </a:lnTo>
                  <a:lnTo>
                    <a:pt x="43281" y="45720"/>
                  </a:lnTo>
                  <a:lnTo>
                    <a:pt x="44365" y="44365"/>
                  </a:lnTo>
                  <a:close/>
                </a:path>
                <a:path w="1466215" h="628014" extrusionOk="0">
                  <a:moveTo>
                    <a:pt x="1426464" y="36576"/>
                  </a:moveTo>
                  <a:lnTo>
                    <a:pt x="1417320" y="42672"/>
                  </a:lnTo>
                  <a:lnTo>
                    <a:pt x="1418674" y="44365"/>
                  </a:lnTo>
                  <a:lnTo>
                    <a:pt x="1420368" y="45720"/>
                  </a:lnTo>
                  <a:lnTo>
                    <a:pt x="1426464" y="36576"/>
                  </a:lnTo>
                  <a:close/>
                </a:path>
                <a:path w="1466215" h="628014" extrusionOk="0">
                  <a:moveTo>
                    <a:pt x="1434998" y="36576"/>
                  </a:moveTo>
                  <a:lnTo>
                    <a:pt x="1426464" y="36576"/>
                  </a:lnTo>
                  <a:lnTo>
                    <a:pt x="1420368" y="45720"/>
                  </a:lnTo>
                  <a:lnTo>
                    <a:pt x="1442313" y="45720"/>
                  </a:lnTo>
                  <a:lnTo>
                    <a:pt x="1434998" y="36576"/>
                  </a:lnTo>
                  <a:close/>
                </a:path>
                <a:path w="1466215" h="628014" extrusionOk="0">
                  <a:moveTo>
                    <a:pt x="54102" y="36576"/>
                  </a:moveTo>
                  <a:lnTo>
                    <a:pt x="36575" y="36576"/>
                  </a:lnTo>
                  <a:lnTo>
                    <a:pt x="45720" y="42672"/>
                  </a:lnTo>
                  <a:lnTo>
                    <a:pt x="44365" y="44365"/>
                  </a:lnTo>
                  <a:lnTo>
                    <a:pt x="54102" y="36576"/>
                  </a:lnTo>
                  <a:close/>
                </a:path>
                <a:path w="1466215" h="628014" extrusionOk="0">
                  <a:moveTo>
                    <a:pt x="1409192" y="15240"/>
                  </a:moveTo>
                  <a:lnTo>
                    <a:pt x="1392936" y="15240"/>
                  </a:lnTo>
                  <a:lnTo>
                    <a:pt x="1392936" y="24384"/>
                  </a:lnTo>
                  <a:lnTo>
                    <a:pt x="1389888" y="24384"/>
                  </a:lnTo>
                  <a:lnTo>
                    <a:pt x="1405127" y="33528"/>
                  </a:lnTo>
                  <a:lnTo>
                    <a:pt x="1418674" y="44365"/>
                  </a:lnTo>
                  <a:lnTo>
                    <a:pt x="1417320" y="42672"/>
                  </a:lnTo>
                  <a:lnTo>
                    <a:pt x="1426464" y="36576"/>
                  </a:lnTo>
                  <a:lnTo>
                    <a:pt x="1434998" y="36576"/>
                  </a:lnTo>
                  <a:lnTo>
                    <a:pt x="1432560" y="33528"/>
                  </a:lnTo>
                  <a:lnTo>
                    <a:pt x="1429512" y="30480"/>
                  </a:lnTo>
                  <a:lnTo>
                    <a:pt x="1421892" y="24384"/>
                  </a:lnTo>
                  <a:lnTo>
                    <a:pt x="1392936" y="24384"/>
                  </a:lnTo>
                  <a:lnTo>
                    <a:pt x="1390192" y="23469"/>
                  </a:lnTo>
                  <a:lnTo>
                    <a:pt x="1420749" y="23469"/>
                  </a:lnTo>
                  <a:lnTo>
                    <a:pt x="1414272" y="18288"/>
                  </a:lnTo>
                  <a:lnTo>
                    <a:pt x="1409192" y="15240"/>
                  </a:lnTo>
                  <a:close/>
                </a:path>
                <a:path w="1466215" h="628014" extrusionOk="0">
                  <a:moveTo>
                    <a:pt x="70103" y="15240"/>
                  </a:moveTo>
                  <a:lnTo>
                    <a:pt x="70103" y="24384"/>
                  </a:lnTo>
                  <a:lnTo>
                    <a:pt x="72847" y="23469"/>
                  </a:lnTo>
                  <a:lnTo>
                    <a:pt x="70103" y="15240"/>
                  </a:lnTo>
                  <a:close/>
                </a:path>
                <a:path w="1466215" h="628014" extrusionOk="0">
                  <a:moveTo>
                    <a:pt x="72847" y="23469"/>
                  </a:moveTo>
                  <a:lnTo>
                    <a:pt x="70103" y="24384"/>
                  </a:lnTo>
                  <a:lnTo>
                    <a:pt x="73151" y="24384"/>
                  </a:lnTo>
                  <a:lnTo>
                    <a:pt x="72847" y="23469"/>
                  </a:lnTo>
                  <a:close/>
                </a:path>
                <a:path w="1466215" h="628014" extrusionOk="0">
                  <a:moveTo>
                    <a:pt x="1392936" y="15240"/>
                  </a:moveTo>
                  <a:lnTo>
                    <a:pt x="1390192" y="23469"/>
                  </a:lnTo>
                  <a:lnTo>
                    <a:pt x="1392936" y="24384"/>
                  </a:lnTo>
                  <a:lnTo>
                    <a:pt x="1392936" y="15240"/>
                  </a:lnTo>
                  <a:close/>
                </a:path>
                <a:path w="1466215" h="628014" extrusionOk="0">
                  <a:moveTo>
                    <a:pt x="1374648" y="15240"/>
                  </a:moveTo>
                  <a:lnTo>
                    <a:pt x="70103" y="15240"/>
                  </a:lnTo>
                  <a:lnTo>
                    <a:pt x="72847" y="23469"/>
                  </a:lnTo>
                  <a:lnTo>
                    <a:pt x="88392" y="18288"/>
                  </a:lnTo>
                  <a:lnTo>
                    <a:pt x="1374648" y="18288"/>
                  </a:lnTo>
                  <a:lnTo>
                    <a:pt x="1374648" y="15240"/>
                  </a:lnTo>
                  <a:close/>
                </a:path>
                <a:path w="1466215" h="628014" extrusionOk="0">
                  <a:moveTo>
                    <a:pt x="1374648" y="9144"/>
                  </a:moveTo>
                  <a:lnTo>
                    <a:pt x="1374648" y="18288"/>
                  </a:lnTo>
                  <a:lnTo>
                    <a:pt x="1390192" y="23469"/>
                  </a:lnTo>
                  <a:lnTo>
                    <a:pt x="1391920" y="18288"/>
                  </a:lnTo>
                  <a:lnTo>
                    <a:pt x="1377696" y="18288"/>
                  </a:lnTo>
                  <a:lnTo>
                    <a:pt x="1374648" y="9144"/>
                  </a:lnTo>
                  <a:close/>
                </a:path>
                <a:path w="1466215" h="628014" extrusionOk="0">
                  <a:moveTo>
                    <a:pt x="1399032" y="9144"/>
                  </a:moveTo>
                  <a:lnTo>
                    <a:pt x="1374648" y="9144"/>
                  </a:lnTo>
                  <a:lnTo>
                    <a:pt x="1377696" y="18288"/>
                  </a:lnTo>
                  <a:lnTo>
                    <a:pt x="1391920" y="18288"/>
                  </a:lnTo>
                  <a:lnTo>
                    <a:pt x="1392936" y="15240"/>
                  </a:lnTo>
                  <a:lnTo>
                    <a:pt x="1409192" y="15240"/>
                  </a:lnTo>
                  <a:lnTo>
                    <a:pt x="1399032" y="9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093" name="Google Shape;1093;g2ff6f630c79_0_614"/>
          <p:cNvSpPr txBox="1"/>
          <p:nvPr/>
        </p:nvSpPr>
        <p:spPr>
          <a:xfrm>
            <a:off x="2693973" y="4063600"/>
            <a:ext cx="6450000" cy="10380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Mean Shift  vector</a:t>
            </a:r>
            <a:endParaRPr/>
          </a:p>
          <a:p>
            <a:pPr marL="4824412" marR="0" lvl="0" indent="-185737" algn="l" rtl="0">
              <a:lnSpc>
                <a:spcPct val="100000"/>
              </a:lnSpc>
              <a:spcBef>
                <a:spcPts val="200"/>
              </a:spcBef>
              <a:spcAft>
                <a:spcPts val="0"/>
              </a:spcAft>
              <a:buClr>
                <a:srgbClr val="FF9900"/>
              </a:buClr>
              <a:buSzPts val="1700"/>
              <a:buFont typeface="Arial"/>
              <a:buNone/>
            </a:pPr>
            <a:r>
              <a:rPr lang="en-US" sz="1700" b="1" i="0" u="sng">
                <a:solidFill>
                  <a:srgbClr val="FF9900"/>
                </a:solidFill>
                <a:latin typeface="Arial"/>
                <a:ea typeface="Arial"/>
                <a:cs typeface="Arial"/>
                <a:sym typeface="Arial"/>
              </a:rPr>
              <a:t>Objective </a:t>
            </a:r>
            <a:r>
              <a:rPr lang="en-US" sz="1700" b="1" i="0" u="none">
                <a:solidFill>
                  <a:srgbClr val="FF9900"/>
                </a:solidFill>
                <a:latin typeface="Arial"/>
                <a:ea typeface="Arial"/>
                <a:cs typeface="Arial"/>
                <a:sym typeface="Arial"/>
              </a:rPr>
              <a:t>: Find the densest region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ff6f630c79_0_673"/>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pic>
        <p:nvPicPr>
          <p:cNvPr id="1099" name="Google Shape;1099;g2ff6f630c79_0_673"/>
          <p:cNvPicPr preferRelativeResize="0"/>
          <p:nvPr/>
        </p:nvPicPr>
        <p:blipFill rotWithShape="1">
          <a:blip r:embed="rId3">
            <a:alphaModFix/>
          </a:blip>
          <a:srcRect/>
          <a:stretch/>
        </p:blipFill>
        <p:spPr>
          <a:xfrm>
            <a:off x="5761037" y="1208484"/>
            <a:ext cx="101203" cy="100012"/>
          </a:xfrm>
          <a:prstGeom prst="rect">
            <a:avLst/>
          </a:prstGeom>
          <a:noFill/>
          <a:ln>
            <a:noFill/>
          </a:ln>
        </p:spPr>
      </p:pic>
      <p:grpSp>
        <p:nvGrpSpPr>
          <p:cNvPr id="1100" name="Google Shape;1100;g2ff6f630c79_0_673"/>
          <p:cNvGrpSpPr/>
          <p:nvPr/>
        </p:nvGrpSpPr>
        <p:grpSpPr>
          <a:xfrm>
            <a:off x="3316523" y="1359724"/>
            <a:ext cx="2200396" cy="2066971"/>
            <a:chOff x="3605784" y="2054351"/>
            <a:chExt cx="3325368" cy="3124200"/>
          </a:xfrm>
        </p:grpSpPr>
        <p:pic>
          <p:nvPicPr>
            <p:cNvPr id="1101" name="Google Shape;1101;g2ff6f630c79_0_673"/>
            <p:cNvPicPr preferRelativeResize="0"/>
            <p:nvPr/>
          </p:nvPicPr>
          <p:blipFill rotWithShape="1">
            <a:blip r:embed="rId4">
              <a:alphaModFix/>
            </a:blip>
            <a:srcRect/>
            <a:stretch/>
          </p:blipFill>
          <p:spPr>
            <a:xfrm>
              <a:off x="6626352" y="2587751"/>
              <a:ext cx="152400" cy="152400"/>
            </a:xfrm>
            <a:prstGeom prst="rect">
              <a:avLst/>
            </a:prstGeom>
            <a:noFill/>
            <a:ln>
              <a:noFill/>
            </a:ln>
          </p:spPr>
        </p:pic>
        <p:pic>
          <p:nvPicPr>
            <p:cNvPr id="1102" name="Google Shape;1102;g2ff6f630c79_0_673"/>
            <p:cNvPicPr preferRelativeResize="0"/>
            <p:nvPr/>
          </p:nvPicPr>
          <p:blipFill rotWithShape="1">
            <a:blip r:embed="rId5">
              <a:alphaModFix/>
            </a:blip>
            <a:srcRect/>
            <a:stretch/>
          </p:blipFill>
          <p:spPr>
            <a:xfrm>
              <a:off x="6714744" y="3130295"/>
              <a:ext cx="152400" cy="152400"/>
            </a:xfrm>
            <a:prstGeom prst="rect">
              <a:avLst/>
            </a:prstGeom>
            <a:noFill/>
            <a:ln>
              <a:noFill/>
            </a:ln>
          </p:spPr>
        </p:pic>
        <p:pic>
          <p:nvPicPr>
            <p:cNvPr id="1103" name="Google Shape;1103;g2ff6f630c79_0_673"/>
            <p:cNvPicPr preferRelativeResize="0"/>
            <p:nvPr/>
          </p:nvPicPr>
          <p:blipFill rotWithShape="1">
            <a:blip r:embed="rId4">
              <a:alphaModFix/>
            </a:blip>
            <a:srcRect/>
            <a:stretch/>
          </p:blipFill>
          <p:spPr>
            <a:xfrm>
              <a:off x="6778752" y="2054351"/>
              <a:ext cx="152400" cy="152400"/>
            </a:xfrm>
            <a:prstGeom prst="rect">
              <a:avLst/>
            </a:prstGeom>
            <a:noFill/>
            <a:ln>
              <a:noFill/>
            </a:ln>
          </p:spPr>
        </p:pic>
        <p:pic>
          <p:nvPicPr>
            <p:cNvPr id="1104" name="Google Shape;1104;g2ff6f630c79_0_673"/>
            <p:cNvPicPr preferRelativeResize="0"/>
            <p:nvPr/>
          </p:nvPicPr>
          <p:blipFill rotWithShape="1">
            <a:blip r:embed="rId6">
              <a:alphaModFix/>
            </a:blip>
            <a:srcRect/>
            <a:stretch/>
          </p:blipFill>
          <p:spPr>
            <a:xfrm>
              <a:off x="3605784" y="2054351"/>
              <a:ext cx="3249167" cy="3124200"/>
            </a:xfrm>
            <a:prstGeom prst="rect">
              <a:avLst/>
            </a:prstGeom>
            <a:noFill/>
            <a:ln>
              <a:noFill/>
            </a:ln>
          </p:spPr>
        </p:pic>
        <p:pic>
          <p:nvPicPr>
            <p:cNvPr id="1105" name="Google Shape;1105;g2ff6f630c79_0_673"/>
            <p:cNvPicPr preferRelativeResize="0"/>
            <p:nvPr/>
          </p:nvPicPr>
          <p:blipFill rotWithShape="1">
            <a:blip r:embed="rId4">
              <a:alphaModFix/>
            </a:blip>
            <a:srcRect/>
            <a:stretch/>
          </p:blipFill>
          <p:spPr>
            <a:xfrm>
              <a:off x="6550152" y="5026151"/>
              <a:ext cx="152400" cy="152400"/>
            </a:xfrm>
            <a:prstGeom prst="rect">
              <a:avLst/>
            </a:prstGeom>
            <a:noFill/>
            <a:ln>
              <a:noFill/>
            </a:ln>
          </p:spPr>
        </p:pic>
      </p:grpSp>
      <p:pic>
        <p:nvPicPr>
          <p:cNvPr id="1106" name="Google Shape;1106;g2ff6f630c79_0_673"/>
          <p:cNvPicPr preferRelativeResize="0"/>
          <p:nvPr/>
        </p:nvPicPr>
        <p:blipFill rotWithShape="1">
          <a:blip r:embed="rId4">
            <a:alphaModFix/>
          </a:blip>
          <a:srcRect/>
          <a:stretch/>
        </p:blipFill>
        <p:spPr>
          <a:xfrm>
            <a:off x="6384925" y="2216944"/>
            <a:ext cx="101203" cy="101203"/>
          </a:xfrm>
          <a:prstGeom prst="rect">
            <a:avLst/>
          </a:prstGeom>
          <a:noFill/>
          <a:ln>
            <a:noFill/>
          </a:ln>
        </p:spPr>
      </p:pic>
      <p:pic>
        <p:nvPicPr>
          <p:cNvPr id="1107" name="Google Shape;1107;g2ff6f630c79_0_673"/>
          <p:cNvPicPr preferRelativeResize="0"/>
          <p:nvPr/>
        </p:nvPicPr>
        <p:blipFill rotWithShape="1">
          <a:blip r:embed="rId4">
            <a:alphaModFix/>
          </a:blip>
          <a:srcRect/>
          <a:stretch/>
        </p:blipFill>
        <p:spPr>
          <a:xfrm>
            <a:off x="6384925" y="1964531"/>
            <a:ext cx="101203" cy="101203"/>
          </a:xfrm>
          <a:prstGeom prst="rect">
            <a:avLst/>
          </a:prstGeom>
          <a:noFill/>
          <a:ln>
            <a:noFill/>
          </a:ln>
        </p:spPr>
      </p:pic>
      <p:pic>
        <p:nvPicPr>
          <p:cNvPr id="1108" name="Google Shape;1108;g2ff6f630c79_0_673"/>
          <p:cNvPicPr preferRelativeResize="0"/>
          <p:nvPr/>
        </p:nvPicPr>
        <p:blipFill rotWithShape="1">
          <a:blip r:embed="rId4">
            <a:alphaModFix/>
          </a:blip>
          <a:srcRect/>
          <a:stretch/>
        </p:blipFill>
        <p:spPr>
          <a:xfrm>
            <a:off x="6316662" y="1662113"/>
            <a:ext cx="101203" cy="101203"/>
          </a:xfrm>
          <a:prstGeom prst="rect">
            <a:avLst/>
          </a:prstGeom>
          <a:noFill/>
          <a:ln>
            <a:noFill/>
          </a:ln>
        </p:spPr>
      </p:pic>
      <p:pic>
        <p:nvPicPr>
          <p:cNvPr id="1109" name="Google Shape;1109;g2ff6f630c79_0_673"/>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110" name="Google Shape;1110;g2ff6f630c79_0_673"/>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111" name="Google Shape;1111;g2ff6f630c79_0_673"/>
          <p:cNvPicPr preferRelativeResize="0"/>
          <p:nvPr/>
        </p:nvPicPr>
        <p:blipFill rotWithShape="1">
          <a:blip r:embed="rId4">
            <a:alphaModFix/>
          </a:blip>
          <a:srcRect/>
          <a:stretch/>
        </p:blipFill>
        <p:spPr>
          <a:xfrm>
            <a:off x="6989762" y="1863328"/>
            <a:ext cx="101203" cy="101203"/>
          </a:xfrm>
          <a:prstGeom prst="rect">
            <a:avLst/>
          </a:prstGeom>
          <a:noFill/>
          <a:ln>
            <a:noFill/>
          </a:ln>
        </p:spPr>
      </p:pic>
      <p:pic>
        <p:nvPicPr>
          <p:cNvPr id="1112" name="Google Shape;1112;g2ff6f630c79_0_673"/>
          <p:cNvPicPr preferRelativeResize="0"/>
          <p:nvPr/>
        </p:nvPicPr>
        <p:blipFill rotWithShape="1">
          <a:blip r:embed="rId4">
            <a:alphaModFix/>
          </a:blip>
          <a:srcRect/>
          <a:stretch/>
        </p:blipFill>
        <p:spPr>
          <a:xfrm>
            <a:off x="6451600" y="2519363"/>
            <a:ext cx="101203" cy="101203"/>
          </a:xfrm>
          <a:prstGeom prst="rect">
            <a:avLst/>
          </a:prstGeom>
          <a:noFill/>
          <a:ln>
            <a:noFill/>
          </a:ln>
        </p:spPr>
      </p:pic>
      <p:pic>
        <p:nvPicPr>
          <p:cNvPr id="1113" name="Google Shape;1113;g2ff6f630c79_0_673"/>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114" name="Google Shape;1114;g2ff6f630c79_0_673"/>
          <p:cNvPicPr preferRelativeResize="0"/>
          <p:nvPr/>
        </p:nvPicPr>
        <p:blipFill rotWithShape="1">
          <a:blip r:embed="rId4">
            <a:alphaModFix/>
          </a:blip>
          <a:srcRect/>
          <a:stretch/>
        </p:blipFill>
        <p:spPr>
          <a:xfrm>
            <a:off x="7527925" y="2266950"/>
            <a:ext cx="101203" cy="101203"/>
          </a:xfrm>
          <a:prstGeom prst="rect">
            <a:avLst/>
          </a:prstGeom>
          <a:noFill/>
          <a:ln>
            <a:noFill/>
          </a:ln>
        </p:spPr>
      </p:pic>
      <p:pic>
        <p:nvPicPr>
          <p:cNvPr id="1115" name="Google Shape;1115;g2ff6f630c79_0_673"/>
          <p:cNvPicPr preferRelativeResize="0"/>
          <p:nvPr/>
        </p:nvPicPr>
        <p:blipFill rotWithShape="1">
          <a:blip r:embed="rId4">
            <a:alphaModFix/>
          </a:blip>
          <a:srcRect/>
          <a:stretch/>
        </p:blipFill>
        <p:spPr>
          <a:xfrm>
            <a:off x="6653212" y="2871788"/>
            <a:ext cx="101203" cy="101203"/>
          </a:xfrm>
          <a:prstGeom prst="rect">
            <a:avLst/>
          </a:prstGeom>
          <a:noFill/>
          <a:ln>
            <a:noFill/>
          </a:ln>
        </p:spPr>
      </p:pic>
      <p:pic>
        <p:nvPicPr>
          <p:cNvPr id="1116" name="Google Shape;1116;g2ff6f630c79_0_673"/>
          <p:cNvPicPr preferRelativeResize="0"/>
          <p:nvPr/>
        </p:nvPicPr>
        <p:blipFill rotWithShape="1">
          <a:blip r:embed="rId7">
            <a:alphaModFix/>
          </a:blip>
          <a:srcRect/>
          <a:stretch/>
        </p:blipFill>
        <p:spPr>
          <a:xfrm>
            <a:off x="7134225" y="2569369"/>
            <a:ext cx="101203" cy="101203"/>
          </a:xfrm>
          <a:prstGeom prst="rect">
            <a:avLst/>
          </a:prstGeom>
          <a:noFill/>
          <a:ln>
            <a:noFill/>
          </a:ln>
        </p:spPr>
      </p:pic>
      <p:pic>
        <p:nvPicPr>
          <p:cNvPr id="1117" name="Google Shape;1117;g2ff6f630c79_0_673"/>
          <p:cNvPicPr preferRelativeResize="0"/>
          <p:nvPr/>
        </p:nvPicPr>
        <p:blipFill rotWithShape="1">
          <a:blip r:embed="rId4">
            <a:alphaModFix/>
          </a:blip>
          <a:srcRect/>
          <a:stretch/>
        </p:blipFill>
        <p:spPr>
          <a:xfrm>
            <a:off x="6249987" y="3124200"/>
            <a:ext cx="101203" cy="101203"/>
          </a:xfrm>
          <a:prstGeom prst="rect">
            <a:avLst/>
          </a:prstGeom>
          <a:noFill/>
          <a:ln>
            <a:noFill/>
          </a:ln>
        </p:spPr>
      </p:pic>
      <p:pic>
        <p:nvPicPr>
          <p:cNvPr id="1118" name="Google Shape;1118;g2ff6f630c79_0_673"/>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119" name="Google Shape;1119;g2ff6f630c79_0_673"/>
          <p:cNvPicPr preferRelativeResize="0"/>
          <p:nvPr/>
        </p:nvPicPr>
        <p:blipFill rotWithShape="1">
          <a:blip r:embed="rId4">
            <a:alphaModFix/>
          </a:blip>
          <a:srcRect/>
          <a:stretch/>
        </p:blipFill>
        <p:spPr>
          <a:xfrm>
            <a:off x="6653212" y="3426619"/>
            <a:ext cx="101203" cy="101203"/>
          </a:xfrm>
          <a:prstGeom prst="rect">
            <a:avLst/>
          </a:prstGeom>
          <a:noFill/>
          <a:ln>
            <a:noFill/>
          </a:ln>
        </p:spPr>
      </p:pic>
      <p:pic>
        <p:nvPicPr>
          <p:cNvPr id="1120" name="Google Shape;1120;g2ff6f630c79_0_673"/>
          <p:cNvPicPr preferRelativeResize="0"/>
          <p:nvPr/>
        </p:nvPicPr>
        <p:blipFill rotWithShape="1">
          <a:blip r:embed="rId4">
            <a:alphaModFix/>
          </a:blip>
          <a:srcRect/>
          <a:stretch/>
        </p:blipFill>
        <p:spPr>
          <a:xfrm>
            <a:off x="5846762" y="3629025"/>
            <a:ext cx="101203" cy="100012"/>
          </a:xfrm>
          <a:prstGeom prst="rect">
            <a:avLst/>
          </a:prstGeom>
          <a:noFill/>
          <a:ln>
            <a:noFill/>
          </a:ln>
        </p:spPr>
      </p:pic>
      <p:pic>
        <p:nvPicPr>
          <p:cNvPr id="1121" name="Google Shape;1121;g2ff6f630c79_0_673"/>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122" name="Google Shape;1122;g2ff6f630c79_0_673"/>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123" name="Google Shape;1123;g2ff6f630c79_0_673"/>
          <p:cNvPicPr preferRelativeResize="0"/>
          <p:nvPr/>
        </p:nvPicPr>
        <p:blipFill rotWithShape="1">
          <a:blip r:embed="rId4">
            <a:alphaModFix/>
          </a:blip>
          <a:srcRect/>
          <a:stretch/>
        </p:blipFill>
        <p:spPr>
          <a:xfrm>
            <a:off x="5308600" y="3629025"/>
            <a:ext cx="101203" cy="100012"/>
          </a:xfrm>
          <a:prstGeom prst="rect">
            <a:avLst/>
          </a:prstGeom>
          <a:noFill/>
          <a:ln>
            <a:noFill/>
          </a:ln>
        </p:spPr>
      </p:pic>
      <p:pic>
        <p:nvPicPr>
          <p:cNvPr id="1124" name="Google Shape;1124;g2ff6f630c79_0_673"/>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125" name="Google Shape;1125;g2ff6f630c79_0_673"/>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126" name="Google Shape;1126;g2ff6f630c79_0_673"/>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127" name="Google Shape;1127;g2ff6f630c79_0_673"/>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128" name="Google Shape;1128;g2ff6f630c79_0_673"/>
          <p:cNvPicPr preferRelativeResize="0"/>
          <p:nvPr/>
        </p:nvPicPr>
        <p:blipFill rotWithShape="1">
          <a:blip r:embed="rId4">
            <a:alphaModFix/>
          </a:blip>
          <a:srcRect/>
          <a:stretch/>
        </p:blipFill>
        <p:spPr>
          <a:xfrm>
            <a:off x="4233862" y="1107281"/>
            <a:ext cx="100012" cy="101203"/>
          </a:xfrm>
          <a:prstGeom prst="rect">
            <a:avLst/>
          </a:prstGeom>
          <a:noFill/>
          <a:ln>
            <a:noFill/>
          </a:ln>
        </p:spPr>
      </p:pic>
      <p:pic>
        <p:nvPicPr>
          <p:cNvPr id="1129" name="Google Shape;1129;g2ff6f630c79_0_673"/>
          <p:cNvPicPr preferRelativeResize="0"/>
          <p:nvPr/>
        </p:nvPicPr>
        <p:blipFill rotWithShape="1">
          <a:blip r:embed="rId4">
            <a:alphaModFix/>
          </a:blip>
          <a:srcRect/>
          <a:stretch/>
        </p:blipFill>
        <p:spPr>
          <a:xfrm>
            <a:off x="3090862" y="2670571"/>
            <a:ext cx="100012" cy="101203"/>
          </a:xfrm>
          <a:prstGeom prst="rect">
            <a:avLst/>
          </a:prstGeom>
          <a:noFill/>
          <a:ln>
            <a:noFill/>
          </a:ln>
        </p:spPr>
      </p:pic>
      <p:pic>
        <p:nvPicPr>
          <p:cNvPr id="1130" name="Google Shape;1130;g2ff6f630c79_0_673"/>
          <p:cNvPicPr preferRelativeResize="0"/>
          <p:nvPr/>
        </p:nvPicPr>
        <p:blipFill rotWithShape="1">
          <a:blip r:embed="rId4">
            <a:alphaModFix/>
          </a:blip>
          <a:srcRect/>
          <a:stretch/>
        </p:blipFill>
        <p:spPr>
          <a:xfrm>
            <a:off x="3022600" y="3225403"/>
            <a:ext cx="101203" cy="101203"/>
          </a:xfrm>
          <a:prstGeom prst="rect">
            <a:avLst/>
          </a:prstGeom>
          <a:noFill/>
          <a:ln>
            <a:noFill/>
          </a:ln>
        </p:spPr>
      </p:pic>
      <p:pic>
        <p:nvPicPr>
          <p:cNvPr id="1131" name="Google Shape;1131;g2ff6f630c79_0_673"/>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132" name="Google Shape;1132;g2ff6f630c79_0_673"/>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133" name="Google Shape;1133;g2ff6f630c79_0_673"/>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134" name="Google Shape;1134;g2ff6f630c79_0_673"/>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135" name="Google Shape;1135;g2ff6f630c79_0_673"/>
          <p:cNvPicPr preferRelativeResize="0"/>
          <p:nvPr/>
        </p:nvPicPr>
        <p:blipFill rotWithShape="1">
          <a:blip r:embed="rId4">
            <a:alphaModFix/>
          </a:blip>
          <a:srcRect/>
          <a:stretch/>
        </p:blipFill>
        <p:spPr>
          <a:xfrm>
            <a:off x="2754312" y="2115740"/>
            <a:ext cx="100012" cy="101203"/>
          </a:xfrm>
          <a:prstGeom prst="rect">
            <a:avLst/>
          </a:prstGeom>
          <a:noFill/>
          <a:ln>
            <a:noFill/>
          </a:ln>
        </p:spPr>
      </p:pic>
      <p:pic>
        <p:nvPicPr>
          <p:cNvPr id="1136" name="Google Shape;1136;g2ff6f630c79_0_673"/>
          <p:cNvPicPr preferRelativeResize="0"/>
          <p:nvPr/>
        </p:nvPicPr>
        <p:blipFill rotWithShape="1">
          <a:blip r:embed="rId4">
            <a:alphaModFix/>
          </a:blip>
          <a:srcRect/>
          <a:stretch/>
        </p:blipFill>
        <p:spPr>
          <a:xfrm>
            <a:off x="3090862" y="1560909"/>
            <a:ext cx="100012" cy="101203"/>
          </a:xfrm>
          <a:prstGeom prst="rect">
            <a:avLst/>
          </a:prstGeom>
          <a:noFill/>
          <a:ln>
            <a:noFill/>
          </a:ln>
        </p:spPr>
      </p:pic>
      <p:pic>
        <p:nvPicPr>
          <p:cNvPr id="1137" name="Google Shape;1137;g2ff6f630c79_0_673"/>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138" name="Google Shape;1138;g2ff6f630c79_0_673"/>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139" name="Google Shape;1139;g2ff6f630c79_0_673"/>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140" name="Google Shape;1140;g2ff6f630c79_0_673"/>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141" name="Google Shape;1141;g2ff6f630c79_0_673"/>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142" name="Google Shape;1142;g2ff6f630c79_0_673"/>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143" name="Google Shape;1143;g2ff6f630c79_0_673"/>
          <p:cNvPicPr preferRelativeResize="0"/>
          <p:nvPr/>
        </p:nvPicPr>
        <p:blipFill rotWithShape="1">
          <a:blip r:embed="rId4">
            <a:alphaModFix/>
          </a:blip>
          <a:srcRect/>
          <a:stretch/>
        </p:blipFill>
        <p:spPr>
          <a:xfrm>
            <a:off x="1543050" y="1107281"/>
            <a:ext cx="101203" cy="101203"/>
          </a:xfrm>
          <a:prstGeom prst="rect">
            <a:avLst/>
          </a:prstGeom>
          <a:noFill/>
          <a:ln>
            <a:noFill/>
          </a:ln>
        </p:spPr>
      </p:pic>
      <p:pic>
        <p:nvPicPr>
          <p:cNvPr id="1144" name="Google Shape;1144;g2ff6f630c79_0_673"/>
          <p:cNvPicPr preferRelativeResize="0"/>
          <p:nvPr/>
        </p:nvPicPr>
        <p:blipFill rotWithShape="1">
          <a:blip r:embed="rId4">
            <a:alphaModFix/>
          </a:blip>
          <a:srcRect/>
          <a:stretch/>
        </p:blipFill>
        <p:spPr>
          <a:xfrm>
            <a:off x="2820987" y="1006078"/>
            <a:ext cx="101203" cy="101203"/>
          </a:xfrm>
          <a:prstGeom prst="rect">
            <a:avLst/>
          </a:prstGeom>
          <a:noFill/>
          <a:ln>
            <a:noFill/>
          </a:ln>
        </p:spPr>
      </p:pic>
      <p:sp>
        <p:nvSpPr>
          <p:cNvPr id="1145" name="Google Shape;1145;g2ff6f630c79_0_673"/>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46" name="Google Shape;1146;g2ff6f630c79_0_673"/>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47" name="Google Shape;1147;g2ff6f630c79_0_673"/>
          <p:cNvSpPr txBox="1"/>
          <p:nvPr/>
        </p:nvSpPr>
        <p:spPr>
          <a:xfrm>
            <a:off x="7191375" y="935825"/>
            <a:ext cx="1516200" cy="6096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a:t>
            </a:r>
            <a:r>
              <a:rPr lang="en-US">
                <a:solidFill>
                  <a:schemeClr val="dk1"/>
                </a:solidFill>
              </a:rPr>
              <a:t> </a:t>
            </a:r>
            <a:r>
              <a:rPr lang="en-US" sz="1400" b="0" i="0" u="none">
                <a:solidFill>
                  <a:schemeClr val="dk1"/>
                </a:solidFill>
                <a:latin typeface="Arial"/>
                <a:ea typeface="Arial"/>
                <a:cs typeface="Arial"/>
                <a:sym typeface="Arial"/>
              </a:rPr>
              <a:t>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grpSp>
        <p:nvGrpSpPr>
          <p:cNvPr id="1148" name="Google Shape;1148;g2ff6f630c79_0_673"/>
          <p:cNvGrpSpPr/>
          <p:nvPr/>
        </p:nvGrpSpPr>
        <p:grpSpPr>
          <a:xfrm>
            <a:off x="7116633" y="3874571"/>
            <a:ext cx="1293788" cy="415557"/>
            <a:chOff x="7912607" y="5855208"/>
            <a:chExt cx="1466215" cy="628014"/>
          </a:xfrm>
        </p:grpSpPr>
        <p:sp>
          <p:nvSpPr>
            <p:cNvPr id="1149" name="Google Shape;1149;g2ff6f630c79_0_673"/>
            <p:cNvSpPr/>
            <p:nvPr/>
          </p:nvSpPr>
          <p:spPr>
            <a:xfrm>
              <a:off x="7921751" y="5864352"/>
              <a:ext cx="1447800" cy="609600"/>
            </a:xfrm>
            <a:custGeom>
              <a:avLst/>
              <a:gdLst/>
              <a:ahLst/>
              <a:cxnLst/>
              <a:rect l="l" t="t" r="r" b="b"/>
              <a:pathLst>
                <a:path w="1447800" h="609600" extrusionOk="0">
                  <a:moveTo>
                    <a:pt x="1347216" y="0"/>
                  </a:moveTo>
                  <a:lnTo>
                    <a:pt x="100583" y="0"/>
                  </a:lnTo>
                  <a:lnTo>
                    <a:pt x="61722" y="8000"/>
                  </a:lnTo>
                  <a:lnTo>
                    <a:pt x="29718" y="29718"/>
                  </a:lnTo>
                  <a:lnTo>
                    <a:pt x="8000" y="61722"/>
                  </a:lnTo>
                  <a:lnTo>
                    <a:pt x="0" y="100584"/>
                  </a:lnTo>
                  <a:lnTo>
                    <a:pt x="0" y="509016"/>
                  </a:lnTo>
                  <a:lnTo>
                    <a:pt x="8000" y="547878"/>
                  </a:lnTo>
                  <a:lnTo>
                    <a:pt x="29718" y="579882"/>
                  </a:lnTo>
                  <a:lnTo>
                    <a:pt x="61722" y="601599"/>
                  </a:lnTo>
                  <a:lnTo>
                    <a:pt x="100583" y="609600"/>
                  </a:lnTo>
                  <a:lnTo>
                    <a:pt x="1347216" y="609600"/>
                  </a:lnTo>
                  <a:lnTo>
                    <a:pt x="1386077" y="601599"/>
                  </a:lnTo>
                  <a:lnTo>
                    <a:pt x="1418081" y="579882"/>
                  </a:lnTo>
                  <a:lnTo>
                    <a:pt x="1439799" y="547878"/>
                  </a:lnTo>
                  <a:lnTo>
                    <a:pt x="1447800" y="509016"/>
                  </a:lnTo>
                  <a:lnTo>
                    <a:pt x="1447800" y="100584"/>
                  </a:lnTo>
                  <a:lnTo>
                    <a:pt x="1439799" y="61722"/>
                  </a:lnTo>
                  <a:lnTo>
                    <a:pt x="1418081" y="29718"/>
                  </a:lnTo>
                  <a:lnTo>
                    <a:pt x="1386077" y="8000"/>
                  </a:lnTo>
                  <a:lnTo>
                    <a:pt x="1347216"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50" name="Google Shape;1150;g2ff6f630c79_0_673"/>
            <p:cNvSpPr/>
            <p:nvPr/>
          </p:nvSpPr>
          <p:spPr>
            <a:xfrm>
              <a:off x="7912607" y="5855208"/>
              <a:ext cx="1466215" cy="628014"/>
            </a:xfrm>
            <a:custGeom>
              <a:avLst/>
              <a:gdLst/>
              <a:ahLst/>
              <a:cxnLst/>
              <a:rect l="l" t="t" r="r" b="b"/>
              <a:pathLst>
                <a:path w="1466215" h="628014" extrusionOk="0">
                  <a:moveTo>
                    <a:pt x="1377696" y="0"/>
                  </a:moveTo>
                  <a:lnTo>
                    <a:pt x="85344" y="0"/>
                  </a:lnTo>
                  <a:lnTo>
                    <a:pt x="67056" y="6096"/>
                  </a:lnTo>
                  <a:lnTo>
                    <a:pt x="64008" y="9144"/>
                  </a:lnTo>
                  <a:lnTo>
                    <a:pt x="48768" y="18288"/>
                  </a:lnTo>
                  <a:lnTo>
                    <a:pt x="33527" y="30480"/>
                  </a:lnTo>
                  <a:lnTo>
                    <a:pt x="30480" y="33528"/>
                  </a:lnTo>
                  <a:lnTo>
                    <a:pt x="18288" y="48768"/>
                  </a:lnTo>
                  <a:lnTo>
                    <a:pt x="9144" y="64008"/>
                  </a:lnTo>
                  <a:lnTo>
                    <a:pt x="6096" y="67056"/>
                  </a:lnTo>
                  <a:lnTo>
                    <a:pt x="0" y="85344"/>
                  </a:lnTo>
                  <a:lnTo>
                    <a:pt x="0" y="539496"/>
                  </a:lnTo>
                  <a:lnTo>
                    <a:pt x="6096" y="557784"/>
                  </a:lnTo>
                  <a:lnTo>
                    <a:pt x="9144" y="560832"/>
                  </a:lnTo>
                  <a:lnTo>
                    <a:pt x="18288" y="576072"/>
                  </a:lnTo>
                  <a:lnTo>
                    <a:pt x="30480" y="591312"/>
                  </a:lnTo>
                  <a:lnTo>
                    <a:pt x="33527" y="594360"/>
                  </a:lnTo>
                  <a:lnTo>
                    <a:pt x="48768" y="606552"/>
                  </a:lnTo>
                  <a:lnTo>
                    <a:pt x="64008" y="615696"/>
                  </a:lnTo>
                  <a:lnTo>
                    <a:pt x="67056" y="618744"/>
                  </a:lnTo>
                  <a:lnTo>
                    <a:pt x="85344" y="624840"/>
                  </a:lnTo>
                  <a:lnTo>
                    <a:pt x="106680" y="627888"/>
                  </a:lnTo>
                  <a:lnTo>
                    <a:pt x="1353312" y="627888"/>
                  </a:lnTo>
                  <a:lnTo>
                    <a:pt x="1374648" y="624840"/>
                  </a:lnTo>
                  <a:lnTo>
                    <a:pt x="1377696" y="624840"/>
                  </a:lnTo>
                  <a:lnTo>
                    <a:pt x="1395984" y="618744"/>
                  </a:lnTo>
                  <a:lnTo>
                    <a:pt x="1399032" y="615696"/>
                  </a:lnTo>
                  <a:lnTo>
                    <a:pt x="1374648" y="615696"/>
                  </a:lnTo>
                  <a:lnTo>
                    <a:pt x="1374648" y="609600"/>
                  </a:lnTo>
                  <a:lnTo>
                    <a:pt x="70103" y="609600"/>
                  </a:lnTo>
                  <a:lnTo>
                    <a:pt x="70103" y="600456"/>
                  </a:lnTo>
                  <a:lnTo>
                    <a:pt x="73151" y="600456"/>
                  </a:lnTo>
                  <a:lnTo>
                    <a:pt x="57912" y="591312"/>
                  </a:lnTo>
                  <a:lnTo>
                    <a:pt x="54101" y="588264"/>
                  </a:lnTo>
                  <a:lnTo>
                    <a:pt x="36575" y="588264"/>
                  </a:lnTo>
                  <a:lnTo>
                    <a:pt x="42672" y="579120"/>
                  </a:lnTo>
                  <a:lnTo>
                    <a:pt x="43281" y="579120"/>
                  </a:lnTo>
                  <a:lnTo>
                    <a:pt x="33527" y="566928"/>
                  </a:lnTo>
                  <a:lnTo>
                    <a:pt x="26212" y="554736"/>
                  </a:lnTo>
                  <a:lnTo>
                    <a:pt x="15240" y="554736"/>
                  </a:lnTo>
                  <a:lnTo>
                    <a:pt x="23469" y="551992"/>
                  </a:lnTo>
                  <a:lnTo>
                    <a:pt x="19304" y="539496"/>
                  </a:lnTo>
                  <a:lnTo>
                    <a:pt x="18288" y="539496"/>
                  </a:lnTo>
                  <a:lnTo>
                    <a:pt x="9144" y="536448"/>
                  </a:lnTo>
                  <a:lnTo>
                    <a:pt x="18288" y="536448"/>
                  </a:lnTo>
                  <a:lnTo>
                    <a:pt x="18288" y="88392"/>
                  </a:lnTo>
                  <a:lnTo>
                    <a:pt x="23469" y="72847"/>
                  </a:lnTo>
                  <a:lnTo>
                    <a:pt x="15240" y="70104"/>
                  </a:lnTo>
                  <a:lnTo>
                    <a:pt x="26212" y="70104"/>
                  </a:lnTo>
                  <a:lnTo>
                    <a:pt x="33527" y="57912"/>
                  </a:lnTo>
                  <a:lnTo>
                    <a:pt x="43281" y="45720"/>
                  </a:lnTo>
                  <a:lnTo>
                    <a:pt x="42672" y="45720"/>
                  </a:lnTo>
                  <a:lnTo>
                    <a:pt x="36575" y="36576"/>
                  </a:lnTo>
                  <a:lnTo>
                    <a:pt x="54102" y="36576"/>
                  </a:lnTo>
                  <a:lnTo>
                    <a:pt x="57912" y="33528"/>
                  </a:lnTo>
                  <a:lnTo>
                    <a:pt x="73151" y="24384"/>
                  </a:lnTo>
                  <a:lnTo>
                    <a:pt x="70103" y="24384"/>
                  </a:lnTo>
                  <a:lnTo>
                    <a:pt x="70103" y="15240"/>
                  </a:lnTo>
                  <a:lnTo>
                    <a:pt x="1374648" y="15240"/>
                  </a:lnTo>
                  <a:lnTo>
                    <a:pt x="1374648" y="9144"/>
                  </a:lnTo>
                  <a:lnTo>
                    <a:pt x="1399032" y="9144"/>
                  </a:lnTo>
                  <a:lnTo>
                    <a:pt x="1395984" y="6096"/>
                  </a:lnTo>
                  <a:lnTo>
                    <a:pt x="1377696" y="0"/>
                  </a:lnTo>
                  <a:close/>
                </a:path>
                <a:path w="1466215" h="628014" extrusionOk="0">
                  <a:moveTo>
                    <a:pt x="1377696" y="606552"/>
                  </a:moveTo>
                  <a:lnTo>
                    <a:pt x="1374648" y="606987"/>
                  </a:lnTo>
                  <a:lnTo>
                    <a:pt x="1374648" y="615696"/>
                  </a:lnTo>
                  <a:lnTo>
                    <a:pt x="1377696" y="606552"/>
                  </a:lnTo>
                  <a:close/>
                </a:path>
                <a:path w="1466215" h="628014" extrusionOk="0">
                  <a:moveTo>
                    <a:pt x="1391920" y="606552"/>
                  </a:moveTo>
                  <a:lnTo>
                    <a:pt x="1377696" y="606552"/>
                  </a:lnTo>
                  <a:lnTo>
                    <a:pt x="1374648" y="615696"/>
                  </a:lnTo>
                  <a:lnTo>
                    <a:pt x="1399032" y="615696"/>
                  </a:lnTo>
                  <a:lnTo>
                    <a:pt x="1409192" y="609600"/>
                  </a:lnTo>
                  <a:lnTo>
                    <a:pt x="1392936" y="609600"/>
                  </a:lnTo>
                  <a:lnTo>
                    <a:pt x="1391920" y="606552"/>
                  </a:lnTo>
                  <a:close/>
                </a:path>
                <a:path w="1466215" h="628014" extrusionOk="0">
                  <a:moveTo>
                    <a:pt x="70103" y="600456"/>
                  </a:moveTo>
                  <a:lnTo>
                    <a:pt x="70103" y="609600"/>
                  </a:lnTo>
                  <a:lnTo>
                    <a:pt x="72847" y="601370"/>
                  </a:lnTo>
                  <a:lnTo>
                    <a:pt x="70103" y="600456"/>
                  </a:lnTo>
                  <a:close/>
                </a:path>
                <a:path w="1466215" h="628014" extrusionOk="0">
                  <a:moveTo>
                    <a:pt x="72847" y="601370"/>
                  </a:moveTo>
                  <a:lnTo>
                    <a:pt x="70103" y="609600"/>
                  </a:lnTo>
                  <a:lnTo>
                    <a:pt x="109727" y="609600"/>
                  </a:lnTo>
                  <a:lnTo>
                    <a:pt x="88392" y="606552"/>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6"/>
                  </a:moveTo>
                  <a:lnTo>
                    <a:pt x="1390192" y="601370"/>
                  </a:lnTo>
                  <a:lnTo>
                    <a:pt x="1392936" y="609600"/>
                  </a:lnTo>
                  <a:lnTo>
                    <a:pt x="1392936" y="600456"/>
                  </a:lnTo>
                  <a:close/>
                </a:path>
                <a:path w="1466215" h="628014" extrusionOk="0">
                  <a:moveTo>
                    <a:pt x="1421892" y="600456"/>
                  </a:moveTo>
                  <a:lnTo>
                    <a:pt x="1392936" y="600456"/>
                  </a:lnTo>
                  <a:lnTo>
                    <a:pt x="1392936" y="609600"/>
                  </a:lnTo>
                  <a:lnTo>
                    <a:pt x="1409192" y="609600"/>
                  </a:lnTo>
                  <a:lnTo>
                    <a:pt x="1414272" y="606552"/>
                  </a:lnTo>
                  <a:lnTo>
                    <a:pt x="1421892" y="600456"/>
                  </a:lnTo>
                  <a:close/>
                </a:path>
                <a:path w="1466215" h="628014" extrusionOk="0">
                  <a:moveTo>
                    <a:pt x="1390192" y="601370"/>
                  </a:moveTo>
                  <a:lnTo>
                    <a:pt x="1374648" y="606552"/>
                  </a:lnTo>
                  <a:lnTo>
                    <a:pt x="1374648" y="606987"/>
                  </a:lnTo>
                  <a:lnTo>
                    <a:pt x="1377696" y="606552"/>
                  </a:lnTo>
                  <a:lnTo>
                    <a:pt x="1391920" y="606552"/>
                  </a:lnTo>
                  <a:lnTo>
                    <a:pt x="1390192" y="601370"/>
                  </a:lnTo>
                  <a:close/>
                </a:path>
                <a:path w="1466215" h="628014" extrusionOk="0">
                  <a:moveTo>
                    <a:pt x="73151" y="600456"/>
                  </a:moveTo>
                  <a:lnTo>
                    <a:pt x="70103" y="600456"/>
                  </a:lnTo>
                  <a:lnTo>
                    <a:pt x="72847" y="601370"/>
                  </a:lnTo>
                  <a:lnTo>
                    <a:pt x="73151" y="600456"/>
                  </a:lnTo>
                  <a:close/>
                </a:path>
                <a:path w="1466215" h="628014" extrusionOk="0">
                  <a:moveTo>
                    <a:pt x="1418674" y="580474"/>
                  </a:moveTo>
                  <a:lnTo>
                    <a:pt x="1405127" y="591312"/>
                  </a:lnTo>
                  <a:lnTo>
                    <a:pt x="1389888" y="600456"/>
                  </a:lnTo>
                  <a:lnTo>
                    <a:pt x="1390192" y="601370"/>
                  </a:lnTo>
                  <a:lnTo>
                    <a:pt x="1392936" y="600456"/>
                  </a:lnTo>
                  <a:lnTo>
                    <a:pt x="1421892" y="600456"/>
                  </a:lnTo>
                  <a:lnTo>
                    <a:pt x="1429512" y="594360"/>
                  </a:lnTo>
                  <a:lnTo>
                    <a:pt x="1432560" y="591312"/>
                  </a:lnTo>
                  <a:lnTo>
                    <a:pt x="1434998" y="588264"/>
                  </a:lnTo>
                  <a:lnTo>
                    <a:pt x="1426464" y="588264"/>
                  </a:lnTo>
                  <a:lnTo>
                    <a:pt x="1417320" y="582168"/>
                  </a:lnTo>
                  <a:lnTo>
                    <a:pt x="1418674" y="580474"/>
                  </a:lnTo>
                  <a:close/>
                </a:path>
                <a:path w="1466215" h="628014" extrusionOk="0">
                  <a:moveTo>
                    <a:pt x="42672" y="579120"/>
                  </a:moveTo>
                  <a:lnTo>
                    <a:pt x="36575" y="588264"/>
                  </a:lnTo>
                  <a:lnTo>
                    <a:pt x="45720" y="582168"/>
                  </a:lnTo>
                  <a:lnTo>
                    <a:pt x="44365" y="580474"/>
                  </a:lnTo>
                  <a:lnTo>
                    <a:pt x="42672" y="579120"/>
                  </a:lnTo>
                  <a:close/>
                </a:path>
                <a:path w="1466215" h="628014" extrusionOk="0">
                  <a:moveTo>
                    <a:pt x="44365" y="580474"/>
                  </a:moveTo>
                  <a:lnTo>
                    <a:pt x="45720" y="582168"/>
                  </a:lnTo>
                  <a:lnTo>
                    <a:pt x="36575" y="588264"/>
                  </a:lnTo>
                  <a:lnTo>
                    <a:pt x="54101" y="588264"/>
                  </a:lnTo>
                  <a:lnTo>
                    <a:pt x="44365" y="580474"/>
                  </a:lnTo>
                  <a:close/>
                </a:path>
                <a:path w="1466215" h="628014" extrusionOk="0">
                  <a:moveTo>
                    <a:pt x="1420368" y="579120"/>
                  </a:moveTo>
                  <a:lnTo>
                    <a:pt x="1418674" y="580474"/>
                  </a:lnTo>
                  <a:lnTo>
                    <a:pt x="1417320" y="582168"/>
                  </a:lnTo>
                  <a:lnTo>
                    <a:pt x="1426464" y="588264"/>
                  </a:lnTo>
                  <a:lnTo>
                    <a:pt x="1420368" y="579120"/>
                  </a:lnTo>
                  <a:close/>
                </a:path>
                <a:path w="1466215" h="628014" extrusionOk="0">
                  <a:moveTo>
                    <a:pt x="1442313" y="579120"/>
                  </a:moveTo>
                  <a:lnTo>
                    <a:pt x="1420368" y="579120"/>
                  </a:lnTo>
                  <a:lnTo>
                    <a:pt x="1426464" y="588264"/>
                  </a:lnTo>
                  <a:lnTo>
                    <a:pt x="1434998" y="588264"/>
                  </a:lnTo>
                  <a:lnTo>
                    <a:pt x="1442313" y="579120"/>
                  </a:lnTo>
                  <a:close/>
                </a:path>
                <a:path w="1466215" h="628014" extrusionOk="0">
                  <a:moveTo>
                    <a:pt x="43281" y="579120"/>
                  </a:moveTo>
                  <a:lnTo>
                    <a:pt x="42672" y="579120"/>
                  </a:lnTo>
                  <a:lnTo>
                    <a:pt x="44365" y="580474"/>
                  </a:lnTo>
                  <a:lnTo>
                    <a:pt x="43281" y="579120"/>
                  </a:lnTo>
                  <a:close/>
                </a:path>
                <a:path w="1466215" h="628014" extrusionOk="0">
                  <a:moveTo>
                    <a:pt x="1438656" y="551688"/>
                  </a:moveTo>
                  <a:lnTo>
                    <a:pt x="1429512" y="566928"/>
                  </a:lnTo>
                  <a:lnTo>
                    <a:pt x="1418674" y="580474"/>
                  </a:lnTo>
                  <a:lnTo>
                    <a:pt x="1420368" y="579120"/>
                  </a:lnTo>
                  <a:lnTo>
                    <a:pt x="1442313" y="579120"/>
                  </a:lnTo>
                  <a:lnTo>
                    <a:pt x="1444752" y="576072"/>
                  </a:lnTo>
                  <a:lnTo>
                    <a:pt x="1453896" y="560832"/>
                  </a:lnTo>
                  <a:lnTo>
                    <a:pt x="1456944" y="557784"/>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8"/>
                  </a:moveTo>
                  <a:lnTo>
                    <a:pt x="1444752" y="536448"/>
                  </a:lnTo>
                  <a:lnTo>
                    <a:pt x="1439570" y="551992"/>
                  </a:lnTo>
                  <a:lnTo>
                    <a:pt x="1447800" y="554736"/>
                  </a:lnTo>
                  <a:lnTo>
                    <a:pt x="1457960" y="554736"/>
                  </a:lnTo>
                  <a:lnTo>
                    <a:pt x="1463040" y="539496"/>
                  </a:lnTo>
                  <a:lnTo>
                    <a:pt x="1444752" y="539496"/>
                  </a:lnTo>
                  <a:lnTo>
                    <a:pt x="1445187" y="536448"/>
                  </a:lnTo>
                  <a:close/>
                </a:path>
                <a:path w="1466215" h="628014" extrusionOk="0">
                  <a:moveTo>
                    <a:pt x="18288" y="536448"/>
                  </a:moveTo>
                  <a:lnTo>
                    <a:pt x="9144" y="536448"/>
                  </a:lnTo>
                  <a:lnTo>
                    <a:pt x="18288" y="539496"/>
                  </a:lnTo>
                  <a:lnTo>
                    <a:pt x="18288" y="536448"/>
                  </a:lnTo>
                  <a:close/>
                </a:path>
                <a:path w="1466215" h="628014" extrusionOk="0">
                  <a:moveTo>
                    <a:pt x="18288" y="536448"/>
                  </a:moveTo>
                  <a:lnTo>
                    <a:pt x="18288" y="539496"/>
                  </a:lnTo>
                  <a:lnTo>
                    <a:pt x="19304" y="539496"/>
                  </a:lnTo>
                  <a:lnTo>
                    <a:pt x="18288" y="536448"/>
                  </a:lnTo>
                  <a:close/>
                </a:path>
                <a:path w="1466215" h="628014" extrusionOk="0">
                  <a:moveTo>
                    <a:pt x="1457960" y="70104"/>
                  </a:moveTo>
                  <a:lnTo>
                    <a:pt x="1447800" y="70104"/>
                  </a:lnTo>
                  <a:lnTo>
                    <a:pt x="1439570" y="72847"/>
                  </a:lnTo>
                  <a:lnTo>
                    <a:pt x="1444752" y="88392"/>
                  </a:lnTo>
                  <a:lnTo>
                    <a:pt x="1447800" y="109728"/>
                  </a:lnTo>
                  <a:lnTo>
                    <a:pt x="1447800" y="518160"/>
                  </a:lnTo>
                  <a:lnTo>
                    <a:pt x="1444752" y="539496"/>
                  </a:lnTo>
                  <a:lnTo>
                    <a:pt x="1453896" y="536448"/>
                  </a:lnTo>
                  <a:lnTo>
                    <a:pt x="1463040" y="536448"/>
                  </a:lnTo>
                  <a:lnTo>
                    <a:pt x="1466088" y="515112"/>
                  </a:lnTo>
                  <a:lnTo>
                    <a:pt x="1466088" y="106680"/>
                  </a:lnTo>
                  <a:lnTo>
                    <a:pt x="1463040" y="85344"/>
                  </a:lnTo>
                  <a:lnTo>
                    <a:pt x="1457960" y="70104"/>
                  </a:lnTo>
                  <a:close/>
                </a:path>
                <a:path w="1466215" h="628014" extrusionOk="0">
                  <a:moveTo>
                    <a:pt x="1463040" y="536448"/>
                  </a:moveTo>
                  <a:lnTo>
                    <a:pt x="1453896" y="536448"/>
                  </a:lnTo>
                  <a:lnTo>
                    <a:pt x="1444752" y="539496"/>
                  </a:lnTo>
                  <a:lnTo>
                    <a:pt x="1463040" y="539496"/>
                  </a:lnTo>
                  <a:lnTo>
                    <a:pt x="1463040" y="536448"/>
                  </a:lnTo>
                  <a:close/>
                </a:path>
                <a:path w="1466215" h="628014" extrusionOk="0">
                  <a:moveTo>
                    <a:pt x="26212" y="70104"/>
                  </a:moveTo>
                  <a:lnTo>
                    <a:pt x="24384" y="70104"/>
                  </a:lnTo>
                  <a:lnTo>
                    <a:pt x="23469" y="72847"/>
                  </a:lnTo>
                  <a:lnTo>
                    <a:pt x="24384" y="73152"/>
                  </a:lnTo>
                  <a:lnTo>
                    <a:pt x="26212" y="70104"/>
                  </a:lnTo>
                  <a:close/>
                </a:path>
                <a:path w="1466215" h="628014" extrusionOk="0">
                  <a:moveTo>
                    <a:pt x="1418674" y="44365"/>
                  </a:moveTo>
                  <a:lnTo>
                    <a:pt x="1429512" y="57912"/>
                  </a:lnTo>
                  <a:lnTo>
                    <a:pt x="1438656" y="73152"/>
                  </a:lnTo>
                  <a:lnTo>
                    <a:pt x="1439570" y="72847"/>
                  </a:lnTo>
                  <a:lnTo>
                    <a:pt x="1438656" y="70104"/>
                  </a:lnTo>
                  <a:lnTo>
                    <a:pt x="1457960" y="70104"/>
                  </a:lnTo>
                  <a:lnTo>
                    <a:pt x="1456944" y="67056"/>
                  </a:lnTo>
                  <a:lnTo>
                    <a:pt x="1453896" y="64008"/>
                  </a:lnTo>
                  <a:lnTo>
                    <a:pt x="1444752" y="48768"/>
                  </a:lnTo>
                  <a:lnTo>
                    <a:pt x="1442313" y="45720"/>
                  </a:lnTo>
                  <a:lnTo>
                    <a:pt x="1420368" y="45720"/>
                  </a:lnTo>
                  <a:lnTo>
                    <a:pt x="1418674" y="44365"/>
                  </a:lnTo>
                  <a:close/>
                </a:path>
                <a:path w="1466215" h="628014" extrusionOk="0">
                  <a:moveTo>
                    <a:pt x="24384" y="70104"/>
                  </a:moveTo>
                  <a:lnTo>
                    <a:pt x="15240" y="70104"/>
                  </a:lnTo>
                  <a:lnTo>
                    <a:pt x="23469" y="72847"/>
                  </a:lnTo>
                  <a:lnTo>
                    <a:pt x="24384" y="70104"/>
                  </a:lnTo>
                  <a:close/>
                </a:path>
                <a:path w="1466215" h="628014" extrusionOk="0">
                  <a:moveTo>
                    <a:pt x="1447800" y="70104"/>
                  </a:moveTo>
                  <a:lnTo>
                    <a:pt x="1438656" y="70104"/>
                  </a:lnTo>
                  <a:lnTo>
                    <a:pt x="1439570" y="72847"/>
                  </a:lnTo>
                  <a:lnTo>
                    <a:pt x="1447800" y="70104"/>
                  </a:lnTo>
                  <a:close/>
                </a:path>
                <a:path w="1466215" h="628014" extrusionOk="0">
                  <a:moveTo>
                    <a:pt x="36575" y="36576"/>
                  </a:moveTo>
                  <a:lnTo>
                    <a:pt x="42672" y="45720"/>
                  </a:lnTo>
                  <a:lnTo>
                    <a:pt x="44365" y="44365"/>
                  </a:lnTo>
                  <a:lnTo>
                    <a:pt x="45720" y="42672"/>
                  </a:lnTo>
                  <a:lnTo>
                    <a:pt x="36575" y="36576"/>
                  </a:lnTo>
                  <a:close/>
                </a:path>
                <a:path w="1466215" h="628014" extrusionOk="0">
                  <a:moveTo>
                    <a:pt x="44365" y="44365"/>
                  </a:moveTo>
                  <a:lnTo>
                    <a:pt x="42672" y="45720"/>
                  </a:lnTo>
                  <a:lnTo>
                    <a:pt x="43281" y="45720"/>
                  </a:lnTo>
                  <a:lnTo>
                    <a:pt x="44365" y="44365"/>
                  </a:lnTo>
                  <a:close/>
                </a:path>
                <a:path w="1466215" h="628014" extrusionOk="0">
                  <a:moveTo>
                    <a:pt x="1426464" y="36576"/>
                  </a:moveTo>
                  <a:lnTo>
                    <a:pt x="1417320" y="42672"/>
                  </a:lnTo>
                  <a:lnTo>
                    <a:pt x="1418674" y="44365"/>
                  </a:lnTo>
                  <a:lnTo>
                    <a:pt x="1420368" y="45720"/>
                  </a:lnTo>
                  <a:lnTo>
                    <a:pt x="1426464" y="36576"/>
                  </a:lnTo>
                  <a:close/>
                </a:path>
                <a:path w="1466215" h="628014" extrusionOk="0">
                  <a:moveTo>
                    <a:pt x="1434998" y="36576"/>
                  </a:moveTo>
                  <a:lnTo>
                    <a:pt x="1426464" y="36576"/>
                  </a:lnTo>
                  <a:lnTo>
                    <a:pt x="1420368" y="45720"/>
                  </a:lnTo>
                  <a:lnTo>
                    <a:pt x="1442313" y="45720"/>
                  </a:lnTo>
                  <a:lnTo>
                    <a:pt x="1434998" y="36576"/>
                  </a:lnTo>
                  <a:close/>
                </a:path>
                <a:path w="1466215" h="628014" extrusionOk="0">
                  <a:moveTo>
                    <a:pt x="54102" y="36576"/>
                  </a:moveTo>
                  <a:lnTo>
                    <a:pt x="36575" y="36576"/>
                  </a:lnTo>
                  <a:lnTo>
                    <a:pt x="45720" y="42672"/>
                  </a:lnTo>
                  <a:lnTo>
                    <a:pt x="44365" y="44365"/>
                  </a:lnTo>
                  <a:lnTo>
                    <a:pt x="54102" y="36576"/>
                  </a:lnTo>
                  <a:close/>
                </a:path>
                <a:path w="1466215" h="628014" extrusionOk="0">
                  <a:moveTo>
                    <a:pt x="1409192" y="15240"/>
                  </a:moveTo>
                  <a:lnTo>
                    <a:pt x="1392936" y="15240"/>
                  </a:lnTo>
                  <a:lnTo>
                    <a:pt x="1392936" y="24384"/>
                  </a:lnTo>
                  <a:lnTo>
                    <a:pt x="1389888" y="24384"/>
                  </a:lnTo>
                  <a:lnTo>
                    <a:pt x="1405127" y="33528"/>
                  </a:lnTo>
                  <a:lnTo>
                    <a:pt x="1418674" y="44365"/>
                  </a:lnTo>
                  <a:lnTo>
                    <a:pt x="1417320" y="42672"/>
                  </a:lnTo>
                  <a:lnTo>
                    <a:pt x="1426464" y="36576"/>
                  </a:lnTo>
                  <a:lnTo>
                    <a:pt x="1434998" y="36576"/>
                  </a:lnTo>
                  <a:lnTo>
                    <a:pt x="1432560" y="33528"/>
                  </a:lnTo>
                  <a:lnTo>
                    <a:pt x="1429512" y="30480"/>
                  </a:lnTo>
                  <a:lnTo>
                    <a:pt x="1421892" y="24384"/>
                  </a:lnTo>
                  <a:lnTo>
                    <a:pt x="1392936" y="24384"/>
                  </a:lnTo>
                  <a:lnTo>
                    <a:pt x="1390192" y="23469"/>
                  </a:lnTo>
                  <a:lnTo>
                    <a:pt x="1420749" y="23469"/>
                  </a:lnTo>
                  <a:lnTo>
                    <a:pt x="1414272" y="18288"/>
                  </a:lnTo>
                  <a:lnTo>
                    <a:pt x="1409192" y="15240"/>
                  </a:lnTo>
                  <a:close/>
                </a:path>
                <a:path w="1466215" h="628014" extrusionOk="0">
                  <a:moveTo>
                    <a:pt x="70103" y="15240"/>
                  </a:moveTo>
                  <a:lnTo>
                    <a:pt x="70103" y="24384"/>
                  </a:lnTo>
                  <a:lnTo>
                    <a:pt x="72847" y="23469"/>
                  </a:lnTo>
                  <a:lnTo>
                    <a:pt x="70103" y="15240"/>
                  </a:lnTo>
                  <a:close/>
                </a:path>
                <a:path w="1466215" h="628014" extrusionOk="0">
                  <a:moveTo>
                    <a:pt x="72847" y="23469"/>
                  </a:moveTo>
                  <a:lnTo>
                    <a:pt x="70103" y="24384"/>
                  </a:lnTo>
                  <a:lnTo>
                    <a:pt x="73151" y="24384"/>
                  </a:lnTo>
                  <a:lnTo>
                    <a:pt x="72847" y="23469"/>
                  </a:lnTo>
                  <a:close/>
                </a:path>
                <a:path w="1466215" h="628014" extrusionOk="0">
                  <a:moveTo>
                    <a:pt x="1392936" y="15240"/>
                  </a:moveTo>
                  <a:lnTo>
                    <a:pt x="1390192" y="23469"/>
                  </a:lnTo>
                  <a:lnTo>
                    <a:pt x="1392936" y="24384"/>
                  </a:lnTo>
                  <a:lnTo>
                    <a:pt x="1392936" y="15240"/>
                  </a:lnTo>
                  <a:close/>
                </a:path>
                <a:path w="1466215" h="628014" extrusionOk="0">
                  <a:moveTo>
                    <a:pt x="1374648" y="15240"/>
                  </a:moveTo>
                  <a:lnTo>
                    <a:pt x="70103" y="15240"/>
                  </a:lnTo>
                  <a:lnTo>
                    <a:pt x="72847" y="23469"/>
                  </a:lnTo>
                  <a:lnTo>
                    <a:pt x="88392" y="18288"/>
                  </a:lnTo>
                  <a:lnTo>
                    <a:pt x="1374648" y="18288"/>
                  </a:lnTo>
                  <a:lnTo>
                    <a:pt x="1374648" y="15240"/>
                  </a:lnTo>
                  <a:close/>
                </a:path>
                <a:path w="1466215" h="628014" extrusionOk="0">
                  <a:moveTo>
                    <a:pt x="1374648" y="9144"/>
                  </a:moveTo>
                  <a:lnTo>
                    <a:pt x="1374648" y="18288"/>
                  </a:lnTo>
                  <a:lnTo>
                    <a:pt x="1390192" y="23469"/>
                  </a:lnTo>
                  <a:lnTo>
                    <a:pt x="1391920" y="18288"/>
                  </a:lnTo>
                  <a:lnTo>
                    <a:pt x="1377696" y="18288"/>
                  </a:lnTo>
                  <a:lnTo>
                    <a:pt x="1374648" y="9144"/>
                  </a:lnTo>
                  <a:close/>
                </a:path>
                <a:path w="1466215" h="628014" extrusionOk="0">
                  <a:moveTo>
                    <a:pt x="1399032" y="9144"/>
                  </a:moveTo>
                  <a:lnTo>
                    <a:pt x="1374648" y="9144"/>
                  </a:lnTo>
                  <a:lnTo>
                    <a:pt x="1377696" y="18288"/>
                  </a:lnTo>
                  <a:lnTo>
                    <a:pt x="1391920" y="18288"/>
                  </a:lnTo>
                  <a:lnTo>
                    <a:pt x="1392936" y="15240"/>
                  </a:lnTo>
                  <a:lnTo>
                    <a:pt x="1409192" y="15240"/>
                  </a:lnTo>
                  <a:lnTo>
                    <a:pt x="1399032" y="9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151" name="Google Shape;1151;g2ff6f630c79_0_673"/>
          <p:cNvSpPr txBox="1"/>
          <p:nvPr/>
        </p:nvSpPr>
        <p:spPr>
          <a:xfrm>
            <a:off x="2693973" y="4063600"/>
            <a:ext cx="6405000" cy="10380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Mean Shift  vector</a:t>
            </a:r>
            <a:endParaRPr/>
          </a:p>
          <a:p>
            <a:pPr marL="4824412" marR="0" lvl="0" indent="-185737" algn="l" rtl="0">
              <a:lnSpc>
                <a:spcPct val="100000"/>
              </a:lnSpc>
              <a:spcBef>
                <a:spcPts val="200"/>
              </a:spcBef>
              <a:spcAft>
                <a:spcPts val="0"/>
              </a:spcAft>
              <a:buClr>
                <a:srgbClr val="FF9900"/>
              </a:buClr>
              <a:buSzPts val="1700"/>
              <a:buFont typeface="Arial"/>
              <a:buNone/>
            </a:pPr>
            <a:r>
              <a:rPr lang="en-US" sz="1700" b="1" i="0" u="sng">
                <a:solidFill>
                  <a:srgbClr val="FF9900"/>
                </a:solidFill>
                <a:latin typeface="Arial"/>
                <a:ea typeface="Arial"/>
                <a:cs typeface="Arial"/>
                <a:sym typeface="Arial"/>
              </a:rPr>
              <a:t>Objective </a:t>
            </a:r>
            <a:r>
              <a:rPr lang="en-US" sz="1700" b="1" i="0" u="none">
                <a:solidFill>
                  <a:srgbClr val="FF9900"/>
                </a:solidFill>
                <a:latin typeface="Arial"/>
                <a:ea typeface="Arial"/>
                <a:cs typeface="Arial"/>
                <a:sym typeface="Arial"/>
              </a:rPr>
              <a:t>: Find the densest region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g2ff6f630c79_0_730"/>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pic>
        <p:nvPicPr>
          <p:cNvPr id="1157" name="Google Shape;1157;g2ff6f630c79_0_730"/>
          <p:cNvPicPr preferRelativeResize="0"/>
          <p:nvPr/>
        </p:nvPicPr>
        <p:blipFill rotWithShape="1">
          <a:blip r:embed="rId3">
            <a:alphaModFix/>
          </a:blip>
          <a:srcRect/>
          <a:stretch/>
        </p:blipFill>
        <p:spPr>
          <a:xfrm>
            <a:off x="5761037" y="1208484"/>
            <a:ext cx="101203" cy="100012"/>
          </a:xfrm>
          <a:prstGeom prst="rect">
            <a:avLst/>
          </a:prstGeom>
          <a:noFill/>
          <a:ln>
            <a:noFill/>
          </a:ln>
        </p:spPr>
      </p:pic>
      <p:grpSp>
        <p:nvGrpSpPr>
          <p:cNvPr id="1158" name="Google Shape;1158;g2ff6f630c79_0_730"/>
          <p:cNvGrpSpPr/>
          <p:nvPr/>
        </p:nvGrpSpPr>
        <p:grpSpPr>
          <a:xfrm>
            <a:off x="3316523" y="1359724"/>
            <a:ext cx="2200396" cy="2066971"/>
            <a:chOff x="3605784" y="2054351"/>
            <a:chExt cx="3325368" cy="3124200"/>
          </a:xfrm>
        </p:grpSpPr>
        <p:pic>
          <p:nvPicPr>
            <p:cNvPr id="1159" name="Google Shape;1159;g2ff6f630c79_0_730"/>
            <p:cNvPicPr preferRelativeResize="0"/>
            <p:nvPr/>
          </p:nvPicPr>
          <p:blipFill rotWithShape="1">
            <a:blip r:embed="rId4">
              <a:alphaModFix/>
            </a:blip>
            <a:srcRect/>
            <a:stretch/>
          </p:blipFill>
          <p:spPr>
            <a:xfrm>
              <a:off x="6626352" y="2587751"/>
              <a:ext cx="152400" cy="152400"/>
            </a:xfrm>
            <a:prstGeom prst="rect">
              <a:avLst/>
            </a:prstGeom>
            <a:noFill/>
            <a:ln>
              <a:noFill/>
            </a:ln>
          </p:spPr>
        </p:pic>
        <p:pic>
          <p:nvPicPr>
            <p:cNvPr id="1160" name="Google Shape;1160;g2ff6f630c79_0_730"/>
            <p:cNvPicPr preferRelativeResize="0"/>
            <p:nvPr/>
          </p:nvPicPr>
          <p:blipFill rotWithShape="1">
            <a:blip r:embed="rId5">
              <a:alphaModFix/>
            </a:blip>
            <a:srcRect/>
            <a:stretch/>
          </p:blipFill>
          <p:spPr>
            <a:xfrm>
              <a:off x="6714744" y="3130295"/>
              <a:ext cx="152400" cy="152400"/>
            </a:xfrm>
            <a:prstGeom prst="rect">
              <a:avLst/>
            </a:prstGeom>
            <a:noFill/>
            <a:ln>
              <a:noFill/>
            </a:ln>
          </p:spPr>
        </p:pic>
        <p:pic>
          <p:nvPicPr>
            <p:cNvPr id="1161" name="Google Shape;1161;g2ff6f630c79_0_730"/>
            <p:cNvPicPr preferRelativeResize="0"/>
            <p:nvPr/>
          </p:nvPicPr>
          <p:blipFill rotWithShape="1">
            <a:blip r:embed="rId4">
              <a:alphaModFix/>
            </a:blip>
            <a:srcRect/>
            <a:stretch/>
          </p:blipFill>
          <p:spPr>
            <a:xfrm>
              <a:off x="6778752" y="2054351"/>
              <a:ext cx="152400" cy="152400"/>
            </a:xfrm>
            <a:prstGeom prst="rect">
              <a:avLst/>
            </a:prstGeom>
            <a:noFill/>
            <a:ln>
              <a:noFill/>
            </a:ln>
          </p:spPr>
        </p:pic>
        <p:pic>
          <p:nvPicPr>
            <p:cNvPr id="1162" name="Google Shape;1162;g2ff6f630c79_0_730"/>
            <p:cNvPicPr preferRelativeResize="0"/>
            <p:nvPr/>
          </p:nvPicPr>
          <p:blipFill rotWithShape="1">
            <a:blip r:embed="rId6">
              <a:alphaModFix/>
            </a:blip>
            <a:srcRect/>
            <a:stretch/>
          </p:blipFill>
          <p:spPr>
            <a:xfrm>
              <a:off x="3605784" y="2054351"/>
              <a:ext cx="3249167" cy="3124200"/>
            </a:xfrm>
            <a:prstGeom prst="rect">
              <a:avLst/>
            </a:prstGeom>
            <a:noFill/>
            <a:ln>
              <a:noFill/>
            </a:ln>
          </p:spPr>
        </p:pic>
        <p:pic>
          <p:nvPicPr>
            <p:cNvPr id="1163" name="Google Shape;1163;g2ff6f630c79_0_730"/>
            <p:cNvPicPr preferRelativeResize="0"/>
            <p:nvPr/>
          </p:nvPicPr>
          <p:blipFill rotWithShape="1">
            <a:blip r:embed="rId4">
              <a:alphaModFix/>
            </a:blip>
            <a:srcRect/>
            <a:stretch/>
          </p:blipFill>
          <p:spPr>
            <a:xfrm>
              <a:off x="6550152" y="5026151"/>
              <a:ext cx="152400" cy="152400"/>
            </a:xfrm>
            <a:prstGeom prst="rect">
              <a:avLst/>
            </a:prstGeom>
            <a:noFill/>
            <a:ln>
              <a:noFill/>
            </a:ln>
          </p:spPr>
        </p:pic>
      </p:grpSp>
      <p:pic>
        <p:nvPicPr>
          <p:cNvPr id="1164" name="Google Shape;1164;g2ff6f630c79_0_730"/>
          <p:cNvPicPr preferRelativeResize="0"/>
          <p:nvPr/>
        </p:nvPicPr>
        <p:blipFill rotWithShape="1">
          <a:blip r:embed="rId4">
            <a:alphaModFix/>
          </a:blip>
          <a:srcRect/>
          <a:stretch/>
        </p:blipFill>
        <p:spPr>
          <a:xfrm>
            <a:off x="6384925" y="2216944"/>
            <a:ext cx="101203" cy="101203"/>
          </a:xfrm>
          <a:prstGeom prst="rect">
            <a:avLst/>
          </a:prstGeom>
          <a:noFill/>
          <a:ln>
            <a:noFill/>
          </a:ln>
        </p:spPr>
      </p:pic>
      <p:pic>
        <p:nvPicPr>
          <p:cNvPr id="1165" name="Google Shape;1165;g2ff6f630c79_0_730"/>
          <p:cNvPicPr preferRelativeResize="0"/>
          <p:nvPr/>
        </p:nvPicPr>
        <p:blipFill rotWithShape="1">
          <a:blip r:embed="rId4">
            <a:alphaModFix/>
          </a:blip>
          <a:srcRect/>
          <a:stretch/>
        </p:blipFill>
        <p:spPr>
          <a:xfrm>
            <a:off x="6384925" y="1964531"/>
            <a:ext cx="101203" cy="101203"/>
          </a:xfrm>
          <a:prstGeom prst="rect">
            <a:avLst/>
          </a:prstGeom>
          <a:noFill/>
          <a:ln>
            <a:noFill/>
          </a:ln>
        </p:spPr>
      </p:pic>
      <p:pic>
        <p:nvPicPr>
          <p:cNvPr id="1166" name="Google Shape;1166;g2ff6f630c79_0_730"/>
          <p:cNvPicPr preferRelativeResize="0"/>
          <p:nvPr/>
        </p:nvPicPr>
        <p:blipFill rotWithShape="1">
          <a:blip r:embed="rId4">
            <a:alphaModFix/>
          </a:blip>
          <a:srcRect/>
          <a:stretch/>
        </p:blipFill>
        <p:spPr>
          <a:xfrm>
            <a:off x="6316662" y="1662113"/>
            <a:ext cx="101203" cy="101203"/>
          </a:xfrm>
          <a:prstGeom prst="rect">
            <a:avLst/>
          </a:prstGeom>
          <a:noFill/>
          <a:ln>
            <a:noFill/>
          </a:ln>
        </p:spPr>
      </p:pic>
      <p:pic>
        <p:nvPicPr>
          <p:cNvPr id="1167" name="Google Shape;1167;g2ff6f630c79_0_730"/>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168" name="Google Shape;1168;g2ff6f630c79_0_730"/>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169" name="Google Shape;1169;g2ff6f630c79_0_730"/>
          <p:cNvPicPr preferRelativeResize="0"/>
          <p:nvPr/>
        </p:nvPicPr>
        <p:blipFill rotWithShape="1">
          <a:blip r:embed="rId4">
            <a:alphaModFix/>
          </a:blip>
          <a:srcRect/>
          <a:stretch/>
        </p:blipFill>
        <p:spPr>
          <a:xfrm>
            <a:off x="6989762" y="1863328"/>
            <a:ext cx="101203" cy="101203"/>
          </a:xfrm>
          <a:prstGeom prst="rect">
            <a:avLst/>
          </a:prstGeom>
          <a:noFill/>
          <a:ln>
            <a:noFill/>
          </a:ln>
        </p:spPr>
      </p:pic>
      <p:pic>
        <p:nvPicPr>
          <p:cNvPr id="1170" name="Google Shape;1170;g2ff6f630c79_0_730"/>
          <p:cNvPicPr preferRelativeResize="0"/>
          <p:nvPr/>
        </p:nvPicPr>
        <p:blipFill rotWithShape="1">
          <a:blip r:embed="rId4">
            <a:alphaModFix/>
          </a:blip>
          <a:srcRect/>
          <a:stretch/>
        </p:blipFill>
        <p:spPr>
          <a:xfrm>
            <a:off x="6451600" y="2519363"/>
            <a:ext cx="101203" cy="101203"/>
          </a:xfrm>
          <a:prstGeom prst="rect">
            <a:avLst/>
          </a:prstGeom>
          <a:noFill/>
          <a:ln>
            <a:noFill/>
          </a:ln>
        </p:spPr>
      </p:pic>
      <p:pic>
        <p:nvPicPr>
          <p:cNvPr id="1171" name="Google Shape;1171;g2ff6f630c79_0_730"/>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172" name="Google Shape;1172;g2ff6f630c79_0_730"/>
          <p:cNvPicPr preferRelativeResize="0"/>
          <p:nvPr/>
        </p:nvPicPr>
        <p:blipFill rotWithShape="1">
          <a:blip r:embed="rId4">
            <a:alphaModFix/>
          </a:blip>
          <a:srcRect/>
          <a:stretch/>
        </p:blipFill>
        <p:spPr>
          <a:xfrm>
            <a:off x="7527925" y="2266950"/>
            <a:ext cx="101203" cy="101203"/>
          </a:xfrm>
          <a:prstGeom prst="rect">
            <a:avLst/>
          </a:prstGeom>
          <a:noFill/>
          <a:ln>
            <a:noFill/>
          </a:ln>
        </p:spPr>
      </p:pic>
      <p:pic>
        <p:nvPicPr>
          <p:cNvPr id="1173" name="Google Shape;1173;g2ff6f630c79_0_730"/>
          <p:cNvPicPr preferRelativeResize="0"/>
          <p:nvPr/>
        </p:nvPicPr>
        <p:blipFill rotWithShape="1">
          <a:blip r:embed="rId4">
            <a:alphaModFix/>
          </a:blip>
          <a:srcRect/>
          <a:stretch/>
        </p:blipFill>
        <p:spPr>
          <a:xfrm>
            <a:off x="6653212" y="2871788"/>
            <a:ext cx="101203" cy="101203"/>
          </a:xfrm>
          <a:prstGeom prst="rect">
            <a:avLst/>
          </a:prstGeom>
          <a:noFill/>
          <a:ln>
            <a:noFill/>
          </a:ln>
        </p:spPr>
      </p:pic>
      <p:pic>
        <p:nvPicPr>
          <p:cNvPr id="1174" name="Google Shape;1174;g2ff6f630c79_0_730"/>
          <p:cNvPicPr preferRelativeResize="0"/>
          <p:nvPr/>
        </p:nvPicPr>
        <p:blipFill rotWithShape="1">
          <a:blip r:embed="rId7">
            <a:alphaModFix/>
          </a:blip>
          <a:srcRect/>
          <a:stretch/>
        </p:blipFill>
        <p:spPr>
          <a:xfrm>
            <a:off x="7134225" y="2569369"/>
            <a:ext cx="101203" cy="101203"/>
          </a:xfrm>
          <a:prstGeom prst="rect">
            <a:avLst/>
          </a:prstGeom>
          <a:noFill/>
          <a:ln>
            <a:noFill/>
          </a:ln>
        </p:spPr>
      </p:pic>
      <p:pic>
        <p:nvPicPr>
          <p:cNvPr id="1175" name="Google Shape;1175;g2ff6f630c79_0_730"/>
          <p:cNvPicPr preferRelativeResize="0"/>
          <p:nvPr/>
        </p:nvPicPr>
        <p:blipFill rotWithShape="1">
          <a:blip r:embed="rId4">
            <a:alphaModFix/>
          </a:blip>
          <a:srcRect/>
          <a:stretch/>
        </p:blipFill>
        <p:spPr>
          <a:xfrm>
            <a:off x="6249987" y="3124200"/>
            <a:ext cx="101203" cy="101203"/>
          </a:xfrm>
          <a:prstGeom prst="rect">
            <a:avLst/>
          </a:prstGeom>
          <a:noFill/>
          <a:ln>
            <a:noFill/>
          </a:ln>
        </p:spPr>
      </p:pic>
      <p:pic>
        <p:nvPicPr>
          <p:cNvPr id="1176" name="Google Shape;1176;g2ff6f630c79_0_730"/>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177" name="Google Shape;1177;g2ff6f630c79_0_730"/>
          <p:cNvPicPr preferRelativeResize="0"/>
          <p:nvPr/>
        </p:nvPicPr>
        <p:blipFill rotWithShape="1">
          <a:blip r:embed="rId4">
            <a:alphaModFix/>
          </a:blip>
          <a:srcRect/>
          <a:stretch/>
        </p:blipFill>
        <p:spPr>
          <a:xfrm>
            <a:off x="6653212" y="3426619"/>
            <a:ext cx="101203" cy="101203"/>
          </a:xfrm>
          <a:prstGeom prst="rect">
            <a:avLst/>
          </a:prstGeom>
          <a:noFill/>
          <a:ln>
            <a:noFill/>
          </a:ln>
        </p:spPr>
      </p:pic>
      <p:pic>
        <p:nvPicPr>
          <p:cNvPr id="1178" name="Google Shape;1178;g2ff6f630c79_0_730"/>
          <p:cNvPicPr preferRelativeResize="0"/>
          <p:nvPr/>
        </p:nvPicPr>
        <p:blipFill rotWithShape="1">
          <a:blip r:embed="rId4">
            <a:alphaModFix/>
          </a:blip>
          <a:srcRect/>
          <a:stretch/>
        </p:blipFill>
        <p:spPr>
          <a:xfrm>
            <a:off x="5846762" y="3629025"/>
            <a:ext cx="101203" cy="100012"/>
          </a:xfrm>
          <a:prstGeom prst="rect">
            <a:avLst/>
          </a:prstGeom>
          <a:noFill/>
          <a:ln>
            <a:noFill/>
          </a:ln>
        </p:spPr>
      </p:pic>
      <p:pic>
        <p:nvPicPr>
          <p:cNvPr id="1179" name="Google Shape;1179;g2ff6f630c79_0_730"/>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180" name="Google Shape;1180;g2ff6f630c79_0_730"/>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181" name="Google Shape;1181;g2ff6f630c79_0_730"/>
          <p:cNvPicPr preferRelativeResize="0"/>
          <p:nvPr/>
        </p:nvPicPr>
        <p:blipFill rotWithShape="1">
          <a:blip r:embed="rId4">
            <a:alphaModFix/>
          </a:blip>
          <a:srcRect/>
          <a:stretch/>
        </p:blipFill>
        <p:spPr>
          <a:xfrm>
            <a:off x="5308600" y="3629025"/>
            <a:ext cx="101203" cy="100012"/>
          </a:xfrm>
          <a:prstGeom prst="rect">
            <a:avLst/>
          </a:prstGeom>
          <a:noFill/>
          <a:ln>
            <a:noFill/>
          </a:ln>
        </p:spPr>
      </p:pic>
      <p:pic>
        <p:nvPicPr>
          <p:cNvPr id="1182" name="Google Shape;1182;g2ff6f630c79_0_730"/>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183" name="Google Shape;1183;g2ff6f630c79_0_730"/>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184" name="Google Shape;1184;g2ff6f630c79_0_730"/>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185" name="Google Shape;1185;g2ff6f630c79_0_730"/>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186" name="Google Shape;1186;g2ff6f630c79_0_730"/>
          <p:cNvPicPr preferRelativeResize="0"/>
          <p:nvPr/>
        </p:nvPicPr>
        <p:blipFill rotWithShape="1">
          <a:blip r:embed="rId4">
            <a:alphaModFix/>
          </a:blip>
          <a:srcRect/>
          <a:stretch/>
        </p:blipFill>
        <p:spPr>
          <a:xfrm>
            <a:off x="4233862" y="1107281"/>
            <a:ext cx="100012" cy="101203"/>
          </a:xfrm>
          <a:prstGeom prst="rect">
            <a:avLst/>
          </a:prstGeom>
          <a:noFill/>
          <a:ln>
            <a:noFill/>
          </a:ln>
        </p:spPr>
      </p:pic>
      <p:pic>
        <p:nvPicPr>
          <p:cNvPr id="1187" name="Google Shape;1187;g2ff6f630c79_0_730"/>
          <p:cNvPicPr preferRelativeResize="0"/>
          <p:nvPr/>
        </p:nvPicPr>
        <p:blipFill rotWithShape="1">
          <a:blip r:embed="rId4">
            <a:alphaModFix/>
          </a:blip>
          <a:srcRect/>
          <a:stretch/>
        </p:blipFill>
        <p:spPr>
          <a:xfrm>
            <a:off x="3090862" y="2670571"/>
            <a:ext cx="100012" cy="101203"/>
          </a:xfrm>
          <a:prstGeom prst="rect">
            <a:avLst/>
          </a:prstGeom>
          <a:noFill/>
          <a:ln>
            <a:noFill/>
          </a:ln>
        </p:spPr>
      </p:pic>
      <p:pic>
        <p:nvPicPr>
          <p:cNvPr id="1188" name="Google Shape;1188;g2ff6f630c79_0_730"/>
          <p:cNvPicPr preferRelativeResize="0"/>
          <p:nvPr/>
        </p:nvPicPr>
        <p:blipFill rotWithShape="1">
          <a:blip r:embed="rId4">
            <a:alphaModFix/>
          </a:blip>
          <a:srcRect/>
          <a:stretch/>
        </p:blipFill>
        <p:spPr>
          <a:xfrm>
            <a:off x="3022600" y="3225403"/>
            <a:ext cx="101203" cy="101203"/>
          </a:xfrm>
          <a:prstGeom prst="rect">
            <a:avLst/>
          </a:prstGeom>
          <a:noFill/>
          <a:ln>
            <a:noFill/>
          </a:ln>
        </p:spPr>
      </p:pic>
      <p:pic>
        <p:nvPicPr>
          <p:cNvPr id="1189" name="Google Shape;1189;g2ff6f630c79_0_730"/>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190" name="Google Shape;1190;g2ff6f630c79_0_730"/>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191" name="Google Shape;1191;g2ff6f630c79_0_730"/>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192" name="Google Shape;1192;g2ff6f630c79_0_730"/>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193" name="Google Shape;1193;g2ff6f630c79_0_730"/>
          <p:cNvPicPr preferRelativeResize="0"/>
          <p:nvPr/>
        </p:nvPicPr>
        <p:blipFill rotWithShape="1">
          <a:blip r:embed="rId4">
            <a:alphaModFix/>
          </a:blip>
          <a:srcRect/>
          <a:stretch/>
        </p:blipFill>
        <p:spPr>
          <a:xfrm>
            <a:off x="2754312" y="2115740"/>
            <a:ext cx="100012" cy="101203"/>
          </a:xfrm>
          <a:prstGeom prst="rect">
            <a:avLst/>
          </a:prstGeom>
          <a:noFill/>
          <a:ln>
            <a:noFill/>
          </a:ln>
        </p:spPr>
      </p:pic>
      <p:pic>
        <p:nvPicPr>
          <p:cNvPr id="1194" name="Google Shape;1194;g2ff6f630c79_0_730"/>
          <p:cNvPicPr preferRelativeResize="0"/>
          <p:nvPr/>
        </p:nvPicPr>
        <p:blipFill rotWithShape="1">
          <a:blip r:embed="rId4">
            <a:alphaModFix/>
          </a:blip>
          <a:srcRect/>
          <a:stretch/>
        </p:blipFill>
        <p:spPr>
          <a:xfrm>
            <a:off x="3090862" y="1560909"/>
            <a:ext cx="100012" cy="101203"/>
          </a:xfrm>
          <a:prstGeom prst="rect">
            <a:avLst/>
          </a:prstGeom>
          <a:noFill/>
          <a:ln>
            <a:noFill/>
          </a:ln>
        </p:spPr>
      </p:pic>
      <p:pic>
        <p:nvPicPr>
          <p:cNvPr id="1195" name="Google Shape;1195;g2ff6f630c79_0_730"/>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196" name="Google Shape;1196;g2ff6f630c79_0_730"/>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197" name="Google Shape;1197;g2ff6f630c79_0_730"/>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198" name="Google Shape;1198;g2ff6f630c79_0_730"/>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199" name="Google Shape;1199;g2ff6f630c79_0_730"/>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200" name="Google Shape;1200;g2ff6f630c79_0_730"/>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201" name="Google Shape;1201;g2ff6f630c79_0_730"/>
          <p:cNvPicPr preferRelativeResize="0"/>
          <p:nvPr/>
        </p:nvPicPr>
        <p:blipFill rotWithShape="1">
          <a:blip r:embed="rId4">
            <a:alphaModFix/>
          </a:blip>
          <a:srcRect/>
          <a:stretch/>
        </p:blipFill>
        <p:spPr>
          <a:xfrm>
            <a:off x="1543050" y="1107281"/>
            <a:ext cx="101203" cy="101203"/>
          </a:xfrm>
          <a:prstGeom prst="rect">
            <a:avLst/>
          </a:prstGeom>
          <a:noFill/>
          <a:ln>
            <a:noFill/>
          </a:ln>
        </p:spPr>
      </p:pic>
      <p:pic>
        <p:nvPicPr>
          <p:cNvPr id="1202" name="Google Shape;1202;g2ff6f630c79_0_730"/>
          <p:cNvPicPr preferRelativeResize="0"/>
          <p:nvPr/>
        </p:nvPicPr>
        <p:blipFill rotWithShape="1">
          <a:blip r:embed="rId4">
            <a:alphaModFix/>
          </a:blip>
          <a:srcRect/>
          <a:stretch/>
        </p:blipFill>
        <p:spPr>
          <a:xfrm>
            <a:off x="2820987" y="1006078"/>
            <a:ext cx="101203" cy="101203"/>
          </a:xfrm>
          <a:prstGeom prst="rect">
            <a:avLst/>
          </a:prstGeom>
          <a:noFill/>
          <a:ln>
            <a:noFill/>
          </a:ln>
        </p:spPr>
      </p:pic>
      <p:sp>
        <p:nvSpPr>
          <p:cNvPr id="1203" name="Google Shape;1203;g2ff6f630c79_0_730"/>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04" name="Google Shape;1204;g2ff6f630c79_0_730"/>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05" name="Google Shape;1205;g2ff6f630c79_0_730"/>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grpSp>
        <p:nvGrpSpPr>
          <p:cNvPr id="1206" name="Google Shape;1206;g2ff6f630c79_0_730"/>
          <p:cNvGrpSpPr/>
          <p:nvPr/>
        </p:nvGrpSpPr>
        <p:grpSpPr>
          <a:xfrm>
            <a:off x="7116633" y="3874571"/>
            <a:ext cx="1293788" cy="415557"/>
            <a:chOff x="7912607" y="5855208"/>
            <a:chExt cx="1466215" cy="628014"/>
          </a:xfrm>
        </p:grpSpPr>
        <p:sp>
          <p:nvSpPr>
            <p:cNvPr id="1207" name="Google Shape;1207;g2ff6f630c79_0_730"/>
            <p:cNvSpPr/>
            <p:nvPr/>
          </p:nvSpPr>
          <p:spPr>
            <a:xfrm>
              <a:off x="7921751" y="5864352"/>
              <a:ext cx="1447800" cy="609600"/>
            </a:xfrm>
            <a:custGeom>
              <a:avLst/>
              <a:gdLst/>
              <a:ahLst/>
              <a:cxnLst/>
              <a:rect l="l" t="t" r="r" b="b"/>
              <a:pathLst>
                <a:path w="1447800" h="609600" extrusionOk="0">
                  <a:moveTo>
                    <a:pt x="1347216" y="0"/>
                  </a:moveTo>
                  <a:lnTo>
                    <a:pt x="100583" y="0"/>
                  </a:lnTo>
                  <a:lnTo>
                    <a:pt x="61722" y="8000"/>
                  </a:lnTo>
                  <a:lnTo>
                    <a:pt x="29718" y="29718"/>
                  </a:lnTo>
                  <a:lnTo>
                    <a:pt x="8000" y="61722"/>
                  </a:lnTo>
                  <a:lnTo>
                    <a:pt x="0" y="100584"/>
                  </a:lnTo>
                  <a:lnTo>
                    <a:pt x="0" y="509016"/>
                  </a:lnTo>
                  <a:lnTo>
                    <a:pt x="8000" y="547878"/>
                  </a:lnTo>
                  <a:lnTo>
                    <a:pt x="29718" y="579882"/>
                  </a:lnTo>
                  <a:lnTo>
                    <a:pt x="61722" y="601599"/>
                  </a:lnTo>
                  <a:lnTo>
                    <a:pt x="100583" y="609600"/>
                  </a:lnTo>
                  <a:lnTo>
                    <a:pt x="1347216" y="609600"/>
                  </a:lnTo>
                  <a:lnTo>
                    <a:pt x="1386077" y="601599"/>
                  </a:lnTo>
                  <a:lnTo>
                    <a:pt x="1418081" y="579882"/>
                  </a:lnTo>
                  <a:lnTo>
                    <a:pt x="1439799" y="547878"/>
                  </a:lnTo>
                  <a:lnTo>
                    <a:pt x="1447800" y="509016"/>
                  </a:lnTo>
                  <a:lnTo>
                    <a:pt x="1447800" y="100584"/>
                  </a:lnTo>
                  <a:lnTo>
                    <a:pt x="1439799" y="61722"/>
                  </a:lnTo>
                  <a:lnTo>
                    <a:pt x="1418081" y="29718"/>
                  </a:lnTo>
                  <a:lnTo>
                    <a:pt x="1386077" y="8000"/>
                  </a:lnTo>
                  <a:lnTo>
                    <a:pt x="1347216"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08" name="Google Shape;1208;g2ff6f630c79_0_730"/>
            <p:cNvSpPr/>
            <p:nvPr/>
          </p:nvSpPr>
          <p:spPr>
            <a:xfrm>
              <a:off x="7912607" y="5855208"/>
              <a:ext cx="1466215" cy="628014"/>
            </a:xfrm>
            <a:custGeom>
              <a:avLst/>
              <a:gdLst/>
              <a:ahLst/>
              <a:cxnLst/>
              <a:rect l="l" t="t" r="r" b="b"/>
              <a:pathLst>
                <a:path w="1466215" h="628014" extrusionOk="0">
                  <a:moveTo>
                    <a:pt x="1377696" y="0"/>
                  </a:moveTo>
                  <a:lnTo>
                    <a:pt x="85344" y="0"/>
                  </a:lnTo>
                  <a:lnTo>
                    <a:pt x="67056" y="6096"/>
                  </a:lnTo>
                  <a:lnTo>
                    <a:pt x="64008" y="9144"/>
                  </a:lnTo>
                  <a:lnTo>
                    <a:pt x="48768" y="18288"/>
                  </a:lnTo>
                  <a:lnTo>
                    <a:pt x="33527" y="30480"/>
                  </a:lnTo>
                  <a:lnTo>
                    <a:pt x="30480" y="33528"/>
                  </a:lnTo>
                  <a:lnTo>
                    <a:pt x="18288" y="48768"/>
                  </a:lnTo>
                  <a:lnTo>
                    <a:pt x="9144" y="64008"/>
                  </a:lnTo>
                  <a:lnTo>
                    <a:pt x="6096" y="67056"/>
                  </a:lnTo>
                  <a:lnTo>
                    <a:pt x="0" y="85344"/>
                  </a:lnTo>
                  <a:lnTo>
                    <a:pt x="0" y="539496"/>
                  </a:lnTo>
                  <a:lnTo>
                    <a:pt x="6096" y="557784"/>
                  </a:lnTo>
                  <a:lnTo>
                    <a:pt x="9144" y="560832"/>
                  </a:lnTo>
                  <a:lnTo>
                    <a:pt x="18288" y="576072"/>
                  </a:lnTo>
                  <a:lnTo>
                    <a:pt x="30480" y="591312"/>
                  </a:lnTo>
                  <a:lnTo>
                    <a:pt x="33527" y="594360"/>
                  </a:lnTo>
                  <a:lnTo>
                    <a:pt x="48768" y="606552"/>
                  </a:lnTo>
                  <a:lnTo>
                    <a:pt x="64008" y="615696"/>
                  </a:lnTo>
                  <a:lnTo>
                    <a:pt x="67056" y="618744"/>
                  </a:lnTo>
                  <a:lnTo>
                    <a:pt x="85344" y="624840"/>
                  </a:lnTo>
                  <a:lnTo>
                    <a:pt x="106680" y="627888"/>
                  </a:lnTo>
                  <a:lnTo>
                    <a:pt x="1353312" y="627888"/>
                  </a:lnTo>
                  <a:lnTo>
                    <a:pt x="1374648" y="624840"/>
                  </a:lnTo>
                  <a:lnTo>
                    <a:pt x="1377696" y="624840"/>
                  </a:lnTo>
                  <a:lnTo>
                    <a:pt x="1395984" y="618744"/>
                  </a:lnTo>
                  <a:lnTo>
                    <a:pt x="1399032" y="615696"/>
                  </a:lnTo>
                  <a:lnTo>
                    <a:pt x="1374648" y="615696"/>
                  </a:lnTo>
                  <a:lnTo>
                    <a:pt x="1374648" y="609600"/>
                  </a:lnTo>
                  <a:lnTo>
                    <a:pt x="70103" y="609600"/>
                  </a:lnTo>
                  <a:lnTo>
                    <a:pt x="70103" y="600456"/>
                  </a:lnTo>
                  <a:lnTo>
                    <a:pt x="73151" y="600456"/>
                  </a:lnTo>
                  <a:lnTo>
                    <a:pt x="57912" y="591312"/>
                  </a:lnTo>
                  <a:lnTo>
                    <a:pt x="54101" y="588264"/>
                  </a:lnTo>
                  <a:lnTo>
                    <a:pt x="36575" y="588264"/>
                  </a:lnTo>
                  <a:lnTo>
                    <a:pt x="42672" y="579120"/>
                  </a:lnTo>
                  <a:lnTo>
                    <a:pt x="43281" y="579120"/>
                  </a:lnTo>
                  <a:lnTo>
                    <a:pt x="33527" y="566928"/>
                  </a:lnTo>
                  <a:lnTo>
                    <a:pt x="26212" y="554736"/>
                  </a:lnTo>
                  <a:lnTo>
                    <a:pt x="15240" y="554736"/>
                  </a:lnTo>
                  <a:lnTo>
                    <a:pt x="23469" y="551992"/>
                  </a:lnTo>
                  <a:lnTo>
                    <a:pt x="19304" y="539496"/>
                  </a:lnTo>
                  <a:lnTo>
                    <a:pt x="18288" y="539496"/>
                  </a:lnTo>
                  <a:lnTo>
                    <a:pt x="9144" y="536448"/>
                  </a:lnTo>
                  <a:lnTo>
                    <a:pt x="18288" y="536448"/>
                  </a:lnTo>
                  <a:lnTo>
                    <a:pt x="18288" y="88392"/>
                  </a:lnTo>
                  <a:lnTo>
                    <a:pt x="23469" y="72847"/>
                  </a:lnTo>
                  <a:lnTo>
                    <a:pt x="15240" y="70104"/>
                  </a:lnTo>
                  <a:lnTo>
                    <a:pt x="26212" y="70104"/>
                  </a:lnTo>
                  <a:lnTo>
                    <a:pt x="33527" y="57912"/>
                  </a:lnTo>
                  <a:lnTo>
                    <a:pt x="43281" y="45720"/>
                  </a:lnTo>
                  <a:lnTo>
                    <a:pt x="42672" y="45720"/>
                  </a:lnTo>
                  <a:lnTo>
                    <a:pt x="36575" y="36576"/>
                  </a:lnTo>
                  <a:lnTo>
                    <a:pt x="54102" y="36576"/>
                  </a:lnTo>
                  <a:lnTo>
                    <a:pt x="57912" y="33528"/>
                  </a:lnTo>
                  <a:lnTo>
                    <a:pt x="73151" y="24384"/>
                  </a:lnTo>
                  <a:lnTo>
                    <a:pt x="70103" y="24384"/>
                  </a:lnTo>
                  <a:lnTo>
                    <a:pt x="70103" y="15240"/>
                  </a:lnTo>
                  <a:lnTo>
                    <a:pt x="1374648" y="15240"/>
                  </a:lnTo>
                  <a:lnTo>
                    <a:pt x="1374648" y="9144"/>
                  </a:lnTo>
                  <a:lnTo>
                    <a:pt x="1399032" y="9144"/>
                  </a:lnTo>
                  <a:lnTo>
                    <a:pt x="1395984" y="6096"/>
                  </a:lnTo>
                  <a:lnTo>
                    <a:pt x="1377696" y="0"/>
                  </a:lnTo>
                  <a:close/>
                </a:path>
                <a:path w="1466215" h="628014" extrusionOk="0">
                  <a:moveTo>
                    <a:pt x="1377696" y="606552"/>
                  </a:moveTo>
                  <a:lnTo>
                    <a:pt x="1374648" y="606987"/>
                  </a:lnTo>
                  <a:lnTo>
                    <a:pt x="1374648" y="615696"/>
                  </a:lnTo>
                  <a:lnTo>
                    <a:pt x="1377696" y="606552"/>
                  </a:lnTo>
                  <a:close/>
                </a:path>
                <a:path w="1466215" h="628014" extrusionOk="0">
                  <a:moveTo>
                    <a:pt x="1391920" y="606552"/>
                  </a:moveTo>
                  <a:lnTo>
                    <a:pt x="1377696" y="606552"/>
                  </a:lnTo>
                  <a:lnTo>
                    <a:pt x="1374648" y="615696"/>
                  </a:lnTo>
                  <a:lnTo>
                    <a:pt x="1399032" y="615696"/>
                  </a:lnTo>
                  <a:lnTo>
                    <a:pt x="1409192" y="609600"/>
                  </a:lnTo>
                  <a:lnTo>
                    <a:pt x="1392936" y="609600"/>
                  </a:lnTo>
                  <a:lnTo>
                    <a:pt x="1391920" y="606552"/>
                  </a:lnTo>
                  <a:close/>
                </a:path>
                <a:path w="1466215" h="628014" extrusionOk="0">
                  <a:moveTo>
                    <a:pt x="70103" y="600456"/>
                  </a:moveTo>
                  <a:lnTo>
                    <a:pt x="70103" y="609600"/>
                  </a:lnTo>
                  <a:lnTo>
                    <a:pt x="72847" y="601370"/>
                  </a:lnTo>
                  <a:lnTo>
                    <a:pt x="70103" y="600456"/>
                  </a:lnTo>
                  <a:close/>
                </a:path>
                <a:path w="1466215" h="628014" extrusionOk="0">
                  <a:moveTo>
                    <a:pt x="72847" y="601370"/>
                  </a:moveTo>
                  <a:lnTo>
                    <a:pt x="70103" y="609600"/>
                  </a:lnTo>
                  <a:lnTo>
                    <a:pt x="109727" y="609600"/>
                  </a:lnTo>
                  <a:lnTo>
                    <a:pt x="88392" y="606552"/>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6"/>
                  </a:moveTo>
                  <a:lnTo>
                    <a:pt x="1390192" y="601370"/>
                  </a:lnTo>
                  <a:lnTo>
                    <a:pt x="1392936" y="609600"/>
                  </a:lnTo>
                  <a:lnTo>
                    <a:pt x="1392936" y="600456"/>
                  </a:lnTo>
                  <a:close/>
                </a:path>
                <a:path w="1466215" h="628014" extrusionOk="0">
                  <a:moveTo>
                    <a:pt x="1421892" y="600456"/>
                  </a:moveTo>
                  <a:lnTo>
                    <a:pt x="1392936" y="600456"/>
                  </a:lnTo>
                  <a:lnTo>
                    <a:pt x="1392936" y="609600"/>
                  </a:lnTo>
                  <a:lnTo>
                    <a:pt x="1409192" y="609600"/>
                  </a:lnTo>
                  <a:lnTo>
                    <a:pt x="1414272" y="606552"/>
                  </a:lnTo>
                  <a:lnTo>
                    <a:pt x="1421892" y="600456"/>
                  </a:lnTo>
                  <a:close/>
                </a:path>
                <a:path w="1466215" h="628014" extrusionOk="0">
                  <a:moveTo>
                    <a:pt x="1390192" y="601370"/>
                  </a:moveTo>
                  <a:lnTo>
                    <a:pt x="1374648" y="606552"/>
                  </a:lnTo>
                  <a:lnTo>
                    <a:pt x="1374648" y="606987"/>
                  </a:lnTo>
                  <a:lnTo>
                    <a:pt x="1377696" y="606552"/>
                  </a:lnTo>
                  <a:lnTo>
                    <a:pt x="1391920" y="606552"/>
                  </a:lnTo>
                  <a:lnTo>
                    <a:pt x="1390192" y="601370"/>
                  </a:lnTo>
                  <a:close/>
                </a:path>
                <a:path w="1466215" h="628014" extrusionOk="0">
                  <a:moveTo>
                    <a:pt x="73151" y="600456"/>
                  </a:moveTo>
                  <a:lnTo>
                    <a:pt x="70103" y="600456"/>
                  </a:lnTo>
                  <a:lnTo>
                    <a:pt x="72847" y="601370"/>
                  </a:lnTo>
                  <a:lnTo>
                    <a:pt x="73151" y="600456"/>
                  </a:lnTo>
                  <a:close/>
                </a:path>
                <a:path w="1466215" h="628014" extrusionOk="0">
                  <a:moveTo>
                    <a:pt x="1418674" y="580474"/>
                  </a:moveTo>
                  <a:lnTo>
                    <a:pt x="1405127" y="591312"/>
                  </a:lnTo>
                  <a:lnTo>
                    <a:pt x="1389888" y="600456"/>
                  </a:lnTo>
                  <a:lnTo>
                    <a:pt x="1390192" y="601370"/>
                  </a:lnTo>
                  <a:lnTo>
                    <a:pt x="1392936" y="600456"/>
                  </a:lnTo>
                  <a:lnTo>
                    <a:pt x="1421892" y="600456"/>
                  </a:lnTo>
                  <a:lnTo>
                    <a:pt x="1429512" y="594360"/>
                  </a:lnTo>
                  <a:lnTo>
                    <a:pt x="1432560" y="591312"/>
                  </a:lnTo>
                  <a:lnTo>
                    <a:pt x="1434998" y="588264"/>
                  </a:lnTo>
                  <a:lnTo>
                    <a:pt x="1426464" y="588264"/>
                  </a:lnTo>
                  <a:lnTo>
                    <a:pt x="1417320" y="582168"/>
                  </a:lnTo>
                  <a:lnTo>
                    <a:pt x="1418674" y="580474"/>
                  </a:lnTo>
                  <a:close/>
                </a:path>
                <a:path w="1466215" h="628014" extrusionOk="0">
                  <a:moveTo>
                    <a:pt x="42672" y="579120"/>
                  </a:moveTo>
                  <a:lnTo>
                    <a:pt x="36575" y="588264"/>
                  </a:lnTo>
                  <a:lnTo>
                    <a:pt x="45720" y="582168"/>
                  </a:lnTo>
                  <a:lnTo>
                    <a:pt x="44365" y="580474"/>
                  </a:lnTo>
                  <a:lnTo>
                    <a:pt x="42672" y="579120"/>
                  </a:lnTo>
                  <a:close/>
                </a:path>
                <a:path w="1466215" h="628014" extrusionOk="0">
                  <a:moveTo>
                    <a:pt x="44365" y="580474"/>
                  </a:moveTo>
                  <a:lnTo>
                    <a:pt x="45720" y="582168"/>
                  </a:lnTo>
                  <a:lnTo>
                    <a:pt x="36575" y="588264"/>
                  </a:lnTo>
                  <a:lnTo>
                    <a:pt x="54101" y="588264"/>
                  </a:lnTo>
                  <a:lnTo>
                    <a:pt x="44365" y="580474"/>
                  </a:lnTo>
                  <a:close/>
                </a:path>
                <a:path w="1466215" h="628014" extrusionOk="0">
                  <a:moveTo>
                    <a:pt x="1420368" y="579120"/>
                  </a:moveTo>
                  <a:lnTo>
                    <a:pt x="1418674" y="580474"/>
                  </a:lnTo>
                  <a:lnTo>
                    <a:pt x="1417320" y="582168"/>
                  </a:lnTo>
                  <a:lnTo>
                    <a:pt x="1426464" y="588264"/>
                  </a:lnTo>
                  <a:lnTo>
                    <a:pt x="1420368" y="579120"/>
                  </a:lnTo>
                  <a:close/>
                </a:path>
                <a:path w="1466215" h="628014" extrusionOk="0">
                  <a:moveTo>
                    <a:pt x="1442313" y="579120"/>
                  </a:moveTo>
                  <a:lnTo>
                    <a:pt x="1420368" y="579120"/>
                  </a:lnTo>
                  <a:lnTo>
                    <a:pt x="1426464" y="588264"/>
                  </a:lnTo>
                  <a:lnTo>
                    <a:pt x="1434998" y="588264"/>
                  </a:lnTo>
                  <a:lnTo>
                    <a:pt x="1442313" y="579120"/>
                  </a:lnTo>
                  <a:close/>
                </a:path>
                <a:path w="1466215" h="628014" extrusionOk="0">
                  <a:moveTo>
                    <a:pt x="43281" y="579120"/>
                  </a:moveTo>
                  <a:lnTo>
                    <a:pt x="42672" y="579120"/>
                  </a:lnTo>
                  <a:lnTo>
                    <a:pt x="44365" y="580474"/>
                  </a:lnTo>
                  <a:lnTo>
                    <a:pt x="43281" y="579120"/>
                  </a:lnTo>
                  <a:close/>
                </a:path>
                <a:path w="1466215" h="628014" extrusionOk="0">
                  <a:moveTo>
                    <a:pt x="1438656" y="551688"/>
                  </a:moveTo>
                  <a:lnTo>
                    <a:pt x="1429512" y="566928"/>
                  </a:lnTo>
                  <a:lnTo>
                    <a:pt x="1418674" y="580474"/>
                  </a:lnTo>
                  <a:lnTo>
                    <a:pt x="1420368" y="579120"/>
                  </a:lnTo>
                  <a:lnTo>
                    <a:pt x="1442313" y="579120"/>
                  </a:lnTo>
                  <a:lnTo>
                    <a:pt x="1444752" y="576072"/>
                  </a:lnTo>
                  <a:lnTo>
                    <a:pt x="1453896" y="560832"/>
                  </a:lnTo>
                  <a:lnTo>
                    <a:pt x="1456944" y="557784"/>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8"/>
                  </a:moveTo>
                  <a:lnTo>
                    <a:pt x="1444752" y="536448"/>
                  </a:lnTo>
                  <a:lnTo>
                    <a:pt x="1439570" y="551992"/>
                  </a:lnTo>
                  <a:lnTo>
                    <a:pt x="1447800" y="554736"/>
                  </a:lnTo>
                  <a:lnTo>
                    <a:pt x="1457960" y="554736"/>
                  </a:lnTo>
                  <a:lnTo>
                    <a:pt x="1463040" y="539496"/>
                  </a:lnTo>
                  <a:lnTo>
                    <a:pt x="1444752" y="539496"/>
                  </a:lnTo>
                  <a:lnTo>
                    <a:pt x="1445187" y="536448"/>
                  </a:lnTo>
                  <a:close/>
                </a:path>
                <a:path w="1466215" h="628014" extrusionOk="0">
                  <a:moveTo>
                    <a:pt x="18288" y="536448"/>
                  </a:moveTo>
                  <a:lnTo>
                    <a:pt x="9144" y="536448"/>
                  </a:lnTo>
                  <a:lnTo>
                    <a:pt x="18288" y="539496"/>
                  </a:lnTo>
                  <a:lnTo>
                    <a:pt x="18288" y="536448"/>
                  </a:lnTo>
                  <a:close/>
                </a:path>
                <a:path w="1466215" h="628014" extrusionOk="0">
                  <a:moveTo>
                    <a:pt x="18288" y="536448"/>
                  </a:moveTo>
                  <a:lnTo>
                    <a:pt x="18288" y="539496"/>
                  </a:lnTo>
                  <a:lnTo>
                    <a:pt x="19304" y="539496"/>
                  </a:lnTo>
                  <a:lnTo>
                    <a:pt x="18288" y="536448"/>
                  </a:lnTo>
                  <a:close/>
                </a:path>
                <a:path w="1466215" h="628014" extrusionOk="0">
                  <a:moveTo>
                    <a:pt x="1457960" y="70104"/>
                  </a:moveTo>
                  <a:lnTo>
                    <a:pt x="1447800" y="70104"/>
                  </a:lnTo>
                  <a:lnTo>
                    <a:pt x="1439570" y="72847"/>
                  </a:lnTo>
                  <a:lnTo>
                    <a:pt x="1444752" y="88392"/>
                  </a:lnTo>
                  <a:lnTo>
                    <a:pt x="1447800" y="109728"/>
                  </a:lnTo>
                  <a:lnTo>
                    <a:pt x="1447800" y="518160"/>
                  </a:lnTo>
                  <a:lnTo>
                    <a:pt x="1444752" y="539496"/>
                  </a:lnTo>
                  <a:lnTo>
                    <a:pt x="1453896" y="536448"/>
                  </a:lnTo>
                  <a:lnTo>
                    <a:pt x="1463040" y="536448"/>
                  </a:lnTo>
                  <a:lnTo>
                    <a:pt x="1466088" y="515112"/>
                  </a:lnTo>
                  <a:lnTo>
                    <a:pt x="1466088" y="106680"/>
                  </a:lnTo>
                  <a:lnTo>
                    <a:pt x="1463040" y="85344"/>
                  </a:lnTo>
                  <a:lnTo>
                    <a:pt x="1457960" y="70104"/>
                  </a:lnTo>
                  <a:close/>
                </a:path>
                <a:path w="1466215" h="628014" extrusionOk="0">
                  <a:moveTo>
                    <a:pt x="1463040" y="536448"/>
                  </a:moveTo>
                  <a:lnTo>
                    <a:pt x="1453896" y="536448"/>
                  </a:lnTo>
                  <a:lnTo>
                    <a:pt x="1444752" y="539496"/>
                  </a:lnTo>
                  <a:lnTo>
                    <a:pt x="1463040" y="539496"/>
                  </a:lnTo>
                  <a:lnTo>
                    <a:pt x="1463040" y="536448"/>
                  </a:lnTo>
                  <a:close/>
                </a:path>
                <a:path w="1466215" h="628014" extrusionOk="0">
                  <a:moveTo>
                    <a:pt x="26212" y="70104"/>
                  </a:moveTo>
                  <a:lnTo>
                    <a:pt x="24384" y="70104"/>
                  </a:lnTo>
                  <a:lnTo>
                    <a:pt x="23469" y="72847"/>
                  </a:lnTo>
                  <a:lnTo>
                    <a:pt x="24384" y="73152"/>
                  </a:lnTo>
                  <a:lnTo>
                    <a:pt x="26212" y="70104"/>
                  </a:lnTo>
                  <a:close/>
                </a:path>
                <a:path w="1466215" h="628014" extrusionOk="0">
                  <a:moveTo>
                    <a:pt x="1418674" y="44365"/>
                  </a:moveTo>
                  <a:lnTo>
                    <a:pt x="1429512" y="57912"/>
                  </a:lnTo>
                  <a:lnTo>
                    <a:pt x="1438656" y="73152"/>
                  </a:lnTo>
                  <a:lnTo>
                    <a:pt x="1439570" y="72847"/>
                  </a:lnTo>
                  <a:lnTo>
                    <a:pt x="1438656" y="70104"/>
                  </a:lnTo>
                  <a:lnTo>
                    <a:pt x="1457960" y="70104"/>
                  </a:lnTo>
                  <a:lnTo>
                    <a:pt x="1456944" y="67056"/>
                  </a:lnTo>
                  <a:lnTo>
                    <a:pt x="1453896" y="64008"/>
                  </a:lnTo>
                  <a:lnTo>
                    <a:pt x="1444752" y="48768"/>
                  </a:lnTo>
                  <a:lnTo>
                    <a:pt x="1442313" y="45720"/>
                  </a:lnTo>
                  <a:lnTo>
                    <a:pt x="1420368" y="45720"/>
                  </a:lnTo>
                  <a:lnTo>
                    <a:pt x="1418674" y="44365"/>
                  </a:lnTo>
                  <a:close/>
                </a:path>
                <a:path w="1466215" h="628014" extrusionOk="0">
                  <a:moveTo>
                    <a:pt x="24384" y="70104"/>
                  </a:moveTo>
                  <a:lnTo>
                    <a:pt x="15240" y="70104"/>
                  </a:lnTo>
                  <a:lnTo>
                    <a:pt x="23469" y="72847"/>
                  </a:lnTo>
                  <a:lnTo>
                    <a:pt x="24384" y="70104"/>
                  </a:lnTo>
                  <a:close/>
                </a:path>
                <a:path w="1466215" h="628014" extrusionOk="0">
                  <a:moveTo>
                    <a:pt x="1447800" y="70104"/>
                  </a:moveTo>
                  <a:lnTo>
                    <a:pt x="1438656" y="70104"/>
                  </a:lnTo>
                  <a:lnTo>
                    <a:pt x="1439570" y="72847"/>
                  </a:lnTo>
                  <a:lnTo>
                    <a:pt x="1447800" y="70104"/>
                  </a:lnTo>
                  <a:close/>
                </a:path>
                <a:path w="1466215" h="628014" extrusionOk="0">
                  <a:moveTo>
                    <a:pt x="36575" y="36576"/>
                  </a:moveTo>
                  <a:lnTo>
                    <a:pt x="42672" y="45720"/>
                  </a:lnTo>
                  <a:lnTo>
                    <a:pt x="44365" y="44365"/>
                  </a:lnTo>
                  <a:lnTo>
                    <a:pt x="45720" y="42672"/>
                  </a:lnTo>
                  <a:lnTo>
                    <a:pt x="36575" y="36576"/>
                  </a:lnTo>
                  <a:close/>
                </a:path>
                <a:path w="1466215" h="628014" extrusionOk="0">
                  <a:moveTo>
                    <a:pt x="44365" y="44365"/>
                  </a:moveTo>
                  <a:lnTo>
                    <a:pt x="42672" y="45720"/>
                  </a:lnTo>
                  <a:lnTo>
                    <a:pt x="43281" y="45720"/>
                  </a:lnTo>
                  <a:lnTo>
                    <a:pt x="44365" y="44365"/>
                  </a:lnTo>
                  <a:close/>
                </a:path>
                <a:path w="1466215" h="628014" extrusionOk="0">
                  <a:moveTo>
                    <a:pt x="1426464" y="36576"/>
                  </a:moveTo>
                  <a:lnTo>
                    <a:pt x="1417320" y="42672"/>
                  </a:lnTo>
                  <a:lnTo>
                    <a:pt x="1418674" y="44365"/>
                  </a:lnTo>
                  <a:lnTo>
                    <a:pt x="1420368" y="45720"/>
                  </a:lnTo>
                  <a:lnTo>
                    <a:pt x="1426464" y="36576"/>
                  </a:lnTo>
                  <a:close/>
                </a:path>
                <a:path w="1466215" h="628014" extrusionOk="0">
                  <a:moveTo>
                    <a:pt x="1434998" y="36576"/>
                  </a:moveTo>
                  <a:lnTo>
                    <a:pt x="1426464" y="36576"/>
                  </a:lnTo>
                  <a:lnTo>
                    <a:pt x="1420368" y="45720"/>
                  </a:lnTo>
                  <a:lnTo>
                    <a:pt x="1442313" y="45720"/>
                  </a:lnTo>
                  <a:lnTo>
                    <a:pt x="1434998" y="36576"/>
                  </a:lnTo>
                  <a:close/>
                </a:path>
                <a:path w="1466215" h="628014" extrusionOk="0">
                  <a:moveTo>
                    <a:pt x="54102" y="36576"/>
                  </a:moveTo>
                  <a:lnTo>
                    <a:pt x="36575" y="36576"/>
                  </a:lnTo>
                  <a:lnTo>
                    <a:pt x="45720" y="42672"/>
                  </a:lnTo>
                  <a:lnTo>
                    <a:pt x="44365" y="44365"/>
                  </a:lnTo>
                  <a:lnTo>
                    <a:pt x="54102" y="36576"/>
                  </a:lnTo>
                  <a:close/>
                </a:path>
                <a:path w="1466215" h="628014" extrusionOk="0">
                  <a:moveTo>
                    <a:pt x="1409192" y="15240"/>
                  </a:moveTo>
                  <a:lnTo>
                    <a:pt x="1392936" y="15240"/>
                  </a:lnTo>
                  <a:lnTo>
                    <a:pt x="1392936" y="24384"/>
                  </a:lnTo>
                  <a:lnTo>
                    <a:pt x="1389888" y="24384"/>
                  </a:lnTo>
                  <a:lnTo>
                    <a:pt x="1405127" y="33528"/>
                  </a:lnTo>
                  <a:lnTo>
                    <a:pt x="1418674" y="44365"/>
                  </a:lnTo>
                  <a:lnTo>
                    <a:pt x="1417320" y="42672"/>
                  </a:lnTo>
                  <a:lnTo>
                    <a:pt x="1426464" y="36576"/>
                  </a:lnTo>
                  <a:lnTo>
                    <a:pt x="1434998" y="36576"/>
                  </a:lnTo>
                  <a:lnTo>
                    <a:pt x="1432560" y="33528"/>
                  </a:lnTo>
                  <a:lnTo>
                    <a:pt x="1429512" y="30480"/>
                  </a:lnTo>
                  <a:lnTo>
                    <a:pt x="1421892" y="24384"/>
                  </a:lnTo>
                  <a:lnTo>
                    <a:pt x="1392936" y="24384"/>
                  </a:lnTo>
                  <a:lnTo>
                    <a:pt x="1390192" y="23469"/>
                  </a:lnTo>
                  <a:lnTo>
                    <a:pt x="1420749" y="23469"/>
                  </a:lnTo>
                  <a:lnTo>
                    <a:pt x="1414272" y="18288"/>
                  </a:lnTo>
                  <a:lnTo>
                    <a:pt x="1409192" y="15240"/>
                  </a:lnTo>
                  <a:close/>
                </a:path>
                <a:path w="1466215" h="628014" extrusionOk="0">
                  <a:moveTo>
                    <a:pt x="70103" y="15240"/>
                  </a:moveTo>
                  <a:lnTo>
                    <a:pt x="70103" y="24384"/>
                  </a:lnTo>
                  <a:lnTo>
                    <a:pt x="72847" y="23469"/>
                  </a:lnTo>
                  <a:lnTo>
                    <a:pt x="70103" y="15240"/>
                  </a:lnTo>
                  <a:close/>
                </a:path>
                <a:path w="1466215" h="628014" extrusionOk="0">
                  <a:moveTo>
                    <a:pt x="72847" y="23469"/>
                  </a:moveTo>
                  <a:lnTo>
                    <a:pt x="70103" y="24384"/>
                  </a:lnTo>
                  <a:lnTo>
                    <a:pt x="73151" y="24384"/>
                  </a:lnTo>
                  <a:lnTo>
                    <a:pt x="72847" y="23469"/>
                  </a:lnTo>
                  <a:close/>
                </a:path>
                <a:path w="1466215" h="628014" extrusionOk="0">
                  <a:moveTo>
                    <a:pt x="1392936" y="15240"/>
                  </a:moveTo>
                  <a:lnTo>
                    <a:pt x="1390192" y="23469"/>
                  </a:lnTo>
                  <a:lnTo>
                    <a:pt x="1392936" y="24384"/>
                  </a:lnTo>
                  <a:lnTo>
                    <a:pt x="1392936" y="15240"/>
                  </a:lnTo>
                  <a:close/>
                </a:path>
                <a:path w="1466215" h="628014" extrusionOk="0">
                  <a:moveTo>
                    <a:pt x="1374648" y="15240"/>
                  </a:moveTo>
                  <a:lnTo>
                    <a:pt x="70103" y="15240"/>
                  </a:lnTo>
                  <a:lnTo>
                    <a:pt x="72847" y="23469"/>
                  </a:lnTo>
                  <a:lnTo>
                    <a:pt x="88392" y="18288"/>
                  </a:lnTo>
                  <a:lnTo>
                    <a:pt x="1374648" y="18288"/>
                  </a:lnTo>
                  <a:lnTo>
                    <a:pt x="1374648" y="15240"/>
                  </a:lnTo>
                  <a:close/>
                </a:path>
                <a:path w="1466215" h="628014" extrusionOk="0">
                  <a:moveTo>
                    <a:pt x="1374648" y="9144"/>
                  </a:moveTo>
                  <a:lnTo>
                    <a:pt x="1374648" y="18288"/>
                  </a:lnTo>
                  <a:lnTo>
                    <a:pt x="1390192" y="23469"/>
                  </a:lnTo>
                  <a:lnTo>
                    <a:pt x="1391920" y="18288"/>
                  </a:lnTo>
                  <a:lnTo>
                    <a:pt x="1377696" y="18288"/>
                  </a:lnTo>
                  <a:lnTo>
                    <a:pt x="1374648" y="9144"/>
                  </a:lnTo>
                  <a:close/>
                </a:path>
                <a:path w="1466215" h="628014" extrusionOk="0">
                  <a:moveTo>
                    <a:pt x="1399032" y="9144"/>
                  </a:moveTo>
                  <a:lnTo>
                    <a:pt x="1374648" y="9144"/>
                  </a:lnTo>
                  <a:lnTo>
                    <a:pt x="1377696" y="18288"/>
                  </a:lnTo>
                  <a:lnTo>
                    <a:pt x="1391920" y="18288"/>
                  </a:lnTo>
                  <a:lnTo>
                    <a:pt x="1392936" y="15240"/>
                  </a:lnTo>
                  <a:lnTo>
                    <a:pt x="1409192" y="15240"/>
                  </a:lnTo>
                  <a:lnTo>
                    <a:pt x="1399032" y="9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209" name="Google Shape;1209;g2ff6f630c79_0_730"/>
          <p:cNvSpPr txBox="1"/>
          <p:nvPr/>
        </p:nvSpPr>
        <p:spPr>
          <a:xfrm>
            <a:off x="2693975" y="3911200"/>
            <a:ext cx="6411900" cy="10380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Mean Shift  vector</a:t>
            </a:r>
            <a:endParaRPr/>
          </a:p>
          <a:p>
            <a:pPr marL="4824412" marR="0" lvl="0" indent="-185737" algn="l" rtl="0">
              <a:lnSpc>
                <a:spcPct val="100000"/>
              </a:lnSpc>
              <a:spcBef>
                <a:spcPts val="200"/>
              </a:spcBef>
              <a:spcAft>
                <a:spcPts val="0"/>
              </a:spcAft>
              <a:buClr>
                <a:srgbClr val="FF9900"/>
              </a:buClr>
              <a:buSzPts val="1700"/>
              <a:buFont typeface="Arial"/>
              <a:buNone/>
            </a:pPr>
            <a:r>
              <a:rPr lang="en-US" sz="1700" b="1" i="0" u="sng">
                <a:solidFill>
                  <a:srgbClr val="FF9900"/>
                </a:solidFill>
                <a:latin typeface="Arial"/>
                <a:ea typeface="Arial"/>
                <a:cs typeface="Arial"/>
                <a:sym typeface="Arial"/>
              </a:rPr>
              <a:t>Objective </a:t>
            </a:r>
            <a:r>
              <a:rPr lang="en-US" sz="1700" b="1" i="0" u="none">
                <a:solidFill>
                  <a:srgbClr val="FF9900"/>
                </a:solidFill>
                <a:latin typeface="Arial"/>
                <a:ea typeface="Arial"/>
                <a:cs typeface="Arial"/>
                <a:sym typeface="Arial"/>
              </a:rPr>
              <a:t>: Find the densest region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g2ff6f630c79_0_787"/>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pic>
        <p:nvPicPr>
          <p:cNvPr id="1215" name="Google Shape;1215;g2ff6f630c79_0_787"/>
          <p:cNvPicPr preferRelativeResize="0"/>
          <p:nvPr/>
        </p:nvPicPr>
        <p:blipFill rotWithShape="1">
          <a:blip r:embed="rId3">
            <a:alphaModFix/>
          </a:blip>
          <a:srcRect/>
          <a:stretch/>
        </p:blipFill>
        <p:spPr>
          <a:xfrm>
            <a:off x="5761037" y="1208484"/>
            <a:ext cx="101203" cy="100012"/>
          </a:xfrm>
          <a:prstGeom prst="rect">
            <a:avLst/>
          </a:prstGeom>
          <a:noFill/>
          <a:ln>
            <a:noFill/>
          </a:ln>
        </p:spPr>
      </p:pic>
      <p:pic>
        <p:nvPicPr>
          <p:cNvPr id="1216" name="Google Shape;1216;g2ff6f630c79_0_787"/>
          <p:cNvPicPr preferRelativeResize="0"/>
          <p:nvPr/>
        </p:nvPicPr>
        <p:blipFill rotWithShape="1">
          <a:blip r:embed="rId4">
            <a:alphaModFix/>
          </a:blip>
          <a:srcRect/>
          <a:stretch/>
        </p:blipFill>
        <p:spPr>
          <a:xfrm>
            <a:off x="6115050" y="1359694"/>
            <a:ext cx="101203" cy="101203"/>
          </a:xfrm>
          <a:prstGeom prst="rect">
            <a:avLst/>
          </a:prstGeom>
          <a:noFill/>
          <a:ln>
            <a:noFill/>
          </a:ln>
        </p:spPr>
      </p:pic>
      <p:pic>
        <p:nvPicPr>
          <p:cNvPr id="1217" name="Google Shape;1217;g2ff6f630c79_0_787"/>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218" name="Google Shape;1218;g2ff6f630c79_0_787"/>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219" name="Google Shape;1219;g2ff6f630c79_0_787"/>
          <p:cNvPicPr preferRelativeResize="0"/>
          <p:nvPr/>
        </p:nvPicPr>
        <p:blipFill rotWithShape="1">
          <a:blip r:embed="rId4">
            <a:alphaModFix/>
          </a:blip>
          <a:srcRect/>
          <a:stretch/>
        </p:blipFill>
        <p:spPr>
          <a:xfrm>
            <a:off x="6989762" y="1863328"/>
            <a:ext cx="101203" cy="101203"/>
          </a:xfrm>
          <a:prstGeom prst="rect">
            <a:avLst/>
          </a:prstGeom>
          <a:noFill/>
          <a:ln>
            <a:noFill/>
          </a:ln>
        </p:spPr>
      </p:pic>
      <p:grpSp>
        <p:nvGrpSpPr>
          <p:cNvPr id="1220" name="Google Shape;1220;g2ff6f630c79_0_787"/>
          <p:cNvGrpSpPr/>
          <p:nvPr/>
        </p:nvGrpSpPr>
        <p:grpSpPr>
          <a:xfrm>
            <a:off x="3627731" y="1510912"/>
            <a:ext cx="2219554" cy="2024929"/>
            <a:chOff x="3959352" y="2282951"/>
            <a:chExt cx="3352800" cy="3060191"/>
          </a:xfrm>
        </p:grpSpPr>
        <p:pic>
          <p:nvPicPr>
            <p:cNvPr id="1221" name="Google Shape;1221;g2ff6f630c79_0_787"/>
            <p:cNvPicPr preferRelativeResize="0"/>
            <p:nvPr/>
          </p:nvPicPr>
          <p:blipFill rotWithShape="1">
            <a:blip r:embed="rId4">
              <a:alphaModFix/>
            </a:blip>
            <a:srcRect/>
            <a:stretch/>
          </p:blipFill>
          <p:spPr>
            <a:xfrm>
              <a:off x="7159752" y="3806951"/>
              <a:ext cx="152400" cy="152400"/>
            </a:xfrm>
            <a:prstGeom prst="rect">
              <a:avLst/>
            </a:prstGeom>
            <a:noFill/>
            <a:ln>
              <a:noFill/>
            </a:ln>
          </p:spPr>
        </p:pic>
        <p:pic>
          <p:nvPicPr>
            <p:cNvPr id="1222" name="Google Shape;1222;g2ff6f630c79_0_787"/>
            <p:cNvPicPr preferRelativeResize="0"/>
            <p:nvPr/>
          </p:nvPicPr>
          <p:blipFill rotWithShape="1">
            <a:blip r:embed="rId5">
              <a:alphaModFix/>
            </a:blip>
            <a:srcRect/>
            <a:stretch/>
          </p:blipFill>
          <p:spPr>
            <a:xfrm>
              <a:off x="4111752" y="2282951"/>
              <a:ext cx="3124200" cy="3060191"/>
            </a:xfrm>
            <a:prstGeom prst="rect">
              <a:avLst/>
            </a:prstGeom>
            <a:noFill/>
            <a:ln>
              <a:noFill/>
            </a:ln>
          </p:spPr>
        </p:pic>
        <p:pic>
          <p:nvPicPr>
            <p:cNvPr id="1223" name="Google Shape;1223;g2ff6f630c79_0_787"/>
            <p:cNvPicPr preferRelativeResize="0"/>
            <p:nvPr/>
          </p:nvPicPr>
          <p:blipFill rotWithShape="1">
            <a:blip r:embed="rId4">
              <a:alphaModFix/>
            </a:blip>
            <a:srcRect/>
            <a:stretch/>
          </p:blipFill>
          <p:spPr>
            <a:xfrm>
              <a:off x="3959352" y="4721351"/>
              <a:ext cx="152400" cy="152400"/>
            </a:xfrm>
            <a:prstGeom prst="rect">
              <a:avLst/>
            </a:prstGeom>
            <a:noFill/>
            <a:ln>
              <a:noFill/>
            </a:ln>
          </p:spPr>
        </p:pic>
      </p:grpSp>
      <p:pic>
        <p:nvPicPr>
          <p:cNvPr id="1224" name="Google Shape;1224;g2ff6f630c79_0_787"/>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225" name="Google Shape;1225;g2ff6f630c79_0_787"/>
          <p:cNvPicPr preferRelativeResize="0"/>
          <p:nvPr/>
        </p:nvPicPr>
        <p:blipFill rotWithShape="1">
          <a:blip r:embed="rId4">
            <a:alphaModFix/>
          </a:blip>
          <a:srcRect/>
          <a:stretch/>
        </p:blipFill>
        <p:spPr>
          <a:xfrm>
            <a:off x="7527925" y="2266950"/>
            <a:ext cx="101203" cy="101203"/>
          </a:xfrm>
          <a:prstGeom prst="rect">
            <a:avLst/>
          </a:prstGeom>
          <a:noFill/>
          <a:ln>
            <a:noFill/>
          </a:ln>
        </p:spPr>
      </p:pic>
      <p:pic>
        <p:nvPicPr>
          <p:cNvPr id="1226" name="Google Shape;1226;g2ff6f630c79_0_787"/>
          <p:cNvPicPr preferRelativeResize="0"/>
          <p:nvPr/>
        </p:nvPicPr>
        <p:blipFill rotWithShape="1">
          <a:blip r:embed="rId4">
            <a:alphaModFix/>
          </a:blip>
          <a:srcRect/>
          <a:stretch/>
        </p:blipFill>
        <p:spPr>
          <a:xfrm>
            <a:off x="6653212" y="2871788"/>
            <a:ext cx="101203" cy="101203"/>
          </a:xfrm>
          <a:prstGeom prst="rect">
            <a:avLst/>
          </a:prstGeom>
          <a:noFill/>
          <a:ln>
            <a:noFill/>
          </a:ln>
        </p:spPr>
      </p:pic>
      <p:pic>
        <p:nvPicPr>
          <p:cNvPr id="1227" name="Google Shape;1227;g2ff6f630c79_0_787"/>
          <p:cNvPicPr preferRelativeResize="0"/>
          <p:nvPr/>
        </p:nvPicPr>
        <p:blipFill rotWithShape="1">
          <a:blip r:embed="rId6">
            <a:alphaModFix/>
          </a:blip>
          <a:srcRect/>
          <a:stretch/>
        </p:blipFill>
        <p:spPr>
          <a:xfrm>
            <a:off x="7134225" y="2569369"/>
            <a:ext cx="101203" cy="101203"/>
          </a:xfrm>
          <a:prstGeom prst="rect">
            <a:avLst/>
          </a:prstGeom>
          <a:noFill/>
          <a:ln>
            <a:noFill/>
          </a:ln>
        </p:spPr>
      </p:pic>
      <p:pic>
        <p:nvPicPr>
          <p:cNvPr id="1228" name="Google Shape;1228;g2ff6f630c79_0_787"/>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229" name="Google Shape;1229;g2ff6f630c79_0_787"/>
          <p:cNvPicPr preferRelativeResize="0"/>
          <p:nvPr/>
        </p:nvPicPr>
        <p:blipFill rotWithShape="1">
          <a:blip r:embed="rId4">
            <a:alphaModFix/>
          </a:blip>
          <a:srcRect/>
          <a:stretch/>
        </p:blipFill>
        <p:spPr>
          <a:xfrm>
            <a:off x="6653212" y="3426619"/>
            <a:ext cx="101203" cy="101203"/>
          </a:xfrm>
          <a:prstGeom prst="rect">
            <a:avLst/>
          </a:prstGeom>
          <a:noFill/>
          <a:ln>
            <a:noFill/>
          </a:ln>
        </p:spPr>
      </p:pic>
      <p:pic>
        <p:nvPicPr>
          <p:cNvPr id="1230" name="Google Shape;1230;g2ff6f630c79_0_787"/>
          <p:cNvPicPr preferRelativeResize="0"/>
          <p:nvPr/>
        </p:nvPicPr>
        <p:blipFill rotWithShape="1">
          <a:blip r:embed="rId4">
            <a:alphaModFix/>
          </a:blip>
          <a:srcRect/>
          <a:stretch/>
        </p:blipFill>
        <p:spPr>
          <a:xfrm>
            <a:off x="5846762" y="3629025"/>
            <a:ext cx="101203" cy="100012"/>
          </a:xfrm>
          <a:prstGeom prst="rect">
            <a:avLst/>
          </a:prstGeom>
          <a:noFill/>
          <a:ln>
            <a:noFill/>
          </a:ln>
        </p:spPr>
      </p:pic>
      <p:pic>
        <p:nvPicPr>
          <p:cNvPr id="1231" name="Google Shape;1231;g2ff6f630c79_0_787"/>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232" name="Google Shape;1232;g2ff6f630c79_0_787"/>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233" name="Google Shape;1233;g2ff6f630c79_0_787"/>
          <p:cNvPicPr preferRelativeResize="0"/>
          <p:nvPr/>
        </p:nvPicPr>
        <p:blipFill rotWithShape="1">
          <a:blip r:embed="rId4">
            <a:alphaModFix/>
          </a:blip>
          <a:srcRect/>
          <a:stretch/>
        </p:blipFill>
        <p:spPr>
          <a:xfrm>
            <a:off x="5308600" y="3629025"/>
            <a:ext cx="101203" cy="100012"/>
          </a:xfrm>
          <a:prstGeom prst="rect">
            <a:avLst/>
          </a:prstGeom>
          <a:noFill/>
          <a:ln>
            <a:noFill/>
          </a:ln>
        </p:spPr>
      </p:pic>
      <p:pic>
        <p:nvPicPr>
          <p:cNvPr id="1234" name="Google Shape;1234;g2ff6f630c79_0_787"/>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235" name="Google Shape;1235;g2ff6f630c79_0_787"/>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236" name="Google Shape;1236;g2ff6f630c79_0_787"/>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237" name="Google Shape;1237;g2ff6f630c79_0_787"/>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238" name="Google Shape;1238;g2ff6f630c79_0_787"/>
          <p:cNvPicPr preferRelativeResize="0"/>
          <p:nvPr/>
        </p:nvPicPr>
        <p:blipFill rotWithShape="1">
          <a:blip r:embed="rId4">
            <a:alphaModFix/>
          </a:blip>
          <a:srcRect/>
          <a:stretch/>
        </p:blipFill>
        <p:spPr>
          <a:xfrm>
            <a:off x="4972050" y="1359694"/>
            <a:ext cx="101203" cy="101203"/>
          </a:xfrm>
          <a:prstGeom prst="rect">
            <a:avLst/>
          </a:prstGeom>
          <a:noFill/>
          <a:ln>
            <a:noFill/>
          </a:ln>
        </p:spPr>
      </p:pic>
      <p:pic>
        <p:nvPicPr>
          <p:cNvPr id="1239" name="Google Shape;1239;g2ff6f630c79_0_787"/>
          <p:cNvPicPr preferRelativeResize="0"/>
          <p:nvPr/>
        </p:nvPicPr>
        <p:blipFill rotWithShape="1">
          <a:blip r:embed="rId4">
            <a:alphaModFix/>
          </a:blip>
          <a:srcRect/>
          <a:stretch/>
        </p:blipFill>
        <p:spPr>
          <a:xfrm>
            <a:off x="4233862" y="1107281"/>
            <a:ext cx="100012" cy="101203"/>
          </a:xfrm>
          <a:prstGeom prst="rect">
            <a:avLst/>
          </a:prstGeom>
          <a:noFill/>
          <a:ln>
            <a:noFill/>
          </a:ln>
        </p:spPr>
      </p:pic>
      <p:pic>
        <p:nvPicPr>
          <p:cNvPr id="1240" name="Google Shape;1240;g2ff6f630c79_0_787"/>
          <p:cNvPicPr preferRelativeResize="0"/>
          <p:nvPr/>
        </p:nvPicPr>
        <p:blipFill rotWithShape="1">
          <a:blip r:embed="rId4">
            <a:alphaModFix/>
          </a:blip>
          <a:srcRect/>
          <a:stretch/>
        </p:blipFill>
        <p:spPr>
          <a:xfrm>
            <a:off x="3829050" y="1359694"/>
            <a:ext cx="101203" cy="101203"/>
          </a:xfrm>
          <a:prstGeom prst="rect">
            <a:avLst/>
          </a:prstGeom>
          <a:noFill/>
          <a:ln>
            <a:noFill/>
          </a:ln>
        </p:spPr>
      </p:pic>
      <p:pic>
        <p:nvPicPr>
          <p:cNvPr id="1241" name="Google Shape;1241;g2ff6f630c79_0_787"/>
          <p:cNvPicPr preferRelativeResize="0"/>
          <p:nvPr/>
        </p:nvPicPr>
        <p:blipFill rotWithShape="1">
          <a:blip r:embed="rId4">
            <a:alphaModFix/>
          </a:blip>
          <a:srcRect/>
          <a:stretch/>
        </p:blipFill>
        <p:spPr>
          <a:xfrm>
            <a:off x="3425825" y="2065734"/>
            <a:ext cx="101203" cy="100012"/>
          </a:xfrm>
          <a:prstGeom prst="rect">
            <a:avLst/>
          </a:prstGeom>
          <a:noFill/>
          <a:ln>
            <a:noFill/>
          </a:ln>
        </p:spPr>
      </p:pic>
      <p:pic>
        <p:nvPicPr>
          <p:cNvPr id="1242" name="Google Shape;1242;g2ff6f630c79_0_787"/>
          <p:cNvPicPr preferRelativeResize="0"/>
          <p:nvPr/>
        </p:nvPicPr>
        <p:blipFill rotWithShape="1">
          <a:blip r:embed="rId4">
            <a:alphaModFix/>
          </a:blip>
          <a:srcRect/>
          <a:stretch/>
        </p:blipFill>
        <p:spPr>
          <a:xfrm>
            <a:off x="3090862" y="2670571"/>
            <a:ext cx="100012" cy="101203"/>
          </a:xfrm>
          <a:prstGeom prst="rect">
            <a:avLst/>
          </a:prstGeom>
          <a:noFill/>
          <a:ln>
            <a:noFill/>
          </a:ln>
        </p:spPr>
      </p:pic>
      <p:pic>
        <p:nvPicPr>
          <p:cNvPr id="1243" name="Google Shape;1243;g2ff6f630c79_0_787"/>
          <p:cNvPicPr preferRelativeResize="0"/>
          <p:nvPr/>
        </p:nvPicPr>
        <p:blipFill rotWithShape="1">
          <a:blip r:embed="rId4">
            <a:alphaModFix/>
          </a:blip>
          <a:srcRect/>
          <a:stretch/>
        </p:blipFill>
        <p:spPr>
          <a:xfrm>
            <a:off x="3022600" y="3225403"/>
            <a:ext cx="101203" cy="101203"/>
          </a:xfrm>
          <a:prstGeom prst="rect">
            <a:avLst/>
          </a:prstGeom>
          <a:noFill/>
          <a:ln>
            <a:noFill/>
          </a:ln>
        </p:spPr>
      </p:pic>
      <p:pic>
        <p:nvPicPr>
          <p:cNvPr id="1244" name="Google Shape;1244;g2ff6f630c79_0_787"/>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245" name="Google Shape;1245;g2ff6f630c79_0_787"/>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246" name="Google Shape;1246;g2ff6f630c79_0_787"/>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247" name="Google Shape;1247;g2ff6f630c79_0_787"/>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248" name="Google Shape;1248;g2ff6f630c79_0_787"/>
          <p:cNvPicPr preferRelativeResize="0"/>
          <p:nvPr/>
        </p:nvPicPr>
        <p:blipFill rotWithShape="1">
          <a:blip r:embed="rId4">
            <a:alphaModFix/>
          </a:blip>
          <a:srcRect/>
          <a:stretch/>
        </p:blipFill>
        <p:spPr>
          <a:xfrm>
            <a:off x="2754312" y="2115740"/>
            <a:ext cx="100012" cy="101203"/>
          </a:xfrm>
          <a:prstGeom prst="rect">
            <a:avLst/>
          </a:prstGeom>
          <a:noFill/>
          <a:ln>
            <a:noFill/>
          </a:ln>
        </p:spPr>
      </p:pic>
      <p:pic>
        <p:nvPicPr>
          <p:cNvPr id="1249" name="Google Shape;1249;g2ff6f630c79_0_787"/>
          <p:cNvPicPr preferRelativeResize="0"/>
          <p:nvPr/>
        </p:nvPicPr>
        <p:blipFill rotWithShape="1">
          <a:blip r:embed="rId4">
            <a:alphaModFix/>
          </a:blip>
          <a:srcRect/>
          <a:stretch/>
        </p:blipFill>
        <p:spPr>
          <a:xfrm>
            <a:off x="3090862" y="1560909"/>
            <a:ext cx="100012" cy="101203"/>
          </a:xfrm>
          <a:prstGeom prst="rect">
            <a:avLst/>
          </a:prstGeom>
          <a:noFill/>
          <a:ln>
            <a:noFill/>
          </a:ln>
        </p:spPr>
      </p:pic>
      <p:pic>
        <p:nvPicPr>
          <p:cNvPr id="1250" name="Google Shape;1250;g2ff6f630c79_0_787"/>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251" name="Google Shape;1251;g2ff6f630c79_0_787"/>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252" name="Google Shape;1252;g2ff6f630c79_0_787"/>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253" name="Google Shape;1253;g2ff6f630c79_0_787"/>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254" name="Google Shape;1254;g2ff6f630c79_0_787"/>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255" name="Google Shape;1255;g2ff6f630c79_0_787"/>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256" name="Google Shape;1256;g2ff6f630c79_0_787"/>
          <p:cNvPicPr preferRelativeResize="0"/>
          <p:nvPr/>
        </p:nvPicPr>
        <p:blipFill rotWithShape="1">
          <a:blip r:embed="rId4">
            <a:alphaModFix/>
          </a:blip>
          <a:srcRect/>
          <a:stretch/>
        </p:blipFill>
        <p:spPr>
          <a:xfrm>
            <a:off x="1543050" y="1107281"/>
            <a:ext cx="101203" cy="101203"/>
          </a:xfrm>
          <a:prstGeom prst="rect">
            <a:avLst/>
          </a:prstGeom>
          <a:noFill/>
          <a:ln>
            <a:noFill/>
          </a:ln>
        </p:spPr>
      </p:pic>
      <p:pic>
        <p:nvPicPr>
          <p:cNvPr id="1257" name="Google Shape;1257;g2ff6f630c79_0_787"/>
          <p:cNvPicPr preferRelativeResize="0"/>
          <p:nvPr/>
        </p:nvPicPr>
        <p:blipFill rotWithShape="1">
          <a:blip r:embed="rId4">
            <a:alphaModFix/>
          </a:blip>
          <a:srcRect/>
          <a:stretch/>
        </p:blipFill>
        <p:spPr>
          <a:xfrm>
            <a:off x="2820987" y="1006078"/>
            <a:ext cx="101203" cy="101203"/>
          </a:xfrm>
          <a:prstGeom prst="rect">
            <a:avLst/>
          </a:prstGeom>
          <a:noFill/>
          <a:ln>
            <a:noFill/>
          </a:ln>
        </p:spPr>
      </p:pic>
      <p:sp>
        <p:nvSpPr>
          <p:cNvPr id="1258" name="Google Shape;1258;g2ff6f630c79_0_787"/>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59" name="Google Shape;1259;g2ff6f630c79_0_787"/>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60" name="Google Shape;1260;g2ff6f630c79_0_787"/>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grpSp>
        <p:nvGrpSpPr>
          <p:cNvPr id="1261" name="Google Shape;1261;g2ff6f630c79_0_787"/>
          <p:cNvGrpSpPr/>
          <p:nvPr/>
        </p:nvGrpSpPr>
        <p:grpSpPr>
          <a:xfrm>
            <a:off x="7116633" y="3874571"/>
            <a:ext cx="1293788" cy="415557"/>
            <a:chOff x="7912607" y="5855208"/>
            <a:chExt cx="1466215" cy="628014"/>
          </a:xfrm>
        </p:grpSpPr>
        <p:sp>
          <p:nvSpPr>
            <p:cNvPr id="1262" name="Google Shape;1262;g2ff6f630c79_0_787"/>
            <p:cNvSpPr/>
            <p:nvPr/>
          </p:nvSpPr>
          <p:spPr>
            <a:xfrm>
              <a:off x="7921751" y="5864352"/>
              <a:ext cx="1447800" cy="609600"/>
            </a:xfrm>
            <a:custGeom>
              <a:avLst/>
              <a:gdLst/>
              <a:ahLst/>
              <a:cxnLst/>
              <a:rect l="l" t="t" r="r" b="b"/>
              <a:pathLst>
                <a:path w="1447800" h="609600" extrusionOk="0">
                  <a:moveTo>
                    <a:pt x="1347216" y="0"/>
                  </a:moveTo>
                  <a:lnTo>
                    <a:pt x="100583" y="0"/>
                  </a:lnTo>
                  <a:lnTo>
                    <a:pt x="61722" y="8000"/>
                  </a:lnTo>
                  <a:lnTo>
                    <a:pt x="29718" y="29718"/>
                  </a:lnTo>
                  <a:lnTo>
                    <a:pt x="8000" y="61722"/>
                  </a:lnTo>
                  <a:lnTo>
                    <a:pt x="0" y="100584"/>
                  </a:lnTo>
                  <a:lnTo>
                    <a:pt x="0" y="509016"/>
                  </a:lnTo>
                  <a:lnTo>
                    <a:pt x="8000" y="547878"/>
                  </a:lnTo>
                  <a:lnTo>
                    <a:pt x="29718" y="579882"/>
                  </a:lnTo>
                  <a:lnTo>
                    <a:pt x="61722" y="601599"/>
                  </a:lnTo>
                  <a:lnTo>
                    <a:pt x="100583" y="609600"/>
                  </a:lnTo>
                  <a:lnTo>
                    <a:pt x="1347216" y="609600"/>
                  </a:lnTo>
                  <a:lnTo>
                    <a:pt x="1386077" y="601599"/>
                  </a:lnTo>
                  <a:lnTo>
                    <a:pt x="1418081" y="579882"/>
                  </a:lnTo>
                  <a:lnTo>
                    <a:pt x="1439799" y="547878"/>
                  </a:lnTo>
                  <a:lnTo>
                    <a:pt x="1447800" y="509016"/>
                  </a:lnTo>
                  <a:lnTo>
                    <a:pt x="1447800" y="100584"/>
                  </a:lnTo>
                  <a:lnTo>
                    <a:pt x="1439799" y="61722"/>
                  </a:lnTo>
                  <a:lnTo>
                    <a:pt x="1418081" y="29718"/>
                  </a:lnTo>
                  <a:lnTo>
                    <a:pt x="1386077" y="8000"/>
                  </a:lnTo>
                  <a:lnTo>
                    <a:pt x="1347216"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63" name="Google Shape;1263;g2ff6f630c79_0_787"/>
            <p:cNvSpPr/>
            <p:nvPr/>
          </p:nvSpPr>
          <p:spPr>
            <a:xfrm>
              <a:off x="7912607" y="5855208"/>
              <a:ext cx="1466215" cy="628014"/>
            </a:xfrm>
            <a:custGeom>
              <a:avLst/>
              <a:gdLst/>
              <a:ahLst/>
              <a:cxnLst/>
              <a:rect l="l" t="t" r="r" b="b"/>
              <a:pathLst>
                <a:path w="1466215" h="628014" extrusionOk="0">
                  <a:moveTo>
                    <a:pt x="1377696" y="0"/>
                  </a:moveTo>
                  <a:lnTo>
                    <a:pt x="85344" y="0"/>
                  </a:lnTo>
                  <a:lnTo>
                    <a:pt x="67056" y="6096"/>
                  </a:lnTo>
                  <a:lnTo>
                    <a:pt x="64008" y="9144"/>
                  </a:lnTo>
                  <a:lnTo>
                    <a:pt x="48768" y="18288"/>
                  </a:lnTo>
                  <a:lnTo>
                    <a:pt x="33527" y="30480"/>
                  </a:lnTo>
                  <a:lnTo>
                    <a:pt x="30480" y="33528"/>
                  </a:lnTo>
                  <a:lnTo>
                    <a:pt x="18288" y="48768"/>
                  </a:lnTo>
                  <a:lnTo>
                    <a:pt x="9144" y="64008"/>
                  </a:lnTo>
                  <a:lnTo>
                    <a:pt x="6096" y="67056"/>
                  </a:lnTo>
                  <a:lnTo>
                    <a:pt x="0" y="85344"/>
                  </a:lnTo>
                  <a:lnTo>
                    <a:pt x="0" y="539496"/>
                  </a:lnTo>
                  <a:lnTo>
                    <a:pt x="6096" y="557784"/>
                  </a:lnTo>
                  <a:lnTo>
                    <a:pt x="9144" y="560832"/>
                  </a:lnTo>
                  <a:lnTo>
                    <a:pt x="18288" y="576072"/>
                  </a:lnTo>
                  <a:lnTo>
                    <a:pt x="30480" y="591312"/>
                  </a:lnTo>
                  <a:lnTo>
                    <a:pt x="33527" y="594360"/>
                  </a:lnTo>
                  <a:lnTo>
                    <a:pt x="48768" y="606552"/>
                  </a:lnTo>
                  <a:lnTo>
                    <a:pt x="64008" y="615696"/>
                  </a:lnTo>
                  <a:lnTo>
                    <a:pt x="67056" y="618744"/>
                  </a:lnTo>
                  <a:lnTo>
                    <a:pt x="85344" y="624840"/>
                  </a:lnTo>
                  <a:lnTo>
                    <a:pt x="106680" y="627888"/>
                  </a:lnTo>
                  <a:lnTo>
                    <a:pt x="1353312" y="627888"/>
                  </a:lnTo>
                  <a:lnTo>
                    <a:pt x="1374648" y="624840"/>
                  </a:lnTo>
                  <a:lnTo>
                    <a:pt x="1377696" y="624840"/>
                  </a:lnTo>
                  <a:lnTo>
                    <a:pt x="1395984" y="618744"/>
                  </a:lnTo>
                  <a:lnTo>
                    <a:pt x="1399032" y="615696"/>
                  </a:lnTo>
                  <a:lnTo>
                    <a:pt x="1374648" y="615696"/>
                  </a:lnTo>
                  <a:lnTo>
                    <a:pt x="1374648" y="609600"/>
                  </a:lnTo>
                  <a:lnTo>
                    <a:pt x="70103" y="609600"/>
                  </a:lnTo>
                  <a:lnTo>
                    <a:pt x="70103" y="600456"/>
                  </a:lnTo>
                  <a:lnTo>
                    <a:pt x="73151" y="600456"/>
                  </a:lnTo>
                  <a:lnTo>
                    <a:pt x="57912" y="591312"/>
                  </a:lnTo>
                  <a:lnTo>
                    <a:pt x="54101" y="588264"/>
                  </a:lnTo>
                  <a:lnTo>
                    <a:pt x="36575" y="588264"/>
                  </a:lnTo>
                  <a:lnTo>
                    <a:pt x="42672" y="579120"/>
                  </a:lnTo>
                  <a:lnTo>
                    <a:pt x="43281" y="579120"/>
                  </a:lnTo>
                  <a:lnTo>
                    <a:pt x="33527" y="566928"/>
                  </a:lnTo>
                  <a:lnTo>
                    <a:pt x="26212" y="554736"/>
                  </a:lnTo>
                  <a:lnTo>
                    <a:pt x="15240" y="554736"/>
                  </a:lnTo>
                  <a:lnTo>
                    <a:pt x="23469" y="551992"/>
                  </a:lnTo>
                  <a:lnTo>
                    <a:pt x="19304" y="539496"/>
                  </a:lnTo>
                  <a:lnTo>
                    <a:pt x="18288" y="539496"/>
                  </a:lnTo>
                  <a:lnTo>
                    <a:pt x="9144" y="536448"/>
                  </a:lnTo>
                  <a:lnTo>
                    <a:pt x="18288" y="536448"/>
                  </a:lnTo>
                  <a:lnTo>
                    <a:pt x="18288" y="88392"/>
                  </a:lnTo>
                  <a:lnTo>
                    <a:pt x="23469" y="72847"/>
                  </a:lnTo>
                  <a:lnTo>
                    <a:pt x="15240" y="70104"/>
                  </a:lnTo>
                  <a:lnTo>
                    <a:pt x="26212" y="70104"/>
                  </a:lnTo>
                  <a:lnTo>
                    <a:pt x="33527" y="57912"/>
                  </a:lnTo>
                  <a:lnTo>
                    <a:pt x="43281" y="45720"/>
                  </a:lnTo>
                  <a:lnTo>
                    <a:pt x="42672" y="45720"/>
                  </a:lnTo>
                  <a:lnTo>
                    <a:pt x="36575" y="36576"/>
                  </a:lnTo>
                  <a:lnTo>
                    <a:pt x="54102" y="36576"/>
                  </a:lnTo>
                  <a:lnTo>
                    <a:pt x="57912" y="33528"/>
                  </a:lnTo>
                  <a:lnTo>
                    <a:pt x="73151" y="24384"/>
                  </a:lnTo>
                  <a:lnTo>
                    <a:pt x="70103" y="24384"/>
                  </a:lnTo>
                  <a:lnTo>
                    <a:pt x="70103" y="15240"/>
                  </a:lnTo>
                  <a:lnTo>
                    <a:pt x="1374648" y="15240"/>
                  </a:lnTo>
                  <a:lnTo>
                    <a:pt x="1374648" y="9144"/>
                  </a:lnTo>
                  <a:lnTo>
                    <a:pt x="1399032" y="9144"/>
                  </a:lnTo>
                  <a:lnTo>
                    <a:pt x="1395984" y="6096"/>
                  </a:lnTo>
                  <a:lnTo>
                    <a:pt x="1377696" y="0"/>
                  </a:lnTo>
                  <a:close/>
                </a:path>
                <a:path w="1466215" h="628014" extrusionOk="0">
                  <a:moveTo>
                    <a:pt x="1377696" y="606552"/>
                  </a:moveTo>
                  <a:lnTo>
                    <a:pt x="1374648" y="606987"/>
                  </a:lnTo>
                  <a:lnTo>
                    <a:pt x="1374648" y="615696"/>
                  </a:lnTo>
                  <a:lnTo>
                    <a:pt x="1377696" y="606552"/>
                  </a:lnTo>
                  <a:close/>
                </a:path>
                <a:path w="1466215" h="628014" extrusionOk="0">
                  <a:moveTo>
                    <a:pt x="1391920" y="606552"/>
                  </a:moveTo>
                  <a:lnTo>
                    <a:pt x="1377696" y="606552"/>
                  </a:lnTo>
                  <a:lnTo>
                    <a:pt x="1374648" y="615696"/>
                  </a:lnTo>
                  <a:lnTo>
                    <a:pt x="1399032" y="615696"/>
                  </a:lnTo>
                  <a:lnTo>
                    <a:pt x="1409192" y="609600"/>
                  </a:lnTo>
                  <a:lnTo>
                    <a:pt x="1392936" y="609600"/>
                  </a:lnTo>
                  <a:lnTo>
                    <a:pt x="1391920" y="606552"/>
                  </a:lnTo>
                  <a:close/>
                </a:path>
                <a:path w="1466215" h="628014" extrusionOk="0">
                  <a:moveTo>
                    <a:pt x="70103" y="600456"/>
                  </a:moveTo>
                  <a:lnTo>
                    <a:pt x="70103" y="609600"/>
                  </a:lnTo>
                  <a:lnTo>
                    <a:pt x="72847" y="601370"/>
                  </a:lnTo>
                  <a:lnTo>
                    <a:pt x="70103" y="600456"/>
                  </a:lnTo>
                  <a:close/>
                </a:path>
                <a:path w="1466215" h="628014" extrusionOk="0">
                  <a:moveTo>
                    <a:pt x="72847" y="601370"/>
                  </a:moveTo>
                  <a:lnTo>
                    <a:pt x="70103" y="609600"/>
                  </a:lnTo>
                  <a:lnTo>
                    <a:pt x="109727" y="609600"/>
                  </a:lnTo>
                  <a:lnTo>
                    <a:pt x="88392" y="606552"/>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6"/>
                  </a:moveTo>
                  <a:lnTo>
                    <a:pt x="1390192" y="601370"/>
                  </a:lnTo>
                  <a:lnTo>
                    <a:pt x="1392936" y="609600"/>
                  </a:lnTo>
                  <a:lnTo>
                    <a:pt x="1392936" y="600456"/>
                  </a:lnTo>
                  <a:close/>
                </a:path>
                <a:path w="1466215" h="628014" extrusionOk="0">
                  <a:moveTo>
                    <a:pt x="1421892" y="600456"/>
                  </a:moveTo>
                  <a:lnTo>
                    <a:pt x="1392936" y="600456"/>
                  </a:lnTo>
                  <a:lnTo>
                    <a:pt x="1392936" y="609600"/>
                  </a:lnTo>
                  <a:lnTo>
                    <a:pt x="1409192" y="609600"/>
                  </a:lnTo>
                  <a:lnTo>
                    <a:pt x="1414272" y="606552"/>
                  </a:lnTo>
                  <a:lnTo>
                    <a:pt x="1421892" y="600456"/>
                  </a:lnTo>
                  <a:close/>
                </a:path>
                <a:path w="1466215" h="628014" extrusionOk="0">
                  <a:moveTo>
                    <a:pt x="1390192" y="601370"/>
                  </a:moveTo>
                  <a:lnTo>
                    <a:pt x="1374648" y="606552"/>
                  </a:lnTo>
                  <a:lnTo>
                    <a:pt x="1374648" y="606987"/>
                  </a:lnTo>
                  <a:lnTo>
                    <a:pt x="1377696" y="606552"/>
                  </a:lnTo>
                  <a:lnTo>
                    <a:pt x="1391920" y="606552"/>
                  </a:lnTo>
                  <a:lnTo>
                    <a:pt x="1390192" y="601370"/>
                  </a:lnTo>
                  <a:close/>
                </a:path>
                <a:path w="1466215" h="628014" extrusionOk="0">
                  <a:moveTo>
                    <a:pt x="73151" y="600456"/>
                  </a:moveTo>
                  <a:lnTo>
                    <a:pt x="70103" y="600456"/>
                  </a:lnTo>
                  <a:lnTo>
                    <a:pt x="72847" y="601370"/>
                  </a:lnTo>
                  <a:lnTo>
                    <a:pt x="73151" y="600456"/>
                  </a:lnTo>
                  <a:close/>
                </a:path>
                <a:path w="1466215" h="628014" extrusionOk="0">
                  <a:moveTo>
                    <a:pt x="1418674" y="580474"/>
                  </a:moveTo>
                  <a:lnTo>
                    <a:pt x="1405127" y="591312"/>
                  </a:lnTo>
                  <a:lnTo>
                    <a:pt x="1389888" y="600456"/>
                  </a:lnTo>
                  <a:lnTo>
                    <a:pt x="1390192" y="601370"/>
                  </a:lnTo>
                  <a:lnTo>
                    <a:pt x="1392936" y="600456"/>
                  </a:lnTo>
                  <a:lnTo>
                    <a:pt x="1421892" y="600456"/>
                  </a:lnTo>
                  <a:lnTo>
                    <a:pt x="1429512" y="594360"/>
                  </a:lnTo>
                  <a:lnTo>
                    <a:pt x="1432560" y="591312"/>
                  </a:lnTo>
                  <a:lnTo>
                    <a:pt x="1434998" y="588264"/>
                  </a:lnTo>
                  <a:lnTo>
                    <a:pt x="1426464" y="588264"/>
                  </a:lnTo>
                  <a:lnTo>
                    <a:pt x="1417320" y="582168"/>
                  </a:lnTo>
                  <a:lnTo>
                    <a:pt x="1418674" y="580474"/>
                  </a:lnTo>
                  <a:close/>
                </a:path>
                <a:path w="1466215" h="628014" extrusionOk="0">
                  <a:moveTo>
                    <a:pt x="42672" y="579120"/>
                  </a:moveTo>
                  <a:lnTo>
                    <a:pt x="36575" y="588264"/>
                  </a:lnTo>
                  <a:lnTo>
                    <a:pt x="45720" y="582168"/>
                  </a:lnTo>
                  <a:lnTo>
                    <a:pt x="44365" y="580474"/>
                  </a:lnTo>
                  <a:lnTo>
                    <a:pt x="42672" y="579120"/>
                  </a:lnTo>
                  <a:close/>
                </a:path>
                <a:path w="1466215" h="628014" extrusionOk="0">
                  <a:moveTo>
                    <a:pt x="44365" y="580474"/>
                  </a:moveTo>
                  <a:lnTo>
                    <a:pt x="45720" y="582168"/>
                  </a:lnTo>
                  <a:lnTo>
                    <a:pt x="36575" y="588264"/>
                  </a:lnTo>
                  <a:lnTo>
                    <a:pt x="54101" y="588264"/>
                  </a:lnTo>
                  <a:lnTo>
                    <a:pt x="44365" y="580474"/>
                  </a:lnTo>
                  <a:close/>
                </a:path>
                <a:path w="1466215" h="628014" extrusionOk="0">
                  <a:moveTo>
                    <a:pt x="1420368" y="579120"/>
                  </a:moveTo>
                  <a:lnTo>
                    <a:pt x="1418674" y="580474"/>
                  </a:lnTo>
                  <a:lnTo>
                    <a:pt x="1417320" y="582168"/>
                  </a:lnTo>
                  <a:lnTo>
                    <a:pt x="1426464" y="588264"/>
                  </a:lnTo>
                  <a:lnTo>
                    <a:pt x="1420368" y="579120"/>
                  </a:lnTo>
                  <a:close/>
                </a:path>
                <a:path w="1466215" h="628014" extrusionOk="0">
                  <a:moveTo>
                    <a:pt x="1442313" y="579120"/>
                  </a:moveTo>
                  <a:lnTo>
                    <a:pt x="1420368" y="579120"/>
                  </a:lnTo>
                  <a:lnTo>
                    <a:pt x="1426464" y="588264"/>
                  </a:lnTo>
                  <a:lnTo>
                    <a:pt x="1434998" y="588264"/>
                  </a:lnTo>
                  <a:lnTo>
                    <a:pt x="1442313" y="579120"/>
                  </a:lnTo>
                  <a:close/>
                </a:path>
                <a:path w="1466215" h="628014" extrusionOk="0">
                  <a:moveTo>
                    <a:pt x="43281" y="579120"/>
                  </a:moveTo>
                  <a:lnTo>
                    <a:pt x="42672" y="579120"/>
                  </a:lnTo>
                  <a:lnTo>
                    <a:pt x="44365" y="580474"/>
                  </a:lnTo>
                  <a:lnTo>
                    <a:pt x="43281" y="579120"/>
                  </a:lnTo>
                  <a:close/>
                </a:path>
                <a:path w="1466215" h="628014" extrusionOk="0">
                  <a:moveTo>
                    <a:pt x="1438656" y="551688"/>
                  </a:moveTo>
                  <a:lnTo>
                    <a:pt x="1429512" y="566928"/>
                  </a:lnTo>
                  <a:lnTo>
                    <a:pt x="1418674" y="580474"/>
                  </a:lnTo>
                  <a:lnTo>
                    <a:pt x="1420368" y="579120"/>
                  </a:lnTo>
                  <a:lnTo>
                    <a:pt x="1442313" y="579120"/>
                  </a:lnTo>
                  <a:lnTo>
                    <a:pt x="1444752" y="576072"/>
                  </a:lnTo>
                  <a:lnTo>
                    <a:pt x="1453896" y="560832"/>
                  </a:lnTo>
                  <a:lnTo>
                    <a:pt x="1456944" y="557784"/>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8"/>
                  </a:moveTo>
                  <a:lnTo>
                    <a:pt x="1444752" y="536448"/>
                  </a:lnTo>
                  <a:lnTo>
                    <a:pt x="1439570" y="551992"/>
                  </a:lnTo>
                  <a:lnTo>
                    <a:pt x="1447800" y="554736"/>
                  </a:lnTo>
                  <a:lnTo>
                    <a:pt x="1457960" y="554736"/>
                  </a:lnTo>
                  <a:lnTo>
                    <a:pt x="1463040" y="539496"/>
                  </a:lnTo>
                  <a:lnTo>
                    <a:pt x="1444752" y="539496"/>
                  </a:lnTo>
                  <a:lnTo>
                    <a:pt x="1445187" y="536448"/>
                  </a:lnTo>
                  <a:close/>
                </a:path>
                <a:path w="1466215" h="628014" extrusionOk="0">
                  <a:moveTo>
                    <a:pt x="18288" y="536448"/>
                  </a:moveTo>
                  <a:lnTo>
                    <a:pt x="9144" y="536448"/>
                  </a:lnTo>
                  <a:lnTo>
                    <a:pt x="18288" y="539496"/>
                  </a:lnTo>
                  <a:lnTo>
                    <a:pt x="18288" y="536448"/>
                  </a:lnTo>
                  <a:close/>
                </a:path>
                <a:path w="1466215" h="628014" extrusionOk="0">
                  <a:moveTo>
                    <a:pt x="18288" y="536448"/>
                  </a:moveTo>
                  <a:lnTo>
                    <a:pt x="18288" y="539496"/>
                  </a:lnTo>
                  <a:lnTo>
                    <a:pt x="19304" y="539496"/>
                  </a:lnTo>
                  <a:lnTo>
                    <a:pt x="18288" y="536448"/>
                  </a:lnTo>
                  <a:close/>
                </a:path>
                <a:path w="1466215" h="628014" extrusionOk="0">
                  <a:moveTo>
                    <a:pt x="1457960" y="70104"/>
                  </a:moveTo>
                  <a:lnTo>
                    <a:pt x="1447800" y="70104"/>
                  </a:lnTo>
                  <a:lnTo>
                    <a:pt x="1439570" y="72847"/>
                  </a:lnTo>
                  <a:lnTo>
                    <a:pt x="1444752" y="88392"/>
                  </a:lnTo>
                  <a:lnTo>
                    <a:pt x="1447800" y="109728"/>
                  </a:lnTo>
                  <a:lnTo>
                    <a:pt x="1447800" y="518160"/>
                  </a:lnTo>
                  <a:lnTo>
                    <a:pt x="1444752" y="539496"/>
                  </a:lnTo>
                  <a:lnTo>
                    <a:pt x="1453896" y="536448"/>
                  </a:lnTo>
                  <a:lnTo>
                    <a:pt x="1463040" y="536448"/>
                  </a:lnTo>
                  <a:lnTo>
                    <a:pt x="1466088" y="515112"/>
                  </a:lnTo>
                  <a:lnTo>
                    <a:pt x="1466088" y="106680"/>
                  </a:lnTo>
                  <a:lnTo>
                    <a:pt x="1463040" y="85344"/>
                  </a:lnTo>
                  <a:lnTo>
                    <a:pt x="1457960" y="70104"/>
                  </a:lnTo>
                  <a:close/>
                </a:path>
                <a:path w="1466215" h="628014" extrusionOk="0">
                  <a:moveTo>
                    <a:pt x="1463040" y="536448"/>
                  </a:moveTo>
                  <a:lnTo>
                    <a:pt x="1453896" y="536448"/>
                  </a:lnTo>
                  <a:lnTo>
                    <a:pt x="1444752" y="539496"/>
                  </a:lnTo>
                  <a:lnTo>
                    <a:pt x="1463040" y="539496"/>
                  </a:lnTo>
                  <a:lnTo>
                    <a:pt x="1463040" y="536448"/>
                  </a:lnTo>
                  <a:close/>
                </a:path>
                <a:path w="1466215" h="628014" extrusionOk="0">
                  <a:moveTo>
                    <a:pt x="26212" y="70104"/>
                  </a:moveTo>
                  <a:lnTo>
                    <a:pt x="24384" y="70104"/>
                  </a:lnTo>
                  <a:lnTo>
                    <a:pt x="23469" y="72847"/>
                  </a:lnTo>
                  <a:lnTo>
                    <a:pt x="24384" y="73152"/>
                  </a:lnTo>
                  <a:lnTo>
                    <a:pt x="26212" y="70104"/>
                  </a:lnTo>
                  <a:close/>
                </a:path>
                <a:path w="1466215" h="628014" extrusionOk="0">
                  <a:moveTo>
                    <a:pt x="1418674" y="44365"/>
                  </a:moveTo>
                  <a:lnTo>
                    <a:pt x="1429512" y="57912"/>
                  </a:lnTo>
                  <a:lnTo>
                    <a:pt x="1438656" y="73152"/>
                  </a:lnTo>
                  <a:lnTo>
                    <a:pt x="1439570" y="72847"/>
                  </a:lnTo>
                  <a:lnTo>
                    <a:pt x="1438656" y="70104"/>
                  </a:lnTo>
                  <a:lnTo>
                    <a:pt x="1457960" y="70104"/>
                  </a:lnTo>
                  <a:lnTo>
                    <a:pt x="1456944" y="67056"/>
                  </a:lnTo>
                  <a:lnTo>
                    <a:pt x="1453896" y="64008"/>
                  </a:lnTo>
                  <a:lnTo>
                    <a:pt x="1444752" y="48768"/>
                  </a:lnTo>
                  <a:lnTo>
                    <a:pt x="1442313" y="45720"/>
                  </a:lnTo>
                  <a:lnTo>
                    <a:pt x="1420368" y="45720"/>
                  </a:lnTo>
                  <a:lnTo>
                    <a:pt x="1418674" y="44365"/>
                  </a:lnTo>
                  <a:close/>
                </a:path>
                <a:path w="1466215" h="628014" extrusionOk="0">
                  <a:moveTo>
                    <a:pt x="24384" y="70104"/>
                  </a:moveTo>
                  <a:lnTo>
                    <a:pt x="15240" y="70104"/>
                  </a:lnTo>
                  <a:lnTo>
                    <a:pt x="23469" y="72847"/>
                  </a:lnTo>
                  <a:lnTo>
                    <a:pt x="24384" y="70104"/>
                  </a:lnTo>
                  <a:close/>
                </a:path>
                <a:path w="1466215" h="628014" extrusionOk="0">
                  <a:moveTo>
                    <a:pt x="1447800" y="70104"/>
                  </a:moveTo>
                  <a:lnTo>
                    <a:pt x="1438656" y="70104"/>
                  </a:lnTo>
                  <a:lnTo>
                    <a:pt x="1439570" y="72847"/>
                  </a:lnTo>
                  <a:lnTo>
                    <a:pt x="1447800" y="70104"/>
                  </a:lnTo>
                  <a:close/>
                </a:path>
                <a:path w="1466215" h="628014" extrusionOk="0">
                  <a:moveTo>
                    <a:pt x="36575" y="36576"/>
                  </a:moveTo>
                  <a:lnTo>
                    <a:pt x="42672" y="45720"/>
                  </a:lnTo>
                  <a:lnTo>
                    <a:pt x="44365" y="44365"/>
                  </a:lnTo>
                  <a:lnTo>
                    <a:pt x="45720" y="42672"/>
                  </a:lnTo>
                  <a:lnTo>
                    <a:pt x="36575" y="36576"/>
                  </a:lnTo>
                  <a:close/>
                </a:path>
                <a:path w="1466215" h="628014" extrusionOk="0">
                  <a:moveTo>
                    <a:pt x="44365" y="44365"/>
                  </a:moveTo>
                  <a:lnTo>
                    <a:pt x="42672" y="45720"/>
                  </a:lnTo>
                  <a:lnTo>
                    <a:pt x="43281" y="45720"/>
                  </a:lnTo>
                  <a:lnTo>
                    <a:pt x="44365" y="44365"/>
                  </a:lnTo>
                  <a:close/>
                </a:path>
                <a:path w="1466215" h="628014" extrusionOk="0">
                  <a:moveTo>
                    <a:pt x="1426464" y="36576"/>
                  </a:moveTo>
                  <a:lnTo>
                    <a:pt x="1417320" y="42672"/>
                  </a:lnTo>
                  <a:lnTo>
                    <a:pt x="1418674" y="44365"/>
                  </a:lnTo>
                  <a:lnTo>
                    <a:pt x="1420368" y="45720"/>
                  </a:lnTo>
                  <a:lnTo>
                    <a:pt x="1426464" y="36576"/>
                  </a:lnTo>
                  <a:close/>
                </a:path>
                <a:path w="1466215" h="628014" extrusionOk="0">
                  <a:moveTo>
                    <a:pt x="1434998" y="36576"/>
                  </a:moveTo>
                  <a:lnTo>
                    <a:pt x="1426464" y="36576"/>
                  </a:lnTo>
                  <a:lnTo>
                    <a:pt x="1420368" y="45720"/>
                  </a:lnTo>
                  <a:lnTo>
                    <a:pt x="1442313" y="45720"/>
                  </a:lnTo>
                  <a:lnTo>
                    <a:pt x="1434998" y="36576"/>
                  </a:lnTo>
                  <a:close/>
                </a:path>
                <a:path w="1466215" h="628014" extrusionOk="0">
                  <a:moveTo>
                    <a:pt x="54102" y="36576"/>
                  </a:moveTo>
                  <a:lnTo>
                    <a:pt x="36575" y="36576"/>
                  </a:lnTo>
                  <a:lnTo>
                    <a:pt x="45720" y="42672"/>
                  </a:lnTo>
                  <a:lnTo>
                    <a:pt x="44365" y="44365"/>
                  </a:lnTo>
                  <a:lnTo>
                    <a:pt x="54102" y="36576"/>
                  </a:lnTo>
                  <a:close/>
                </a:path>
                <a:path w="1466215" h="628014" extrusionOk="0">
                  <a:moveTo>
                    <a:pt x="1409192" y="15240"/>
                  </a:moveTo>
                  <a:lnTo>
                    <a:pt x="1392936" y="15240"/>
                  </a:lnTo>
                  <a:lnTo>
                    <a:pt x="1392936" y="24384"/>
                  </a:lnTo>
                  <a:lnTo>
                    <a:pt x="1389888" y="24384"/>
                  </a:lnTo>
                  <a:lnTo>
                    <a:pt x="1405127" y="33528"/>
                  </a:lnTo>
                  <a:lnTo>
                    <a:pt x="1418674" y="44365"/>
                  </a:lnTo>
                  <a:lnTo>
                    <a:pt x="1417320" y="42672"/>
                  </a:lnTo>
                  <a:lnTo>
                    <a:pt x="1426464" y="36576"/>
                  </a:lnTo>
                  <a:lnTo>
                    <a:pt x="1434998" y="36576"/>
                  </a:lnTo>
                  <a:lnTo>
                    <a:pt x="1432560" y="33528"/>
                  </a:lnTo>
                  <a:lnTo>
                    <a:pt x="1429512" y="30480"/>
                  </a:lnTo>
                  <a:lnTo>
                    <a:pt x="1421892" y="24384"/>
                  </a:lnTo>
                  <a:lnTo>
                    <a:pt x="1392936" y="24384"/>
                  </a:lnTo>
                  <a:lnTo>
                    <a:pt x="1390192" y="23469"/>
                  </a:lnTo>
                  <a:lnTo>
                    <a:pt x="1420749" y="23469"/>
                  </a:lnTo>
                  <a:lnTo>
                    <a:pt x="1414272" y="18288"/>
                  </a:lnTo>
                  <a:lnTo>
                    <a:pt x="1409192" y="15240"/>
                  </a:lnTo>
                  <a:close/>
                </a:path>
                <a:path w="1466215" h="628014" extrusionOk="0">
                  <a:moveTo>
                    <a:pt x="70103" y="15240"/>
                  </a:moveTo>
                  <a:lnTo>
                    <a:pt x="70103" y="24384"/>
                  </a:lnTo>
                  <a:lnTo>
                    <a:pt x="72847" y="23469"/>
                  </a:lnTo>
                  <a:lnTo>
                    <a:pt x="70103" y="15240"/>
                  </a:lnTo>
                  <a:close/>
                </a:path>
                <a:path w="1466215" h="628014" extrusionOk="0">
                  <a:moveTo>
                    <a:pt x="72847" y="23469"/>
                  </a:moveTo>
                  <a:lnTo>
                    <a:pt x="70103" y="24384"/>
                  </a:lnTo>
                  <a:lnTo>
                    <a:pt x="73151" y="24384"/>
                  </a:lnTo>
                  <a:lnTo>
                    <a:pt x="72847" y="23469"/>
                  </a:lnTo>
                  <a:close/>
                </a:path>
                <a:path w="1466215" h="628014" extrusionOk="0">
                  <a:moveTo>
                    <a:pt x="1392936" y="15240"/>
                  </a:moveTo>
                  <a:lnTo>
                    <a:pt x="1390192" y="23469"/>
                  </a:lnTo>
                  <a:lnTo>
                    <a:pt x="1392936" y="24384"/>
                  </a:lnTo>
                  <a:lnTo>
                    <a:pt x="1392936" y="15240"/>
                  </a:lnTo>
                  <a:close/>
                </a:path>
                <a:path w="1466215" h="628014" extrusionOk="0">
                  <a:moveTo>
                    <a:pt x="1374648" y="15240"/>
                  </a:moveTo>
                  <a:lnTo>
                    <a:pt x="70103" y="15240"/>
                  </a:lnTo>
                  <a:lnTo>
                    <a:pt x="72847" y="23469"/>
                  </a:lnTo>
                  <a:lnTo>
                    <a:pt x="88392" y="18288"/>
                  </a:lnTo>
                  <a:lnTo>
                    <a:pt x="1374648" y="18288"/>
                  </a:lnTo>
                  <a:lnTo>
                    <a:pt x="1374648" y="15240"/>
                  </a:lnTo>
                  <a:close/>
                </a:path>
                <a:path w="1466215" h="628014" extrusionOk="0">
                  <a:moveTo>
                    <a:pt x="1374648" y="9144"/>
                  </a:moveTo>
                  <a:lnTo>
                    <a:pt x="1374648" y="18288"/>
                  </a:lnTo>
                  <a:lnTo>
                    <a:pt x="1390192" y="23469"/>
                  </a:lnTo>
                  <a:lnTo>
                    <a:pt x="1391920" y="18288"/>
                  </a:lnTo>
                  <a:lnTo>
                    <a:pt x="1377696" y="18288"/>
                  </a:lnTo>
                  <a:lnTo>
                    <a:pt x="1374648" y="9144"/>
                  </a:lnTo>
                  <a:close/>
                </a:path>
                <a:path w="1466215" h="628014" extrusionOk="0">
                  <a:moveTo>
                    <a:pt x="1399032" y="9144"/>
                  </a:moveTo>
                  <a:lnTo>
                    <a:pt x="1374648" y="9144"/>
                  </a:lnTo>
                  <a:lnTo>
                    <a:pt x="1377696" y="18288"/>
                  </a:lnTo>
                  <a:lnTo>
                    <a:pt x="1391920" y="18288"/>
                  </a:lnTo>
                  <a:lnTo>
                    <a:pt x="1392936" y="15240"/>
                  </a:lnTo>
                  <a:lnTo>
                    <a:pt x="1409192" y="15240"/>
                  </a:lnTo>
                  <a:lnTo>
                    <a:pt x="1399032" y="9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264" name="Google Shape;1264;g2ff6f630c79_0_787"/>
          <p:cNvSpPr txBox="1"/>
          <p:nvPr/>
        </p:nvSpPr>
        <p:spPr>
          <a:xfrm>
            <a:off x="2693987" y="3911203"/>
            <a:ext cx="5508600" cy="11457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1000" b="0" i="0" u="none">
                <a:solidFill>
                  <a:schemeClr val="dk1"/>
                </a:solidFill>
                <a:latin typeface="Arial"/>
                <a:ea typeface="Arial"/>
                <a:cs typeface="Arial"/>
                <a:sym typeface="Arial"/>
              </a:rPr>
              <a:t>Mean Shift  vector</a:t>
            </a:r>
            <a:endParaRPr sz="1000"/>
          </a:p>
          <a:p>
            <a:pPr marL="4824412" marR="0" lvl="0" indent="-185737" algn="l" rtl="0">
              <a:lnSpc>
                <a:spcPct val="100000"/>
              </a:lnSpc>
              <a:spcBef>
                <a:spcPts val="200"/>
              </a:spcBef>
              <a:spcAft>
                <a:spcPts val="0"/>
              </a:spcAft>
              <a:buClr>
                <a:srgbClr val="FF9900"/>
              </a:buClr>
              <a:buSzPts val="1700"/>
              <a:buFont typeface="Arial"/>
              <a:buNone/>
            </a:pPr>
            <a:r>
              <a:rPr lang="en-US" sz="1300" b="1" i="0" u="sng">
                <a:solidFill>
                  <a:srgbClr val="FF9900"/>
                </a:solidFill>
                <a:latin typeface="Arial"/>
                <a:ea typeface="Arial"/>
                <a:cs typeface="Arial"/>
                <a:sym typeface="Arial"/>
              </a:rPr>
              <a:t>Objective </a:t>
            </a:r>
            <a:r>
              <a:rPr lang="en-US" sz="1300" b="1" i="0" u="none">
                <a:solidFill>
                  <a:srgbClr val="FF9900"/>
                </a:solidFill>
                <a:latin typeface="Arial"/>
                <a:ea typeface="Arial"/>
                <a:cs typeface="Arial"/>
                <a:sym typeface="Arial"/>
              </a:rPr>
              <a:t>: Find the densest region</a:t>
            </a:r>
            <a:endParaRPr sz="1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69" name="Google Shape;1269;g2ff6f630c79_0_841"/>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pic>
        <p:nvPicPr>
          <p:cNvPr id="1270" name="Google Shape;1270;g2ff6f630c79_0_841"/>
          <p:cNvPicPr preferRelativeResize="0"/>
          <p:nvPr/>
        </p:nvPicPr>
        <p:blipFill rotWithShape="1">
          <a:blip r:embed="rId3">
            <a:alphaModFix/>
          </a:blip>
          <a:srcRect/>
          <a:stretch/>
        </p:blipFill>
        <p:spPr>
          <a:xfrm>
            <a:off x="5761037" y="1208484"/>
            <a:ext cx="101203" cy="100012"/>
          </a:xfrm>
          <a:prstGeom prst="rect">
            <a:avLst/>
          </a:prstGeom>
          <a:noFill/>
          <a:ln>
            <a:noFill/>
          </a:ln>
        </p:spPr>
      </p:pic>
      <p:pic>
        <p:nvPicPr>
          <p:cNvPr id="1271" name="Google Shape;1271;g2ff6f630c79_0_841"/>
          <p:cNvPicPr preferRelativeResize="0"/>
          <p:nvPr/>
        </p:nvPicPr>
        <p:blipFill rotWithShape="1">
          <a:blip r:embed="rId4">
            <a:alphaModFix/>
          </a:blip>
          <a:srcRect/>
          <a:stretch/>
        </p:blipFill>
        <p:spPr>
          <a:xfrm>
            <a:off x="6115050" y="1359694"/>
            <a:ext cx="101203" cy="101203"/>
          </a:xfrm>
          <a:prstGeom prst="rect">
            <a:avLst/>
          </a:prstGeom>
          <a:noFill/>
          <a:ln>
            <a:noFill/>
          </a:ln>
        </p:spPr>
      </p:pic>
      <p:pic>
        <p:nvPicPr>
          <p:cNvPr id="1272" name="Google Shape;1272;g2ff6f630c79_0_841"/>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273" name="Google Shape;1273;g2ff6f630c79_0_841"/>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274" name="Google Shape;1274;g2ff6f630c79_0_841"/>
          <p:cNvPicPr preferRelativeResize="0"/>
          <p:nvPr/>
        </p:nvPicPr>
        <p:blipFill rotWithShape="1">
          <a:blip r:embed="rId4">
            <a:alphaModFix/>
          </a:blip>
          <a:srcRect/>
          <a:stretch/>
        </p:blipFill>
        <p:spPr>
          <a:xfrm>
            <a:off x="6989762" y="1863328"/>
            <a:ext cx="101203" cy="101203"/>
          </a:xfrm>
          <a:prstGeom prst="rect">
            <a:avLst/>
          </a:prstGeom>
          <a:noFill/>
          <a:ln>
            <a:noFill/>
          </a:ln>
        </p:spPr>
      </p:pic>
      <p:grpSp>
        <p:nvGrpSpPr>
          <p:cNvPr id="1275" name="Google Shape;1275;g2ff6f630c79_0_841"/>
          <p:cNvGrpSpPr/>
          <p:nvPr/>
        </p:nvGrpSpPr>
        <p:grpSpPr>
          <a:xfrm>
            <a:off x="3627731" y="1510912"/>
            <a:ext cx="2219554" cy="2024929"/>
            <a:chOff x="3959352" y="2282951"/>
            <a:chExt cx="3352800" cy="3060191"/>
          </a:xfrm>
        </p:grpSpPr>
        <p:pic>
          <p:nvPicPr>
            <p:cNvPr id="1276" name="Google Shape;1276;g2ff6f630c79_0_841"/>
            <p:cNvPicPr preferRelativeResize="0"/>
            <p:nvPr/>
          </p:nvPicPr>
          <p:blipFill rotWithShape="1">
            <a:blip r:embed="rId4">
              <a:alphaModFix/>
            </a:blip>
            <a:srcRect/>
            <a:stretch/>
          </p:blipFill>
          <p:spPr>
            <a:xfrm>
              <a:off x="7159752" y="3806951"/>
              <a:ext cx="152400" cy="152400"/>
            </a:xfrm>
            <a:prstGeom prst="rect">
              <a:avLst/>
            </a:prstGeom>
            <a:noFill/>
            <a:ln>
              <a:noFill/>
            </a:ln>
          </p:spPr>
        </p:pic>
        <p:pic>
          <p:nvPicPr>
            <p:cNvPr id="1277" name="Google Shape;1277;g2ff6f630c79_0_841"/>
            <p:cNvPicPr preferRelativeResize="0"/>
            <p:nvPr/>
          </p:nvPicPr>
          <p:blipFill rotWithShape="1">
            <a:blip r:embed="rId5">
              <a:alphaModFix/>
            </a:blip>
            <a:srcRect/>
            <a:stretch/>
          </p:blipFill>
          <p:spPr>
            <a:xfrm>
              <a:off x="4111752" y="2282951"/>
              <a:ext cx="3124200" cy="3060191"/>
            </a:xfrm>
            <a:prstGeom prst="rect">
              <a:avLst/>
            </a:prstGeom>
            <a:noFill/>
            <a:ln>
              <a:noFill/>
            </a:ln>
          </p:spPr>
        </p:pic>
        <p:pic>
          <p:nvPicPr>
            <p:cNvPr id="1278" name="Google Shape;1278;g2ff6f630c79_0_841"/>
            <p:cNvPicPr preferRelativeResize="0"/>
            <p:nvPr/>
          </p:nvPicPr>
          <p:blipFill rotWithShape="1">
            <a:blip r:embed="rId4">
              <a:alphaModFix/>
            </a:blip>
            <a:srcRect/>
            <a:stretch/>
          </p:blipFill>
          <p:spPr>
            <a:xfrm>
              <a:off x="3959352" y="4721351"/>
              <a:ext cx="152400" cy="152400"/>
            </a:xfrm>
            <a:prstGeom prst="rect">
              <a:avLst/>
            </a:prstGeom>
            <a:noFill/>
            <a:ln>
              <a:noFill/>
            </a:ln>
          </p:spPr>
        </p:pic>
      </p:grpSp>
      <p:pic>
        <p:nvPicPr>
          <p:cNvPr id="1279" name="Google Shape;1279;g2ff6f630c79_0_841"/>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280" name="Google Shape;1280;g2ff6f630c79_0_841"/>
          <p:cNvPicPr preferRelativeResize="0"/>
          <p:nvPr/>
        </p:nvPicPr>
        <p:blipFill rotWithShape="1">
          <a:blip r:embed="rId4">
            <a:alphaModFix/>
          </a:blip>
          <a:srcRect/>
          <a:stretch/>
        </p:blipFill>
        <p:spPr>
          <a:xfrm>
            <a:off x="7527925" y="2266950"/>
            <a:ext cx="101203" cy="101203"/>
          </a:xfrm>
          <a:prstGeom prst="rect">
            <a:avLst/>
          </a:prstGeom>
          <a:noFill/>
          <a:ln>
            <a:noFill/>
          </a:ln>
        </p:spPr>
      </p:pic>
      <p:pic>
        <p:nvPicPr>
          <p:cNvPr id="1281" name="Google Shape;1281;g2ff6f630c79_0_841"/>
          <p:cNvPicPr preferRelativeResize="0"/>
          <p:nvPr/>
        </p:nvPicPr>
        <p:blipFill rotWithShape="1">
          <a:blip r:embed="rId4">
            <a:alphaModFix/>
          </a:blip>
          <a:srcRect/>
          <a:stretch/>
        </p:blipFill>
        <p:spPr>
          <a:xfrm>
            <a:off x="6653212" y="2871788"/>
            <a:ext cx="101203" cy="101203"/>
          </a:xfrm>
          <a:prstGeom prst="rect">
            <a:avLst/>
          </a:prstGeom>
          <a:noFill/>
          <a:ln>
            <a:noFill/>
          </a:ln>
        </p:spPr>
      </p:pic>
      <p:pic>
        <p:nvPicPr>
          <p:cNvPr id="1282" name="Google Shape;1282;g2ff6f630c79_0_841"/>
          <p:cNvPicPr preferRelativeResize="0"/>
          <p:nvPr/>
        </p:nvPicPr>
        <p:blipFill rotWithShape="1">
          <a:blip r:embed="rId6">
            <a:alphaModFix/>
          </a:blip>
          <a:srcRect/>
          <a:stretch/>
        </p:blipFill>
        <p:spPr>
          <a:xfrm>
            <a:off x="7134225" y="2569369"/>
            <a:ext cx="101203" cy="101203"/>
          </a:xfrm>
          <a:prstGeom prst="rect">
            <a:avLst/>
          </a:prstGeom>
          <a:noFill/>
          <a:ln>
            <a:noFill/>
          </a:ln>
        </p:spPr>
      </p:pic>
      <p:pic>
        <p:nvPicPr>
          <p:cNvPr id="1283" name="Google Shape;1283;g2ff6f630c79_0_841"/>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284" name="Google Shape;1284;g2ff6f630c79_0_841"/>
          <p:cNvPicPr preferRelativeResize="0"/>
          <p:nvPr/>
        </p:nvPicPr>
        <p:blipFill rotWithShape="1">
          <a:blip r:embed="rId4">
            <a:alphaModFix/>
          </a:blip>
          <a:srcRect/>
          <a:stretch/>
        </p:blipFill>
        <p:spPr>
          <a:xfrm>
            <a:off x="6653212" y="3426619"/>
            <a:ext cx="101203" cy="101203"/>
          </a:xfrm>
          <a:prstGeom prst="rect">
            <a:avLst/>
          </a:prstGeom>
          <a:noFill/>
          <a:ln>
            <a:noFill/>
          </a:ln>
        </p:spPr>
      </p:pic>
      <p:pic>
        <p:nvPicPr>
          <p:cNvPr id="1285" name="Google Shape;1285;g2ff6f630c79_0_841"/>
          <p:cNvPicPr preferRelativeResize="0"/>
          <p:nvPr/>
        </p:nvPicPr>
        <p:blipFill rotWithShape="1">
          <a:blip r:embed="rId4">
            <a:alphaModFix/>
          </a:blip>
          <a:srcRect/>
          <a:stretch/>
        </p:blipFill>
        <p:spPr>
          <a:xfrm>
            <a:off x="5846762" y="3629025"/>
            <a:ext cx="101203" cy="100012"/>
          </a:xfrm>
          <a:prstGeom prst="rect">
            <a:avLst/>
          </a:prstGeom>
          <a:noFill/>
          <a:ln>
            <a:noFill/>
          </a:ln>
        </p:spPr>
      </p:pic>
      <p:pic>
        <p:nvPicPr>
          <p:cNvPr id="1286" name="Google Shape;1286;g2ff6f630c79_0_841"/>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287" name="Google Shape;1287;g2ff6f630c79_0_841"/>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288" name="Google Shape;1288;g2ff6f630c79_0_841"/>
          <p:cNvPicPr preferRelativeResize="0"/>
          <p:nvPr/>
        </p:nvPicPr>
        <p:blipFill rotWithShape="1">
          <a:blip r:embed="rId4">
            <a:alphaModFix/>
          </a:blip>
          <a:srcRect/>
          <a:stretch/>
        </p:blipFill>
        <p:spPr>
          <a:xfrm>
            <a:off x="5308600" y="3629025"/>
            <a:ext cx="101203" cy="100012"/>
          </a:xfrm>
          <a:prstGeom prst="rect">
            <a:avLst/>
          </a:prstGeom>
          <a:noFill/>
          <a:ln>
            <a:noFill/>
          </a:ln>
        </p:spPr>
      </p:pic>
      <p:pic>
        <p:nvPicPr>
          <p:cNvPr id="1289" name="Google Shape;1289;g2ff6f630c79_0_841"/>
          <p:cNvPicPr preferRelativeResize="0"/>
          <p:nvPr/>
        </p:nvPicPr>
        <p:blipFill rotWithShape="1">
          <a:blip r:embed="rId4">
            <a:alphaModFix/>
          </a:blip>
          <a:srcRect/>
          <a:stretch/>
        </p:blipFill>
        <p:spPr>
          <a:xfrm>
            <a:off x="4703762" y="3577828"/>
            <a:ext cx="101203" cy="101203"/>
          </a:xfrm>
          <a:prstGeom prst="rect">
            <a:avLst/>
          </a:prstGeom>
          <a:noFill/>
          <a:ln>
            <a:noFill/>
          </a:ln>
        </p:spPr>
      </p:pic>
      <p:pic>
        <p:nvPicPr>
          <p:cNvPr id="1290" name="Google Shape;1290;g2ff6f630c79_0_841"/>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291" name="Google Shape;1291;g2ff6f630c79_0_841"/>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292" name="Google Shape;1292;g2ff6f630c79_0_841"/>
          <p:cNvPicPr preferRelativeResize="0"/>
          <p:nvPr/>
        </p:nvPicPr>
        <p:blipFill rotWithShape="1">
          <a:blip r:embed="rId4">
            <a:alphaModFix/>
          </a:blip>
          <a:srcRect/>
          <a:stretch/>
        </p:blipFill>
        <p:spPr>
          <a:xfrm>
            <a:off x="4098925" y="3629025"/>
            <a:ext cx="101203" cy="100012"/>
          </a:xfrm>
          <a:prstGeom prst="rect">
            <a:avLst/>
          </a:prstGeom>
          <a:noFill/>
          <a:ln>
            <a:noFill/>
          </a:ln>
        </p:spPr>
      </p:pic>
      <p:pic>
        <p:nvPicPr>
          <p:cNvPr id="1293" name="Google Shape;1293;g2ff6f630c79_0_841"/>
          <p:cNvPicPr preferRelativeResize="0"/>
          <p:nvPr/>
        </p:nvPicPr>
        <p:blipFill rotWithShape="1">
          <a:blip r:embed="rId4">
            <a:alphaModFix/>
          </a:blip>
          <a:srcRect/>
          <a:stretch/>
        </p:blipFill>
        <p:spPr>
          <a:xfrm>
            <a:off x="4972050" y="1359694"/>
            <a:ext cx="101203" cy="101203"/>
          </a:xfrm>
          <a:prstGeom prst="rect">
            <a:avLst/>
          </a:prstGeom>
          <a:noFill/>
          <a:ln>
            <a:noFill/>
          </a:ln>
        </p:spPr>
      </p:pic>
      <p:pic>
        <p:nvPicPr>
          <p:cNvPr id="1294" name="Google Shape;1294;g2ff6f630c79_0_841"/>
          <p:cNvPicPr preferRelativeResize="0"/>
          <p:nvPr/>
        </p:nvPicPr>
        <p:blipFill rotWithShape="1">
          <a:blip r:embed="rId4">
            <a:alphaModFix/>
          </a:blip>
          <a:srcRect/>
          <a:stretch/>
        </p:blipFill>
        <p:spPr>
          <a:xfrm>
            <a:off x="4233862" y="1107281"/>
            <a:ext cx="100012" cy="101203"/>
          </a:xfrm>
          <a:prstGeom prst="rect">
            <a:avLst/>
          </a:prstGeom>
          <a:noFill/>
          <a:ln>
            <a:noFill/>
          </a:ln>
        </p:spPr>
      </p:pic>
      <p:pic>
        <p:nvPicPr>
          <p:cNvPr id="1295" name="Google Shape;1295;g2ff6f630c79_0_841"/>
          <p:cNvPicPr preferRelativeResize="0"/>
          <p:nvPr/>
        </p:nvPicPr>
        <p:blipFill rotWithShape="1">
          <a:blip r:embed="rId4">
            <a:alphaModFix/>
          </a:blip>
          <a:srcRect/>
          <a:stretch/>
        </p:blipFill>
        <p:spPr>
          <a:xfrm>
            <a:off x="3829050" y="1359694"/>
            <a:ext cx="101203" cy="101203"/>
          </a:xfrm>
          <a:prstGeom prst="rect">
            <a:avLst/>
          </a:prstGeom>
          <a:noFill/>
          <a:ln>
            <a:noFill/>
          </a:ln>
        </p:spPr>
      </p:pic>
      <p:pic>
        <p:nvPicPr>
          <p:cNvPr id="1296" name="Google Shape;1296;g2ff6f630c79_0_841"/>
          <p:cNvPicPr preferRelativeResize="0"/>
          <p:nvPr/>
        </p:nvPicPr>
        <p:blipFill rotWithShape="1">
          <a:blip r:embed="rId4">
            <a:alphaModFix/>
          </a:blip>
          <a:srcRect/>
          <a:stretch/>
        </p:blipFill>
        <p:spPr>
          <a:xfrm>
            <a:off x="3425825" y="2065734"/>
            <a:ext cx="101203" cy="100012"/>
          </a:xfrm>
          <a:prstGeom prst="rect">
            <a:avLst/>
          </a:prstGeom>
          <a:noFill/>
          <a:ln>
            <a:noFill/>
          </a:ln>
        </p:spPr>
      </p:pic>
      <p:pic>
        <p:nvPicPr>
          <p:cNvPr id="1297" name="Google Shape;1297;g2ff6f630c79_0_841"/>
          <p:cNvPicPr preferRelativeResize="0"/>
          <p:nvPr/>
        </p:nvPicPr>
        <p:blipFill rotWithShape="1">
          <a:blip r:embed="rId4">
            <a:alphaModFix/>
          </a:blip>
          <a:srcRect/>
          <a:stretch/>
        </p:blipFill>
        <p:spPr>
          <a:xfrm>
            <a:off x="3090862" y="2670571"/>
            <a:ext cx="100012" cy="101203"/>
          </a:xfrm>
          <a:prstGeom prst="rect">
            <a:avLst/>
          </a:prstGeom>
          <a:noFill/>
          <a:ln>
            <a:noFill/>
          </a:ln>
        </p:spPr>
      </p:pic>
      <p:pic>
        <p:nvPicPr>
          <p:cNvPr id="1298" name="Google Shape;1298;g2ff6f630c79_0_841"/>
          <p:cNvPicPr preferRelativeResize="0"/>
          <p:nvPr/>
        </p:nvPicPr>
        <p:blipFill rotWithShape="1">
          <a:blip r:embed="rId4">
            <a:alphaModFix/>
          </a:blip>
          <a:srcRect/>
          <a:stretch/>
        </p:blipFill>
        <p:spPr>
          <a:xfrm>
            <a:off x="3022600" y="3225403"/>
            <a:ext cx="101203" cy="101203"/>
          </a:xfrm>
          <a:prstGeom prst="rect">
            <a:avLst/>
          </a:prstGeom>
          <a:noFill/>
          <a:ln>
            <a:noFill/>
          </a:ln>
        </p:spPr>
      </p:pic>
      <p:pic>
        <p:nvPicPr>
          <p:cNvPr id="1299" name="Google Shape;1299;g2ff6f630c79_0_841"/>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300" name="Google Shape;1300;g2ff6f630c79_0_841"/>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301" name="Google Shape;1301;g2ff6f630c79_0_841"/>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302" name="Google Shape;1302;g2ff6f630c79_0_841"/>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303" name="Google Shape;1303;g2ff6f630c79_0_841"/>
          <p:cNvPicPr preferRelativeResize="0"/>
          <p:nvPr/>
        </p:nvPicPr>
        <p:blipFill rotWithShape="1">
          <a:blip r:embed="rId4">
            <a:alphaModFix/>
          </a:blip>
          <a:srcRect/>
          <a:stretch/>
        </p:blipFill>
        <p:spPr>
          <a:xfrm>
            <a:off x="2754312" y="2115740"/>
            <a:ext cx="100012" cy="101203"/>
          </a:xfrm>
          <a:prstGeom prst="rect">
            <a:avLst/>
          </a:prstGeom>
          <a:noFill/>
          <a:ln>
            <a:noFill/>
          </a:ln>
        </p:spPr>
      </p:pic>
      <p:pic>
        <p:nvPicPr>
          <p:cNvPr id="1304" name="Google Shape;1304;g2ff6f630c79_0_841"/>
          <p:cNvPicPr preferRelativeResize="0"/>
          <p:nvPr/>
        </p:nvPicPr>
        <p:blipFill rotWithShape="1">
          <a:blip r:embed="rId4">
            <a:alphaModFix/>
          </a:blip>
          <a:srcRect/>
          <a:stretch/>
        </p:blipFill>
        <p:spPr>
          <a:xfrm>
            <a:off x="3090862" y="1560909"/>
            <a:ext cx="100012" cy="101203"/>
          </a:xfrm>
          <a:prstGeom prst="rect">
            <a:avLst/>
          </a:prstGeom>
          <a:noFill/>
          <a:ln>
            <a:noFill/>
          </a:ln>
        </p:spPr>
      </p:pic>
      <p:pic>
        <p:nvPicPr>
          <p:cNvPr id="1305" name="Google Shape;1305;g2ff6f630c79_0_841"/>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306" name="Google Shape;1306;g2ff6f630c79_0_841"/>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307" name="Google Shape;1307;g2ff6f630c79_0_841"/>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308" name="Google Shape;1308;g2ff6f630c79_0_841"/>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309" name="Google Shape;1309;g2ff6f630c79_0_841"/>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310" name="Google Shape;1310;g2ff6f630c79_0_841"/>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311" name="Google Shape;1311;g2ff6f630c79_0_841"/>
          <p:cNvPicPr preferRelativeResize="0"/>
          <p:nvPr/>
        </p:nvPicPr>
        <p:blipFill rotWithShape="1">
          <a:blip r:embed="rId4">
            <a:alphaModFix/>
          </a:blip>
          <a:srcRect/>
          <a:stretch/>
        </p:blipFill>
        <p:spPr>
          <a:xfrm>
            <a:off x="1543050" y="1107281"/>
            <a:ext cx="101203" cy="101203"/>
          </a:xfrm>
          <a:prstGeom prst="rect">
            <a:avLst/>
          </a:prstGeom>
          <a:noFill/>
          <a:ln>
            <a:noFill/>
          </a:ln>
        </p:spPr>
      </p:pic>
      <p:pic>
        <p:nvPicPr>
          <p:cNvPr id="1312" name="Google Shape;1312;g2ff6f630c79_0_841"/>
          <p:cNvPicPr preferRelativeResize="0"/>
          <p:nvPr/>
        </p:nvPicPr>
        <p:blipFill rotWithShape="1">
          <a:blip r:embed="rId4">
            <a:alphaModFix/>
          </a:blip>
          <a:srcRect/>
          <a:stretch/>
        </p:blipFill>
        <p:spPr>
          <a:xfrm>
            <a:off x="2820987" y="1006078"/>
            <a:ext cx="101203" cy="101203"/>
          </a:xfrm>
          <a:prstGeom prst="rect">
            <a:avLst/>
          </a:prstGeom>
          <a:noFill/>
          <a:ln>
            <a:noFill/>
          </a:ln>
        </p:spPr>
      </p:pic>
      <p:sp>
        <p:nvSpPr>
          <p:cNvPr id="1313" name="Google Shape;1313;g2ff6f630c79_0_841"/>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14" name="Google Shape;1314;g2ff6f630c79_0_841"/>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15" name="Google Shape;1315;g2ff6f630c79_0_841"/>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grpSp>
        <p:nvGrpSpPr>
          <p:cNvPr id="1316" name="Google Shape;1316;g2ff6f630c79_0_841"/>
          <p:cNvGrpSpPr/>
          <p:nvPr/>
        </p:nvGrpSpPr>
        <p:grpSpPr>
          <a:xfrm>
            <a:off x="7116633" y="3874571"/>
            <a:ext cx="1293788" cy="415557"/>
            <a:chOff x="7912607" y="5855208"/>
            <a:chExt cx="1466215" cy="628014"/>
          </a:xfrm>
        </p:grpSpPr>
        <p:sp>
          <p:nvSpPr>
            <p:cNvPr id="1317" name="Google Shape;1317;g2ff6f630c79_0_841"/>
            <p:cNvSpPr/>
            <p:nvPr/>
          </p:nvSpPr>
          <p:spPr>
            <a:xfrm>
              <a:off x="7921751" y="5864352"/>
              <a:ext cx="1447800" cy="609600"/>
            </a:xfrm>
            <a:custGeom>
              <a:avLst/>
              <a:gdLst/>
              <a:ahLst/>
              <a:cxnLst/>
              <a:rect l="l" t="t" r="r" b="b"/>
              <a:pathLst>
                <a:path w="1447800" h="609600" extrusionOk="0">
                  <a:moveTo>
                    <a:pt x="1347216" y="0"/>
                  </a:moveTo>
                  <a:lnTo>
                    <a:pt x="100583" y="0"/>
                  </a:lnTo>
                  <a:lnTo>
                    <a:pt x="61722" y="8000"/>
                  </a:lnTo>
                  <a:lnTo>
                    <a:pt x="29718" y="29718"/>
                  </a:lnTo>
                  <a:lnTo>
                    <a:pt x="8000" y="61722"/>
                  </a:lnTo>
                  <a:lnTo>
                    <a:pt x="0" y="100584"/>
                  </a:lnTo>
                  <a:lnTo>
                    <a:pt x="0" y="509016"/>
                  </a:lnTo>
                  <a:lnTo>
                    <a:pt x="8000" y="547878"/>
                  </a:lnTo>
                  <a:lnTo>
                    <a:pt x="29718" y="579882"/>
                  </a:lnTo>
                  <a:lnTo>
                    <a:pt x="61722" y="601599"/>
                  </a:lnTo>
                  <a:lnTo>
                    <a:pt x="100583" y="609600"/>
                  </a:lnTo>
                  <a:lnTo>
                    <a:pt x="1347216" y="609600"/>
                  </a:lnTo>
                  <a:lnTo>
                    <a:pt x="1386077" y="601599"/>
                  </a:lnTo>
                  <a:lnTo>
                    <a:pt x="1418081" y="579882"/>
                  </a:lnTo>
                  <a:lnTo>
                    <a:pt x="1439799" y="547878"/>
                  </a:lnTo>
                  <a:lnTo>
                    <a:pt x="1447800" y="509016"/>
                  </a:lnTo>
                  <a:lnTo>
                    <a:pt x="1447800" y="100584"/>
                  </a:lnTo>
                  <a:lnTo>
                    <a:pt x="1439799" y="61722"/>
                  </a:lnTo>
                  <a:lnTo>
                    <a:pt x="1418081" y="29718"/>
                  </a:lnTo>
                  <a:lnTo>
                    <a:pt x="1386077" y="8000"/>
                  </a:lnTo>
                  <a:lnTo>
                    <a:pt x="1347216"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18" name="Google Shape;1318;g2ff6f630c79_0_841"/>
            <p:cNvSpPr/>
            <p:nvPr/>
          </p:nvSpPr>
          <p:spPr>
            <a:xfrm>
              <a:off x="7912607" y="5855208"/>
              <a:ext cx="1466215" cy="628014"/>
            </a:xfrm>
            <a:custGeom>
              <a:avLst/>
              <a:gdLst/>
              <a:ahLst/>
              <a:cxnLst/>
              <a:rect l="l" t="t" r="r" b="b"/>
              <a:pathLst>
                <a:path w="1466215" h="628014" extrusionOk="0">
                  <a:moveTo>
                    <a:pt x="1377696" y="0"/>
                  </a:moveTo>
                  <a:lnTo>
                    <a:pt x="85344" y="0"/>
                  </a:lnTo>
                  <a:lnTo>
                    <a:pt x="67056" y="6096"/>
                  </a:lnTo>
                  <a:lnTo>
                    <a:pt x="64008" y="9144"/>
                  </a:lnTo>
                  <a:lnTo>
                    <a:pt x="48768" y="18288"/>
                  </a:lnTo>
                  <a:lnTo>
                    <a:pt x="33527" y="30480"/>
                  </a:lnTo>
                  <a:lnTo>
                    <a:pt x="30480" y="33528"/>
                  </a:lnTo>
                  <a:lnTo>
                    <a:pt x="18288" y="48768"/>
                  </a:lnTo>
                  <a:lnTo>
                    <a:pt x="9144" y="64008"/>
                  </a:lnTo>
                  <a:lnTo>
                    <a:pt x="6096" y="67056"/>
                  </a:lnTo>
                  <a:lnTo>
                    <a:pt x="0" y="85344"/>
                  </a:lnTo>
                  <a:lnTo>
                    <a:pt x="0" y="539496"/>
                  </a:lnTo>
                  <a:lnTo>
                    <a:pt x="6096" y="557784"/>
                  </a:lnTo>
                  <a:lnTo>
                    <a:pt x="9144" y="560832"/>
                  </a:lnTo>
                  <a:lnTo>
                    <a:pt x="18288" y="576072"/>
                  </a:lnTo>
                  <a:lnTo>
                    <a:pt x="30480" y="591312"/>
                  </a:lnTo>
                  <a:lnTo>
                    <a:pt x="33527" y="594360"/>
                  </a:lnTo>
                  <a:lnTo>
                    <a:pt x="48768" y="606552"/>
                  </a:lnTo>
                  <a:lnTo>
                    <a:pt x="64008" y="615696"/>
                  </a:lnTo>
                  <a:lnTo>
                    <a:pt x="67056" y="618744"/>
                  </a:lnTo>
                  <a:lnTo>
                    <a:pt x="85344" y="624840"/>
                  </a:lnTo>
                  <a:lnTo>
                    <a:pt x="106680" y="627888"/>
                  </a:lnTo>
                  <a:lnTo>
                    <a:pt x="1353312" y="627888"/>
                  </a:lnTo>
                  <a:lnTo>
                    <a:pt x="1374648" y="624840"/>
                  </a:lnTo>
                  <a:lnTo>
                    <a:pt x="1377696" y="624840"/>
                  </a:lnTo>
                  <a:lnTo>
                    <a:pt x="1395984" y="618744"/>
                  </a:lnTo>
                  <a:lnTo>
                    <a:pt x="1399032" y="615696"/>
                  </a:lnTo>
                  <a:lnTo>
                    <a:pt x="1374648" y="615696"/>
                  </a:lnTo>
                  <a:lnTo>
                    <a:pt x="1374648" y="609600"/>
                  </a:lnTo>
                  <a:lnTo>
                    <a:pt x="70103" y="609600"/>
                  </a:lnTo>
                  <a:lnTo>
                    <a:pt x="70103" y="600456"/>
                  </a:lnTo>
                  <a:lnTo>
                    <a:pt x="73151" y="600456"/>
                  </a:lnTo>
                  <a:lnTo>
                    <a:pt x="57912" y="591312"/>
                  </a:lnTo>
                  <a:lnTo>
                    <a:pt x="54101" y="588264"/>
                  </a:lnTo>
                  <a:lnTo>
                    <a:pt x="36575" y="588264"/>
                  </a:lnTo>
                  <a:lnTo>
                    <a:pt x="42672" y="579120"/>
                  </a:lnTo>
                  <a:lnTo>
                    <a:pt x="43281" y="579120"/>
                  </a:lnTo>
                  <a:lnTo>
                    <a:pt x="33527" y="566928"/>
                  </a:lnTo>
                  <a:lnTo>
                    <a:pt x="26212" y="554736"/>
                  </a:lnTo>
                  <a:lnTo>
                    <a:pt x="15240" y="554736"/>
                  </a:lnTo>
                  <a:lnTo>
                    <a:pt x="23469" y="551992"/>
                  </a:lnTo>
                  <a:lnTo>
                    <a:pt x="19304" y="539496"/>
                  </a:lnTo>
                  <a:lnTo>
                    <a:pt x="18288" y="539496"/>
                  </a:lnTo>
                  <a:lnTo>
                    <a:pt x="9144" y="536448"/>
                  </a:lnTo>
                  <a:lnTo>
                    <a:pt x="18288" y="536448"/>
                  </a:lnTo>
                  <a:lnTo>
                    <a:pt x="18288" y="88392"/>
                  </a:lnTo>
                  <a:lnTo>
                    <a:pt x="23469" y="72847"/>
                  </a:lnTo>
                  <a:lnTo>
                    <a:pt x="15240" y="70104"/>
                  </a:lnTo>
                  <a:lnTo>
                    <a:pt x="26212" y="70104"/>
                  </a:lnTo>
                  <a:lnTo>
                    <a:pt x="33527" y="57912"/>
                  </a:lnTo>
                  <a:lnTo>
                    <a:pt x="43281" y="45720"/>
                  </a:lnTo>
                  <a:lnTo>
                    <a:pt x="42672" y="45720"/>
                  </a:lnTo>
                  <a:lnTo>
                    <a:pt x="36575" y="36576"/>
                  </a:lnTo>
                  <a:lnTo>
                    <a:pt x="54102" y="36576"/>
                  </a:lnTo>
                  <a:lnTo>
                    <a:pt x="57912" y="33528"/>
                  </a:lnTo>
                  <a:lnTo>
                    <a:pt x="73151" y="24384"/>
                  </a:lnTo>
                  <a:lnTo>
                    <a:pt x="70103" y="24384"/>
                  </a:lnTo>
                  <a:lnTo>
                    <a:pt x="70103" y="15240"/>
                  </a:lnTo>
                  <a:lnTo>
                    <a:pt x="1374648" y="15240"/>
                  </a:lnTo>
                  <a:lnTo>
                    <a:pt x="1374648" y="9144"/>
                  </a:lnTo>
                  <a:lnTo>
                    <a:pt x="1399032" y="9144"/>
                  </a:lnTo>
                  <a:lnTo>
                    <a:pt x="1395984" y="6096"/>
                  </a:lnTo>
                  <a:lnTo>
                    <a:pt x="1377696" y="0"/>
                  </a:lnTo>
                  <a:close/>
                </a:path>
                <a:path w="1466215" h="628014" extrusionOk="0">
                  <a:moveTo>
                    <a:pt x="1377696" y="606552"/>
                  </a:moveTo>
                  <a:lnTo>
                    <a:pt x="1374648" y="606987"/>
                  </a:lnTo>
                  <a:lnTo>
                    <a:pt x="1374648" y="615696"/>
                  </a:lnTo>
                  <a:lnTo>
                    <a:pt x="1377696" y="606552"/>
                  </a:lnTo>
                  <a:close/>
                </a:path>
                <a:path w="1466215" h="628014" extrusionOk="0">
                  <a:moveTo>
                    <a:pt x="1391920" y="606552"/>
                  </a:moveTo>
                  <a:lnTo>
                    <a:pt x="1377696" y="606552"/>
                  </a:lnTo>
                  <a:lnTo>
                    <a:pt x="1374648" y="615696"/>
                  </a:lnTo>
                  <a:lnTo>
                    <a:pt x="1399032" y="615696"/>
                  </a:lnTo>
                  <a:lnTo>
                    <a:pt x="1409192" y="609600"/>
                  </a:lnTo>
                  <a:lnTo>
                    <a:pt x="1392936" y="609600"/>
                  </a:lnTo>
                  <a:lnTo>
                    <a:pt x="1391920" y="606552"/>
                  </a:lnTo>
                  <a:close/>
                </a:path>
                <a:path w="1466215" h="628014" extrusionOk="0">
                  <a:moveTo>
                    <a:pt x="70103" y="600456"/>
                  </a:moveTo>
                  <a:lnTo>
                    <a:pt x="70103" y="609600"/>
                  </a:lnTo>
                  <a:lnTo>
                    <a:pt x="72847" y="601370"/>
                  </a:lnTo>
                  <a:lnTo>
                    <a:pt x="70103" y="600456"/>
                  </a:lnTo>
                  <a:close/>
                </a:path>
                <a:path w="1466215" h="628014" extrusionOk="0">
                  <a:moveTo>
                    <a:pt x="72847" y="601370"/>
                  </a:moveTo>
                  <a:lnTo>
                    <a:pt x="70103" y="609600"/>
                  </a:lnTo>
                  <a:lnTo>
                    <a:pt x="109727" y="609600"/>
                  </a:lnTo>
                  <a:lnTo>
                    <a:pt x="88392" y="606552"/>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6"/>
                  </a:moveTo>
                  <a:lnTo>
                    <a:pt x="1390192" y="601370"/>
                  </a:lnTo>
                  <a:lnTo>
                    <a:pt x="1392936" y="609600"/>
                  </a:lnTo>
                  <a:lnTo>
                    <a:pt x="1392936" y="600456"/>
                  </a:lnTo>
                  <a:close/>
                </a:path>
                <a:path w="1466215" h="628014" extrusionOk="0">
                  <a:moveTo>
                    <a:pt x="1421892" y="600456"/>
                  </a:moveTo>
                  <a:lnTo>
                    <a:pt x="1392936" y="600456"/>
                  </a:lnTo>
                  <a:lnTo>
                    <a:pt x="1392936" y="609600"/>
                  </a:lnTo>
                  <a:lnTo>
                    <a:pt x="1409192" y="609600"/>
                  </a:lnTo>
                  <a:lnTo>
                    <a:pt x="1414272" y="606552"/>
                  </a:lnTo>
                  <a:lnTo>
                    <a:pt x="1421892" y="600456"/>
                  </a:lnTo>
                  <a:close/>
                </a:path>
                <a:path w="1466215" h="628014" extrusionOk="0">
                  <a:moveTo>
                    <a:pt x="1390192" y="601370"/>
                  </a:moveTo>
                  <a:lnTo>
                    <a:pt x="1374648" y="606552"/>
                  </a:lnTo>
                  <a:lnTo>
                    <a:pt x="1374648" y="606987"/>
                  </a:lnTo>
                  <a:lnTo>
                    <a:pt x="1377696" y="606552"/>
                  </a:lnTo>
                  <a:lnTo>
                    <a:pt x="1391920" y="606552"/>
                  </a:lnTo>
                  <a:lnTo>
                    <a:pt x="1390192" y="601370"/>
                  </a:lnTo>
                  <a:close/>
                </a:path>
                <a:path w="1466215" h="628014" extrusionOk="0">
                  <a:moveTo>
                    <a:pt x="73151" y="600456"/>
                  </a:moveTo>
                  <a:lnTo>
                    <a:pt x="70103" y="600456"/>
                  </a:lnTo>
                  <a:lnTo>
                    <a:pt x="72847" y="601370"/>
                  </a:lnTo>
                  <a:lnTo>
                    <a:pt x="73151" y="600456"/>
                  </a:lnTo>
                  <a:close/>
                </a:path>
                <a:path w="1466215" h="628014" extrusionOk="0">
                  <a:moveTo>
                    <a:pt x="1418674" y="580474"/>
                  </a:moveTo>
                  <a:lnTo>
                    <a:pt x="1405127" y="591312"/>
                  </a:lnTo>
                  <a:lnTo>
                    <a:pt x="1389888" y="600456"/>
                  </a:lnTo>
                  <a:lnTo>
                    <a:pt x="1390192" y="601370"/>
                  </a:lnTo>
                  <a:lnTo>
                    <a:pt x="1392936" y="600456"/>
                  </a:lnTo>
                  <a:lnTo>
                    <a:pt x="1421892" y="600456"/>
                  </a:lnTo>
                  <a:lnTo>
                    <a:pt x="1429512" y="594360"/>
                  </a:lnTo>
                  <a:lnTo>
                    <a:pt x="1432560" y="591312"/>
                  </a:lnTo>
                  <a:lnTo>
                    <a:pt x="1434998" y="588264"/>
                  </a:lnTo>
                  <a:lnTo>
                    <a:pt x="1426464" y="588264"/>
                  </a:lnTo>
                  <a:lnTo>
                    <a:pt x="1417320" y="582168"/>
                  </a:lnTo>
                  <a:lnTo>
                    <a:pt x="1418674" y="580474"/>
                  </a:lnTo>
                  <a:close/>
                </a:path>
                <a:path w="1466215" h="628014" extrusionOk="0">
                  <a:moveTo>
                    <a:pt x="42672" y="579120"/>
                  </a:moveTo>
                  <a:lnTo>
                    <a:pt x="36575" y="588264"/>
                  </a:lnTo>
                  <a:lnTo>
                    <a:pt x="45720" y="582168"/>
                  </a:lnTo>
                  <a:lnTo>
                    <a:pt x="44365" y="580474"/>
                  </a:lnTo>
                  <a:lnTo>
                    <a:pt x="42672" y="579120"/>
                  </a:lnTo>
                  <a:close/>
                </a:path>
                <a:path w="1466215" h="628014" extrusionOk="0">
                  <a:moveTo>
                    <a:pt x="44365" y="580474"/>
                  </a:moveTo>
                  <a:lnTo>
                    <a:pt x="45720" y="582168"/>
                  </a:lnTo>
                  <a:lnTo>
                    <a:pt x="36575" y="588264"/>
                  </a:lnTo>
                  <a:lnTo>
                    <a:pt x="54101" y="588264"/>
                  </a:lnTo>
                  <a:lnTo>
                    <a:pt x="44365" y="580474"/>
                  </a:lnTo>
                  <a:close/>
                </a:path>
                <a:path w="1466215" h="628014" extrusionOk="0">
                  <a:moveTo>
                    <a:pt x="1420368" y="579120"/>
                  </a:moveTo>
                  <a:lnTo>
                    <a:pt x="1418674" y="580474"/>
                  </a:lnTo>
                  <a:lnTo>
                    <a:pt x="1417320" y="582168"/>
                  </a:lnTo>
                  <a:lnTo>
                    <a:pt x="1426464" y="588264"/>
                  </a:lnTo>
                  <a:lnTo>
                    <a:pt x="1420368" y="579120"/>
                  </a:lnTo>
                  <a:close/>
                </a:path>
                <a:path w="1466215" h="628014" extrusionOk="0">
                  <a:moveTo>
                    <a:pt x="1442313" y="579120"/>
                  </a:moveTo>
                  <a:lnTo>
                    <a:pt x="1420368" y="579120"/>
                  </a:lnTo>
                  <a:lnTo>
                    <a:pt x="1426464" y="588264"/>
                  </a:lnTo>
                  <a:lnTo>
                    <a:pt x="1434998" y="588264"/>
                  </a:lnTo>
                  <a:lnTo>
                    <a:pt x="1442313" y="579120"/>
                  </a:lnTo>
                  <a:close/>
                </a:path>
                <a:path w="1466215" h="628014" extrusionOk="0">
                  <a:moveTo>
                    <a:pt x="43281" y="579120"/>
                  </a:moveTo>
                  <a:lnTo>
                    <a:pt x="42672" y="579120"/>
                  </a:lnTo>
                  <a:lnTo>
                    <a:pt x="44365" y="580474"/>
                  </a:lnTo>
                  <a:lnTo>
                    <a:pt x="43281" y="579120"/>
                  </a:lnTo>
                  <a:close/>
                </a:path>
                <a:path w="1466215" h="628014" extrusionOk="0">
                  <a:moveTo>
                    <a:pt x="1438656" y="551688"/>
                  </a:moveTo>
                  <a:lnTo>
                    <a:pt x="1429512" y="566928"/>
                  </a:lnTo>
                  <a:lnTo>
                    <a:pt x="1418674" y="580474"/>
                  </a:lnTo>
                  <a:lnTo>
                    <a:pt x="1420368" y="579120"/>
                  </a:lnTo>
                  <a:lnTo>
                    <a:pt x="1442313" y="579120"/>
                  </a:lnTo>
                  <a:lnTo>
                    <a:pt x="1444752" y="576072"/>
                  </a:lnTo>
                  <a:lnTo>
                    <a:pt x="1453896" y="560832"/>
                  </a:lnTo>
                  <a:lnTo>
                    <a:pt x="1456944" y="557784"/>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8"/>
                  </a:moveTo>
                  <a:lnTo>
                    <a:pt x="1444752" y="536448"/>
                  </a:lnTo>
                  <a:lnTo>
                    <a:pt x="1439570" y="551992"/>
                  </a:lnTo>
                  <a:lnTo>
                    <a:pt x="1447800" y="554736"/>
                  </a:lnTo>
                  <a:lnTo>
                    <a:pt x="1457960" y="554736"/>
                  </a:lnTo>
                  <a:lnTo>
                    <a:pt x="1463040" y="539496"/>
                  </a:lnTo>
                  <a:lnTo>
                    <a:pt x="1444752" y="539496"/>
                  </a:lnTo>
                  <a:lnTo>
                    <a:pt x="1445187" y="536448"/>
                  </a:lnTo>
                  <a:close/>
                </a:path>
                <a:path w="1466215" h="628014" extrusionOk="0">
                  <a:moveTo>
                    <a:pt x="18288" y="536448"/>
                  </a:moveTo>
                  <a:lnTo>
                    <a:pt x="9144" y="536448"/>
                  </a:lnTo>
                  <a:lnTo>
                    <a:pt x="18288" y="539496"/>
                  </a:lnTo>
                  <a:lnTo>
                    <a:pt x="18288" y="536448"/>
                  </a:lnTo>
                  <a:close/>
                </a:path>
                <a:path w="1466215" h="628014" extrusionOk="0">
                  <a:moveTo>
                    <a:pt x="18288" y="536448"/>
                  </a:moveTo>
                  <a:lnTo>
                    <a:pt x="18288" y="539496"/>
                  </a:lnTo>
                  <a:lnTo>
                    <a:pt x="19304" y="539496"/>
                  </a:lnTo>
                  <a:lnTo>
                    <a:pt x="18288" y="536448"/>
                  </a:lnTo>
                  <a:close/>
                </a:path>
                <a:path w="1466215" h="628014" extrusionOk="0">
                  <a:moveTo>
                    <a:pt x="1457960" y="70104"/>
                  </a:moveTo>
                  <a:lnTo>
                    <a:pt x="1447800" y="70104"/>
                  </a:lnTo>
                  <a:lnTo>
                    <a:pt x="1439570" y="72847"/>
                  </a:lnTo>
                  <a:lnTo>
                    <a:pt x="1444752" y="88392"/>
                  </a:lnTo>
                  <a:lnTo>
                    <a:pt x="1447800" y="109728"/>
                  </a:lnTo>
                  <a:lnTo>
                    <a:pt x="1447800" y="518160"/>
                  </a:lnTo>
                  <a:lnTo>
                    <a:pt x="1444752" y="539496"/>
                  </a:lnTo>
                  <a:lnTo>
                    <a:pt x="1453896" y="536448"/>
                  </a:lnTo>
                  <a:lnTo>
                    <a:pt x="1463040" y="536448"/>
                  </a:lnTo>
                  <a:lnTo>
                    <a:pt x="1466088" y="515112"/>
                  </a:lnTo>
                  <a:lnTo>
                    <a:pt x="1466088" y="106680"/>
                  </a:lnTo>
                  <a:lnTo>
                    <a:pt x="1463040" y="85344"/>
                  </a:lnTo>
                  <a:lnTo>
                    <a:pt x="1457960" y="70104"/>
                  </a:lnTo>
                  <a:close/>
                </a:path>
                <a:path w="1466215" h="628014" extrusionOk="0">
                  <a:moveTo>
                    <a:pt x="1463040" y="536448"/>
                  </a:moveTo>
                  <a:lnTo>
                    <a:pt x="1453896" y="536448"/>
                  </a:lnTo>
                  <a:lnTo>
                    <a:pt x="1444752" y="539496"/>
                  </a:lnTo>
                  <a:lnTo>
                    <a:pt x="1463040" y="539496"/>
                  </a:lnTo>
                  <a:lnTo>
                    <a:pt x="1463040" y="536448"/>
                  </a:lnTo>
                  <a:close/>
                </a:path>
                <a:path w="1466215" h="628014" extrusionOk="0">
                  <a:moveTo>
                    <a:pt x="26212" y="70104"/>
                  </a:moveTo>
                  <a:lnTo>
                    <a:pt x="24384" y="70104"/>
                  </a:lnTo>
                  <a:lnTo>
                    <a:pt x="23469" y="72847"/>
                  </a:lnTo>
                  <a:lnTo>
                    <a:pt x="24384" y="73152"/>
                  </a:lnTo>
                  <a:lnTo>
                    <a:pt x="26212" y="70104"/>
                  </a:lnTo>
                  <a:close/>
                </a:path>
                <a:path w="1466215" h="628014" extrusionOk="0">
                  <a:moveTo>
                    <a:pt x="1418674" y="44365"/>
                  </a:moveTo>
                  <a:lnTo>
                    <a:pt x="1429512" y="57912"/>
                  </a:lnTo>
                  <a:lnTo>
                    <a:pt x="1438656" y="73152"/>
                  </a:lnTo>
                  <a:lnTo>
                    <a:pt x="1439570" y="72847"/>
                  </a:lnTo>
                  <a:lnTo>
                    <a:pt x="1438656" y="70104"/>
                  </a:lnTo>
                  <a:lnTo>
                    <a:pt x="1457960" y="70104"/>
                  </a:lnTo>
                  <a:lnTo>
                    <a:pt x="1456944" y="67056"/>
                  </a:lnTo>
                  <a:lnTo>
                    <a:pt x="1453896" y="64008"/>
                  </a:lnTo>
                  <a:lnTo>
                    <a:pt x="1444752" y="48768"/>
                  </a:lnTo>
                  <a:lnTo>
                    <a:pt x="1442313" y="45720"/>
                  </a:lnTo>
                  <a:lnTo>
                    <a:pt x="1420368" y="45720"/>
                  </a:lnTo>
                  <a:lnTo>
                    <a:pt x="1418674" y="44365"/>
                  </a:lnTo>
                  <a:close/>
                </a:path>
                <a:path w="1466215" h="628014" extrusionOk="0">
                  <a:moveTo>
                    <a:pt x="24384" y="70104"/>
                  </a:moveTo>
                  <a:lnTo>
                    <a:pt x="15240" y="70104"/>
                  </a:lnTo>
                  <a:lnTo>
                    <a:pt x="23469" y="72847"/>
                  </a:lnTo>
                  <a:lnTo>
                    <a:pt x="24384" y="70104"/>
                  </a:lnTo>
                  <a:close/>
                </a:path>
                <a:path w="1466215" h="628014" extrusionOk="0">
                  <a:moveTo>
                    <a:pt x="1447800" y="70104"/>
                  </a:moveTo>
                  <a:lnTo>
                    <a:pt x="1438656" y="70104"/>
                  </a:lnTo>
                  <a:lnTo>
                    <a:pt x="1439570" y="72847"/>
                  </a:lnTo>
                  <a:lnTo>
                    <a:pt x="1447800" y="70104"/>
                  </a:lnTo>
                  <a:close/>
                </a:path>
                <a:path w="1466215" h="628014" extrusionOk="0">
                  <a:moveTo>
                    <a:pt x="36575" y="36576"/>
                  </a:moveTo>
                  <a:lnTo>
                    <a:pt x="42672" y="45720"/>
                  </a:lnTo>
                  <a:lnTo>
                    <a:pt x="44365" y="44365"/>
                  </a:lnTo>
                  <a:lnTo>
                    <a:pt x="45720" y="42672"/>
                  </a:lnTo>
                  <a:lnTo>
                    <a:pt x="36575" y="36576"/>
                  </a:lnTo>
                  <a:close/>
                </a:path>
                <a:path w="1466215" h="628014" extrusionOk="0">
                  <a:moveTo>
                    <a:pt x="44365" y="44365"/>
                  </a:moveTo>
                  <a:lnTo>
                    <a:pt x="42672" y="45720"/>
                  </a:lnTo>
                  <a:lnTo>
                    <a:pt x="43281" y="45720"/>
                  </a:lnTo>
                  <a:lnTo>
                    <a:pt x="44365" y="44365"/>
                  </a:lnTo>
                  <a:close/>
                </a:path>
                <a:path w="1466215" h="628014" extrusionOk="0">
                  <a:moveTo>
                    <a:pt x="1426464" y="36576"/>
                  </a:moveTo>
                  <a:lnTo>
                    <a:pt x="1417320" y="42672"/>
                  </a:lnTo>
                  <a:lnTo>
                    <a:pt x="1418674" y="44365"/>
                  </a:lnTo>
                  <a:lnTo>
                    <a:pt x="1420368" y="45720"/>
                  </a:lnTo>
                  <a:lnTo>
                    <a:pt x="1426464" y="36576"/>
                  </a:lnTo>
                  <a:close/>
                </a:path>
                <a:path w="1466215" h="628014" extrusionOk="0">
                  <a:moveTo>
                    <a:pt x="1434998" y="36576"/>
                  </a:moveTo>
                  <a:lnTo>
                    <a:pt x="1426464" y="36576"/>
                  </a:lnTo>
                  <a:lnTo>
                    <a:pt x="1420368" y="45720"/>
                  </a:lnTo>
                  <a:lnTo>
                    <a:pt x="1442313" y="45720"/>
                  </a:lnTo>
                  <a:lnTo>
                    <a:pt x="1434998" y="36576"/>
                  </a:lnTo>
                  <a:close/>
                </a:path>
                <a:path w="1466215" h="628014" extrusionOk="0">
                  <a:moveTo>
                    <a:pt x="54102" y="36576"/>
                  </a:moveTo>
                  <a:lnTo>
                    <a:pt x="36575" y="36576"/>
                  </a:lnTo>
                  <a:lnTo>
                    <a:pt x="45720" y="42672"/>
                  </a:lnTo>
                  <a:lnTo>
                    <a:pt x="44365" y="44365"/>
                  </a:lnTo>
                  <a:lnTo>
                    <a:pt x="54102" y="36576"/>
                  </a:lnTo>
                  <a:close/>
                </a:path>
                <a:path w="1466215" h="628014" extrusionOk="0">
                  <a:moveTo>
                    <a:pt x="1409192" y="15240"/>
                  </a:moveTo>
                  <a:lnTo>
                    <a:pt x="1392936" y="15240"/>
                  </a:lnTo>
                  <a:lnTo>
                    <a:pt x="1392936" y="24384"/>
                  </a:lnTo>
                  <a:lnTo>
                    <a:pt x="1389888" y="24384"/>
                  </a:lnTo>
                  <a:lnTo>
                    <a:pt x="1405127" y="33528"/>
                  </a:lnTo>
                  <a:lnTo>
                    <a:pt x="1418674" y="44365"/>
                  </a:lnTo>
                  <a:lnTo>
                    <a:pt x="1417320" y="42672"/>
                  </a:lnTo>
                  <a:lnTo>
                    <a:pt x="1426464" y="36576"/>
                  </a:lnTo>
                  <a:lnTo>
                    <a:pt x="1434998" y="36576"/>
                  </a:lnTo>
                  <a:lnTo>
                    <a:pt x="1432560" y="33528"/>
                  </a:lnTo>
                  <a:lnTo>
                    <a:pt x="1429512" y="30480"/>
                  </a:lnTo>
                  <a:lnTo>
                    <a:pt x="1421892" y="24384"/>
                  </a:lnTo>
                  <a:lnTo>
                    <a:pt x="1392936" y="24384"/>
                  </a:lnTo>
                  <a:lnTo>
                    <a:pt x="1390192" y="23469"/>
                  </a:lnTo>
                  <a:lnTo>
                    <a:pt x="1420749" y="23469"/>
                  </a:lnTo>
                  <a:lnTo>
                    <a:pt x="1414272" y="18288"/>
                  </a:lnTo>
                  <a:lnTo>
                    <a:pt x="1409192" y="15240"/>
                  </a:lnTo>
                  <a:close/>
                </a:path>
                <a:path w="1466215" h="628014" extrusionOk="0">
                  <a:moveTo>
                    <a:pt x="70103" y="15240"/>
                  </a:moveTo>
                  <a:lnTo>
                    <a:pt x="70103" y="24384"/>
                  </a:lnTo>
                  <a:lnTo>
                    <a:pt x="72847" y="23469"/>
                  </a:lnTo>
                  <a:lnTo>
                    <a:pt x="70103" y="15240"/>
                  </a:lnTo>
                  <a:close/>
                </a:path>
                <a:path w="1466215" h="628014" extrusionOk="0">
                  <a:moveTo>
                    <a:pt x="72847" y="23469"/>
                  </a:moveTo>
                  <a:lnTo>
                    <a:pt x="70103" y="24384"/>
                  </a:lnTo>
                  <a:lnTo>
                    <a:pt x="73151" y="24384"/>
                  </a:lnTo>
                  <a:lnTo>
                    <a:pt x="72847" y="23469"/>
                  </a:lnTo>
                  <a:close/>
                </a:path>
                <a:path w="1466215" h="628014" extrusionOk="0">
                  <a:moveTo>
                    <a:pt x="1392936" y="15240"/>
                  </a:moveTo>
                  <a:lnTo>
                    <a:pt x="1390192" y="23469"/>
                  </a:lnTo>
                  <a:lnTo>
                    <a:pt x="1392936" y="24384"/>
                  </a:lnTo>
                  <a:lnTo>
                    <a:pt x="1392936" y="15240"/>
                  </a:lnTo>
                  <a:close/>
                </a:path>
                <a:path w="1466215" h="628014" extrusionOk="0">
                  <a:moveTo>
                    <a:pt x="1374648" y="15240"/>
                  </a:moveTo>
                  <a:lnTo>
                    <a:pt x="70103" y="15240"/>
                  </a:lnTo>
                  <a:lnTo>
                    <a:pt x="72847" y="23469"/>
                  </a:lnTo>
                  <a:lnTo>
                    <a:pt x="88392" y="18288"/>
                  </a:lnTo>
                  <a:lnTo>
                    <a:pt x="1374648" y="18288"/>
                  </a:lnTo>
                  <a:lnTo>
                    <a:pt x="1374648" y="15240"/>
                  </a:lnTo>
                  <a:close/>
                </a:path>
                <a:path w="1466215" h="628014" extrusionOk="0">
                  <a:moveTo>
                    <a:pt x="1374648" y="9144"/>
                  </a:moveTo>
                  <a:lnTo>
                    <a:pt x="1374648" y="18288"/>
                  </a:lnTo>
                  <a:lnTo>
                    <a:pt x="1390192" y="23469"/>
                  </a:lnTo>
                  <a:lnTo>
                    <a:pt x="1391920" y="18288"/>
                  </a:lnTo>
                  <a:lnTo>
                    <a:pt x="1377696" y="18288"/>
                  </a:lnTo>
                  <a:lnTo>
                    <a:pt x="1374648" y="9144"/>
                  </a:lnTo>
                  <a:close/>
                </a:path>
                <a:path w="1466215" h="628014" extrusionOk="0">
                  <a:moveTo>
                    <a:pt x="1399032" y="9144"/>
                  </a:moveTo>
                  <a:lnTo>
                    <a:pt x="1374648" y="9144"/>
                  </a:lnTo>
                  <a:lnTo>
                    <a:pt x="1377696" y="18288"/>
                  </a:lnTo>
                  <a:lnTo>
                    <a:pt x="1391920" y="18288"/>
                  </a:lnTo>
                  <a:lnTo>
                    <a:pt x="1392936" y="15240"/>
                  </a:lnTo>
                  <a:lnTo>
                    <a:pt x="1409192" y="15240"/>
                  </a:lnTo>
                  <a:lnTo>
                    <a:pt x="1399032" y="9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319" name="Google Shape;1319;g2ff6f630c79_0_841"/>
          <p:cNvSpPr txBox="1"/>
          <p:nvPr/>
        </p:nvSpPr>
        <p:spPr>
          <a:xfrm>
            <a:off x="2693987" y="3911203"/>
            <a:ext cx="5508600" cy="1053300"/>
          </a:xfrm>
          <a:prstGeom prst="rect">
            <a:avLst/>
          </a:prstGeom>
          <a:noFill/>
          <a:ln>
            <a:noFill/>
          </a:ln>
        </p:spPr>
        <p:txBody>
          <a:bodyPr spcFirstLastPara="1" wrap="square" lIns="0" tIns="11750" rIns="0" bIns="0" anchor="t" anchorCtr="0">
            <a:spAutoFit/>
          </a:bodyPr>
          <a:lstStyle/>
          <a:p>
            <a:pPr marL="4824412" marR="0" lvl="0" indent="-185737" algn="l" rtl="0">
              <a:lnSpc>
                <a:spcPct val="100000"/>
              </a:lnSpc>
              <a:spcBef>
                <a:spcPts val="0"/>
              </a:spcBef>
              <a:spcAft>
                <a:spcPts val="0"/>
              </a:spcAft>
              <a:buClr>
                <a:schemeClr val="dk1"/>
              </a:buClr>
              <a:buSzPts val="1400"/>
              <a:buFont typeface="Arial"/>
              <a:buNone/>
            </a:pPr>
            <a:r>
              <a:rPr lang="en-US" sz="900" b="0" i="0" u="none">
                <a:solidFill>
                  <a:schemeClr val="dk1"/>
                </a:solidFill>
                <a:latin typeface="Arial"/>
                <a:ea typeface="Arial"/>
                <a:cs typeface="Arial"/>
                <a:sym typeface="Arial"/>
              </a:rPr>
              <a:t>Mean Shift  vector</a:t>
            </a:r>
            <a:endParaRPr sz="900"/>
          </a:p>
          <a:p>
            <a:pPr marL="4824412" marR="0" lvl="0" indent="-185737" algn="l" rtl="0">
              <a:lnSpc>
                <a:spcPct val="100000"/>
              </a:lnSpc>
              <a:spcBef>
                <a:spcPts val="200"/>
              </a:spcBef>
              <a:spcAft>
                <a:spcPts val="0"/>
              </a:spcAft>
              <a:buClr>
                <a:srgbClr val="FF9900"/>
              </a:buClr>
              <a:buSzPts val="1700"/>
              <a:buFont typeface="Arial"/>
              <a:buNone/>
            </a:pPr>
            <a:r>
              <a:rPr lang="en-US" sz="1200" b="1" i="0" u="sng">
                <a:solidFill>
                  <a:srgbClr val="FF9900"/>
                </a:solidFill>
                <a:latin typeface="Arial"/>
                <a:ea typeface="Arial"/>
                <a:cs typeface="Arial"/>
                <a:sym typeface="Arial"/>
              </a:rPr>
              <a:t>Objective </a:t>
            </a:r>
            <a:r>
              <a:rPr lang="en-US" sz="1200" b="1" i="0" u="none">
                <a:solidFill>
                  <a:srgbClr val="FF9900"/>
                </a:solidFill>
                <a:latin typeface="Arial"/>
                <a:ea typeface="Arial"/>
                <a:cs typeface="Arial"/>
                <a:sym typeface="Arial"/>
              </a:rPr>
              <a:t>: Find the densest region</a:t>
            </a:r>
            <a:endParaRPr sz="9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g2ff6f630c79_0_895"/>
          <p:cNvSpPr txBox="1">
            <a:spLocks noGrp="1"/>
          </p:cNvSpPr>
          <p:nvPr>
            <p:ph type="title"/>
          </p:nvPr>
        </p:nvSpPr>
        <p:spPr>
          <a:xfrm>
            <a:off x="2185987" y="439340"/>
            <a:ext cx="4754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chemeClr val="dk2"/>
              </a:buClr>
              <a:buSzPts val="3800"/>
              <a:buFont typeface="Arial"/>
              <a:buNone/>
            </a:pPr>
            <a:r>
              <a:rPr lang="en-US" sz="3800" b="0" i="0" u="none">
                <a:solidFill>
                  <a:schemeClr val="dk2"/>
                </a:solidFill>
                <a:latin typeface="Arial"/>
                <a:ea typeface="Arial"/>
                <a:cs typeface="Arial"/>
                <a:sym typeface="Arial"/>
              </a:rPr>
              <a:t>Intuitive	Description</a:t>
            </a:r>
            <a:endParaRPr/>
          </a:p>
        </p:txBody>
      </p:sp>
      <p:pic>
        <p:nvPicPr>
          <p:cNvPr id="1325" name="Google Shape;1325;g2ff6f630c79_0_895"/>
          <p:cNvPicPr preferRelativeResize="0"/>
          <p:nvPr/>
        </p:nvPicPr>
        <p:blipFill rotWithShape="1">
          <a:blip r:embed="rId3">
            <a:alphaModFix/>
          </a:blip>
          <a:srcRect/>
          <a:stretch/>
        </p:blipFill>
        <p:spPr>
          <a:xfrm>
            <a:off x="5761037" y="1208484"/>
            <a:ext cx="101203" cy="100012"/>
          </a:xfrm>
          <a:prstGeom prst="rect">
            <a:avLst/>
          </a:prstGeom>
          <a:noFill/>
          <a:ln>
            <a:noFill/>
          </a:ln>
        </p:spPr>
      </p:pic>
      <p:pic>
        <p:nvPicPr>
          <p:cNvPr id="1326" name="Google Shape;1326;g2ff6f630c79_0_895"/>
          <p:cNvPicPr preferRelativeResize="0"/>
          <p:nvPr/>
        </p:nvPicPr>
        <p:blipFill rotWithShape="1">
          <a:blip r:embed="rId4">
            <a:alphaModFix/>
          </a:blip>
          <a:srcRect/>
          <a:stretch/>
        </p:blipFill>
        <p:spPr>
          <a:xfrm>
            <a:off x="6115050" y="1359694"/>
            <a:ext cx="101203" cy="101203"/>
          </a:xfrm>
          <a:prstGeom prst="rect">
            <a:avLst/>
          </a:prstGeom>
          <a:noFill/>
          <a:ln>
            <a:noFill/>
          </a:ln>
        </p:spPr>
      </p:pic>
      <p:pic>
        <p:nvPicPr>
          <p:cNvPr id="1327" name="Google Shape;1327;g2ff6f630c79_0_895"/>
          <p:cNvPicPr preferRelativeResize="0"/>
          <p:nvPr/>
        </p:nvPicPr>
        <p:blipFill rotWithShape="1">
          <a:blip r:embed="rId4">
            <a:alphaModFix/>
          </a:blip>
          <a:srcRect/>
          <a:stretch/>
        </p:blipFill>
        <p:spPr>
          <a:xfrm>
            <a:off x="6653212" y="1157288"/>
            <a:ext cx="101203" cy="101203"/>
          </a:xfrm>
          <a:prstGeom prst="rect">
            <a:avLst/>
          </a:prstGeom>
          <a:noFill/>
          <a:ln>
            <a:noFill/>
          </a:ln>
        </p:spPr>
      </p:pic>
      <p:pic>
        <p:nvPicPr>
          <p:cNvPr id="1328" name="Google Shape;1328;g2ff6f630c79_0_895"/>
          <p:cNvPicPr preferRelativeResize="0"/>
          <p:nvPr/>
        </p:nvPicPr>
        <p:blipFill rotWithShape="1">
          <a:blip r:embed="rId4">
            <a:alphaModFix/>
          </a:blip>
          <a:srcRect/>
          <a:stretch/>
        </p:blipFill>
        <p:spPr>
          <a:xfrm>
            <a:off x="6721475" y="1460897"/>
            <a:ext cx="100012" cy="100012"/>
          </a:xfrm>
          <a:prstGeom prst="rect">
            <a:avLst/>
          </a:prstGeom>
          <a:noFill/>
          <a:ln>
            <a:noFill/>
          </a:ln>
        </p:spPr>
      </p:pic>
      <p:pic>
        <p:nvPicPr>
          <p:cNvPr id="1329" name="Google Shape;1329;g2ff6f630c79_0_895"/>
          <p:cNvPicPr preferRelativeResize="0"/>
          <p:nvPr/>
        </p:nvPicPr>
        <p:blipFill rotWithShape="1">
          <a:blip r:embed="rId4">
            <a:alphaModFix/>
          </a:blip>
          <a:srcRect/>
          <a:stretch/>
        </p:blipFill>
        <p:spPr>
          <a:xfrm>
            <a:off x="6989762" y="1863328"/>
            <a:ext cx="101203" cy="101203"/>
          </a:xfrm>
          <a:prstGeom prst="rect">
            <a:avLst/>
          </a:prstGeom>
          <a:noFill/>
          <a:ln>
            <a:noFill/>
          </a:ln>
        </p:spPr>
      </p:pic>
      <p:pic>
        <p:nvPicPr>
          <p:cNvPr id="1330" name="Google Shape;1330;g2ff6f630c79_0_895"/>
          <p:cNvPicPr preferRelativeResize="0"/>
          <p:nvPr/>
        </p:nvPicPr>
        <p:blipFill rotWithShape="1">
          <a:blip r:embed="rId4">
            <a:alphaModFix/>
          </a:blip>
          <a:srcRect/>
          <a:stretch/>
        </p:blipFill>
        <p:spPr>
          <a:xfrm>
            <a:off x="6854825" y="2216944"/>
            <a:ext cx="101203" cy="101203"/>
          </a:xfrm>
          <a:prstGeom prst="rect">
            <a:avLst/>
          </a:prstGeom>
          <a:noFill/>
          <a:ln>
            <a:noFill/>
          </a:ln>
        </p:spPr>
      </p:pic>
      <p:pic>
        <p:nvPicPr>
          <p:cNvPr id="1331" name="Google Shape;1331;g2ff6f630c79_0_895"/>
          <p:cNvPicPr preferRelativeResize="0"/>
          <p:nvPr/>
        </p:nvPicPr>
        <p:blipFill rotWithShape="1">
          <a:blip r:embed="rId4">
            <a:alphaModFix/>
          </a:blip>
          <a:srcRect/>
          <a:stretch/>
        </p:blipFill>
        <p:spPr>
          <a:xfrm>
            <a:off x="7527925" y="2266950"/>
            <a:ext cx="101203" cy="101203"/>
          </a:xfrm>
          <a:prstGeom prst="rect">
            <a:avLst/>
          </a:prstGeom>
          <a:noFill/>
          <a:ln>
            <a:noFill/>
          </a:ln>
        </p:spPr>
      </p:pic>
      <p:grpSp>
        <p:nvGrpSpPr>
          <p:cNvPr id="1332" name="Google Shape;1332;g2ff6f630c79_0_895"/>
          <p:cNvGrpSpPr/>
          <p:nvPr/>
        </p:nvGrpSpPr>
        <p:grpSpPr>
          <a:xfrm>
            <a:off x="4098850" y="1510956"/>
            <a:ext cx="2016862" cy="2218212"/>
            <a:chOff x="4492752" y="2282951"/>
            <a:chExt cx="3048000" cy="3352800"/>
          </a:xfrm>
        </p:grpSpPr>
        <p:pic>
          <p:nvPicPr>
            <p:cNvPr id="1333" name="Google Shape;1333;g2ff6f630c79_0_895"/>
            <p:cNvPicPr preferRelativeResize="0"/>
            <p:nvPr/>
          </p:nvPicPr>
          <p:blipFill rotWithShape="1">
            <a:blip r:embed="rId5">
              <a:alphaModFix/>
            </a:blip>
            <a:srcRect/>
            <a:stretch/>
          </p:blipFill>
          <p:spPr>
            <a:xfrm>
              <a:off x="4492752" y="2435351"/>
              <a:ext cx="3048000" cy="3124200"/>
            </a:xfrm>
            <a:prstGeom prst="rect">
              <a:avLst/>
            </a:prstGeom>
            <a:noFill/>
            <a:ln>
              <a:noFill/>
            </a:ln>
          </p:spPr>
        </p:pic>
        <p:pic>
          <p:nvPicPr>
            <p:cNvPr id="1334" name="Google Shape;1334;g2ff6f630c79_0_895"/>
            <p:cNvPicPr preferRelativeResize="0"/>
            <p:nvPr/>
          </p:nvPicPr>
          <p:blipFill rotWithShape="1">
            <a:blip r:embed="rId4">
              <a:alphaModFix/>
            </a:blip>
            <a:srcRect/>
            <a:stretch/>
          </p:blipFill>
          <p:spPr>
            <a:xfrm>
              <a:off x="6473952" y="5483351"/>
              <a:ext cx="152400" cy="152400"/>
            </a:xfrm>
            <a:prstGeom prst="rect">
              <a:avLst/>
            </a:prstGeom>
            <a:noFill/>
            <a:ln>
              <a:noFill/>
            </a:ln>
          </p:spPr>
        </p:pic>
        <p:pic>
          <p:nvPicPr>
            <p:cNvPr id="1335" name="Google Shape;1335;g2ff6f630c79_0_895"/>
            <p:cNvPicPr preferRelativeResize="0"/>
            <p:nvPr/>
          </p:nvPicPr>
          <p:blipFill rotWithShape="1">
            <a:blip r:embed="rId4">
              <a:alphaModFix/>
            </a:blip>
            <a:srcRect/>
            <a:stretch/>
          </p:blipFill>
          <p:spPr>
            <a:xfrm>
              <a:off x="5864352" y="5483351"/>
              <a:ext cx="152400" cy="152400"/>
            </a:xfrm>
            <a:prstGeom prst="rect">
              <a:avLst/>
            </a:prstGeom>
            <a:noFill/>
            <a:ln>
              <a:noFill/>
            </a:ln>
          </p:spPr>
        </p:pic>
        <p:pic>
          <p:nvPicPr>
            <p:cNvPr id="1336" name="Google Shape;1336;g2ff6f630c79_0_895"/>
            <p:cNvPicPr preferRelativeResize="0"/>
            <p:nvPr/>
          </p:nvPicPr>
          <p:blipFill rotWithShape="1">
            <a:blip r:embed="rId4">
              <a:alphaModFix/>
            </a:blip>
            <a:srcRect/>
            <a:stretch/>
          </p:blipFill>
          <p:spPr>
            <a:xfrm>
              <a:off x="4492752" y="5483351"/>
              <a:ext cx="152400" cy="152400"/>
            </a:xfrm>
            <a:prstGeom prst="rect">
              <a:avLst/>
            </a:prstGeom>
            <a:noFill/>
            <a:ln>
              <a:noFill/>
            </a:ln>
          </p:spPr>
        </p:pic>
        <p:pic>
          <p:nvPicPr>
            <p:cNvPr id="1337" name="Google Shape;1337;g2ff6f630c79_0_895"/>
            <p:cNvPicPr preferRelativeResize="0"/>
            <p:nvPr/>
          </p:nvPicPr>
          <p:blipFill rotWithShape="1">
            <a:blip r:embed="rId4">
              <a:alphaModFix/>
            </a:blip>
            <a:srcRect/>
            <a:stretch/>
          </p:blipFill>
          <p:spPr>
            <a:xfrm>
              <a:off x="4797552" y="2282951"/>
              <a:ext cx="152400" cy="152400"/>
            </a:xfrm>
            <a:prstGeom prst="rect">
              <a:avLst/>
            </a:prstGeom>
            <a:noFill/>
            <a:ln>
              <a:noFill/>
            </a:ln>
          </p:spPr>
        </p:pic>
      </p:grpSp>
      <p:pic>
        <p:nvPicPr>
          <p:cNvPr id="1338" name="Google Shape;1338;g2ff6f630c79_0_895"/>
          <p:cNvPicPr preferRelativeResize="0"/>
          <p:nvPr/>
        </p:nvPicPr>
        <p:blipFill rotWithShape="1">
          <a:blip r:embed="rId6">
            <a:alphaModFix/>
          </a:blip>
          <a:srcRect/>
          <a:stretch/>
        </p:blipFill>
        <p:spPr>
          <a:xfrm>
            <a:off x="7134225" y="2569369"/>
            <a:ext cx="101203" cy="101203"/>
          </a:xfrm>
          <a:prstGeom prst="rect">
            <a:avLst/>
          </a:prstGeom>
          <a:noFill/>
          <a:ln>
            <a:noFill/>
          </a:ln>
        </p:spPr>
      </p:pic>
      <p:pic>
        <p:nvPicPr>
          <p:cNvPr id="1339" name="Google Shape;1339;g2ff6f630c79_0_895"/>
          <p:cNvPicPr preferRelativeResize="0"/>
          <p:nvPr/>
        </p:nvPicPr>
        <p:blipFill rotWithShape="1">
          <a:blip r:embed="rId4">
            <a:alphaModFix/>
          </a:blip>
          <a:srcRect/>
          <a:stretch/>
        </p:blipFill>
        <p:spPr>
          <a:xfrm>
            <a:off x="7191375" y="3175396"/>
            <a:ext cx="101203" cy="100012"/>
          </a:xfrm>
          <a:prstGeom prst="rect">
            <a:avLst/>
          </a:prstGeom>
          <a:noFill/>
          <a:ln>
            <a:noFill/>
          </a:ln>
        </p:spPr>
      </p:pic>
      <p:pic>
        <p:nvPicPr>
          <p:cNvPr id="1340" name="Google Shape;1340;g2ff6f630c79_0_895"/>
          <p:cNvPicPr preferRelativeResize="0"/>
          <p:nvPr/>
        </p:nvPicPr>
        <p:blipFill rotWithShape="1">
          <a:blip r:embed="rId4">
            <a:alphaModFix/>
          </a:blip>
          <a:srcRect/>
          <a:stretch/>
        </p:blipFill>
        <p:spPr>
          <a:xfrm>
            <a:off x="6249987" y="3931444"/>
            <a:ext cx="101203" cy="101203"/>
          </a:xfrm>
          <a:prstGeom prst="rect">
            <a:avLst/>
          </a:prstGeom>
          <a:noFill/>
          <a:ln>
            <a:noFill/>
          </a:ln>
        </p:spPr>
      </p:pic>
      <p:pic>
        <p:nvPicPr>
          <p:cNvPr id="1341" name="Google Shape;1341;g2ff6f630c79_0_895"/>
          <p:cNvPicPr preferRelativeResize="0"/>
          <p:nvPr/>
        </p:nvPicPr>
        <p:blipFill rotWithShape="1">
          <a:blip r:embed="rId4">
            <a:alphaModFix/>
          </a:blip>
          <a:srcRect/>
          <a:stretch/>
        </p:blipFill>
        <p:spPr>
          <a:xfrm>
            <a:off x="5711825" y="3931444"/>
            <a:ext cx="101203" cy="101203"/>
          </a:xfrm>
          <a:prstGeom prst="rect">
            <a:avLst/>
          </a:prstGeom>
          <a:noFill/>
          <a:ln>
            <a:noFill/>
          </a:ln>
        </p:spPr>
      </p:pic>
      <p:pic>
        <p:nvPicPr>
          <p:cNvPr id="1342" name="Google Shape;1342;g2ff6f630c79_0_895"/>
          <p:cNvPicPr preferRelativeResize="0"/>
          <p:nvPr/>
        </p:nvPicPr>
        <p:blipFill rotWithShape="1">
          <a:blip r:embed="rId4">
            <a:alphaModFix/>
          </a:blip>
          <a:srcRect/>
          <a:stretch/>
        </p:blipFill>
        <p:spPr>
          <a:xfrm>
            <a:off x="4905375" y="3931444"/>
            <a:ext cx="101203" cy="101203"/>
          </a:xfrm>
          <a:prstGeom prst="rect">
            <a:avLst/>
          </a:prstGeom>
          <a:noFill/>
          <a:ln>
            <a:noFill/>
          </a:ln>
        </p:spPr>
      </p:pic>
      <p:pic>
        <p:nvPicPr>
          <p:cNvPr id="1343" name="Google Shape;1343;g2ff6f630c79_0_895"/>
          <p:cNvPicPr preferRelativeResize="0"/>
          <p:nvPr/>
        </p:nvPicPr>
        <p:blipFill rotWithShape="1">
          <a:blip r:embed="rId4">
            <a:alphaModFix/>
          </a:blip>
          <a:srcRect/>
          <a:stretch/>
        </p:blipFill>
        <p:spPr>
          <a:xfrm>
            <a:off x="4165600" y="4032647"/>
            <a:ext cx="101203" cy="100012"/>
          </a:xfrm>
          <a:prstGeom prst="rect">
            <a:avLst/>
          </a:prstGeom>
          <a:noFill/>
          <a:ln>
            <a:noFill/>
          </a:ln>
        </p:spPr>
      </p:pic>
      <p:pic>
        <p:nvPicPr>
          <p:cNvPr id="1344" name="Google Shape;1344;g2ff6f630c79_0_895"/>
          <p:cNvPicPr preferRelativeResize="0"/>
          <p:nvPr/>
        </p:nvPicPr>
        <p:blipFill rotWithShape="1">
          <a:blip r:embed="rId4">
            <a:alphaModFix/>
          </a:blip>
          <a:srcRect/>
          <a:stretch/>
        </p:blipFill>
        <p:spPr>
          <a:xfrm>
            <a:off x="3627437" y="3124200"/>
            <a:ext cx="101203" cy="101203"/>
          </a:xfrm>
          <a:prstGeom prst="rect">
            <a:avLst/>
          </a:prstGeom>
          <a:noFill/>
          <a:ln>
            <a:noFill/>
          </a:ln>
        </p:spPr>
      </p:pic>
      <p:pic>
        <p:nvPicPr>
          <p:cNvPr id="1345" name="Google Shape;1345;g2ff6f630c79_0_895"/>
          <p:cNvPicPr preferRelativeResize="0"/>
          <p:nvPr/>
        </p:nvPicPr>
        <p:blipFill rotWithShape="1">
          <a:blip r:embed="rId4">
            <a:alphaModFix/>
          </a:blip>
          <a:srcRect/>
          <a:stretch/>
        </p:blipFill>
        <p:spPr>
          <a:xfrm>
            <a:off x="3829050" y="2266950"/>
            <a:ext cx="101203" cy="101203"/>
          </a:xfrm>
          <a:prstGeom prst="rect">
            <a:avLst/>
          </a:prstGeom>
          <a:noFill/>
          <a:ln>
            <a:noFill/>
          </a:ln>
        </p:spPr>
      </p:pic>
      <p:pic>
        <p:nvPicPr>
          <p:cNvPr id="1346" name="Google Shape;1346;g2ff6f630c79_0_895"/>
          <p:cNvPicPr preferRelativeResize="0"/>
          <p:nvPr/>
        </p:nvPicPr>
        <p:blipFill rotWithShape="1">
          <a:blip r:embed="rId4">
            <a:alphaModFix/>
          </a:blip>
          <a:srcRect/>
          <a:stretch/>
        </p:blipFill>
        <p:spPr>
          <a:xfrm>
            <a:off x="4972050" y="1359694"/>
            <a:ext cx="101203" cy="101203"/>
          </a:xfrm>
          <a:prstGeom prst="rect">
            <a:avLst/>
          </a:prstGeom>
          <a:noFill/>
          <a:ln>
            <a:noFill/>
          </a:ln>
        </p:spPr>
      </p:pic>
      <p:pic>
        <p:nvPicPr>
          <p:cNvPr id="1347" name="Google Shape;1347;g2ff6f630c79_0_895"/>
          <p:cNvPicPr preferRelativeResize="0"/>
          <p:nvPr/>
        </p:nvPicPr>
        <p:blipFill rotWithShape="1">
          <a:blip r:embed="rId4">
            <a:alphaModFix/>
          </a:blip>
          <a:srcRect/>
          <a:stretch/>
        </p:blipFill>
        <p:spPr>
          <a:xfrm>
            <a:off x="4233862" y="1107281"/>
            <a:ext cx="100012" cy="101203"/>
          </a:xfrm>
          <a:prstGeom prst="rect">
            <a:avLst/>
          </a:prstGeom>
          <a:noFill/>
          <a:ln>
            <a:noFill/>
          </a:ln>
        </p:spPr>
      </p:pic>
      <p:pic>
        <p:nvPicPr>
          <p:cNvPr id="1348" name="Google Shape;1348;g2ff6f630c79_0_895"/>
          <p:cNvPicPr preferRelativeResize="0"/>
          <p:nvPr/>
        </p:nvPicPr>
        <p:blipFill rotWithShape="1">
          <a:blip r:embed="rId4">
            <a:alphaModFix/>
          </a:blip>
          <a:srcRect/>
          <a:stretch/>
        </p:blipFill>
        <p:spPr>
          <a:xfrm>
            <a:off x="3829050" y="1359694"/>
            <a:ext cx="101203" cy="101203"/>
          </a:xfrm>
          <a:prstGeom prst="rect">
            <a:avLst/>
          </a:prstGeom>
          <a:noFill/>
          <a:ln>
            <a:noFill/>
          </a:ln>
        </p:spPr>
      </p:pic>
      <p:pic>
        <p:nvPicPr>
          <p:cNvPr id="1349" name="Google Shape;1349;g2ff6f630c79_0_895"/>
          <p:cNvPicPr preferRelativeResize="0"/>
          <p:nvPr/>
        </p:nvPicPr>
        <p:blipFill rotWithShape="1">
          <a:blip r:embed="rId4">
            <a:alphaModFix/>
          </a:blip>
          <a:srcRect/>
          <a:stretch/>
        </p:blipFill>
        <p:spPr>
          <a:xfrm>
            <a:off x="3762375" y="1763315"/>
            <a:ext cx="101203" cy="100012"/>
          </a:xfrm>
          <a:prstGeom prst="rect">
            <a:avLst/>
          </a:prstGeom>
          <a:noFill/>
          <a:ln>
            <a:noFill/>
          </a:ln>
        </p:spPr>
      </p:pic>
      <p:pic>
        <p:nvPicPr>
          <p:cNvPr id="1350" name="Google Shape;1350;g2ff6f630c79_0_895"/>
          <p:cNvPicPr preferRelativeResize="0"/>
          <p:nvPr/>
        </p:nvPicPr>
        <p:blipFill rotWithShape="1">
          <a:blip r:embed="rId4">
            <a:alphaModFix/>
          </a:blip>
          <a:srcRect/>
          <a:stretch/>
        </p:blipFill>
        <p:spPr>
          <a:xfrm>
            <a:off x="3425825" y="2065734"/>
            <a:ext cx="101203" cy="100012"/>
          </a:xfrm>
          <a:prstGeom prst="rect">
            <a:avLst/>
          </a:prstGeom>
          <a:noFill/>
          <a:ln>
            <a:noFill/>
          </a:ln>
        </p:spPr>
      </p:pic>
      <p:pic>
        <p:nvPicPr>
          <p:cNvPr id="1351" name="Google Shape;1351;g2ff6f630c79_0_895"/>
          <p:cNvPicPr preferRelativeResize="0"/>
          <p:nvPr/>
        </p:nvPicPr>
        <p:blipFill rotWithShape="1">
          <a:blip r:embed="rId4">
            <a:alphaModFix/>
          </a:blip>
          <a:srcRect/>
          <a:stretch/>
        </p:blipFill>
        <p:spPr>
          <a:xfrm>
            <a:off x="3762375" y="2620565"/>
            <a:ext cx="101203" cy="100012"/>
          </a:xfrm>
          <a:prstGeom prst="rect">
            <a:avLst/>
          </a:prstGeom>
          <a:noFill/>
          <a:ln>
            <a:noFill/>
          </a:ln>
        </p:spPr>
      </p:pic>
      <p:pic>
        <p:nvPicPr>
          <p:cNvPr id="1352" name="Google Shape;1352;g2ff6f630c79_0_895"/>
          <p:cNvPicPr preferRelativeResize="0"/>
          <p:nvPr/>
        </p:nvPicPr>
        <p:blipFill rotWithShape="1">
          <a:blip r:embed="rId4">
            <a:alphaModFix/>
          </a:blip>
          <a:srcRect/>
          <a:stretch/>
        </p:blipFill>
        <p:spPr>
          <a:xfrm>
            <a:off x="3090862" y="2670571"/>
            <a:ext cx="100012" cy="101203"/>
          </a:xfrm>
          <a:prstGeom prst="rect">
            <a:avLst/>
          </a:prstGeom>
          <a:noFill/>
          <a:ln>
            <a:noFill/>
          </a:ln>
        </p:spPr>
      </p:pic>
      <p:pic>
        <p:nvPicPr>
          <p:cNvPr id="1353" name="Google Shape;1353;g2ff6f630c79_0_895"/>
          <p:cNvPicPr preferRelativeResize="0"/>
          <p:nvPr/>
        </p:nvPicPr>
        <p:blipFill rotWithShape="1">
          <a:blip r:embed="rId4">
            <a:alphaModFix/>
          </a:blip>
          <a:srcRect/>
          <a:stretch/>
        </p:blipFill>
        <p:spPr>
          <a:xfrm>
            <a:off x="3022600" y="3225403"/>
            <a:ext cx="101203" cy="101203"/>
          </a:xfrm>
          <a:prstGeom prst="rect">
            <a:avLst/>
          </a:prstGeom>
          <a:noFill/>
          <a:ln>
            <a:noFill/>
          </a:ln>
        </p:spPr>
      </p:pic>
      <p:pic>
        <p:nvPicPr>
          <p:cNvPr id="1354" name="Google Shape;1354;g2ff6f630c79_0_895"/>
          <p:cNvPicPr preferRelativeResize="0"/>
          <p:nvPr/>
        </p:nvPicPr>
        <p:blipFill rotWithShape="1">
          <a:blip r:embed="rId4">
            <a:alphaModFix/>
          </a:blip>
          <a:srcRect/>
          <a:stretch/>
        </p:blipFill>
        <p:spPr>
          <a:xfrm>
            <a:off x="3224212" y="3780234"/>
            <a:ext cx="101203" cy="100012"/>
          </a:xfrm>
          <a:prstGeom prst="rect">
            <a:avLst/>
          </a:prstGeom>
          <a:noFill/>
          <a:ln>
            <a:noFill/>
          </a:ln>
        </p:spPr>
      </p:pic>
      <p:pic>
        <p:nvPicPr>
          <p:cNvPr id="1355" name="Google Shape;1355;g2ff6f630c79_0_895"/>
          <p:cNvPicPr preferRelativeResize="0"/>
          <p:nvPr/>
        </p:nvPicPr>
        <p:blipFill rotWithShape="1">
          <a:blip r:embed="rId4">
            <a:alphaModFix/>
          </a:blip>
          <a:srcRect/>
          <a:stretch/>
        </p:blipFill>
        <p:spPr>
          <a:xfrm>
            <a:off x="2619375" y="4032647"/>
            <a:ext cx="101203" cy="100012"/>
          </a:xfrm>
          <a:prstGeom prst="rect">
            <a:avLst/>
          </a:prstGeom>
          <a:noFill/>
          <a:ln>
            <a:noFill/>
          </a:ln>
        </p:spPr>
      </p:pic>
      <p:pic>
        <p:nvPicPr>
          <p:cNvPr id="1356" name="Google Shape;1356;g2ff6f630c79_0_895"/>
          <p:cNvPicPr preferRelativeResize="0"/>
          <p:nvPr/>
        </p:nvPicPr>
        <p:blipFill rotWithShape="1">
          <a:blip r:embed="rId4">
            <a:alphaModFix/>
          </a:blip>
          <a:srcRect/>
          <a:stretch/>
        </p:blipFill>
        <p:spPr>
          <a:xfrm>
            <a:off x="2216150" y="3527821"/>
            <a:ext cx="101203" cy="101203"/>
          </a:xfrm>
          <a:prstGeom prst="rect">
            <a:avLst/>
          </a:prstGeom>
          <a:noFill/>
          <a:ln>
            <a:noFill/>
          </a:ln>
        </p:spPr>
      </p:pic>
      <p:pic>
        <p:nvPicPr>
          <p:cNvPr id="1357" name="Google Shape;1357;g2ff6f630c79_0_895"/>
          <p:cNvPicPr preferRelativeResize="0"/>
          <p:nvPr/>
        </p:nvPicPr>
        <p:blipFill rotWithShape="1">
          <a:blip r:embed="rId4">
            <a:alphaModFix/>
          </a:blip>
          <a:srcRect/>
          <a:stretch/>
        </p:blipFill>
        <p:spPr>
          <a:xfrm>
            <a:off x="2216150" y="2922984"/>
            <a:ext cx="101203" cy="100012"/>
          </a:xfrm>
          <a:prstGeom prst="rect">
            <a:avLst/>
          </a:prstGeom>
          <a:noFill/>
          <a:ln>
            <a:noFill/>
          </a:ln>
        </p:spPr>
      </p:pic>
      <p:pic>
        <p:nvPicPr>
          <p:cNvPr id="1358" name="Google Shape;1358;g2ff6f630c79_0_895"/>
          <p:cNvPicPr preferRelativeResize="0"/>
          <p:nvPr/>
        </p:nvPicPr>
        <p:blipFill rotWithShape="1">
          <a:blip r:embed="rId4">
            <a:alphaModFix/>
          </a:blip>
          <a:srcRect/>
          <a:stretch/>
        </p:blipFill>
        <p:spPr>
          <a:xfrm>
            <a:off x="2754312" y="2115740"/>
            <a:ext cx="100012" cy="101203"/>
          </a:xfrm>
          <a:prstGeom prst="rect">
            <a:avLst/>
          </a:prstGeom>
          <a:noFill/>
          <a:ln>
            <a:noFill/>
          </a:ln>
        </p:spPr>
      </p:pic>
      <p:pic>
        <p:nvPicPr>
          <p:cNvPr id="1359" name="Google Shape;1359;g2ff6f630c79_0_895"/>
          <p:cNvPicPr preferRelativeResize="0"/>
          <p:nvPr/>
        </p:nvPicPr>
        <p:blipFill rotWithShape="1">
          <a:blip r:embed="rId4">
            <a:alphaModFix/>
          </a:blip>
          <a:srcRect/>
          <a:stretch/>
        </p:blipFill>
        <p:spPr>
          <a:xfrm>
            <a:off x="3090862" y="1560909"/>
            <a:ext cx="100012" cy="101203"/>
          </a:xfrm>
          <a:prstGeom prst="rect">
            <a:avLst/>
          </a:prstGeom>
          <a:noFill/>
          <a:ln>
            <a:noFill/>
          </a:ln>
        </p:spPr>
      </p:pic>
      <p:pic>
        <p:nvPicPr>
          <p:cNvPr id="1360" name="Google Shape;1360;g2ff6f630c79_0_895"/>
          <p:cNvPicPr preferRelativeResize="0"/>
          <p:nvPr/>
        </p:nvPicPr>
        <p:blipFill rotWithShape="1">
          <a:blip r:embed="rId4">
            <a:alphaModFix/>
          </a:blip>
          <a:srcRect/>
          <a:stretch/>
        </p:blipFill>
        <p:spPr>
          <a:xfrm>
            <a:off x="2282825" y="1560909"/>
            <a:ext cx="101203" cy="101203"/>
          </a:xfrm>
          <a:prstGeom prst="rect">
            <a:avLst/>
          </a:prstGeom>
          <a:noFill/>
          <a:ln>
            <a:noFill/>
          </a:ln>
        </p:spPr>
      </p:pic>
      <p:pic>
        <p:nvPicPr>
          <p:cNvPr id="1361" name="Google Shape;1361;g2ff6f630c79_0_895"/>
          <p:cNvPicPr preferRelativeResize="0"/>
          <p:nvPr/>
        </p:nvPicPr>
        <p:blipFill rotWithShape="1">
          <a:blip r:embed="rId4">
            <a:alphaModFix/>
          </a:blip>
          <a:srcRect/>
          <a:stretch/>
        </p:blipFill>
        <p:spPr>
          <a:xfrm>
            <a:off x="2149475" y="2318146"/>
            <a:ext cx="100012" cy="100012"/>
          </a:xfrm>
          <a:prstGeom prst="rect">
            <a:avLst/>
          </a:prstGeom>
          <a:noFill/>
          <a:ln>
            <a:noFill/>
          </a:ln>
        </p:spPr>
      </p:pic>
      <p:pic>
        <p:nvPicPr>
          <p:cNvPr id="1362" name="Google Shape;1362;g2ff6f630c79_0_895"/>
          <p:cNvPicPr preferRelativeResize="0"/>
          <p:nvPr/>
        </p:nvPicPr>
        <p:blipFill rotWithShape="1">
          <a:blip r:embed="rId4">
            <a:alphaModFix/>
          </a:blip>
          <a:srcRect/>
          <a:stretch/>
        </p:blipFill>
        <p:spPr>
          <a:xfrm>
            <a:off x="1208087" y="3426619"/>
            <a:ext cx="100012" cy="101203"/>
          </a:xfrm>
          <a:prstGeom prst="rect">
            <a:avLst/>
          </a:prstGeom>
          <a:noFill/>
          <a:ln>
            <a:noFill/>
          </a:ln>
        </p:spPr>
      </p:pic>
      <p:pic>
        <p:nvPicPr>
          <p:cNvPr id="1363" name="Google Shape;1363;g2ff6f630c79_0_895"/>
          <p:cNvPicPr preferRelativeResize="0"/>
          <p:nvPr/>
        </p:nvPicPr>
        <p:blipFill rotWithShape="1">
          <a:blip r:embed="rId4">
            <a:alphaModFix/>
          </a:blip>
          <a:srcRect/>
          <a:stretch/>
        </p:blipFill>
        <p:spPr>
          <a:xfrm>
            <a:off x="1274762" y="4132659"/>
            <a:ext cx="101203" cy="101203"/>
          </a:xfrm>
          <a:prstGeom prst="rect">
            <a:avLst/>
          </a:prstGeom>
          <a:noFill/>
          <a:ln>
            <a:noFill/>
          </a:ln>
        </p:spPr>
      </p:pic>
      <p:pic>
        <p:nvPicPr>
          <p:cNvPr id="1364" name="Google Shape;1364;g2ff6f630c79_0_895"/>
          <p:cNvPicPr preferRelativeResize="0"/>
          <p:nvPr/>
        </p:nvPicPr>
        <p:blipFill rotWithShape="1">
          <a:blip r:embed="rId4">
            <a:alphaModFix/>
          </a:blip>
          <a:srcRect/>
          <a:stretch/>
        </p:blipFill>
        <p:spPr>
          <a:xfrm>
            <a:off x="1274762" y="2620565"/>
            <a:ext cx="101203" cy="100012"/>
          </a:xfrm>
          <a:prstGeom prst="rect">
            <a:avLst/>
          </a:prstGeom>
          <a:noFill/>
          <a:ln>
            <a:noFill/>
          </a:ln>
        </p:spPr>
      </p:pic>
      <p:pic>
        <p:nvPicPr>
          <p:cNvPr id="1365" name="Google Shape;1365;g2ff6f630c79_0_895"/>
          <p:cNvPicPr preferRelativeResize="0"/>
          <p:nvPr/>
        </p:nvPicPr>
        <p:blipFill rotWithShape="1">
          <a:blip r:embed="rId4">
            <a:alphaModFix/>
          </a:blip>
          <a:srcRect/>
          <a:stretch/>
        </p:blipFill>
        <p:spPr>
          <a:xfrm>
            <a:off x="1409700" y="1813321"/>
            <a:ext cx="100012" cy="101203"/>
          </a:xfrm>
          <a:prstGeom prst="rect">
            <a:avLst/>
          </a:prstGeom>
          <a:noFill/>
          <a:ln>
            <a:noFill/>
          </a:ln>
        </p:spPr>
      </p:pic>
      <p:pic>
        <p:nvPicPr>
          <p:cNvPr id="1366" name="Google Shape;1366;g2ff6f630c79_0_895"/>
          <p:cNvPicPr preferRelativeResize="0"/>
          <p:nvPr/>
        </p:nvPicPr>
        <p:blipFill rotWithShape="1">
          <a:blip r:embed="rId4">
            <a:alphaModFix/>
          </a:blip>
          <a:srcRect/>
          <a:stretch/>
        </p:blipFill>
        <p:spPr>
          <a:xfrm>
            <a:off x="1543050" y="1107281"/>
            <a:ext cx="101203" cy="101203"/>
          </a:xfrm>
          <a:prstGeom prst="rect">
            <a:avLst/>
          </a:prstGeom>
          <a:noFill/>
          <a:ln>
            <a:noFill/>
          </a:ln>
        </p:spPr>
      </p:pic>
      <p:pic>
        <p:nvPicPr>
          <p:cNvPr id="1367" name="Google Shape;1367;g2ff6f630c79_0_895"/>
          <p:cNvPicPr preferRelativeResize="0"/>
          <p:nvPr/>
        </p:nvPicPr>
        <p:blipFill rotWithShape="1">
          <a:blip r:embed="rId4">
            <a:alphaModFix/>
          </a:blip>
          <a:srcRect/>
          <a:stretch/>
        </p:blipFill>
        <p:spPr>
          <a:xfrm>
            <a:off x="2820987" y="1006078"/>
            <a:ext cx="101203" cy="101203"/>
          </a:xfrm>
          <a:prstGeom prst="rect">
            <a:avLst/>
          </a:prstGeom>
          <a:noFill/>
          <a:ln>
            <a:noFill/>
          </a:ln>
        </p:spPr>
      </p:pic>
      <p:sp>
        <p:nvSpPr>
          <p:cNvPr id="1368" name="Google Shape;1368;g2ff6f630c79_0_895"/>
          <p:cNvSpPr/>
          <p:nvPr/>
        </p:nvSpPr>
        <p:spPr>
          <a:xfrm>
            <a:off x="7116762" y="900113"/>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00CC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69" name="Google Shape;1369;g2ff6f630c79_0_895"/>
          <p:cNvSpPr/>
          <p:nvPr/>
        </p:nvSpPr>
        <p:spPr>
          <a:xfrm>
            <a:off x="7116762" y="1353740"/>
            <a:ext cx="1293935" cy="416059"/>
          </a:xfrm>
          <a:custGeom>
            <a:avLst/>
            <a:gdLst/>
            <a:ahLst/>
            <a:cxnLst/>
            <a:rect l="l" t="t" r="r" b="b"/>
            <a:pathLst>
              <a:path w="1466215" h="628014" extrusionOk="0">
                <a:moveTo>
                  <a:pt x="1377696" y="0"/>
                </a:moveTo>
                <a:lnTo>
                  <a:pt x="85344" y="0"/>
                </a:lnTo>
                <a:lnTo>
                  <a:pt x="67056" y="6095"/>
                </a:lnTo>
                <a:lnTo>
                  <a:pt x="64008" y="9143"/>
                </a:lnTo>
                <a:lnTo>
                  <a:pt x="48768" y="18287"/>
                </a:lnTo>
                <a:lnTo>
                  <a:pt x="33527" y="30479"/>
                </a:lnTo>
                <a:lnTo>
                  <a:pt x="30480" y="33527"/>
                </a:lnTo>
                <a:lnTo>
                  <a:pt x="18288" y="48767"/>
                </a:lnTo>
                <a:lnTo>
                  <a:pt x="9144" y="64007"/>
                </a:lnTo>
                <a:lnTo>
                  <a:pt x="6096" y="67055"/>
                </a:lnTo>
                <a:lnTo>
                  <a:pt x="0" y="85343"/>
                </a:lnTo>
                <a:lnTo>
                  <a:pt x="0" y="539495"/>
                </a:lnTo>
                <a:lnTo>
                  <a:pt x="6096" y="557783"/>
                </a:lnTo>
                <a:lnTo>
                  <a:pt x="9144" y="560831"/>
                </a:lnTo>
                <a:lnTo>
                  <a:pt x="18288" y="576071"/>
                </a:lnTo>
                <a:lnTo>
                  <a:pt x="30480" y="591312"/>
                </a:lnTo>
                <a:lnTo>
                  <a:pt x="33527" y="594359"/>
                </a:lnTo>
                <a:lnTo>
                  <a:pt x="48768" y="606551"/>
                </a:lnTo>
                <a:lnTo>
                  <a:pt x="64008" y="615695"/>
                </a:lnTo>
                <a:lnTo>
                  <a:pt x="67056" y="618743"/>
                </a:lnTo>
                <a:lnTo>
                  <a:pt x="85344" y="624839"/>
                </a:lnTo>
                <a:lnTo>
                  <a:pt x="106680" y="627888"/>
                </a:lnTo>
                <a:lnTo>
                  <a:pt x="1353312" y="627888"/>
                </a:lnTo>
                <a:lnTo>
                  <a:pt x="1374648" y="624839"/>
                </a:lnTo>
                <a:lnTo>
                  <a:pt x="1377696" y="624839"/>
                </a:lnTo>
                <a:lnTo>
                  <a:pt x="1395984" y="618743"/>
                </a:lnTo>
                <a:lnTo>
                  <a:pt x="1399032" y="615695"/>
                </a:lnTo>
                <a:lnTo>
                  <a:pt x="1374648" y="615695"/>
                </a:lnTo>
                <a:lnTo>
                  <a:pt x="1374648" y="609600"/>
                </a:lnTo>
                <a:lnTo>
                  <a:pt x="70103" y="609600"/>
                </a:lnTo>
                <a:lnTo>
                  <a:pt x="70103" y="600455"/>
                </a:lnTo>
                <a:lnTo>
                  <a:pt x="73151" y="600455"/>
                </a:lnTo>
                <a:lnTo>
                  <a:pt x="57912" y="591312"/>
                </a:lnTo>
                <a:lnTo>
                  <a:pt x="54101" y="588263"/>
                </a:lnTo>
                <a:lnTo>
                  <a:pt x="36575" y="588263"/>
                </a:lnTo>
                <a:lnTo>
                  <a:pt x="42672" y="579119"/>
                </a:lnTo>
                <a:lnTo>
                  <a:pt x="43281" y="579119"/>
                </a:lnTo>
                <a:lnTo>
                  <a:pt x="33527" y="566927"/>
                </a:lnTo>
                <a:lnTo>
                  <a:pt x="26212" y="554736"/>
                </a:lnTo>
                <a:lnTo>
                  <a:pt x="15240" y="554736"/>
                </a:lnTo>
                <a:lnTo>
                  <a:pt x="23469" y="551992"/>
                </a:lnTo>
                <a:lnTo>
                  <a:pt x="19304" y="539495"/>
                </a:lnTo>
                <a:lnTo>
                  <a:pt x="18288" y="539495"/>
                </a:lnTo>
                <a:lnTo>
                  <a:pt x="9144" y="536447"/>
                </a:lnTo>
                <a:lnTo>
                  <a:pt x="18288" y="536447"/>
                </a:lnTo>
                <a:lnTo>
                  <a:pt x="18288" y="88391"/>
                </a:lnTo>
                <a:lnTo>
                  <a:pt x="23469" y="72847"/>
                </a:lnTo>
                <a:lnTo>
                  <a:pt x="15240" y="70103"/>
                </a:lnTo>
                <a:lnTo>
                  <a:pt x="26212" y="70103"/>
                </a:lnTo>
                <a:lnTo>
                  <a:pt x="33527" y="57912"/>
                </a:lnTo>
                <a:lnTo>
                  <a:pt x="43281" y="45719"/>
                </a:lnTo>
                <a:lnTo>
                  <a:pt x="42672" y="45719"/>
                </a:lnTo>
                <a:lnTo>
                  <a:pt x="36575" y="36575"/>
                </a:lnTo>
                <a:lnTo>
                  <a:pt x="54101" y="36575"/>
                </a:lnTo>
                <a:lnTo>
                  <a:pt x="57912" y="33527"/>
                </a:lnTo>
                <a:lnTo>
                  <a:pt x="73151" y="24383"/>
                </a:lnTo>
                <a:lnTo>
                  <a:pt x="70103" y="24383"/>
                </a:lnTo>
                <a:lnTo>
                  <a:pt x="70103" y="15239"/>
                </a:lnTo>
                <a:lnTo>
                  <a:pt x="1374648" y="15239"/>
                </a:lnTo>
                <a:lnTo>
                  <a:pt x="1374648" y="9143"/>
                </a:lnTo>
                <a:lnTo>
                  <a:pt x="1399032" y="9143"/>
                </a:lnTo>
                <a:lnTo>
                  <a:pt x="1395984" y="6095"/>
                </a:lnTo>
                <a:lnTo>
                  <a:pt x="1377696" y="0"/>
                </a:lnTo>
                <a:close/>
              </a:path>
              <a:path w="1466215" h="628014" extrusionOk="0">
                <a:moveTo>
                  <a:pt x="1377696" y="606551"/>
                </a:moveTo>
                <a:lnTo>
                  <a:pt x="1374648" y="606987"/>
                </a:lnTo>
                <a:lnTo>
                  <a:pt x="1374648" y="615695"/>
                </a:lnTo>
                <a:lnTo>
                  <a:pt x="1377696" y="606551"/>
                </a:lnTo>
                <a:close/>
              </a:path>
              <a:path w="1466215" h="628014" extrusionOk="0">
                <a:moveTo>
                  <a:pt x="1391920" y="606551"/>
                </a:moveTo>
                <a:lnTo>
                  <a:pt x="1377696" y="606551"/>
                </a:lnTo>
                <a:lnTo>
                  <a:pt x="1374648" y="615695"/>
                </a:lnTo>
                <a:lnTo>
                  <a:pt x="1399032" y="615695"/>
                </a:lnTo>
                <a:lnTo>
                  <a:pt x="1409192" y="609600"/>
                </a:lnTo>
                <a:lnTo>
                  <a:pt x="1392936" y="609600"/>
                </a:lnTo>
                <a:lnTo>
                  <a:pt x="1391920" y="606551"/>
                </a:lnTo>
                <a:close/>
              </a:path>
              <a:path w="1466215" h="628014" extrusionOk="0">
                <a:moveTo>
                  <a:pt x="70103" y="600455"/>
                </a:moveTo>
                <a:lnTo>
                  <a:pt x="70103" y="609600"/>
                </a:lnTo>
                <a:lnTo>
                  <a:pt x="72847" y="601370"/>
                </a:lnTo>
                <a:lnTo>
                  <a:pt x="70103" y="600455"/>
                </a:lnTo>
                <a:close/>
              </a:path>
              <a:path w="1466215" h="628014" extrusionOk="0">
                <a:moveTo>
                  <a:pt x="72847" y="601370"/>
                </a:moveTo>
                <a:lnTo>
                  <a:pt x="70103" y="609600"/>
                </a:lnTo>
                <a:lnTo>
                  <a:pt x="109727" y="609600"/>
                </a:lnTo>
                <a:lnTo>
                  <a:pt x="88392" y="606551"/>
                </a:lnTo>
                <a:lnTo>
                  <a:pt x="72847" y="601370"/>
                </a:lnTo>
                <a:close/>
              </a:path>
              <a:path w="1466215" h="628014" extrusionOk="0">
                <a:moveTo>
                  <a:pt x="1374648" y="606987"/>
                </a:moveTo>
                <a:lnTo>
                  <a:pt x="1356360" y="609600"/>
                </a:lnTo>
                <a:lnTo>
                  <a:pt x="1374648" y="609600"/>
                </a:lnTo>
                <a:lnTo>
                  <a:pt x="1374648" y="606987"/>
                </a:lnTo>
                <a:close/>
              </a:path>
              <a:path w="1466215" h="628014" extrusionOk="0">
                <a:moveTo>
                  <a:pt x="1392936" y="600455"/>
                </a:moveTo>
                <a:lnTo>
                  <a:pt x="1390192" y="601370"/>
                </a:lnTo>
                <a:lnTo>
                  <a:pt x="1392936" y="609600"/>
                </a:lnTo>
                <a:lnTo>
                  <a:pt x="1392936" y="600455"/>
                </a:lnTo>
                <a:close/>
              </a:path>
              <a:path w="1466215" h="628014" extrusionOk="0">
                <a:moveTo>
                  <a:pt x="1421892" y="600455"/>
                </a:moveTo>
                <a:lnTo>
                  <a:pt x="1392936" y="600455"/>
                </a:lnTo>
                <a:lnTo>
                  <a:pt x="1392936" y="609600"/>
                </a:lnTo>
                <a:lnTo>
                  <a:pt x="1409192" y="609600"/>
                </a:lnTo>
                <a:lnTo>
                  <a:pt x="1414272" y="606551"/>
                </a:lnTo>
                <a:lnTo>
                  <a:pt x="1421892" y="600455"/>
                </a:lnTo>
                <a:close/>
              </a:path>
              <a:path w="1466215" h="628014" extrusionOk="0">
                <a:moveTo>
                  <a:pt x="1390192" y="601370"/>
                </a:moveTo>
                <a:lnTo>
                  <a:pt x="1374648" y="606551"/>
                </a:lnTo>
                <a:lnTo>
                  <a:pt x="1374648" y="606987"/>
                </a:lnTo>
                <a:lnTo>
                  <a:pt x="1377696" y="606551"/>
                </a:lnTo>
                <a:lnTo>
                  <a:pt x="1391920" y="606551"/>
                </a:lnTo>
                <a:lnTo>
                  <a:pt x="1390192" y="601370"/>
                </a:lnTo>
                <a:close/>
              </a:path>
              <a:path w="1466215" h="628014" extrusionOk="0">
                <a:moveTo>
                  <a:pt x="73151" y="600455"/>
                </a:moveTo>
                <a:lnTo>
                  <a:pt x="70103" y="600455"/>
                </a:lnTo>
                <a:lnTo>
                  <a:pt x="72847" y="601370"/>
                </a:lnTo>
                <a:lnTo>
                  <a:pt x="73151" y="600455"/>
                </a:lnTo>
                <a:close/>
              </a:path>
              <a:path w="1466215" h="628014" extrusionOk="0">
                <a:moveTo>
                  <a:pt x="1418674" y="580474"/>
                </a:moveTo>
                <a:lnTo>
                  <a:pt x="1405127" y="591312"/>
                </a:lnTo>
                <a:lnTo>
                  <a:pt x="1389888" y="600455"/>
                </a:lnTo>
                <a:lnTo>
                  <a:pt x="1390192" y="601370"/>
                </a:lnTo>
                <a:lnTo>
                  <a:pt x="1392936" y="600455"/>
                </a:lnTo>
                <a:lnTo>
                  <a:pt x="1421892" y="600455"/>
                </a:lnTo>
                <a:lnTo>
                  <a:pt x="1429512" y="594359"/>
                </a:lnTo>
                <a:lnTo>
                  <a:pt x="1432560" y="591312"/>
                </a:lnTo>
                <a:lnTo>
                  <a:pt x="1434998" y="588263"/>
                </a:lnTo>
                <a:lnTo>
                  <a:pt x="1426464" y="588263"/>
                </a:lnTo>
                <a:lnTo>
                  <a:pt x="1417320" y="582167"/>
                </a:lnTo>
                <a:lnTo>
                  <a:pt x="1418674" y="580474"/>
                </a:lnTo>
                <a:close/>
              </a:path>
              <a:path w="1466215" h="628014" extrusionOk="0">
                <a:moveTo>
                  <a:pt x="42672" y="579119"/>
                </a:moveTo>
                <a:lnTo>
                  <a:pt x="36575" y="588263"/>
                </a:lnTo>
                <a:lnTo>
                  <a:pt x="45720" y="582167"/>
                </a:lnTo>
                <a:lnTo>
                  <a:pt x="44365" y="580474"/>
                </a:lnTo>
                <a:lnTo>
                  <a:pt x="42672" y="579119"/>
                </a:lnTo>
                <a:close/>
              </a:path>
              <a:path w="1466215" h="628014" extrusionOk="0">
                <a:moveTo>
                  <a:pt x="44365" y="580474"/>
                </a:moveTo>
                <a:lnTo>
                  <a:pt x="45720" y="582167"/>
                </a:lnTo>
                <a:lnTo>
                  <a:pt x="36575" y="588263"/>
                </a:lnTo>
                <a:lnTo>
                  <a:pt x="54101" y="588263"/>
                </a:lnTo>
                <a:lnTo>
                  <a:pt x="44365" y="580474"/>
                </a:lnTo>
                <a:close/>
              </a:path>
              <a:path w="1466215" h="628014" extrusionOk="0">
                <a:moveTo>
                  <a:pt x="1420368" y="579119"/>
                </a:moveTo>
                <a:lnTo>
                  <a:pt x="1418674" y="580474"/>
                </a:lnTo>
                <a:lnTo>
                  <a:pt x="1417320" y="582167"/>
                </a:lnTo>
                <a:lnTo>
                  <a:pt x="1426464" y="588263"/>
                </a:lnTo>
                <a:lnTo>
                  <a:pt x="1420368" y="579119"/>
                </a:lnTo>
                <a:close/>
              </a:path>
              <a:path w="1466215" h="628014" extrusionOk="0">
                <a:moveTo>
                  <a:pt x="1442313" y="579119"/>
                </a:moveTo>
                <a:lnTo>
                  <a:pt x="1420368" y="579119"/>
                </a:lnTo>
                <a:lnTo>
                  <a:pt x="1426464" y="588263"/>
                </a:lnTo>
                <a:lnTo>
                  <a:pt x="1434998" y="588263"/>
                </a:lnTo>
                <a:lnTo>
                  <a:pt x="1442313" y="579119"/>
                </a:lnTo>
                <a:close/>
              </a:path>
              <a:path w="1466215" h="628014" extrusionOk="0">
                <a:moveTo>
                  <a:pt x="43281" y="579119"/>
                </a:moveTo>
                <a:lnTo>
                  <a:pt x="42672" y="579119"/>
                </a:lnTo>
                <a:lnTo>
                  <a:pt x="44365" y="580474"/>
                </a:lnTo>
                <a:lnTo>
                  <a:pt x="43281" y="579119"/>
                </a:lnTo>
                <a:close/>
              </a:path>
              <a:path w="1466215" h="628014" extrusionOk="0">
                <a:moveTo>
                  <a:pt x="1438656" y="551688"/>
                </a:moveTo>
                <a:lnTo>
                  <a:pt x="1429512" y="566927"/>
                </a:lnTo>
                <a:lnTo>
                  <a:pt x="1418674" y="580474"/>
                </a:lnTo>
                <a:lnTo>
                  <a:pt x="1420368" y="579119"/>
                </a:lnTo>
                <a:lnTo>
                  <a:pt x="1442313" y="579119"/>
                </a:lnTo>
                <a:lnTo>
                  <a:pt x="1444752" y="576071"/>
                </a:lnTo>
                <a:lnTo>
                  <a:pt x="1453896" y="560831"/>
                </a:lnTo>
                <a:lnTo>
                  <a:pt x="1456944" y="557783"/>
                </a:lnTo>
                <a:lnTo>
                  <a:pt x="1457960" y="554736"/>
                </a:lnTo>
                <a:lnTo>
                  <a:pt x="1438656" y="554736"/>
                </a:lnTo>
                <a:lnTo>
                  <a:pt x="1439570" y="551992"/>
                </a:lnTo>
                <a:lnTo>
                  <a:pt x="1438656" y="551688"/>
                </a:lnTo>
                <a:close/>
              </a:path>
              <a:path w="1466215" h="628014" extrusionOk="0">
                <a:moveTo>
                  <a:pt x="23469" y="551992"/>
                </a:moveTo>
                <a:lnTo>
                  <a:pt x="15240" y="554736"/>
                </a:lnTo>
                <a:lnTo>
                  <a:pt x="24384" y="554736"/>
                </a:lnTo>
                <a:lnTo>
                  <a:pt x="23469" y="551992"/>
                </a:lnTo>
                <a:close/>
              </a:path>
              <a:path w="1466215" h="628014" extrusionOk="0">
                <a:moveTo>
                  <a:pt x="24384" y="551688"/>
                </a:moveTo>
                <a:lnTo>
                  <a:pt x="23469" y="551992"/>
                </a:lnTo>
                <a:lnTo>
                  <a:pt x="24384" y="554736"/>
                </a:lnTo>
                <a:lnTo>
                  <a:pt x="26212" y="554736"/>
                </a:lnTo>
                <a:lnTo>
                  <a:pt x="24384" y="551688"/>
                </a:lnTo>
                <a:close/>
              </a:path>
              <a:path w="1466215" h="628014" extrusionOk="0">
                <a:moveTo>
                  <a:pt x="1439570" y="551992"/>
                </a:moveTo>
                <a:lnTo>
                  <a:pt x="1438656" y="554736"/>
                </a:lnTo>
                <a:lnTo>
                  <a:pt x="1447800" y="554736"/>
                </a:lnTo>
                <a:lnTo>
                  <a:pt x="1439570" y="551992"/>
                </a:lnTo>
                <a:close/>
              </a:path>
              <a:path w="1466215" h="628014" extrusionOk="0">
                <a:moveTo>
                  <a:pt x="1445187" y="536447"/>
                </a:moveTo>
                <a:lnTo>
                  <a:pt x="1444752" y="536447"/>
                </a:lnTo>
                <a:lnTo>
                  <a:pt x="1439570" y="551992"/>
                </a:lnTo>
                <a:lnTo>
                  <a:pt x="1447800" y="554736"/>
                </a:lnTo>
                <a:lnTo>
                  <a:pt x="1457960" y="554736"/>
                </a:lnTo>
                <a:lnTo>
                  <a:pt x="1463040" y="539495"/>
                </a:lnTo>
                <a:lnTo>
                  <a:pt x="1444752" y="539495"/>
                </a:lnTo>
                <a:lnTo>
                  <a:pt x="1445187" y="536447"/>
                </a:lnTo>
                <a:close/>
              </a:path>
              <a:path w="1466215" h="628014" extrusionOk="0">
                <a:moveTo>
                  <a:pt x="18288" y="536447"/>
                </a:moveTo>
                <a:lnTo>
                  <a:pt x="9144" y="536447"/>
                </a:lnTo>
                <a:lnTo>
                  <a:pt x="18288" y="539495"/>
                </a:lnTo>
                <a:lnTo>
                  <a:pt x="18288" y="536447"/>
                </a:lnTo>
                <a:close/>
              </a:path>
              <a:path w="1466215" h="628014" extrusionOk="0">
                <a:moveTo>
                  <a:pt x="18288" y="536447"/>
                </a:moveTo>
                <a:lnTo>
                  <a:pt x="18288" y="539495"/>
                </a:lnTo>
                <a:lnTo>
                  <a:pt x="19304" y="539495"/>
                </a:lnTo>
                <a:lnTo>
                  <a:pt x="18288" y="536447"/>
                </a:lnTo>
                <a:close/>
              </a:path>
              <a:path w="1466215" h="628014" extrusionOk="0">
                <a:moveTo>
                  <a:pt x="1457960" y="70103"/>
                </a:moveTo>
                <a:lnTo>
                  <a:pt x="1447800" y="70103"/>
                </a:lnTo>
                <a:lnTo>
                  <a:pt x="1439570" y="72847"/>
                </a:lnTo>
                <a:lnTo>
                  <a:pt x="1444752" y="88391"/>
                </a:lnTo>
                <a:lnTo>
                  <a:pt x="1447800" y="109727"/>
                </a:lnTo>
                <a:lnTo>
                  <a:pt x="1447800" y="518159"/>
                </a:lnTo>
                <a:lnTo>
                  <a:pt x="1444752" y="539495"/>
                </a:lnTo>
                <a:lnTo>
                  <a:pt x="1453896" y="536447"/>
                </a:lnTo>
                <a:lnTo>
                  <a:pt x="1463040" y="536447"/>
                </a:lnTo>
                <a:lnTo>
                  <a:pt x="1466088" y="515112"/>
                </a:lnTo>
                <a:lnTo>
                  <a:pt x="1466088" y="106679"/>
                </a:lnTo>
                <a:lnTo>
                  <a:pt x="1463040" y="85343"/>
                </a:lnTo>
                <a:lnTo>
                  <a:pt x="1457960" y="70103"/>
                </a:lnTo>
                <a:close/>
              </a:path>
              <a:path w="1466215" h="628014" extrusionOk="0">
                <a:moveTo>
                  <a:pt x="1463040" y="536447"/>
                </a:moveTo>
                <a:lnTo>
                  <a:pt x="1453896" y="536447"/>
                </a:lnTo>
                <a:lnTo>
                  <a:pt x="1444752" y="539495"/>
                </a:lnTo>
                <a:lnTo>
                  <a:pt x="1463040" y="539495"/>
                </a:lnTo>
                <a:lnTo>
                  <a:pt x="1463040" y="536447"/>
                </a:lnTo>
                <a:close/>
              </a:path>
              <a:path w="1466215" h="628014" extrusionOk="0">
                <a:moveTo>
                  <a:pt x="26212" y="70103"/>
                </a:moveTo>
                <a:lnTo>
                  <a:pt x="24384" y="70103"/>
                </a:lnTo>
                <a:lnTo>
                  <a:pt x="23469" y="72847"/>
                </a:lnTo>
                <a:lnTo>
                  <a:pt x="24384" y="73151"/>
                </a:lnTo>
                <a:lnTo>
                  <a:pt x="26212" y="70103"/>
                </a:lnTo>
                <a:close/>
              </a:path>
              <a:path w="1466215" h="628014" extrusionOk="0">
                <a:moveTo>
                  <a:pt x="1418674" y="44365"/>
                </a:moveTo>
                <a:lnTo>
                  <a:pt x="1429512" y="57912"/>
                </a:lnTo>
                <a:lnTo>
                  <a:pt x="1438656" y="73151"/>
                </a:lnTo>
                <a:lnTo>
                  <a:pt x="1439570" y="72847"/>
                </a:lnTo>
                <a:lnTo>
                  <a:pt x="1438656" y="70103"/>
                </a:lnTo>
                <a:lnTo>
                  <a:pt x="1457960" y="70103"/>
                </a:lnTo>
                <a:lnTo>
                  <a:pt x="1456944" y="67055"/>
                </a:lnTo>
                <a:lnTo>
                  <a:pt x="1453896" y="64007"/>
                </a:lnTo>
                <a:lnTo>
                  <a:pt x="1444752" y="48767"/>
                </a:lnTo>
                <a:lnTo>
                  <a:pt x="1442313" y="45719"/>
                </a:lnTo>
                <a:lnTo>
                  <a:pt x="1420368" y="45719"/>
                </a:lnTo>
                <a:lnTo>
                  <a:pt x="1418674" y="44365"/>
                </a:lnTo>
                <a:close/>
              </a:path>
              <a:path w="1466215" h="628014" extrusionOk="0">
                <a:moveTo>
                  <a:pt x="24384" y="70103"/>
                </a:moveTo>
                <a:lnTo>
                  <a:pt x="15240" y="70103"/>
                </a:lnTo>
                <a:lnTo>
                  <a:pt x="23469" y="72847"/>
                </a:lnTo>
                <a:lnTo>
                  <a:pt x="24384" y="70103"/>
                </a:lnTo>
                <a:close/>
              </a:path>
              <a:path w="1466215" h="628014" extrusionOk="0">
                <a:moveTo>
                  <a:pt x="1447800" y="70103"/>
                </a:moveTo>
                <a:lnTo>
                  <a:pt x="1438656" y="70103"/>
                </a:lnTo>
                <a:lnTo>
                  <a:pt x="1439570" y="72847"/>
                </a:lnTo>
                <a:lnTo>
                  <a:pt x="1447800" y="70103"/>
                </a:lnTo>
                <a:close/>
              </a:path>
              <a:path w="1466215" h="628014" extrusionOk="0">
                <a:moveTo>
                  <a:pt x="36575" y="36575"/>
                </a:moveTo>
                <a:lnTo>
                  <a:pt x="42672" y="45719"/>
                </a:lnTo>
                <a:lnTo>
                  <a:pt x="44365" y="44365"/>
                </a:lnTo>
                <a:lnTo>
                  <a:pt x="45720" y="42671"/>
                </a:lnTo>
                <a:lnTo>
                  <a:pt x="36575" y="36575"/>
                </a:lnTo>
                <a:close/>
              </a:path>
              <a:path w="1466215" h="628014" extrusionOk="0">
                <a:moveTo>
                  <a:pt x="44365" y="44365"/>
                </a:moveTo>
                <a:lnTo>
                  <a:pt x="42672" y="45719"/>
                </a:lnTo>
                <a:lnTo>
                  <a:pt x="43281" y="45719"/>
                </a:lnTo>
                <a:lnTo>
                  <a:pt x="44365" y="44365"/>
                </a:lnTo>
                <a:close/>
              </a:path>
              <a:path w="1466215" h="628014" extrusionOk="0">
                <a:moveTo>
                  <a:pt x="1426464" y="36575"/>
                </a:moveTo>
                <a:lnTo>
                  <a:pt x="1417320" y="42671"/>
                </a:lnTo>
                <a:lnTo>
                  <a:pt x="1418674" y="44365"/>
                </a:lnTo>
                <a:lnTo>
                  <a:pt x="1420368" y="45719"/>
                </a:lnTo>
                <a:lnTo>
                  <a:pt x="1426464" y="36575"/>
                </a:lnTo>
                <a:close/>
              </a:path>
              <a:path w="1466215" h="628014" extrusionOk="0">
                <a:moveTo>
                  <a:pt x="1434998" y="36575"/>
                </a:moveTo>
                <a:lnTo>
                  <a:pt x="1426464" y="36575"/>
                </a:lnTo>
                <a:lnTo>
                  <a:pt x="1420368" y="45719"/>
                </a:lnTo>
                <a:lnTo>
                  <a:pt x="1442313" y="45719"/>
                </a:lnTo>
                <a:lnTo>
                  <a:pt x="1434998" y="36575"/>
                </a:lnTo>
                <a:close/>
              </a:path>
              <a:path w="1466215" h="628014" extrusionOk="0">
                <a:moveTo>
                  <a:pt x="54101" y="36575"/>
                </a:moveTo>
                <a:lnTo>
                  <a:pt x="36575" y="36575"/>
                </a:lnTo>
                <a:lnTo>
                  <a:pt x="45720" y="42671"/>
                </a:lnTo>
                <a:lnTo>
                  <a:pt x="44365" y="44365"/>
                </a:lnTo>
                <a:lnTo>
                  <a:pt x="54101" y="36575"/>
                </a:lnTo>
                <a:close/>
              </a:path>
              <a:path w="1466215" h="628014" extrusionOk="0">
                <a:moveTo>
                  <a:pt x="1409192" y="15239"/>
                </a:moveTo>
                <a:lnTo>
                  <a:pt x="1392936" y="15239"/>
                </a:lnTo>
                <a:lnTo>
                  <a:pt x="1392936" y="24383"/>
                </a:lnTo>
                <a:lnTo>
                  <a:pt x="1389888" y="24383"/>
                </a:lnTo>
                <a:lnTo>
                  <a:pt x="1405127" y="33527"/>
                </a:lnTo>
                <a:lnTo>
                  <a:pt x="1418674" y="44365"/>
                </a:lnTo>
                <a:lnTo>
                  <a:pt x="1417320" y="42671"/>
                </a:lnTo>
                <a:lnTo>
                  <a:pt x="1426464" y="36575"/>
                </a:lnTo>
                <a:lnTo>
                  <a:pt x="1434998" y="36575"/>
                </a:lnTo>
                <a:lnTo>
                  <a:pt x="1432560" y="33527"/>
                </a:lnTo>
                <a:lnTo>
                  <a:pt x="1429512" y="30479"/>
                </a:lnTo>
                <a:lnTo>
                  <a:pt x="1421892" y="24383"/>
                </a:lnTo>
                <a:lnTo>
                  <a:pt x="1392936" y="24383"/>
                </a:lnTo>
                <a:lnTo>
                  <a:pt x="1390192" y="23469"/>
                </a:lnTo>
                <a:lnTo>
                  <a:pt x="1420749" y="23469"/>
                </a:lnTo>
                <a:lnTo>
                  <a:pt x="1414272" y="18287"/>
                </a:lnTo>
                <a:lnTo>
                  <a:pt x="1409192" y="15239"/>
                </a:lnTo>
                <a:close/>
              </a:path>
              <a:path w="1466215" h="628014" extrusionOk="0">
                <a:moveTo>
                  <a:pt x="70103" y="15239"/>
                </a:moveTo>
                <a:lnTo>
                  <a:pt x="70103" y="24383"/>
                </a:lnTo>
                <a:lnTo>
                  <a:pt x="72847" y="23469"/>
                </a:lnTo>
                <a:lnTo>
                  <a:pt x="70103" y="15239"/>
                </a:lnTo>
                <a:close/>
              </a:path>
              <a:path w="1466215" h="628014" extrusionOk="0">
                <a:moveTo>
                  <a:pt x="72847" y="23469"/>
                </a:moveTo>
                <a:lnTo>
                  <a:pt x="70103" y="24383"/>
                </a:lnTo>
                <a:lnTo>
                  <a:pt x="73151" y="24383"/>
                </a:lnTo>
                <a:lnTo>
                  <a:pt x="72847" y="23469"/>
                </a:lnTo>
                <a:close/>
              </a:path>
              <a:path w="1466215" h="628014" extrusionOk="0">
                <a:moveTo>
                  <a:pt x="1392936" y="15239"/>
                </a:moveTo>
                <a:lnTo>
                  <a:pt x="1390192" y="23469"/>
                </a:lnTo>
                <a:lnTo>
                  <a:pt x="1392936" y="24383"/>
                </a:lnTo>
                <a:lnTo>
                  <a:pt x="1392936" y="15239"/>
                </a:lnTo>
                <a:close/>
              </a:path>
              <a:path w="1466215" h="628014" extrusionOk="0">
                <a:moveTo>
                  <a:pt x="1374648" y="15239"/>
                </a:moveTo>
                <a:lnTo>
                  <a:pt x="70103" y="15239"/>
                </a:lnTo>
                <a:lnTo>
                  <a:pt x="72847" y="23469"/>
                </a:lnTo>
                <a:lnTo>
                  <a:pt x="88392" y="18287"/>
                </a:lnTo>
                <a:lnTo>
                  <a:pt x="1374648" y="18287"/>
                </a:lnTo>
                <a:lnTo>
                  <a:pt x="1374648" y="15239"/>
                </a:lnTo>
                <a:close/>
              </a:path>
              <a:path w="1466215" h="628014" extrusionOk="0">
                <a:moveTo>
                  <a:pt x="1374648" y="9143"/>
                </a:moveTo>
                <a:lnTo>
                  <a:pt x="1374648" y="18287"/>
                </a:lnTo>
                <a:lnTo>
                  <a:pt x="1390192" y="23469"/>
                </a:lnTo>
                <a:lnTo>
                  <a:pt x="1391920" y="18287"/>
                </a:lnTo>
                <a:lnTo>
                  <a:pt x="1377696" y="18287"/>
                </a:lnTo>
                <a:lnTo>
                  <a:pt x="1374648" y="9143"/>
                </a:lnTo>
                <a:close/>
              </a:path>
              <a:path w="1466215" h="628014" extrusionOk="0">
                <a:moveTo>
                  <a:pt x="1399032" y="9143"/>
                </a:moveTo>
                <a:lnTo>
                  <a:pt x="1374648" y="9143"/>
                </a:lnTo>
                <a:lnTo>
                  <a:pt x="1377696" y="18287"/>
                </a:lnTo>
                <a:lnTo>
                  <a:pt x="1391920" y="18287"/>
                </a:lnTo>
                <a:lnTo>
                  <a:pt x="1392936" y="15239"/>
                </a:lnTo>
                <a:lnTo>
                  <a:pt x="1409192" y="15239"/>
                </a:lnTo>
                <a:lnTo>
                  <a:pt x="1399032" y="9143"/>
                </a:lnTo>
                <a:close/>
              </a:path>
            </a:pathLst>
          </a:custGeom>
          <a:solidFill>
            <a:srgbClr val="FF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70" name="Google Shape;1370;g2ff6f630c79_0_895"/>
          <p:cNvSpPr txBox="1"/>
          <p:nvPr/>
        </p:nvSpPr>
        <p:spPr>
          <a:xfrm>
            <a:off x="7369175" y="935831"/>
            <a:ext cx="792300" cy="1040700"/>
          </a:xfrm>
          <a:prstGeom prst="rect">
            <a:avLst/>
          </a:prstGeom>
          <a:noFill/>
          <a:ln>
            <a:noFill/>
          </a:ln>
        </p:spPr>
        <p:txBody>
          <a:bodyPr spcFirstLastPara="1" wrap="square" lIns="0" tIns="11750" rIns="0" bIns="0" anchor="t" anchorCtr="0">
            <a:spAutoFit/>
          </a:bodyPr>
          <a:lstStyle/>
          <a:p>
            <a:pPr marL="98425" marR="0" lvl="0" indent="-88900" algn="l" rtl="0">
              <a:lnSpc>
                <a:spcPct val="100000"/>
              </a:lnSpc>
              <a:spcBef>
                <a:spcPts val="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Region of  interest</a:t>
            </a:r>
            <a:endParaRPr/>
          </a:p>
          <a:p>
            <a:pPr marL="98425" marR="0" lvl="0" indent="-88900" algn="l" rtl="0">
              <a:lnSpc>
                <a:spcPct val="100000"/>
              </a:lnSpc>
              <a:spcBef>
                <a:spcPts val="1300"/>
              </a:spcBef>
              <a:spcAft>
                <a:spcPts val="0"/>
              </a:spcAft>
              <a:buClr>
                <a:schemeClr val="dk1"/>
              </a:buClr>
              <a:buSzPts val="1400"/>
              <a:buFont typeface="Arial"/>
              <a:buNone/>
            </a:pPr>
            <a:r>
              <a:rPr lang="en-US" sz="1400" b="0" i="0" u="none">
                <a:solidFill>
                  <a:schemeClr val="dk1"/>
                </a:solidFill>
                <a:latin typeface="Arial"/>
                <a:ea typeface="Arial"/>
                <a:cs typeface="Arial"/>
                <a:sym typeface="Arial"/>
              </a:rPr>
              <a:t>Center of  mass</a:t>
            </a:r>
            <a:endParaRPr/>
          </a:p>
        </p:txBody>
      </p:sp>
      <p:sp>
        <p:nvSpPr>
          <p:cNvPr id="1371" name="Google Shape;1371;g2ff6f630c79_0_895"/>
          <p:cNvSpPr txBox="1"/>
          <p:nvPr/>
        </p:nvSpPr>
        <p:spPr>
          <a:xfrm>
            <a:off x="2693987" y="4255294"/>
            <a:ext cx="37482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FF9900"/>
              </a:buClr>
              <a:buSzPts val="1700"/>
              <a:buFont typeface="Arial"/>
              <a:buNone/>
            </a:pPr>
            <a:r>
              <a:rPr lang="en-US" sz="1700" b="1" i="0" u="sng">
                <a:solidFill>
                  <a:srgbClr val="FF9900"/>
                </a:solidFill>
                <a:latin typeface="Arial"/>
                <a:ea typeface="Arial"/>
                <a:cs typeface="Arial"/>
                <a:sym typeface="Arial"/>
              </a:rPr>
              <a:t>Objective </a:t>
            </a:r>
            <a:r>
              <a:rPr lang="en-US" sz="1700" b="1" i="0" u="none">
                <a:solidFill>
                  <a:srgbClr val="FF9900"/>
                </a:solidFill>
                <a:latin typeface="Arial"/>
                <a:ea typeface="Arial"/>
                <a:cs typeface="Arial"/>
                <a:sym typeface="Arial"/>
              </a:rPr>
              <a:t>: Find the densest region</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g2ff6f630c79_0_981"/>
          <p:cNvSpPr txBox="1">
            <a:spLocks noGrp="1"/>
          </p:cNvSpPr>
          <p:nvPr>
            <p:ph type="title"/>
          </p:nvPr>
        </p:nvSpPr>
        <p:spPr>
          <a:xfrm>
            <a:off x="620712" y="550069"/>
            <a:ext cx="7891500" cy="580800"/>
          </a:xfrm>
          <a:prstGeom prst="rect">
            <a:avLst/>
          </a:prstGeom>
          <a:noFill/>
          <a:ln>
            <a:noFill/>
          </a:ln>
        </p:spPr>
        <p:txBody>
          <a:bodyPr spcFirstLastPara="1" wrap="square" lIns="0" tIns="11200" rIns="0" bIns="0" anchor="ctr" anchorCtr="0">
            <a:spAutoFit/>
          </a:bodyPr>
          <a:lstStyle/>
          <a:p>
            <a:pPr marL="11112" lvl="0" indent="0" algn="ctr" rtl="0">
              <a:lnSpc>
                <a:spcPct val="100000"/>
              </a:lnSpc>
              <a:spcBef>
                <a:spcPts val="0"/>
              </a:spcBef>
              <a:spcAft>
                <a:spcPts val="0"/>
              </a:spcAft>
              <a:buClr>
                <a:schemeClr val="dk2"/>
              </a:buClr>
              <a:buSzPts val="3700"/>
              <a:buFont typeface="Arial"/>
              <a:buNone/>
            </a:pPr>
            <a:r>
              <a:rPr lang="en-US" sz="3700" b="0" i="0" u="none">
                <a:solidFill>
                  <a:schemeClr val="dk2"/>
                </a:solidFill>
                <a:latin typeface="Arial"/>
                <a:ea typeface="Arial"/>
                <a:cs typeface="Arial"/>
                <a:sym typeface="Arial"/>
              </a:rPr>
              <a:t>Non-Parametric Density Estimation</a:t>
            </a:r>
            <a:endParaRPr/>
          </a:p>
        </p:txBody>
      </p:sp>
      <p:sp>
        <p:nvSpPr>
          <p:cNvPr id="1413" name="Google Shape;1413;g2ff6f630c79_0_981"/>
          <p:cNvSpPr txBox="1"/>
          <p:nvPr/>
        </p:nvSpPr>
        <p:spPr>
          <a:xfrm>
            <a:off x="1050925" y="1477565"/>
            <a:ext cx="71358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sng">
                <a:solidFill>
                  <a:srgbClr val="9900CC"/>
                </a:solidFill>
                <a:latin typeface="Arial"/>
                <a:ea typeface="Arial"/>
                <a:cs typeface="Arial"/>
                <a:sym typeface="Arial"/>
              </a:rPr>
              <a:t>Assumption</a:t>
            </a:r>
            <a:r>
              <a:rPr lang="en-US" sz="1700" b="1" i="0" u="none">
                <a:solidFill>
                  <a:srgbClr val="9900CC"/>
                </a:solidFill>
                <a:latin typeface="Arial"/>
                <a:ea typeface="Arial"/>
                <a:cs typeface="Arial"/>
                <a:sym typeface="Arial"/>
              </a:rPr>
              <a:t> : The data points are sampled from an underlying PDF</a:t>
            </a:r>
            <a:endParaRPr/>
          </a:p>
        </p:txBody>
      </p:sp>
      <p:grpSp>
        <p:nvGrpSpPr>
          <p:cNvPr id="1414" name="Google Shape;1414;g2ff6f630c79_0_981"/>
          <p:cNvGrpSpPr/>
          <p:nvPr/>
        </p:nvGrpSpPr>
        <p:grpSpPr>
          <a:xfrm>
            <a:off x="874677" y="1868190"/>
            <a:ext cx="7411573" cy="2107195"/>
            <a:chOff x="838200" y="2823572"/>
            <a:chExt cx="8400287" cy="3184036"/>
          </a:xfrm>
        </p:grpSpPr>
        <p:sp>
          <p:nvSpPr>
            <p:cNvPr id="1415" name="Google Shape;1415;g2ff6f630c79_0_981"/>
            <p:cNvSpPr/>
            <p:nvPr/>
          </p:nvSpPr>
          <p:spPr>
            <a:xfrm>
              <a:off x="4773167" y="3660648"/>
              <a:ext cx="4465320" cy="2346960"/>
            </a:xfrm>
            <a:custGeom>
              <a:avLst/>
              <a:gdLst/>
              <a:ahLst/>
              <a:cxnLst/>
              <a:rect l="l" t="t" r="r" b="b"/>
              <a:pathLst>
                <a:path w="4465320" h="2346960" extrusionOk="0">
                  <a:moveTo>
                    <a:pt x="2987040" y="0"/>
                  </a:moveTo>
                  <a:lnTo>
                    <a:pt x="2983991" y="0"/>
                  </a:lnTo>
                  <a:lnTo>
                    <a:pt x="3048" y="743712"/>
                  </a:lnTo>
                  <a:lnTo>
                    <a:pt x="0" y="746760"/>
                  </a:lnTo>
                  <a:lnTo>
                    <a:pt x="0" y="749807"/>
                  </a:lnTo>
                  <a:lnTo>
                    <a:pt x="1475232" y="2343912"/>
                  </a:lnTo>
                  <a:lnTo>
                    <a:pt x="1478280" y="2346960"/>
                  </a:lnTo>
                  <a:lnTo>
                    <a:pt x="1481328" y="2346960"/>
                  </a:lnTo>
                  <a:lnTo>
                    <a:pt x="1493544" y="2343912"/>
                  </a:lnTo>
                  <a:lnTo>
                    <a:pt x="1481328" y="2343912"/>
                  </a:lnTo>
                  <a:lnTo>
                    <a:pt x="1478280" y="2337816"/>
                  </a:lnTo>
                  <a:lnTo>
                    <a:pt x="1480940" y="2337152"/>
                  </a:lnTo>
                  <a:lnTo>
                    <a:pt x="14785" y="752855"/>
                  </a:lnTo>
                  <a:lnTo>
                    <a:pt x="6096" y="752855"/>
                  </a:lnTo>
                  <a:lnTo>
                    <a:pt x="6096" y="749807"/>
                  </a:lnTo>
                  <a:lnTo>
                    <a:pt x="9144" y="746760"/>
                  </a:lnTo>
                  <a:lnTo>
                    <a:pt x="30529" y="746760"/>
                  </a:lnTo>
                  <a:lnTo>
                    <a:pt x="2984379" y="9807"/>
                  </a:lnTo>
                  <a:lnTo>
                    <a:pt x="2980943" y="6096"/>
                  </a:lnTo>
                  <a:lnTo>
                    <a:pt x="2992908" y="6096"/>
                  </a:lnTo>
                  <a:lnTo>
                    <a:pt x="2990088" y="3048"/>
                  </a:lnTo>
                  <a:lnTo>
                    <a:pt x="2987040" y="0"/>
                  </a:lnTo>
                  <a:close/>
                </a:path>
                <a:path w="4465320" h="2346960" extrusionOk="0">
                  <a:moveTo>
                    <a:pt x="1480940" y="2337152"/>
                  </a:moveTo>
                  <a:lnTo>
                    <a:pt x="1478280" y="2337816"/>
                  </a:lnTo>
                  <a:lnTo>
                    <a:pt x="1481328" y="2343912"/>
                  </a:lnTo>
                  <a:lnTo>
                    <a:pt x="1484376" y="2340864"/>
                  </a:lnTo>
                  <a:lnTo>
                    <a:pt x="1480940" y="2337152"/>
                  </a:lnTo>
                  <a:close/>
                </a:path>
                <a:path w="4465320" h="2346960" extrusionOk="0">
                  <a:moveTo>
                    <a:pt x="4452164" y="1595865"/>
                  </a:moveTo>
                  <a:lnTo>
                    <a:pt x="1480940" y="2337152"/>
                  </a:lnTo>
                  <a:lnTo>
                    <a:pt x="1484376" y="2340864"/>
                  </a:lnTo>
                  <a:lnTo>
                    <a:pt x="1481328" y="2343912"/>
                  </a:lnTo>
                  <a:lnTo>
                    <a:pt x="1493544" y="2343912"/>
                  </a:lnTo>
                  <a:lnTo>
                    <a:pt x="4462272" y="1603247"/>
                  </a:lnTo>
                  <a:lnTo>
                    <a:pt x="4465320" y="1600200"/>
                  </a:lnTo>
                  <a:lnTo>
                    <a:pt x="4456176" y="1600200"/>
                  </a:lnTo>
                  <a:lnTo>
                    <a:pt x="4452164" y="1595865"/>
                  </a:lnTo>
                  <a:close/>
                </a:path>
                <a:path w="4465320" h="2346960" extrusionOk="0">
                  <a:moveTo>
                    <a:pt x="4459224" y="1594103"/>
                  </a:moveTo>
                  <a:lnTo>
                    <a:pt x="4452164" y="1595865"/>
                  </a:lnTo>
                  <a:lnTo>
                    <a:pt x="4456176" y="1600200"/>
                  </a:lnTo>
                  <a:lnTo>
                    <a:pt x="4462272" y="1600200"/>
                  </a:lnTo>
                  <a:lnTo>
                    <a:pt x="4459224" y="1594103"/>
                  </a:lnTo>
                  <a:close/>
                </a:path>
                <a:path w="4465320" h="2346960" extrusionOk="0">
                  <a:moveTo>
                    <a:pt x="4462499" y="1594103"/>
                  </a:moveTo>
                  <a:lnTo>
                    <a:pt x="4459224" y="1594103"/>
                  </a:lnTo>
                  <a:lnTo>
                    <a:pt x="4462272" y="1600200"/>
                  </a:lnTo>
                  <a:lnTo>
                    <a:pt x="4465320" y="1600200"/>
                  </a:lnTo>
                  <a:lnTo>
                    <a:pt x="4465320" y="1597152"/>
                  </a:lnTo>
                  <a:lnTo>
                    <a:pt x="4462499" y="1594103"/>
                  </a:lnTo>
                  <a:close/>
                </a:path>
                <a:path w="4465320" h="2346960" extrusionOk="0">
                  <a:moveTo>
                    <a:pt x="2992908" y="6096"/>
                  </a:moveTo>
                  <a:lnTo>
                    <a:pt x="2987040" y="6096"/>
                  </a:lnTo>
                  <a:lnTo>
                    <a:pt x="2987040" y="9143"/>
                  </a:lnTo>
                  <a:lnTo>
                    <a:pt x="2984379" y="9807"/>
                  </a:lnTo>
                  <a:lnTo>
                    <a:pt x="4452164" y="1595865"/>
                  </a:lnTo>
                  <a:lnTo>
                    <a:pt x="4459224" y="1594103"/>
                  </a:lnTo>
                  <a:lnTo>
                    <a:pt x="4462499" y="1594103"/>
                  </a:lnTo>
                  <a:lnTo>
                    <a:pt x="2992908" y="6096"/>
                  </a:lnTo>
                  <a:close/>
                </a:path>
                <a:path w="4465320" h="2346960" extrusionOk="0">
                  <a:moveTo>
                    <a:pt x="9144" y="746760"/>
                  </a:moveTo>
                  <a:lnTo>
                    <a:pt x="6096" y="749807"/>
                  </a:lnTo>
                  <a:lnTo>
                    <a:pt x="6096" y="752855"/>
                  </a:lnTo>
                  <a:lnTo>
                    <a:pt x="13155" y="751094"/>
                  </a:lnTo>
                  <a:lnTo>
                    <a:pt x="9144" y="746760"/>
                  </a:lnTo>
                  <a:close/>
                </a:path>
                <a:path w="4465320" h="2346960" extrusionOk="0">
                  <a:moveTo>
                    <a:pt x="13155" y="751094"/>
                  </a:moveTo>
                  <a:lnTo>
                    <a:pt x="6096" y="752855"/>
                  </a:lnTo>
                  <a:lnTo>
                    <a:pt x="14785" y="752855"/>
                  </a:lnTo>
                  <a:lnTo>
                    <a:pt x="13155" y="751094"/>
                  </a:lnTo>
                  <a:close/>
                </a:path>
                <a:path w="4465320" h="2346960" extrusionOk="0">
                  <a:moveTo>
                    <a:pt x="30529" y="746760"/>
                  </a:moveTo>
                  <a:lnTo>
                    <a:pt x="9144" y="746760"/>
                  </a:lnTo>
                  <a:lnTo>
                    <a:pt x="13155" y="751094"/>
                  </a:lnTo>
                  <a:lnTo>
                    <a:pt x="30529" y="746760"/>
                  </a:lnTo>
                  <a:close/>
                </a:path>
                <a:path w="4465320" h="2346960" extrusionOk="0">
                  <a:moveTo>
                    <a:pt x="2987040" y="6096"/>
                  </a:moveTo>
                  <a:lnTo>
                    <a:pt x="2980943" y="6096"/>
                  </a:lnTo>
                  <a:lnTo>
                    <a:pt x="2984379" y="9807"/>
                  </a:lnTo>
                  <a:lnTo>
                    <a:pt x="2987040" y="9143"/>
                  </a:lnTo>
                  <a:lnTo>
                    <a:pt x="298704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16" name="Google Shape;1416;g2ff6f630c79_0_981"/>
            <p:cNvPicPr preferRelativeResize="0"/>
            <p:nvPr/>
          </p:nvPicPr>
          <p:blipFill rotWithShape="1">
            <a:blip r:embed="rId3">
              <a:alphaModFix/>
            </a:blip>
            <a:srcRect/>
            <a:stretch/>
          </p:blipFill>
          <p:spPr>
            <a:xfrm>
              <a:off x="5803391" y="4632960"/>
              <a:ext cx="182879" cy="94487"/>
            </a:xfrm>
            <a:prstGeom prst="rect">
              <a:avLst/>
            </a:prstGeom>
            <a:noFill/>
            <a:ln>
              <a:noFill/>
            </a:ln>
          </p:spPr>
        </p:pic>
        <p:sp>
          <p:nvSpPr>
            <p:cNvPr id="1417" name="Google Shape;1417;g2ff6f630c79_0_981"/>
            <p:cNvSpPr/>
            <p:nvPr/>
          </p:nvSpPr>
          <p:spPr>
            <a:xfrm>
              <a:off x="5797296" y="4623816"/>
              <a:ext cx="192404" cy="104139"/>
            </a:xfrm>
            <a:custGeom>
              <a:avLst/>
              <a:gdLst/>
              <a:ahLst/>
              <a:cxnLst/>
              <a:rect l="l" t="t" r="r" b="b"/>
              <a:pathLst>
                <a:path w="192404" h="104139" extrusionOk="0">
                  <a:moveTo>
                    <a:pt x="85343" y="3047"/>
                  </a:moveTo>
                  <a:lnTo>
                    <a:pt x="21336" y="27431"/>
                  </a:lnTo>
                  <a:lnTo>
                    <a:pt x="0" y="60959"/>
                  </a:lnTo>
                  <a:lnTo>
                    <a:pt x="0" y="73151"/>
                  </a:lnTo>
                  <a:lnTo>
                    <a:pt x="33527" y="100583"/>
                  </a:lnTo>
                  <a:lnTo>
                    <a:pt x="64007" y="103631"/>
                  </a:lnTo>
                  <a:lnTo>
                    <a:pt x="67055" y="103631"/>
                  </a:lnTo>
                  <a:lnTo>
                    <a:pt x="103631" y="100583"/>
                  </a:lnTo>
                  <a:lnTo>
                    <a:pt x="67055" y="100583"/>
                  </a:lnTo>
                  <a:lnTo>
                    <a:pt x="64007" y="94487"/>
                  </a:lnTo>
                  <a:lnTo>
                    <a:pt x="65670" y="94349"/>
                  </a:lnTo>
                  <a:lnTo>
                    <a:pt x="36575" y="91439"/>
                  </a:lnTo>
                  <a:lnTo>
                    <a:pt x="24383" y="88391"/>
                  </a:lnTo>
                  <a:lnTo>
                    <a:pt x="15239" y="88391"/>
                  </a:lnTo>
                  <a:lnTo>
                    <a:pt x="15239" y="82295"/>
                  </a:lnTo>
                  <a:lnTo>
                    <a:pt x="12191" y="79247"/>
                  </a:lnTo>
                  <a:lnTo>
                    <a:pt x="9143" y="70103"/>
                  </a:lnTo>
                  <a:lnTo>
                    <a:pt x="9143" y="64007"/>
                  </a:lnTo>
                  <a:lnTo>
                    <a:pt x="3048" y="60959"/>
                  </a:lnTo>
                  <a:lnTo>
                    <a:pt x="9905" y="60959"/>
                  </a:lnTo>
                  <a:lnTo>
                    <a:pt x="12191" y="51815"/>
                  </a:lnTo>
                  <a:lnTo>
                    <a:pt x="16255" y="45719"/>
                  </a:lnTo>
                  <a:lnTo>
                    <a:pt x="15239" y="45719"/>
                  </a:lnTo>
                  <a:lnTo>
                    <a:pt x="15239" y="42671"/>
                  </a:lnTo>
                  <a:lnTo>
                    <a:pt x="18287" y="42671"/>
                  </a:lnTo>
                  <a:lnTo>
                    <a:pt x="24383" y="36575"/>
                  </a:lnTo>
                  <a:lnTo>
                    <a:pt x="51815" y="21335"/>
                  </a:lnTo>
                  <a:lnTo>
                    <a:pt x="88391" y="12191"/>
                  </a:lnTo>
                  <a:lnTo>
                    <a:pt x="85343" y="12191"/>
                  </a:lnTo>
                  <a:lnTo>
                    <a:pt x="82295" y="9143"/>
                  </a:lnTo>
                  <a:lnTo>
                    <a:pt x="82295" y="6095"/>
                  </a:lnTo>
                  <a:lnTo>
                    <a:pt x="85343" y="3047"/>
                  </a:lnTo>
                  <a:close/>
                </a:path>
                <a:path w="192404" h="104139" extrusionOk="0">
                  <a:moveTo>
                    <a:pt x="65670" y="94349"/>
                  </a:moveTo>
                  <a:lnTo>
                    <a:pt x="64007" y="94487"/>
                  </a:lnTo>
                  <a:lnTo>
                    <a:pt x="67055" y="100583"/>
                  </a:lnTo>
                  <a:lnTo>
                    <a:pt x="67055" y="94487"/>
                  </a:lnTo>
                  <a:lnTo>
                    <a:pt x="65670" y="94349"/>
                  </a:lnTo>
                  <a:close/>
                </a:path>
                <a:path w="192404" h="104139" extrusionOk="0">
                  <a:moveTo>
                    <a:pt x="170687" y="60959"/>
                  </a:moveTo>
                  <a:lnTo>
                    <a:pt x="164591" y="67055"/>
                  </a:lnTo>
                  <a:lnTo>
                    <a:pt x="137159" y="82295"/>
                  </a:lnTo>
                  <a:lnTo>
                    <a:pt x="100583" y="91439"/>
                  </a:lnTo>
                  <a:lnTo>
                    <a:pt x="65670" y="94349"/>
                  </a:lnTo>
                  <a:lnTo>
                    <a:pt x="67055" y="94487"/>
                  </a:lnTo>
                  <a:lnTo>
                    <a:pt x="67055" y="100583"/>
                  </a:lnTo>
                  <a:lnTo>
                    <a:pt x="103631" y="100583"/>
                  </a:lnTo>
                  <a:lnTo>
                    <a:pt x="140207" y="91439"/>
                  </a:lnTo>
                  <a:lnTo>
                    <a:pt x="167639" y="76199"/>
                  </a:lnTo>
                  <a:lnTo>
                    <a:pt x="179831" y="64007"/>
                  </a:lnTo>
                  <a:lnTo>
                    <a:pt x="176783" y="64007"/>
                  </a:lnTo>
                  <a:lnTo>
                    <a:pt x="170687" y="60959"/>
                  </a:lnTo>
                  <a:close/>
                </a:path>
                <a:path w="192404" h="104139" extrusionOk="0">
                  <a:moveTo>
                    <a:pt x="15239" y="82295"/>
                  </a:moveTo>
                  <a:lnTo>
                    <a:pt x="15239" y="88391"/>
                  </a:lnTo>
                  <a:lnTo>
                    <a:pt x="18287" y="85343"/>
                  </a:lnTo>
                  <a:lnTo>
                    <a:pt x="15239" y="82295"/>
                  </a:lnTo>
                  <a:close/>
                </a:path>
                <a:path w="192404" h="104139" extrusionOk="0">
                  <a:moveTo>
                    <a:pt x="15239" y="82295"/>
                  </a:moveTo>
                  <a:lnTo>
                    <a:pt x="18287" y="85343"/>
                  </a:lnTo>
                  <a:lnTo>
                    <a:pt x="15239" y="88391"/>
                  </a:lnTo>
                  <a:lnTo>
                    <a:pt x="24383" y="88391"/>
                  </a:lnTo>
                  <a:lnTo>
                    <a:pt x="15239" y="82295"/>
                  </a:lnTo>
                  <a:close/>
                </a:path>
                <a:path w="192404" h="104139" extrusionOk="0">
                  <a:moveTo>
                    <a:pt x="9143" y="60959"/>
                  </a:moveTo>
                  <a:lnTo>
                    <a:pt x="3048" y="60959"/>
                  </a:lnTo>
                  <a:lnTo>
                    <a:pt x="9143" y="64007"/>
                  </a:lnTo>
                  <a:lnTo>
                    <a:pt x="9143" y="60959"/>
                  </a:lnTo>
                  <a:close/>
                </a:path>
                <a:path w="192404" h="104139" extrusionOk="0">
                  <a:moveTo>
                    <a:pt x="9905" y="60959"/>
                  </a:moveTo>
                  <a:lnTo>
                    <a:pt x="9143" y="60959"/>
                  </a:lnTo>
                  <a:lnTo>
                    <a:pt x="9143" y="64007"/>
                  </a:lnTo>
                  <a:lnTo>
                    <a:pt x="9905" y="60959"/>
                  </a:lnTo>
                  <a:close/>
                </a:path>
                <a:path w="192404" h="104139" extrusionOk="0">
                  <a:moveTo>
                    <a:pt x="173736" y="57911"/>
                  </a:moveTo>
                  <a:lnTo>
                    <a:pt x="170687" y="60959"/>
                  </a:lnTo>
                  <a:lnTo>
                    <a:pt x="176783" y="64007"/>
                  </a:lnTo>
                  <a:lnTo>
                    <a:pt x="173736" y="57911"/>
                  </a:lnTo>
                  <a:close/>
                </a:path>
                <a:path w="192404" h="104139" extrusionOk="0">
                  <a:moveTo>
                    <a:pt x="183896" y="57911"/>
                  </a:moveTo>
                  <a:lnTo>
                    <a:pt x="173736" y="57911"/>
                  </a:lnTo>
                  <a:lnTo>
                    <a:pt x="176783" y="64007"/>
                  </a:lnTo>
                  <a:lnTo>
                    <a:pt x="179831" y="64007"/>
                  </a:lnTo>
                  <a:lnTo>
                    <a:pt x="183896" y="57911"/>
                  </a:lnTo>
                  <a:close/>
                </a:path>
                <a:path w="192404" h="104139" extrusionOk="0">
                  <a:moveTo>
                    <a:pt x="182879" y="42671"/>
                  </a:moveTo>
                  <a:lnTo>
                    <a:pt x="170687" y="60959"/>
                  </a:lnTo>
                  <a:lnTo>
                    <a:pt x="173736" y="57911"/>
                  </a:lnTo>
                  <a:lnTo>
                    <a:pt x="183896" y="57911"/>
                  </a:lnTo>
                  <a:lnTo>
                    <a:pt x="192024" y="45719"/>
                  </a:lnTo>
                  <a:lnTo>
                    <a:pt x="182879" y="45719"/>
                  </a:lnTo>
                  <a:lnTo>
                    <a:pt x="182879" y="42671"/>
                  </a:lnTo>
                  <a:close/>
                </a:path>
                <a:path w="192404" h="104139" extrusionOk="0">
                  <a:moveTo>
                    <a:pt x="18287" y="42671"/>
                  </a:moveTo>
                  <a:lnTo>
                    <a:pt x="15239" y="42671"/>
                  </a:lnTo>
                  <a:lnTo>
                    <a:pt x="15239" y="45719"/>
                  </a:lnTo>
                  <a:lnTo>
                    <a:pt x="18287" y="42671"/>
                  </a:lnTo>
                  <a:close/>
                </a:path>
                <a:path w="192404" h="104139" extrusionOk="0">
                  <a:moveTo>
                    <a:pt x="18287" y="42671"/>
                  </a:moveTo>
                  <a:lnTo>
                    <a:pt x="15239" y="45719"/>
                  </a:lnTo>
                  <a:lnTo>
                    <a:pt x="16255" y="45719"/>
                  </a:lnTo>
                  <a:lnTo>
                    <a:pt x="18287" y="42671"/>
                  </a:lnTo>
                  <a:close/>
                </a:path>
                <a:path w="192404" h="104139" extrusionOk="0">
                  <a:moveTo>
                    <a:pt x="182879" y="42671"/>
                  </a:moveTo>
                  <a:lnTo>
                    <a:pt x="182879" y="45719"/>
                  </a:lnTo>
                  <a:lnTo>
                    <a:pt x="185927" y="45719"/>
                  </a:lnTo>
                  <a:lnTo>
                    <a:pt x="182879" y="42671"/>
                  </a:lnTo>
                  <a:close/>
                </a:path>
                <a:path w="192404" h="104139" extrusionOk="0">
                  <a:moveTo>
                    <a:pt x="180267" y="28738"/>
                  </a:moveTo>
                  <a:lnTo>
                    <a:pt x="182879" y="36575"/>
                  </a:lnTo>
                  <a:lnTo>
                    <a:pt x="182879" y="42671"/>
                  </a:lnTo>
                  <a:lnTo>
                    <a:pt x="185927" y="45719"/>
                  </a:lnTo>
                  <a:lnTo>
                    <a:pt x="192024" y="45719"/>
                  </a:lnTo>
                  <a:lnTo>
                    <a:pt x="192024" y="33527"/>
                  </a:lnTo>
                  <a:lnTo>
                    <a:pt x="191008" y="30479"/>
                  </a:lnTo>
                  <a:lnTo>
                    <a:pt x="182879" y="30479"/>
                  </a:lnTo>
                  <a:lnTo>
                    <a:pt x="180267" y="28738"/>
                  </a:lnTo>
                  <a:close/>
                </a:path>
                <a:path w="192404" h="104139" extrusionOk="0">
                  <a:moveTo>
                    <a:pt x="182879" y="27431"/>
                  </a:moveTo>
                  <a:lnTo>
                    <a:pt x="179831" y="27431"/>
                  </a:lnTo>
                  <a:lnTo>
                    <a:pt x="180267" y="28738"/>
                  </a:lnTo>
                  <a:lnTo>
                    <a:pt x="182879" y="30479"/>
                  </a:lnTo>
                  <a:lnTo>
                    <a:pt x="182879" y="27431"/>
                  </a:lnTo>
                  <a:close/>
                </a:path>
                <a:path w="192404" h="104139" extrusionOk="0">
                  <a:moveTo>
                    <a:pt x="189991" y="27431"/>
                  </a:moveTo>
                  <a:lnTo>
                    <a:pt x="182879" y="27431"/>
                  </a:lnTo>
                  <a:lnTo>
                    <a:pt x="182879" y="30479"/>
                  </a:lnTo>
                  <a:lnTo>
                    <a:pt x="191008" y="30479"/>
                  </a:lnTo>
                  <a:lnTo>
                    <a:pt x="189991" y="27431"/>
                  </a:lnTo>
                  <a:close/>
                </a:path>
                <a:path w="192404" h="104139" extrusionOk="0">
                  <a:moveTo>
                    <a:pt x="160782" y="6095"/>
                  </a:moveTo>
                  <a:lnTo>
                    <a:pt x="121919" y="6095"/>
                  </a:lnTo>
                  <a:lnTo>
                    <a:pt x="124967" y="9143"/>
                  </a:lnTo>
                  <a:lnTo>
                    <a:pt x="123305" y="9282"/>
                  </a:lnTo>
                  <a:lnTo>
                    <a:pt x="152400" y="12191"/>
                  </a:lnTo>
                  <a:lnTo>
                    <a:pt x="173736" y="24383"/>
                  </a:lnTo>
                  <a:lnTo>
                    <a:pt x="180267" y="28738"/>
                  </a:lnTo>
                  <a:lnTo>
                    <a:pt x="179831" y="27431"/>
                  </a:lnTo>
                  <a:lnTo>
                    <a:pt x="189991" y="27431"/>
                  </a:lnTo>
                  <a:lnTo>
                    <a:pt x="188975" y="24383"/>
                  </a:lnTo>
                  <a:lnTo>
                    <a:pt x="185927" y="21335"/>
                  </a:lnTo>
                  <a:lnTo>
                    <a:pt x="176783" y="15239"/>
                  </a:lnTo>
                  <a:lnTo>
                    <a:pt x="160782" y="6095"/>
                  </a:lnTo>
                  <a:close/>
                </a:path>
                <a:path w="192404" h="104139" extrusionOk="0">
                  <a:moveTo>
                    <a:pt x="124967" y="0"/>
                  </a:moveTo>
                  <a:lnTo>
                    <a:pt x="121919" y="0"/>
                  </a:lnTo>
                  <a:lnTo>
                    <a:pt x="85343" y="3047"/>
                  </a:lnTo>
                  <a:lnTo>
                    <a:pt x="82295" y="6095"/>
                  </a:lnTo>
                  <a:lnTo>
                    <a:pt x="82295" y="9143"/>
                  </a:lnTo>
                  <a:lnTo>
                    <a:pt x="85343" y="12191"/>
                  </a:lnTo>
                  <a:lnTo>
                    <a:pt x="88391" y="12191"/>
                  </a:lnTo>
                  <a:lnTo>
                    <a:pt x="91439" y="9143"/>
                  </a:lnTo>
                  <a:lnTo>
                    <a:pt x="91439" y="6095"/>
                  </a:lnTo>
                  <a:lnTo>
                    <a:pt x="88391" y="3047"/>
                  </a:lnTo>
                  <a:lnTo>
                    <a:pt x="155448" y="3047"/>
                  </a:lnTo>
                  <a:lnTo>
                    <a:pt x="124967" y="0"/>
                  </a:lnTo>
                  <a:close/>
                </a:path>
                <a:path w="192404" h="104139" extrusionOk="0">
                  <a:moveTo>
                    <a:pt x="155448" y="3047"/>
                  </a:moveTo>
                  <a:lnTo>
                    <a:pt x="88391" y="3047"/>
                  </a:lnTo>
                  <a:lnTo>
                    <a:pt x="91439" y="6095"/>
                  </a:lnTo>
                  <a:lnTo>
                    <a:pt x="91439" y="9143"/>
                  </a:lnTo>
                  <a:lnTo>
                    <a:pt x="88391" y="12191"/>
                  </a:lnTo>
                  <a:lnTo>
                    <a:pt x="123305" y="9282"/>
                  </a:lnTo>
                  <a:lnTo>
                    <a:pt x="121919" y="9143"/>
                  </a:lnTo>
                  <a:lnTo>
                    <a:pt x="121919" y="6095"/>
                  </a:lnTo>
                  <a:lnTo>
                    <a:pt x="160782" y="6095"/>
                  </a:lnTo>
                  <a:lnTo>
                    <a:pt x="155448" y="3047"/>
                  </a:lnTo>
                  <a:close/>
                </a:path>
                <a:path w="192404" h="104139" extrusionOk="0">
                  <a:moveTo>
                    <a:pt x="121919" y="6095"/>
                  </a:moveTo>
                  <a:lnTo>
                    <a:pt x="121919" y="9143"/>
                  </a:lnTo>
                  <a:lnTo>
                    <a:pt x="123305" y="9282"/>
                  </a:lnTo>
                  <a:lnTo>
                    <a:pt x="124967" y="9143"/>
                  </a:lnTo>
                  <a:lnTo>
                    <a:pt x="121919"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18" name="Google Shape;1418;g2ff6f630c79_0_981"/>
            <p:cNvPicPr preferRelativeResize="0"/>
            <p:nvPr/>
          </p:nvPicPr>
          <p:blipFill rotWithShape="1">
            <a:blip r:embed="rId4">
              <a:alphaModFix/>
            </a:blip>
            <a:srcRect/>
            <a:stretch/>
          </p:blipFill>
          <p:spPr>
            <a:xfrm>
              <a:off x="5943600" y="4696967"/>
              <a:ext cx="182879" cy="91439"/>
            </a:xfrm>
            <a:prstGeom prst="rect">
              <a:avLst/>
            </a:prstGeom>
            <a:noFill/>
            <a:ln>
              <a:noFill/>
            </a:ln>
          </p:spPr>
        </p:pic>
        <p:sp>
          <p:nvSpPr>
            <p:cNvPr id="1419" name="Google Shape;1419;g2ff6f630c79_0_981"/>
            <p:cNvSpPr/>
            <p:nvPr/>
          </p:nvSpPr>
          <p:spPr>
            <a:xfrm>
              <a:off x="5937503" y="4687824"/>
              <a:ext cx="189229" cy="104139"/>
            </a:xfrm>
            <a:custGeom>
              <a:avLst/>
              <a:gdLst/>
              <a:ahLst/>
              <a:cxnLst/>
              <a:rect l="l" t="t" r="r" b="b"/>
              <a:pathLst>
                <a:path w="189229" h="104139" extrusionOk="0">
                  <a:moveTo>
                    <a:pt x="85344" y="3048"/>
                  </a:moveTo>
                  <a:lnTo>
                    <a:pt x="21336" y="27431"/>
                  </a:lnTo>
                  <a:lnTo>
                    <a:pt x="0" y="57912"/>
                  </a:lnTo>
                  <a:lnTo>
                    <a:pt x="0" y="70103"/>
                  </a:lnTo>
                  <a:lnTo>
                    <a:pt x="33528" y="100583"/>
                  </a:lnTo>
                  <a:lnTo>
                    <a:pt x="64008" y="103631"/>
                  </a:lnTo>
                  <a:lnTo>
                    <a:pt x="67056" y="103631"/>
                  </a:lnTo>
                  <a:lnTo>
                    <a:pt x="103632" y="100583"/>
                  </a:lnTo>
                  <a:lnTo>
                    <a:pt x="67056" y="100583"/>
                  </a:lnTo>
                  <a:lnTo>
                    <a:pt x="64008" y="94487"/>
                  </a:lnTo>
                  <a:lnTo>
                    <a:pt x="65670" y="94349"/>
                  </a:lnTo>
                  <a:lnTo>
                    <a:pt x="36575" y="91439"/>
                  </a:lnTo>
                  <a:lnTo>
                    <a:pt x="24384" y="85343"/>
                  </a:lnTo>
                  <a:lnTo>
                    <a:pt x="15240" y="85343"/>
                  </a:lnTo>
                  <a:lnTo>
                    <a:pt x="15240" y="79248"/>
                  </a:lnTo>
                  <a:lnTo>
                    <a:pt x="12192" y="76200"/>
                  </a:lnTo>
                  <a:lnTo>
                    <a:pt x="9144" y="67056"/>
                  </a:lnTo>
                  <a:lnTo>
                    <a:pt x="9144" y="60960"/>
                  </a:lnTo>
                  <a:lnTo>
                    <a:pt x="3048" y="57912"/>
                  </a:lnTo>
                  <a:lnTo>
                    <a:pt x="10160" y="57912"/>
                  </a:lnTo>
                  <a:lnTo>
                    <a:pt x="12192" y="51815"/>
                  </a:lnTo>
                  <a:lnTo>
                    <a:pt x="16256" y="45719"/>
                  </a:lnTo>
                  <a:lnTo>
                    <a:pt x="15240" y="45719"/>
                  </a:lnTo>
                  <a:lnTo>
                    <a:pt x="15240" y="39624"/>
                  </a:lnTo>
                  <a:lnTo>
                    <a:pt x="21336" y="39624"/>
                  </a:lnTo>
                  <a:lnTo>
                    <a:pt x="24384" y="36575"/>
                  </a:lnTo>
                  <a:lnTo>
                    <a:pt x="51816" y="21336"/>
                  </a:lnTo>
                  <a:lnTo>
                    <a:pt x="88392" y="12192"/>
                  </a:lnTo>
                  <a:lnTo>
                    <a:pt x="85344" y="12192"/>
                  </a:lnTo>
                  <a:lnTo>
                    <a:pt x="82296" y="9143"/>
                  </a:lnTo>
                  <a:lnTo>
                    <a:pt x="82296" y="6095"/>
                  </a:lnTo>
                  <a:lnTo>
                    <a:pt x="85344" y="3048"/>
                  </a:lnTo>
                  <a:close/>
                </a:path>
                <a:path w="189229" h="104139" extrusionOk="0">
                  <a:moveTo>
                    <a:pt x="65670" y="94349"/>
                  </a:moveTo>
                  <a:lnTo>
                    <a:pt x="64008" y="94487"/>
                  </a:lnTo>
                  <a:lnTo>
                    <a:pt x="67056" y="100583"/>
                  </a:lnTo>
                  <a:lnTo>
                    <a:pt x="67056" y="94487"/>
                  </a:lnTo>
                  <a:lnTo>
                    <a:pt x="65670" y="94349"/>
                  </a:lnTo>
                  <a:close/>
                </a:path>
                <a:path w="189229" h="104139" extrusionOk="0">
                  <a:moveTo>
                    <a:pt x="170688" y="60960"/>
                  </a:moveTo>
                  <a:lnTo>
                    <a:pt x="164592" y="67056"/>
                  </a:lnTo>
                  <a:lnTo>
                    <a:pt x="137160" y="82295"/>
                  </a:lnTo>
                  <a:lnTo>
                    <a:pt x="100584" y="91439"/>
                  </a:lnTo>
                  <a:lnTo>
                    <a:pt x="65670" y="94349"/>
                  </a:lnTo>
                  <a:lnTo>
                    <a:pt x="67056" y="94487"/>
                  </a:lnTo>
                  <a:lnTo>
                    <a:pt x="67056" y="100583"/>
                  </a:lnTo>
                  <a:lnTo>
                    <a:pt x="103632" y="100583"/>
                  </a:lnTo>
                  <a:lnTo>
                    <a:pt x="140208" y="91439"/>
                  </a:lnTo>
                  <a:lnTo>
                    <a:pt x="167640" y="76200"/>
                  </a:lnTo>
                  <a:lnTo>
                    <a:pt x="179832" y="64007"/>
                  </a:lnTo>
                  <a:lnTo>
                    <a:pt x="173736" y="64007"/>
                  </a:lnTo>
                  <a:lnTo>
                    <a:pt x="170688" y="60960"/>
                  </a:lnTo>
                  <a:close/>
                </a:path>
                <a:path w="189229" h="104139" extrusionOk="0">
                  <a:moveTo>
                    <a:pt x="15239" y="79248"/>
                  </a:moveTo>
                  <a:lnTo>
                    <a:pt x="15240" y="85343"/>
                  </a:lnTo>
                  <a:lnTo>
                    <a:pt x="18287" y="82295"/>
                  </a:lnTo>
                  <a:lnTo>
                    <a:pt x="15239" y="79248"/>
                  </a:lnTo>
                  <a:close/>
                </a:path>
                <a:path w="189229" h="104139" extrusionOk="0">
                  <a:moveTo>
                    <a:pt x="15240" y="79248"/>
                  </a:moveTo>
                  <a:lnTo>
                    <a:pt x="18287" y="82295"/>
                  </a:lnTo>
                  <a:lnTo>
                    <a:pt x="15240" y="85343"/>
                  </a:lnTo>
                  <a:lnTo>
                    <a:pt x="24384" y="85343"/>
                  </a:lnTo>
                  <a:lnTo>
                    <a:pt x="15240" y="79248"/>
                  </a:lnTo>
                  <a:close/>
                </a:path>
                <a:path w="189229" h="104139" extrusionOk="0">
                  <a:moveTo>
                    <a:pt x="173736" y="57912"/>
                  </a:moveTo>
                  <a:lnTo>
                    <a:pt x="170688" y="60960"/>
                  </a:lnTo>
                  <a:lnTo>
                    <a:pt x="173736" y="64007"/>
                  </a:lnTo>
                  <a:lnTo>
                    <a:pt x="173736" y="57912"/>
                  </a:lnTo>
                  <a:close/>
                </a:path>
                <a:path w="189229" h="104139" extrusionOk="0">
                  <a:moveTo>
                    <a:pt x="183896" y="57912"/>
                  </a:moveTo>
                  <a:lnTo>
                    <a:pt x="173736" y="57912"/>
                  </a:lnTo>
                  <a:lnTo>
                    <a:pt x="173736" y="64007"/>
                  </a:lnTo>
                  <a:lnTo>
                    <a:pt x="179832" y="64007"/>
                  </a:lnTo>
                  <a:lnTo>
                    <a:pt x="183896" y="57912"/>
                  </a:lnTo>
                  <a:close/>
                </a:path>
                <a:path w="189229" h="104139" extrusionOk="0">
                  <a:moveTo>
                    <a:pt x="9144" y="57912"/>
                  </a:moveTo>
                  <a:lnTo>
                    <a:pt x="3048" y="57912"/>
                  </a:lnTo>
                  <a:lnTo>
                    <a:pt x="9144" y="60960"/>
                  </a:lnTo>
                  <a:lnTo>
                    <a:pt x="9144" y="57912"/>
                  </a:lnTo>
                  <a:close/>
                </a:path>
                <a:path w="189229" h="104139" extrusionOk="0">
                  <a:moveTo>
                    <a:pt x="10160" y="57912"/>
                  </a:moveTo>
                  <a:lnTo>
                    <a:pt x="9144" y="57912"/>
                  </a:lnTo>
                  <a:lnTo>
                    <a:pt x="9144" y="60960"/>
                  </a:lnTo>
                  <a:lnTo>
                    <a:pt x="10160" y="57912"/>
                  </a:lnTo>
                  <a:close/>
                </a:path>
                <a:path w="189229" h="104139" extrusionOk="0">
                  <a:moveTo>
                    <a:pt x="179832" y="42672"/>
                  </a:moveTo>
                  <a:lnTo>
                    <a:pt x="176784" y="51815"/>
                  </a:lnTo>
                  <a:lnTo>
                    <a:pt x="170687" y="60960"/>
                  </a:lnTo>
                  <a:lnTo>
                    <a:pt x="173736" y="57912"/>
                  </a:lnTo>
                  <a:lnTo>
                    <a:pt x="183896" y="57912"/>
                  </a:lnTo>
                  <a:lnTo>
                    <a:pt x="185928" y="54863"/>
                  </a:lnTo>
                  <a:lnTo>
                    <a:pt x="188975" y="45719"/>
                  </a:lnTo>
                  <a:lnTo>
                    <a:pt x="179832" y="45719"/>
                  </a:lnTo>
                  <a:lnTo>
                    <a:pt x="179832" y="42672"/>
                  </a:lnTo>
                  <a:close/>
                </a:path>
                <a:path w="189229" h="104139" extrusionOk="0">
                  <a:moveTo>
                    <a:pt x="15240" y="39624"/>
                  </a:moveTo>
                  <a:lnTo>
                    <a:pt x="15240" y="45719"/>
                  </a:lnTo>
                  <a:lnTo>
                    <a:pt x="18287" y="42672"/>
                  </a:lnTo>
                  <a:lnTo>
                    <a:pt x="15240" y="39624"/>
                  </a:lnTo>
                  <a:close/>
                </a:path>
                <a:path w="189229" h="104139" extrusionOk="0">
                  <a:moveTo>
                    <a:pt x="18288" y="42672"/>
                  </a:moveTo>
                  <a:lnTo>
                    <a:pt x="15240" y="45719"/>
                  </a:lnTo>
                  <a:lnTo>
                    <a:pt x="16256" y="45719"/>
                  </a:lnTo>
                  <a:lnTo>
                    <a:pt x="18288" y="42672"/>
                  </a:lnTo>
                  <a:close/>
                </a:path>
                <a:path w="189229" h="104139" extrusionOk="0">
                  <a:moveTo>
                    <a:pt x="179832" y="42672"/>
                  </a:moveTo>
                  <a:lnTo>
                    <a:pt x="179832" y="45719"/>
                  </a:lnTo>
                  <a:lnTo>
                    <a:pt x="185928" y="45719"/>
                  </a:lnTo>
                  <a:lnTo>
                    <a:pt x="179832" y="42672"/>
                  </a:lnTo>
                  <a:close/>
                </a:path>
                <a:path w="189229" h="104139" extrusionOk="0">
                  <a:moveTo>
                    <a:pt x="179832" y="18287"/>
                  </a:moveTo>
                  <a:lnTo>
                    <a:pt x="173736" y="18287"/>
                  </a:lnTo>
                  <a:lnTo>
                    <a:pt x="173736" y="24384"/>
                  </a:lnTo>
                  <a:lnTo>
                    <a:pt x="176784" y="27431"/>
                  </a:lnTo>
                  <a:lnTo>
                    <a:pt x="179832" y="36575"/>
                  </a:lnTo>
                  <a:lnTo>
                    <a:pt x="179832" y="42672"/>
                  </a:lnTo>
                  <a:lnTo>
                    <a:pt x="185928" y="45719"/>
                  </a:lnTo>
                  <a:lnTo>
                    <a:pt x="188975" y="45719"/>
                  </a:lnTo>
                  <a:lnTo>
                    <a:pt x="188975" y="33527"/>
                  </a:lnTo>
                  <a:lnTo>
                    <a:pt x="185928" y="24384"/>
                  </a:lnTo>
                  <a:lnTo>
                    <a:pt x="179832" y="18287"/>
                  </a:lnTo>
                  <a:close/>
                </a:path>
                <a:path w="189229" h="104139" extrusionOk="0">
                  <a:moveTo>
                    <a:pt x="21336" y="39624"/>
                  </a:moveTo>
                  <a:lnTo>
                    <a:pt x="15240" y="39624"/>
                  </a:lnTo>
                  <a:lnTo>
                    <a:pt x="18288" y="42672"/>
                  </a:lnTo>
                  <a:lnTo>
                    <a:pt x="21336" y="39624"/>
                  </a:lnTo>
                  <a:close/>
                </a:path>
                <a:path w="189229" h="104139" extrusionOk="0">
                  <a:moveTo>
                    <a:pt x="161543" y="6095"/>
                  </a:moveTo>
                  <a:lnTo>
                    <a:pt x="121920" y="6095"/>
                  </a:lnTo>
                  <a:lnTo>
                    <a:pt x="124968" y="9143"/>
                  </a:lnTo>
                  <a:lnTo>
                    <a:pt x="123305" y="9282"/>
                  </a:lnTo>
                  <a:lnTo>
                    <a:pt x="152400" y="12192"/>
                  </a:lnTo>
                  <a:lnTo>
                    <a:pt x="164592" y="18287"/>
                  </a:lnTo>
                  <a:lnTo>
                    <a:pt x="173736" y="24384"/>
                  </a:lnTo>
                  <a:lnTo>
                    <a:pt x="170687" y="21336"/>
                  </a:lnTo>
                  <a:lnTo>
                    <a:pt x="173736" y="18287"/>
                  </a:lnTo>
                  <a:lnTo>
                    <a:pt x="179832" y="18287"/>
                  </a:lnTo>
                  <a:lnTo>
                    <a:pt x="176784" y="15239"/>
                  </a:lnTo>
                  <a:lnTo>
                    <a:pt x="167640" y="9143"/>
                  </a:lnTo>
                  <a:lnTo>
                    <a:pt x="161543" y="6095"/>
                  </a:lnTo>
                  <a:close/>
                </a:path>
                <a:path w="189229" h="104139" extrusionOk="0">
                  <a:moveTo>
                    <a:pt x="173736" y="18287"/>
                  </a:moveTo>
                  <a:lnTo>
                    <a:pt x="170687" y="21336"/>
                  </a:lnTo>
                  <a:lnTo>
                    <a:pt x="173736" y="24384"/>
                  </a:lnTo>
                  <a:lnTo>
                    <a:pt x="173736" y="18287"/>
                  </a:lnTo>
                  <a:close/>
                </a:path>
                <a:path w="189229" h="104139" extrusionOk="0">
                  <a:moveTo>
                    <a:pt x="124968" y="0"/>
                  </a:moveTo>
                  <a:lnTo>
                    <a:pt x="121920" y="0"/>
                  </a:lnTo>
                  <a:lnTo>
                    <a:pt x="85344" y="3048"/>
                  </a:lnTo>
                  <a:lnTo>
                    <a:pt x="82296" y="6095"/>
                  </a:lnTo>
                  <a:lnTo>
                    <a:pt x="82296" y="9143"/>
                  </a:lnTo>
                  <a:lnTo>
                    <a:pt x="85344" y="12192"/>
                  </a:lnTo>
                  <a:lnTo>
                    <a:pt x="88392" y="12192"/>
                  </a:lnTo>
                  <a:lnTo>
                    <a:pt x="91440" y="9143"/>
                  </a:lnTo>
                  <a:lnTo>
                    <a:pt x="91440" y="6095"/>
                  </a:lnTo>
                  <a:lnTo>
                    <a:pt x="88392" y="3048"/>
                  </a:lnTo>
                  <a:lnTo>
                    <a:pt x="155448" y="3048"/>
                  </a:lnTo>
                  <a:lnTo>
                    <a:pt x="124968" y="0"/>
                  </a:lnTo>
                  <a:close/>
                </a:path>
                <a:path w="189229" h="104139" extrusionOk="0">
                  <a:moveTo>
                    <a:pt x="155448" y="3048"/>
                  </a:moveTo>
                  <a:lnTo>
                    <a:pt x="88392" y="3048"/>
                  </a:lnTo>
                  <a:lnTo>
                    <a:pt x="91440" y="6095"/>
                  </a:lnTo>
                  <a:lnTo>
                    <a:pt x="91440" y="9143"/>
                  </a:lnTo>
                  <a:lnTo>
                    <a:pt x="88392" y="12192"/>
                  </a:lnTo>
                  <a:lnTo>
                    <a:pt x="123305" y="9282"/>
                  </a:lnTo>
                  <a:lnTo>
                    <a:pt x="121920" y="9143"/>
                  </a:lnTo>
                  <a:lnTo>
                    <a:pt x="121920" y="6095"/>
                  </a:lnTo>
                  <a:lnTo>
                    <a:pt x="161543" y="6095"/>
                  </a:lnTo>
                  <a:lnTo>
                    <a:pt x="155448" y="3048"/>
                  </a:lnTo>
                  <a:close/>
                </a:path>
                <a:path w="189229" h="10413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20" name="Google Shape;1420;g2ff6f630c79_0_981"/>
            <p:cNvPicPr preferRelativeResize="0"/>
            <p:nvPr/>
          </p:nvPicPr>
          <p:blipFill rotWithShape="1">
            <a:blip r:embed="rId5">
              <a:alphaModFix/>
            </a:blip>
            <a:srcRect/>
            <a:stretch/>
          </p:blipFill>
          <p:spPr>
            <a:xfrm>
              <a:off x="6156959" y="4632960"/>
              <a:ext cx="185927" cy="94487"/>
            </a:xfrm>
            <a:prstGeom prst="rect">
              <a:avLst/>
            </a:prstGeom>
            <a:noFill/>
            <a:ln>
              <a:noFill/>
            </a:ln>
          </p:spPr>
        </p:pic>
        <p:sp>
          <p:nvSpPr>
            <p:cNvPr id="1421" name="Google Shape;1421;g2ff6f630c79_0_981"/>
            <p:cNvSpPr/>
            <p:nvPr/>
          </p:nvSpPr>
          <p:spPr>
            <a:xfrm>
              <a:off x="6150864" y="4623816"/>
              <a:ext cx="192404" cy="104139"/>
            </a:xfrm>
            <a:custGeom>
              <a:avLst/>
              <a:gdLst/>
              <a:ahLst/>
              <a:cxnLst/>
              <a:rect l="l" t="t" r="r" b="b"/>
              <a:pathLst>
                <a:path w="192404" h="104139" extrusionOk="0">
                  <a:moveTo>
                    <a:pt x="85344" y="3047"/>
                  </a:moveTo>
                  <a:lnTo>
                    <a:pt x="24384" y="27431"/>
                  </a:lnTo>
                  <a:lnTo>
                    <a:pt x="0" y="60959"/>
                  </a:lnTo>
                  <a:lnTo>
                    <a:pt x="0" y="73151"/>
                  </a:lnTo>
                  <a:lnTo>
                    <a:pt x="36575" y="100583"/>
                  </a:lnTo>
                  <a:lnTo>
                    <a:pt x="67056" y="103631"/>
                  </a:lnTo>
                  <a:lnTo>
                    <a:pt x="70103" y="103631"/>
                  </a:lnTo>
                  <a:lnTo>
                    <a:pt x="106680" y="100583"/>
                  </a:lnTo>
                  <a:lnTo>
                    <a:pt x="70103" y="100583"/>
                  </a:lnTo>
                  <a:lnTo>
                    <a:pt x="67056" y="94487"/>
                  </a:lnTo>
                  <a:lnTo>
                    <a:pt x="68718" y="94349"/>
                  </a:lnTo>
                  <a:lnTo>
                    <a:pt x="39624" y="91439"/>
                  </a:lnTo>
                  <a:lnTo>
                    <a:pt x="18287" y="82295"/>
                  </a:lnTo>
                  <a:lnTo>
                    <a:pt x="13715" y="79247"/>
                  </a:lnTo>
                  <a:lnTo>
                    <a:pt x="9144" y="79247"/>
                  </a:lnTo>
                  <a:lnTo>
                    <a:pt x="9144" y="76199"/>
                  </a:lnTo>
                  <a:lnTo>
                    <a:pt x="11175" y="76199"/>
                  </a:lnTo>
                  <a:lnTo>
                    <a:pt x="9144" y="70103"/>
                  </a:lnTo>
                  <a:lnTo>
                    <a:pt x="9144" y="64007"/>
                  </a:lnTo>
                  <a:lnTo>
                    <a:pt x="6096" y="60959"/>
                  </a:lnTo>
                  <a:lnTo>
                    <a:pt x="10668" y="60959"/>
                  </a:lnTo>
                  <a:lnTo>
                    <a:pt x="15239" y="51815"/>
                  </a:lnTo>
                  <a:lnTo>
                    <a:pt x="19303" y="45719"/>
                  </a:lnTo>
                  <a:lnTo>
                    <a:pt x="18287" y="45719"/>
                  </a:lnTo>
                  <a:lnTo>
                    <a:pt x="15239" y="42671"/>
                  </a:lnTo>
                  <a:lnTo>
                    <a:pt x="21336" y="42671"/>
                  </a:lnTo>
                  <a:lnTo>
                    <a:pt x="27432" y="36575"/>
                  </a:lnTo>
                  <a:lnTo>
                    <a:pt x="54863" y="21335"/>
                  </a:lnTo>
                  <a:lnTo>
                    <a:pt x="88391" y="12191"/>
                  </a:lnTo>
                  <a:lnTo>
                    <a:pt x="85344" y="12191"/>
                  </a:lnTo>
                  <a:lnTo>
                    <a:pt x="82296" y="9143"/>
                  </a:lnTo>
                  <a:lnTo>
                    <a:pt x="82296" y="6095"/>
                  </a:lnTo>
                  <a:lnTo>
                    <a:pt x="85344" y="3047"/>
                  </a:lnTo>
                  <a:close/>
                </a:path>
                <a:path w="192404" h="104139" extrusionOk="0">
                  <a:moveTo>
                    <a:pt x="68718" y="94349"/>
                  </a:moveTo>
                  <a:lnTo>
                    <a:pt x="67056" y="94487"/>
                  </a:lnTo>
                  <a:lnTo>
                    <a:pt x="70103" y="100583"/>
                  </a:lnTo>
                  <a:lnTo>
                    <a:pt x="70103" y="94487"/>
                  </a:lnTo>
                  <a:lnTo>
                    <a:pt x="68718" y="94349"/>
                  </a:lnTo>
                  <a:close/>
                </a:path>
                <a:path w="192404" h="104139" extrusionOk="0">
                  <a:moveTo>
                    <a:pt x="173736" y="60959"/>
                  </a:moveTo>
                  <a:lnTo>
                    <a:pt x="167639" y="67055"/>
                  </a:lnTo>
                  <a:lnTo>
                    <a:pt x="140208" y="82295"/>
                  </a:lnTo>
                  <a:lnTo>
                    <a:pt x="103632" y="91439"/>
                  </a:lnTo>
                  <a:lnTo>
                    <a:pt x="68718" y="94349"/>
                  </a:lnTo>
                  <a:lnTo>
                    <a:pt x="70103" y="94487"/>
                  </a:lnTo>
                  <a:lnTo>
                    <a:pt x="70103" y="100583"/>
                  </a:lnTo>
                  <a:lnTo>
                    <a:pt x="106680" y="100583"/>
                  </a:lnTo>
                  <a:lnTo>
                    <a:pt x="143256" y="91439"/>
                  </a:lnTo>
                  <a:lnTo>
                    <a:pt x="170687" y="76199"/>
                  </a:lnTo>
                  <a:lnTo>
                    <a:pt x="182880" y="64007"/>
                  </a:lnTo>
                  <a:lnTo>
                    <a:pt x="176784" y="64007"/>
                  </a:lnTo>
                  <a:lnTo>
                    <a:pt x="173736" y="60959"/>
                  </a:lnTo>
                  <a:close/>
                </a:path>
                <a:path w="192404" h="104139" extrusionOk="0">
                  <a:moveTo>
                    <a:pt x="9144" y="76199"/>
                  </a:moveTo>
                  <a:lnTo>
                    <a:pt x="9144" y="79247"/>
                  </a:lnTo>
                  <a:lnTo>
                    <a:pt x="12191" y="79247"/>
                  </a:lnTo>
                  <a:lnTo>
                    <a:pt x="11756" y="77941"/>
                  </a:lnTo>
                  <a:lnTo>
                    <a:pt x="9144" y="76199"/>
                  </a:lnTo>
                  <a:close/>
                </a:path>
                <a:path w="192404" h="104139" extrusionOk="0">
                  <a:moveTo>
                    <a:pt x="11756" y="77941"/>
                  </a:moveTo>
                  <a:lnTo>
                    <a:pt x="12191" y="79247"/>
                  </a:lnTo>
                  <a:lnTo>
                    <a:pt x="13715" y="79247"/>
                  </a:lnTo>
                  <a:lnTo>
                    <a:pt x="11756" y="77941"/>
                  </a:lnTo>
                  <a:close/>
                </a:path>
                <a:path w="192404" h="104139" extrusionOk="0">
                  <a:moveTo>
                    <a:pt x="11175" y="76199"/>
                  </a:moveTo>
                  <a:lnTo>
                    <a:pt x="9144" y="76199"/>
                  </a:lnTo>
                  <a:lnTo>
                    <a:pt x="11756" y="77941"/>
                  </a:lnTo>
                  <a:lnTo>
                    <a:pt x="11175" y="76199"/>
                  </a:lnTo>
                  <a:close/>
                </a:path>
                <a:path w="192404" h="104139" extrusionOk="0">
                  <a:moveTo>
                    <a:pt x="9144" y="60959"/>
                  </a:moveTo>
                  <a:lnTo>
                    <a:pt x="6096" y="60959"/>
                  </a:lnTo>
                  <a:lnTo>
                    <a:pt x="9144" y="64007"/>
                  </a:lnTo>
                  <a:lnTo>
                    <a:pt x="9144" y="60959"/>
                  </a:lnTo>
                  <a:close/>
                </a:path>
                <a:path w="192404" h="104139" extrusionOk="0">
                  <a:moveTo>
                    <a:pt x="10668" y="60959"/>
                  </a:moveTo>
                  <a:lnTo>
                    <a:pt x="9144" y="60959"/>
                  </a:lnTo>
                  <a:lnTo>
                    <a:pt x="9144" y="64007"/>
                  </a:lnTo>
                  <a:lnTo>
                    <a:pt x="10668" y="60959"/>
                  </a:lnTo>
                  <a:close/>
                </a:path>
                <a:path w="192404" h="104139" extrusionOk="0">
                  <a:moveTo>
                    <a:pt x="176784" y="57911"/>
                  </a:moveTo>
                  <a:lnTo>
                    <a:pt x="173736" y="60959"/>
                  </a:lnTo>
                  <a:lnTo>
                    <a:pt x="176784" y="64007"/>
                  </a:lnTo>
                  <a:lnTo>
                    <a:pt x="176784" y="57911"/>
                  </a:lnTo>
                  <a:close/>
                </a:path>
                <a:path w="192404" h="104139" extrusionOk="0">
                  <a:moveTo>
                    <a:pt x="186944" y="57911"/>
                  </a:moveTo>
                  <a:lnTo>
                    <a:pt x="176784" y="57911"/>
                  </a:lnTo>
                  <a:lnTo>
                    <a:pt x="176784" y="64007"/>
                  </a:lnTo>
                  <a:lnTo>
                    <a:pt x="182880" y="64007"/>
                  </a:lnTo>
                  <a:lnTo>
                    <a:pt x="186944" y="57911"/>
                  </a:lnTo>
                  <a:close/>
                </a:path>
                <a:path w="192404" h="104139" extrusionOk="0">
                  <a:moveTo>
                    <a:pt x="182880" y="42671"/>
                  </a:moveTo>
                  <a:lnTo>
                    <a:pt x="179832" y="51815"/>
                  </a:lnTo>
                  <a:lnTo>
                    <a:pt x="173736" y="60959"/>
                  </a:lnTo>
                  <a:lnTo>
                    <a:pt x="176784" y="57911"/>
                  </a:lnTo>
                  <a:lnTo>
                    <a:pt x="186944" y="57911"/>
                  </a:lnTo>
                  <a:lnTo>
                    <a:pt x="188975" y="54863"/>
                  </a:lnTo>
                  <a:lnTo>
                    <a:pt x="192024" y="45719"/>
                  </a:lnTo>
                  <a:lnTo>
                    <a:pt x="182880" y="45719"/>
                  </a:lnTo>
                  <a:lnTo>
                    <a:pt x="182880" y="42671"/>
                  </a:lnTo>
                  <a:close/>
                </a:path>
                <a:path w="192404" h="104139" extrusionOk="0">
                  <a:moveTo>
                    <a:pt x="21336" y="42671"/>
                  </a:moveTo>
                  <a:lnTo>
                    <a:pt x="15239" y="42671"/>
                  </a:lnTo>
                  <a:lnTo>
                    <a:pt x="18287" y="45719"/>
                  </a:lnTo>
                  <a:lnTo>
                    <a:pt x="21336" y="42671"/>
                  </a:lnTo>
                  <a:close/>
                </a:path>
                <a:path w="192404" h="104139" extrusionOk="0">
                  <a:moveTo>
                    <a:pt x="21336" y="42671"/>
                  </a:moveTo>
                  <a:lnTo>
                    <a:pt x="18287" y="45719"/>
                  </a:lnTo>
                  <a:lnTo>
                    <a:pt x="19303" y="45719"/>
                  </a:lnTo>
                  <a:lnTo>
                    <a:pt x="21336" y="42671"/>
                  </a:lnTo>
                  <a:close/>
                </a:path>
                <a:path w="192404" h="104139" extrusionOk="0">
                  <a:moveTo>
                    <a:pt x="182880" y="42671"/>
                  </a:moveTo>
                  <a:lnTo>
                    <a:pt x="182880" y="45719"/>
                  </a:lnTo>
                  <a:lnTo>
                    <a:pt x="188975" y="45719"/>
                  </a:lnTo>
                  <a:lnTo>
                    <a:pt x="182880" y="42671"/>
                  </a:lnTo>
                  <a:close/>
                </a:path>
                <a:path w="192404" h="104139" extrusionOk="0">
                  <a:moveTo>
                    <a:pt x="182880" y="18287"/>
                  </a:moveTo>
                  <a:lnTo>
                    <a:pt x="176784" y="18287"/>
                  </a:lnTo>
                  <a:lnTo>
                    <a:pt x="176784" y="24383"/>
                  </a:lnTo>
                  <a:lnTo>
                    <a:pt x="179832" y="27431"/>
                  </a:lnTo>
                  <a:lnTo>
                    <a:pt x="182880" y="36575"/>
                  </a:lnTo>
                  <a:lnTo>
                    <a:pt x="182880" y="42671"/>
                  </a:lnTo>
                  <a:lnTo>
                    <a:pt x="188975" y="45719"/>
                  </a:lnTo>
                  <a:lnTo>
                    <a:pt x="192024" y="45719"/>
                  </a:lnTo>
                  <a:lnTo>
                    <a:pt x="192024" y="33527"/>
                  </a:lnTo>
                  <a:lnTo>
                    <a:pt x="188975" y="24383"/>
                  </a:lnTo>
                  <a:lnTo>
                    <a:pt x="182880" y="18287"/>
                  </a:lnTo>
                  <a:close/>
                </a:path>
                <a:path w="192404" h="104139" extrusionOk="0">
                  <a:moveTo>
                    <a:pt x="164591" y="6095"/>
                  </a:moveTo>
                  <a:lnTo>
                    <a:pt x="124968" y="6095"/>
                  </a:lnTo>
                  <a:lnTo>
                    <a:pt x="124968" y="9143"/>
                  </a:lnTo>
                  <a:lnTo>
                    <a:pt x="123377" y="9276"/>
                  </a:lnTo>
                  <a:lnTo>
                    <a:pt x="155448" y="12191"/>
                  </a:lnTo>
                  <a:lnTo>
                    <a:pt x="167639" y="18287"/>
                  </a:lnTo>
                  <a:lnTo>
                    <a:pt x="176784" y="24383"/>
                  </a:lnTo>
                  <a:lnTo>
                    <a:pt x="173736" y="21335"/>
                  </a:lnTo>
                  <a:lnTo>
                    <a:pt x="176784" y="18287"/>
                  </a:lnTo>
                  <a:lnTo>
                    <a:pt x="182880" y="18287"/>
                  </a:lnTo>
                  <a:lnTo>
                    <a:pt x="179832" y="15239"/>
                  </a:lnTo>
                  <a:lnTo>
                    <a:pt x="170687" y="9143"/>
                  </a:lnTo>
                  <a:lnTo>
                    <a:pt x="164591" y="6095"/>
                  </a:lnTo>
                  <a:close/>
                </a:path>
                <a:path w="192404" h="104139" extrusionOk="0">
                  <a:moveTo>
                    <a:pt x="176784" y="18287"/>
                  </a:moveTo>
                  <a:lnTo>
                    <a:pt x="173736" y="21335"/>
                  </a:lnTo>
                  <a:lnTo>
                    <a:pt x="176784" y="24383"/>
                  </a:lnTo>
                  <a:lnTo>
                    <a:pt x="176784" y="18287"/>
                  </a:lnTo>
                  <a:close/>
                </a:path>
                <a:path w="192404" h="104139" extrusionOk="0">
                  <a:moveTo>
                    <a:pt x="124968" y="0"/>
                  </a:moveTo>
                  <a:lnTo>
                    <a:pt x="121920" y="0"/>
                  </a:lnTo>
                  <a:lnTo>
                    <a:pt x="85344" y="3047"/>
                  </a:lnTo>
                  <a:lnTo>
                    <a:pt x="82296" y="6095"/>
                  </a:lnTo>
                  <a:lnTo>
                    <a:pt x="82296" y="9143"/>
                  </a:lnTo>
                  <a:lnTo>
                    <a:pt x="85344" y="12191"/>
                  </a:lnTo>
                  <a:lnTo>
                    <a:pt x="88391" y="12191"/>
                  </a:lnTo>
                  <a:lnTo>
                    <a:pt x="91439" y="9143"/>
                  </a:lnTo>
                  <a:lnTo>
                    <a:pt x="91439" y="6095"/>
                  </a:lnTo>
                  <a:lnTo>
                    <a:pt x="88391" y="3047"/>
                  </a:lnTo>
                  <a:lnTo>
                    <a:pt x="158496" y="3047"/>
                  </a:lnTo>
                  <a:lnTo>
                    <a:pt x="124968" y="0"/>
                  </a:lnTo>
                  <a:close/>
                </a:path>
                <a:path w="192404" h="104139" extrusionOk="0">
                  <a:moveTo>
                    <a:pt x="158496" y="3047"/>
                  </a:moveTo>
                  <a:lnTo>
                    <a:pt x="88391" y="3047"/>
                  </a:lnTo>
                  <a:lnTo>
                    <a:pt x="91439" y="6095"/>
                  </a:lnTo>
                  <a:lnTo>
                    <a:pt x="91439" y="9143"/>
                  </a:lnTo>
                  <a:lnTo>
                    <a:pt x="88391" y="12191"/>
                  </a:lnTo>
                  <a:lnTo>
                    <a:pt x="123377" y="9276"/>
                  </a:lnTo>
                  <a:lnTo>
                    <a:pt x="121920" y="9143"/>
                  </a:lnTo>
                  <a:lnTo>
                    <a:pt x="124968" y="6095"/>
                  </a:lnTo>
                  <a:lnTo>
                    <a:pt x="164591" y="6095"/>
                  </a:lnTo>
                  <a:lnTo>
                    <a:pt x="158496" y="3047"/>
                  </a:lnTo>
                  <a:close/>
                </a:path>
                <a:path w="192404" h="104139" extrusionOk="0">
                  <a:moveTo>
                    <a:pt x="124968" y="6095"/>
                  </a:moveTo>
                  <a:lnTo>
                    <a:pt x="121920" y="9143"/>
                  </a:lnTo>
                  <a:lnTo>
                    <a:pt x="123377" y="9276"/>
                  </a:lnTo>
                  <a:lnTo>
                    <a:pt x="124968" y="9143"/>
                  </a:lnTo>
                  <a:lnTo>
                    <a:pt x="124968"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22" name="Google Shape;1422;g2ff6f630c79_0_981"/>
            <p:cNvPicPr preferRelativeResize="0"/>
            <p:nvPr/>
          </p:nvPicPr>
          <p:blipFill rotWithShape="1">
            <a:blip r:embed="rId6">
              <a:alphaModFix/>
            </a:blip>
            <a:srcRect/>
            <a:stretch/>
          </p:blipFill>
          <p:spPr>
            <a:xfrm>
              <a:off x="5879591" y="4504944"/>
              <a:ext cx="182879" cy="94487"/>
            </a:xfrm>
            <a:prstGeom prst="rect">
              <a:avLst/>
            </a:prstGeom>
            <a:noFill/>
            <a:ln>
              <a:noFill/>
            </a:ln>
          </p:spPr>
        </p:pic>
        <p:sp>
          <p:nvSpPr>
            <p:cNvPr id="1423" name="Google Shape;1423;g2ff6f630c79_0_981"/>
            <p:cNvSpPr/>
            <p:nvPr/>
          </p:nvSpPr>
          <p:spPr>
            <a:xfrm>
              <a:off x="5873496" y="4495800"/>
              <a:ext cx="192404" cy="106679"/>
            </a:xfrm>
            <a:custGeom>
              <a:avLst/>
              <a:gdLst/>
              <a:ahLst/>
              <a:cxnLst/>
              <a:rect l="l" t="t" r="r" b="b"/>
              <a:pathLst>
                <a:path w="192404" h="106679" extrusionOk="0">
                  <a:moveTo>
                    <a:pt x="85343" y="3048"/>
                  </a:moveTo>
                  <a:lnTo>
                    <a:pt x="48767" y="15239"/>
                  </a:lnTo>
                  <a:lnTo>
                    <a:pt x="9143" y="42672"/>
                  </a:lnTo>
                  <a:lnTo>
                    <a:pt x="0" y="60960"/>
                  </a:lnTo>
                  <a:lnTo>
                    <a:pt x="0" y="73151"/>
                  </a:lnTo>
                  <a:lnTo>
                    <a:pt x="33527" y="103631"/>
                  </a:lnTo>
                  <a:lnTo>
                    <a:pt x="64007" y="106680"/>
                  </a:lnTo>
                  <a:lnTo>
                    <a:pt x="67055" y="106680"/>
                  </a:lnTo>
                  <a:lnTo>
                    <a:pt x="103631" y="103631"/>
                  </a:lnTo>
                  <a:lnTo>
                    <a:pt x="67055" y="103631"/>
                  </a:lnTo>
                  <a:lnTo>
                    <a:pt x="64007" y="97536"/>
                  </a:lnTo>
                  <a:lnTo>
                    <a:pt x="65670" y="97397"/>
                  </a:lnTo>
                  <a:lnTo>
                    <a:pt x="36575" y="94487"/>
                  </a:lnTo>
                  <a:lnTo>
                    <a:pt x="24383" y="88392"/>
                  </a:lnTo>
                  <a:lnTo>
                    <a:pt x="15239" y="88392"/>
                  </a:lnTo>
                  <a:lnTo>
                    <a:pt x="15239" y="82295"/>
                  </a:lnTo>
                  <a:lnTo>
                    <a:pt x="12191" y="79248"/>
                  </a:lnTo>
                  <a:lnTo>
                    <a:pt x="9143" y="70104"/>
                  </a:lnTo>
                  <a:lnTo>
                    <a:pt x="9143" y="64007"/>
                  </a:lnTo>
                  <a:lnTo>
                    <a:pt x="3048" y="60960"/>
                  </a:lnTo>
                  <a:lnTo>
                    <a:pt x="10159" y="60960"/>
                  </a:lnTo>
                  <a:lnTo>
                    <a:pt x="12191" y="54863"/>
                  </a:lnTo>
                  <a:lnTo>
                    <a:pt x="16255" y="48768"/>
                  </a:lnTo>
                  <a:lnTo>
                    <a:pt x="15239" y="48768"/>
                  </a:lnTo>
                  <a:lnTo>
                    <a:pt x="15239" y="42672"/>
                  </a:lnTo>
                  <a:lnTo>
                    <a:pt x="21335" y="42672"/>
                  </a:lnTo>
                  <a:lnTo>
                    <a:pt x="24383" y="39624"/>
                  </a:lnTo>
                  <a:lnTo>
                    <a:pt x="51815" y="24384"/>
                  </a:lnTo>
                  <a:lnTo>
                    <a:pt x="88391" y="12191"/>
                  </a:lnTo>
                  <a:lnTo>
                    <a:pt x="85343" y="12191"/>
                  </a:lnTo>
                  <a:lnTo>
                    <a:pt x="82295" y="9144"/>
                  </a:lnTo>
                  <a:lnTo>
                    <a:pt x="82295" y="6096"/>
                  </a:lnTo>
                  <a:lnTo>
                    <a:pt x="85343" y="3048"/>
                  </a:lnTo>
                  <a:close/>
                </a:path>
                <a:path w="192404" h="106679" extrusionOk="0">
                  <a:moveTo>
                    <a:pt x="65670" y="97397"/>
                  </a:moveTo>
                  <a:lnTo>
                    <a:pt x="64007" y="97536"/>
                  </a:lnTo>
                  <a:lnTo>
                    <a:pt x="67055" y="103631"/>
                  </a:lnTo>
                  <a:lnTo>
                    <a:pt x="67055" y="97536"/>
                  </a:lnTo>
                  <a:lnTo>
                    <a:pt x="65670" y="97397"/>
                  </a:lnTo>
                  <a:close/>
                </a:path>
                <a:path w="192404" h="106679" extrusionOk="0">
                  <a:moveTo>
                    <a:pt x="170688" y="60960"/>
                  </a:moveTo>
                  <a:lnTo>
                    <a:pt x="164591" y="67056"/>
                  </a:lnTo>
                  <a:lnTo>
                    <a:pt x="137159" y="82295"/>
                  </a:lnTo>
                  <a:lnTo>
                    <a:pt x="100583" y="94487"/>
                  </a:lnTo>
                  <a:lnTo>
                    <a:pt x="65670" y="97397"/>
                  </a:lnTo>
                  <a:lnTo>
                    <a:pt x="67055" y="97536"/>
                  </a:lnTo>
                  <a:lnTo>
                    <a:pt x="67055" y="103631"/>
                  </a:lnTo>
                  <a:lnTo>
                    <a:pt x="103631" y="103631"/>
                  </a:lnTo>
                  <a:lnTo>
                    <a:pt x="140207" y="91439"/>
                  </a:lnTo>
                  <a:lnTo>
                    <a:pt x="167639" y="76200"/>
                  </a:lnTo>
                  <a:lnTo>
                    <a:pt x="179831" y="64007"/>
                  </a:lnTo>
                  <a:lnTo>
                    <a:pt x="176783" y="64007"/>
                  </a:lnTo>
                  <a:lnTo>
                    <a:pt x="170688" y="60960"/>
                  </a:lnTo>
                  <a:close/>
                </a:path>
                <a:path w="192404" h="106679" extrusionOk="0">
                  <a:moveTo>
                    <a:pt x="15239" y="82295"/>
                  </a:moveTo>
                  <a:lnTo>
                    <a:pt x="15239" y="88392"/>
                  </a:lnTo>
                  <a:lnTo>
                    <a:pt x="18287" y="85343"/>
                  </a:lnTo>
                  <a:lnTo>
                    <a:pt x="15239" y="82295"/>
                  </a:lnTo>
                  <a:close/>
                </a:path>
                <a:path w="192404" h="106679" extrusionOk="0">
                  <a:moveTo>
                    <a:pt x="15239" y="82295"/>
                  </a:moveTo>
                  <a:lnTo>
                    <a:pt x="18287" y="85343"/>
                  </a:lnTo>
                  <a:lnTo>
                    <a:pt x="15239" y="88392"/>
                  </a:lnTo>
                  <a:lnTo>
                    <a:pt x="24383" y="88392"/>
                  </a:lnTo>
                  <a:lnTo>
                    <a:pt x="15239" y="82295"/>
                  </a:lnTo>
                  <a:close/>
                </a:path>
                <a:path w="192404" h="106679" extrusionOk="0">
                  <a:moveTo>
                    <a:pt x="9143" y="60960"/>
                  </a:moveTo>
                  <a:lnTo>
                    <a:pt x="3048" y="60960"/>
                  </a:lnTo>
                  <a:lnTo>
                    <a:pt x="9143" y="64007"/>
                  </a:lnTo>
                  <a:lnTo>
                    <a:pt x="9143" y="60960"/>
                  </a:lnTo>
                  <a:close/>
                </a:path>
                <a:path w="192404" h="106679" extrusionOk="0">
                  <a:moveTo>
                    <a:pt x="10159" y="60960"/>
                  </a:moveTo>
                  <a:lnTo>
                    <a:pt x="9143" y="60960"/>
                  </a:lnTo>
                  <a:lnTo>
                    <a:pt x="9143" y="64007"/>
                  </a:lnTo>
                  <a:lnTo>
                    <a:pt x="10159" y="60960"/>
                  </a:lnTo>
                  <a:close/>
                </a:path>
                <a:path w="192404" h="106679" extrusionOk="0">
                  <a:moveTo>
                    <a:pt x="173736" y="57912"/>
                  </a:moveTo>
                  <a:lnTo>
                    <a:pt x="170688" y="60960"/>
                  </a:lnTo>
                  <a:lnTo>
                    <a:pt x="176783" y="64007"/>
                  </a:lnTo>
                  <a:lnTo>
                    <a:pt x="173736" y="57912"/>
                  </a:lnTo>
                  <a:close/>
                </a:path>
                <a:path w="192404" h="106679" extrusionOk="0">
                  <a:moveTo>
                    <a:pt x="183895" y="57912"/>
                  </a:moveTo>
                  <a:lnTo>
                    <a:pt x="173736" y="57912"/>
                  </a:lnTo>
                  <a:lnTo>
                    <a:pt x="176783" y="64007"/>
                  </a:lnTo>
                  <a:lnTo>
                    <a:pt x="179831" y="64007"/>
                  </a:lnTo>
                  <a:lnTo>
                    <a:pt x="183895" y="57912"/>
                  </a:lnTo>
                  <a:close/>
                </a:path>
                <a:path w="192404" h="106679" extrusionOk="0">
                  <a:moveTo>
                    <a:pt x="182879" y="42672"/>
                  </a:moveTo>
                  <a:lnTo>
                    <a:pt x="170687" y="60960"/>
                  </a:lnTo>
                  <a:lnTo>
                    <a:pt x="173736" y="57912"/>
                  </a:lnTo>
                  <a:lnTo>
                    <a:pt x="183895" y="57912"/>
                  </a:lnTo>
                  <a:lnTo>
                    <a:pt x="192024" y="45719"/>
                  </a:lnTo>
                  <a:lnTo>
                    <a:pt x="182879" y="45719"/>
                  </a:lnTo>
                  <a:lnTo>
                    <a:pt x="182879" y="42672"/>
                  </a:lnTo>
                  <a:close/>
                </a:path>
                <a:path w="192404" h="106679" extrusionOk="0">
                  <a:moveTo>
                    <a:pt x="15239" y="42672"/>
                  </a:moveTo>
                  <a:lnTo>
                    <a:pt x="15239" y="48768"/>
                  </a:lnTo>
                  <a:lnTo>
                    <a:pt x="18287" y="45719"/>
                  </a:lnTo>
                  <a:lnTo>
                    <a:pt x="15239" y="42672"/>
                  </a:lnTo>
                  <a:close/>
                </a:path>
                <a:path w="192404" h="106679" extrusionOk="0">
                  <a:moveTo>
                    <a:pt x="18287" y="45719"/>
                  </a:moveTo>
                  <a:lnTo>
                    <a:pt x="15239" y="48768"/>
                  </a:lnTo>
                  <a:lnTo>
                    <a:pt x="16255" y="48768"/>
                  </a:lnTo>
                  <a:lnTo>
                    <a:pt x="18287" y="45719"/>
                  </a:lnTo>
                  <a:close/>
                </a:path>
                <a:path w="192404" h="106679" extrusionOk="0">
                  <a:moveTo>
                    <a:pt x="21335" y="42672"/>
                  </a:moveTo>
                  <a:lnTo>
                    <a:pt x="15239" y="42672"/>
                  </a:lnTo>
                  <a:lnTo>
                    <a:pt x="18287" y="45719"/>
                  </a:lnTo>
                  <a:lnTo>
                    <a:pt x="21335" y="42672"/>
                  </a:lnTo>
                  <a:close/>
                </a:path>
                <a:path w="192404" h="106679" extrusionOk="0">
                  <a:moveTo>
                    <a:pt x="182879" y="42672"/>
                  </a:moveTo>
                  <a:lnTo>
                    <a:pt x="182879" y="45719"/>
                  </a:lnTo>
                  <a:lnTo>
                    <a:pt x="185927" y="45719"/>
                  </a:lnTo>
                  <a:lnTo>
                    <a:pt x="182879" y="42672"/>
                  </a:lnTo>
                  <a:close/>
                </a:path>
                <a:path w="192404" h="106679" extrusionOk="0">
                  <a:moveTo>
                    <a:pt x="180267" y="28738"/>
                  </a:moveTo>
                  <a:lnTo>
                    <a:pt x="182879" y="36575"/>
                  </a:lnTo>
                  <a:lnTo>
                    <a:pt x="182879" y="42672"/>
                  </a:lnTo>
                  <a:lnTo>
                    <a:pt x="185927" y="45719"/>
                  </a:lnTo>
                  <a:lnTo>
                    <a:pt x="192024" y="45719"/>
                  </a:lnTo>
                  <a:lnTo>
                    <a:pt x="192024" y="33527"/>
                  </a:lnTo>
                  <a:lnTo>
                    <a:pt x="191008" y="30480"/>
                  </a:lnTo>
                  <a:lnTo>
                    <a:pt x="182879" y="30480"/>
                  </a:lnTo>
                  <a:lnTo>
                    <a:pt x="180267" y="28738"/>
                  </a:lnTo>
                  <a:close/>
                </a:path>
                <a:path w="192404" h="106679" extrusionOk="0">
                  <a:moveTo>
                    <a:pt x="182879" y="27431"/>
                  </a:moveTo>
                  <a:lnTo>
                    <a:pt x="179831" y="27431"/>
                  </a:lnTo>
                  <a:lnTo>
                    <a:pt x="180267" y="28738"/>
                  </a:lnTo>
                  <a:lnTo>
                    <a:pt x="182879" y="30480"/>
                  </a:lnTo>
                  <a:lnTo>
                    <a:pt x="182879" y="27431"/>
                  </a:lnTo>
                  <a:close/>
                </a:path>
                <a:path w="192404" h="106679" extrusionOk="0">
                  <a:moveTo>
                    <a:pt x="189991" y="27431"/>
                  </a:moveTo>
                  <a:lnTo>
                    <a:pt x="182879" y="27431"/>
                  </a:lnTo>
                  <a:lnTo>
                    <a:pt x="182879" y="30480"/>
                  </a:lnTo>
                  <a:lnTo>
                    <a:pt x="191008" y="30480"/>
                  </a:lnTo>
                  <a:lnTo>
                    <a:pt x="189991" y="27431"/>
                  </a:lnTo>
                  <a:close/>
                </a:path>
                <a:path w="192404" h="106679" extrusionOk="0">
                  <a:moveTo>
                    <a:pt x="160782" y="6096"/>
                  </a:moveTo>
                  <a:lnTo>
                    <a:pt x="121919" y="6096"/>
                  </a:lnTo>
                  <a:lnTo>
                    <a:pt x="124967" y="9144"/>
                  </a:lnTo>
                  <a:lnTo>
                    <a:pt x="123305" y="9282"/>
                  </a:lnTo>
                  <a:lnTo>
                    <a:pt x="152400" y="12191"/>
                  </a:lnTo>
                  <a:lnTo>
                    <a:pt x="173736" y="24384"/>
                  </a:lnTo>
                  <a:lnTo>
                    <a:pt x="180267" y="28738"/>
                  </a:lnTo>
                  <a:lnTo>
                    <a:pt x="179831" y="27431"/>
                  </a:lnTo>
                  <a:lnTo>
                    <a:pt x="189991" y="27431"/>
                  </a:lnTo>
                  <a:lnTo>
                    <a:pt x="188975" y="24384"/>
                  </a:lnTo>
                  <a:lnTo>
                    <a:pt x="185927" y="21336"/>
                  </a:lnTo>
                  <a:lnTo>
                    <a:pt x="176783" y="15239"/>
                  </a:lnTo>
                  <a:lnTo>
                    <a:pt x="160782" y="6096"/>
                  </a:lnTo>
                  <a:close/>
                </a:path>
                <a:path w="192404" h="106679" extrusionOk="0">
                  <a:moveTo>
                    <a:pt x="124967" y="0"/>
                  </a:moveTo>
                  <a:lnTo>
                    <a:pt x="121919" y="0"/>
                  </a:lnTo>
                  <a:lnTo>
                    <a:pt x="85343" y="3048"/>
                  </a:lnTo>
                  <a:lnTo>
                    <a:pt x="82295" y="6096"/>
                  </a:lnTo>
                  <a:lnTo>
                    <a:pt x="82295" y="9144"/>
                  </a:lnTo>
                  <a:lnTo>
                    <a:pt x="85343" y="12191"/>
                  </a:lnTo>
                  <a:lnTo>
                    <a:pt x="88391" y="12191"/>
                  </a:lnTo>
                  <a:lnTo>
                    <a:pt x="91439" y="9144"/>
                  </a:lnTo>
                  <a:lnTo>
                    <a:pt x="91439" y="6096"/>
                  </a:lnTo>
                  <a:lnTo>
                    <a:pt x="88391" y="3048"/>
                  </a:lnTo>
                  <a:lnTo>
                    <a:pt x="155448" y="3048"/>
                  </a:lnTo>
                  <a:lnTo>
                    <a:pt x="124967" y="0"/>
                  </a:lnTo>
                  <a:close/>
                </a:path>
                <a:path w="192404" h="106679" extrusionOk="0">
                  <a:moveTo>
                    <a:pt x="155448" y="3048"/>
                  </a:moveTo>
                  <a:lnTo>
                    <a:pt x="88391" y="3048"/>
                  </a:lnTo>
                  <a:lnTo>
                    <a:pt x="91439" y="6096"/>
                  </a:lnTo>
                  <a:lnTo>
                    <a:pt x="91439" y="9144"/>
                  </a:lnTo>
                  <a:lnTo>
                    <a:pt x="88391" y="12191"/>
                  </a:lnTo>
                  <a:lnTo>
                    <a:pt x="123305" y="9282"/>
                  </a:lnTo>
                  <a:lnTo>
                    <a:pt x="121919" y="9144"/>
                  </a:lnTo>
                  <a:lnTo>
                    <a:pt x="121919" y="6096"/>
                  </a:lnTo>
                  <a:lnTo>
                    <a:pt x="160782" y="6096"/>
                  </a:lnTo>
                  <a:lnTo>
                    <a:pt x="155448" y="3048"/>
                  </a:lnTo>
                  <a:close/>
                </a:path>
                <a:path w="192404" h="106679" extrusionOk="0">
                  <a:moveTo>
                    <a:pt x="121919" y="6096"/>
                  </a:moveTo>
                  <a:lnTo>
                    <a:pt x="121919" y="9144"/>
                  </a:lnTo>
                  <a:lnTo>
                    <a:pt x="123305" y="9282"/>
                  </a:lnTo>
                  <a:lnTo>
                    <a:pt x="124967" y="9144"/>
                  </a:lnTo>
                  <a:lnTo>
                    <a:pt x="121919"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24" name="Google Shape;1424;g2ff6f630c79_0_981"/>
            <p:cNvPicPr preferRelativeResize="0"/>
            <p:nvPr/>
          </p:nvPicPr>
          <p:blipFill rotWithShape="1">
            <a:blip r:embed="rId7">
              <a:alphaModFix/>
            </a:blip>
            <a:srcRect/>
            <a:stretch/>
          </p:blipFill>
          <p:spPr>
            <a:xfrm>
              <a:off x="6068567" y="4440936"/>
              <a:ext cx="185927" cy="94487"/>
            </a:xfrm>
            <a:prstGeom prst="rect">
              <a:avLst/>
            </a:prstGeom>
            <a:noFill/>
            <a:ln>
              <a:noFill/>
            </a:ln>
          </p:spPr>
        </p:pic>
        <p:sp>
          <p:nvSpPr>
            <p:cNvPr id="1425" name="Google Shape;1425;g2ff6f630c79_0_981"/>
            <p:cNvSpPr/>
            <p:nvPr/>
          </p:nvSpPr>
          <p:spPr>
            <a:xfrm>
              <a:off x="6062471" y="4431792"/>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6"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2" y="59435"/>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2" y="59435"/>
                  </a:lnTo>
                  <a:close/>
                </a:path>
                <a:path w="192404" h="106679" extrusionOk="0">
                  <a:moveTo>
                    <a:pt x="17907" y="83058"/>
                  </a:moveTo>
                  <a:lnTo>
                    <a:pt x="15239" y="88392"/>
                  </a:lnTo>
                  <a:lnTo>
                    <a:pt x="21336" y="85344"/>
                  </a:lnTo>
                  <a:lnTo>
                    <a:pt x="17907" y="83058"/>
                  </a:lnTo>
                  <a:close/>
                </a:path>
                <a:path w="192404" h="106679" extrusionOk="0">
                  <a:moveTo>
                    <a:pt x="18287" y="82296"/>
                  </a:moveTo>
                  <a:lnTo>
                    <a:pt x="17907" y="83058"/>
                  </a:lnTo>
                  <a:lnTo>
                    <a:pt x="21336" y="85344"/>
                  </a:lnTo>
                  <a:lnTo>
                    <a:pt x="15239" y="88392"/>
                  </a:lnTo>
                  <a:lnTo>
                    <a:pt x="28956"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2" y="59435"/>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2" y="59435"/>
                  </a:lnTo>
                  <a:lnTo>
                    <a:pt x="176783" y="57912"/>
                  </a:lnTo>
                  <a:lnTo>
                    <a:pt x="186943" y="57912"/>
                  </a:lnTo>
                  <a:lnTo>
                    <a:pt x="188975" y="54863"/>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7"/>
                  </a:moveTo>
                  <a:lnTo>
                    <a:pt x="176783" y="18287"/>
                  </a:lnTo>
                  <a:lnTo>
                    <a:pt x="174116" y="23622"/>
                  </a:lnTo>
                  <a:lnTo>
                    <a:pt x="179831" y="27432"/>
                  </a:lnTo>
                  <a:lnTo>
                    <a:pt x="182879" y="36575"/>
                  </a:lnTo>
                  <a:lnTo>
                    <a:pt x="182879" y="42672"/>
                  </a:lnTo>
                  <a:lnTo>
                    <a:pt x="188975" y="45720"/>
                  </a:lnTo>
                  <a:lnTo>
                    <a:pt x="192024" y="45720"/>
                  </a:lnTo>
                  <a:lnTo>
                    <a:pt x="192024" y="33528"/>
                  </a:lnTo>
                  <a:lnTo>
                    <a:pt x="188975" y="24384"/>
                  </a:lnTo>
                  <a:lnTo>
                    <a:pt x="179831" y="18287"/>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7"/>
                  </a:lnTo>
                  <a:lnTo>
                    <a:pt x="179831" y="18287"/>
                  </a:lnTo>
                  <a:lnTo>
                    <a:pt x="176783" y="15240"/>
                  </a:lnTo>
                  <a:lnTo>
                    <a:pt x="155448" y="6096"/>
                  </a:lnTo>
                  <a:close/>
                </a:path>
                <a:path w="192404" h="106679" extrusionOk="0">
                  <a:moveTo>
                    <a:pt x="176783" y="18287"/>
                  </a:moveTo>
                  <a:lnTo>
                    <a:pt x="170687" y="21336"/>
                  </a:lnTo>
                  <a:lnTo>
                    <a:pt x="174116" y="23622"/>
                  </a:lnTo>
                  <a:lnTo>
                    <a:pt x="176783" y="18287"/>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26" name="Google Shape;1426;g2ff6f630c79_0_981"/>
            <p:cNvPicPr preferRelativeResize="0"/>
            <p:nvPr/>
          </p:nvPicPr>
          <p:blipFill rotWithShape="1">
            <a:blip r:embed="rId8">
              <a:alphaModFix/>
            </a:blip>
            <a:srcRect/>
            <a:stretch/>
          </p:blipFill>
          <p:spPr>
            <a:xfrm>
              <a:off x="6220967" y="4517136"/>
              <a:ext cx="185927" cy="94487"/>
            </a:xfrm>
            <a:prstGeom prst="rect">
              <a:avLst/>
            </a:prstGeom>
            <a:noFill/>
            <a:ln>
              <a:noFill/>
            </a:ln>
          </p:spPr>
        </p:pic>
        <p:sp>
          <p:nvSpPr>
            <p:cNvPr id="1427" name="Google Shape;1427;g2ff6f630c79_0_981"/>
            <p:cNvSpPr/>
            <p:nvPr/>
          </p:nvSpPr>
          <p:spPr>
            <a:xfrm>
              <a:off x="6214871" y="4507992"/>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5"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1" y="59436"/>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1" y="59436"/>
                  </a:lnTo>
                  <a:close/>
                </a:path>
                <a:path w="192404" h="106679" extrusionOk="0">
                  <a:moveTo>
                    <a:pt x="17906" y="83058"/>
                  </a:moveTo>
                  <a:lnTo>
                    <a:pt x="15239" y="88392"/>
                  </a:lnTo>
                  <a:lnTo>
                    <a:pt x="21336" y="85344"/>
                  </a:lnTo>
                  <a:lnTo>
                    <a:pt x="17906" y="83058"/>
                  </a:lnTo>
                  <a:close/>
                </a:path>
                <a:path w="192404" h="106679" extrusionOk="0">
                  <a:moveTo>
                    <a:pt x="18287" y="82296"/>
                  </a:moveTo>
                  <a:lnTo>
                    <a:pt x="17906" y="83058"/>
                  </a:lnTo>
                  <a:lnTo>
                    <a:pt x="21336" y="85344"/>
                  </a:lnTo>
                  <a:lnTo>
                    <a:pt x="15239" y="88392"/>
                  </a:lnTo>
                  <a:lnTo>
                    <a:pt x="28955"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1" y="59436"/>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1" y="59436"/>
                  </a:lnTo>
                  <a:lnTo>
                    <a:pt x="176783" y="57912"/>
                  </a:lnTo>
                  <a:lnTo>
                    <a:pt x="186943" y="57912"/>
                  </a:lnTo>
                  <a:lnTo>
                    <a:pt x="188975" y="54864"/>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8"/>
                  </a:moveTo>
                  <a:lnTo>
                    <a:pt x="176783" y="18288"/>
                  </a:lnTo>
                  <a:lnTo>
                    <a:pt x="174116" y="23622"/>
                  </a:lnTo>
                  <a:lnTo>
                    <a:pt x="179831" y="27432"/>
                  </a:lnTo>
                  <a:lnTo>
                    <a:pt x="182879" y="36576"/>
                  </a:lnTo>
                  <a:lnTo>
                    <a:pt x="182879" y="42672"/>
                  </a:lnTo>
                  <a:lnTo>
                    <a:pt x="188975" y="45720"/>
                  </a:lnTo>
                  <a:lnTo>
                    <a:pt x="192024" y="45720"/>
                  </a:lnTo>
                  <a:lnTo>
                    <a:pt x="192024" y="33528"/>
                  </a:lnTo>
                  <a:lnTo>
                    <a:pt x="188975" y="24384"/>
                  </a:lnTo>
                  <a:lnTo>
                    <a:pt x="179831" y="18288"/>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8"/>
                  </a:lnTo>
                  <a:lnTo>
                    <a:pt x="179831" y="18288"/>
                  </a:lnTo>
                  <a:lnTo>
                    <a:pt x="176783" y="15240"/>
                  </a:lnTo>
                  <a:lnTo>
                    <a:pt x="155448" y="6096"/>
                  </a:lnTo>
                  <a:close/>
                </a:path>
                <a:path w="192404" h="106679" extrusionOk="0">
                  <a:moveTo>
                    <a:pt x="176783" y="18288"/>
                  </a:moveTo>
                  <a:lnTo>
                    <a:pt x="170687" y="21336"/>
                  </a:lnTo>
                  <a:lnTo>
                    <a:pt x="174116" y="23622"/>
                  </a:lnTo>
                  <a:lnTo>
                    <a:pt x="176783" y="18288"/>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28" name="Google Shape;1428;g2ff6f630c79_0_981"/>
            <p:cNvPicPr preferRelativeResize="0"/>
            <p:nvPr/>
          </p:nvPicPr>
          <p:blipFill rotWithShape="1">
            <a:blip r:embed="rId9">
              <a:alphaModFix/>
            </a:blip>
            <a:srcRect/>
            <a:stretch/>
          </p:blipFill>
          <p:spPr>
            <a:xfrm>
              <a:off x="6019800" y="4568952"/>
              <a:ext cx="182879" cy="94487"/>
            </a:xfrm>
            <a:prstGeom prst="rect">
              <a:avLst/>
            </a:prstGeom>
            <a:noFill/>
            <a:ln>
              <a:noFill/>
            </a:ln>
          </p:spPr>
        </p:pic>
        <p:sp>
          <p:nvSpPr>
            <p:cNvPr id="1429" name="Google Shape;1429;g2ff6f630c79_0_981"/>
            <p:cNvSpPr/>
            <p:nvPr/>
          </p:nvSpPr>
          <p:spPr>
            <a:xfrm>
              <a:off x="6013703" y="4559808"/>
              <a:ext cx="189229" cy="106679"/>
            </a:xfrm>
            <a:custGeom>
              <a:avLst/>
              <a:gdLst/>
              <a:ahLst/>
              <a:cxnLst/>
              <a:rect l="l" t="t" r="r" b="b"/>
              <a:pathLst>
                <a:path w="189229" h="106679" extrusionOk="0">
                  <a:moveTo>
                    <a:pt x="85344" y="3048"/>
                  </a:moveTo>
                  <a:lnTo>
                    <a:pt x="21336" y="30480"/>
                  </a:lnTo>
                  <a:lnTo>
                    <a:pt x="0" y="60960"/>
                  </a:lnTo>
                  <a:lnTo>
                    <a:pt x="0" y="73152"/>
                  </a:lnTo>
                  <a:lnTo>
                    <a:pt x="33528" y="103632"/>
                  </a:lnTo>
                  <a:lnTo>
                    <a:pt x="64008" y="106680"/>
                  </a:lnTo>
                  <a:lnTo>
                    <a:pt x="67056" y="106680"/>
                  </a:lnTo>
                  <a:lnTo>
                    <a:pt x="103632" y="100584"/>
                  </a:lnTo>
                  <a:lnTo>
                    <a:pt x="67056" y="100584"/>
                  </a:lnTo>
                  <a:lnTo>
                    <a:pt x="64008" y="97536"/>
                  </a:lnTo>
                  <a:lnTo>
                    <a:pt x="65151" y="97345"/>
                  </a:lnTo>
                  <a:lnTo>
                    <a:pt x="36575" y="94488"/>
                  </a:lnTo>
                  <a:lnTo>
                    <a:pt x="24384" y="88392"/>
                  </a:lnTo>
                  <a:lnTo>
                    <a:pt x="15240" y="88392"/>
                  </a:lnTo>
                  <a:lnTo>
                    <a:pt x="15240" y="82296"/>
                  </a:lnTo>
                  <a:lnTo>
                    <a:pt x="12192" y="79248"/>
                  </a:lnTo>
                  <a:lnTo>
                    <a:pt x="9144" y="70104"/>
                  </a:lnTo>
                  <a:lnTo>
                    <a:pt x="9144" y="64008"/>
                  </a:lnTo>
                  <a:lnTo>
                    <a:pt x="3048" y="60960"/>
                  </a:lnTo>
                  <a:lnTo>
                    <a:pt x="10160" y="60960"/>
                  </a:lnTo>
                  <a:lnTo>
                    <a:pt x="12192" y="54864"/>
                  </a:lnTo>
                  <a:lnTo>
                    <a:pt x="16256" y="48768"/>
                  </a:lnTo>
                  <a:lnTo>
                    <a:pt x="15240" y="48768"/>
                  </a:lnTo>
                  <a:lnTo>
                    <a:pt x="15240" y="42672"/>
                  </a:lnTo>
                  <a:lnTo>
                    <a:pt x="21336" y="42672"/>
                  </a:lnTo>
                  <a:lnTo>
                    <a:pt x="24384" y="39624"/>
                  </a:lnTo>
                  <a:lnTo>
                    <a:pt x="51816" y="21336"/>
                  </a:lnTo>
                  <a:lnTo>
                    <a:pt x="88392" y="12192"/>
                  </a:lnTo>
                  <a:lnTo>
                    <a:pt x="85344" y="12192"/>
                  </a:lnTo>
                  <a:lnTo>
                    <a:pt x="82296" y="9144"/>
                  </a:lnTo>
                  <a:lnTo>
                    <a:pt x="82296" y="6096"/>
                  </a:lnTo>
                  <a:lnTo>
                    <a:pt x="85344" y="3048"/>
                  </a:lnTo>
                  <a:close/>
                </a:path>
                <a:path w="189229" h="106679" extrusionOk="0">
                  <a:moveTo>
                    <a:pt x="65151" y="97345"/>
                  </a:moveTo>
                  <a:lnTo>
                    <a:pt x="64008" y="97536"/>
                  </a:lnTo>
                  <a:lnTo>
                    <a:pt x="67056" y="100584"/>
                  </a:lnTo>
                  <a:lnTo>
                    <a:pt x="67056" y="97536"/>
                  </a:lnTo>
                  <a:lnTo>
                    <a:pt x="65151" y="97345"/>
                  </a:lnTo>
                  <a:close/>
                </a:path>
                <a:path w="189229" h="106679" extrusionOk="0">
                  <a:moveTo>
                    <a:pt x="170688" y="60960"/>
                  </a:moveTo>
                  <a:lnTo>
                    <a:pt x="164592" y="67056"/>
                  </a:lnTo>
                  <a:lnTo>
                    <a:pt x="137160" y="82296"/>
                  </a:lnTo>
                  <a:lnTo>
                    <a:pt x="100584" y="91440"/>
                  </a:lnTo>
                  <a:lnTo>
                    <a:pt x="65151" y="97345"/>
                  </a:lnTo>
                  <a:lnTo>
                    <a:pt x="67056" y="97536"/>
                  </a:lnTo>
                  <a:lnTo>
                    <a:pt x="67056" y="100584"/>
                  </a:lnTo>
                  <a:lnTo>
                    <a:pt x="103632" y="100584"/>
                  </a:lnTo>
                  <a:lnTo>
                    <a:pt x="140208" y="91440"/>
                  </a:lnTo>
                  <a:lnTo>
                    <a:pt x="167640" y="76200"/>
                  </a:lnTo>
                  <a:lnTo>
                    <a:pt x="179832" y="64008"/>
                  </a:lnTo>
                  <a:lnTo>
                    <a:pt x="173736" y="64008"/>
                  </a:lnTo>
                  <a:lnTo>
                    <a:pt x="170688" y="60960"/>
                  </a:lnTo>
                  <a:close/>
                </a:path>
                <a:path w="189229" h="106679" extrusionOk="0">
                  <a:moveTo>
                    <a:pt x="15239" y="82296"/>
                  </a:moveTo>
                  <a:lnTo>
                    <a:pt x="15240" y="88392"/>
                  </a:lnTo>
                  <a:lnTo>
                    <a:pt x="18287" y="85344"/>
                  </a:lnTo>
                  <a:lnTo>
                    <a:pt x="15239" y="82296"/>
                  </a:lnTo>
                  <a:close/>
                </a:path>
                <a:path w="189229" h="106679" extrusionOk="0">
                  <a:moveTo>
                    <a:pt x="15240" y="82296"/>
                  </a:moveTo>
                  <a:lnTo>
                    <a:pt x="18287" y="85344"/>
                  </a:lnTo>
                  <a:lnTo>
                    <a:pt x="15240" y="88392"/>
                  </a:lnTo>
                  <a:lnTo>
                    <a:pt x="24384" y="88392"/>
                  </a:lnTo>
                  <a:lnTo>
                    <a:pt x="15240" y="82296"/>
                  </a:lnTo>
                  <a:close/>
                </a:path>
                <a:path w="189229" h="106679" extrusionOk="0">
                  <a:moveTo>
                    <a:pt x="9144" y="60960"/>
                  </a:moveTo>
                  <a:lnTo>
                    <a:pt x="3048" y="60960"/>
                  </a:lnTo>
                  <a:lnTo>
                    <a:pt x="9144" y="64008"/>
                  </a:lnTo>
                  <a:lnTo>
                    <a:pt x="9144" y="60960"/>
                  </a:lnTo>
                  <a:close/>
                </a:path>
                <a:path w="189229" h="106679" extrusionOk="0">
                  <a:moveTo>
                    <a:pt x="10160" y="60960"/>
                  </a:moveTo>
                  <a:lnTo>
                    <a:pt x="9144" y="60960"/>
                  </a:lnTo>
                  <a:lnTo>
                    <a:pt x="9144" y="64008"/>
                  </a:lnTo>
                  <a:lnTo>
                    <a:pt x="10160" y="60960"/>
                  </a:lnTo>
                  <a:close/>
                </a:path>
                <a:path w="189229" h="106679" extrusionOk="0">
                  <a:moveTo>
                    <a:pt x="173736" y="57912"/>
                  </a:moveTo>
                  <a:lnTo>
                    <a:pt x="170688" y="60960"/>
                  </a:lnTo>
                  <a:lnTo>
                    <a:pt x="173736" y="64008"/>
                  </a:lnTo>
                  <a:lnTo>
                    <a:pt x="173736" y="57912"/>
                  </a:lnTo>
                  <a:close/>
                </a:path>
                <a:path w="189229" h="106679" extrusionOk="0">
                  <a:moveTo>
                    <a:pt x="183896" y="57912"/>
                  </a:moveTo>
                  <a:lnTo>
                    <a:pt x="173736" y="57912"/>
                  </a:lnTo>
                  <a:lnTo>
                    <a:pt x="173736" y="64008"/>
                  </a:lnTo>
                  <a:lnTo>
                    <a:pt x="179832" y="64008"/>
                  </a:lnTo>
                  <a:lnTo>
                    <a:pt x="183896" y="57912"/>
                  </a:lnTo>
                  <a:close/>
                </a:path>
                <a:path w="189229" h="106679" extrusionOk="0">
                  <a:moveTo>
                    <a:pt x="179832" y="42672"/>
                  </a:moveTo>
                  <a:lnTo>
                    <a:pt x="176784" y="51816"/>
                  </a:lnTo>
                  <a:lnTo>
                    <a:pt x="170687" y="60960"/>
                  </a:lnTo>
                  <a:lnTo>
                    <a:pt x="173736" y="57912"/>
                  </a:lnTo>
                  <a:lnTo>
                    <a:pt x="183896" y="57912"/>
                  </a:lnTo>
                  <a:lnTo>
                    <a:pt x="185928" y="54864"/>
                  </a:lnTo>
                  <a:lnTo>
                    <a:pt x="188975" y="45720"/>
                  </a:lnTo>
                  <a:lnTo>
                    <a:pt x="179832" y="45720"/>
                  </a:lnTo>
                  <a:lnTo>
                    <a:pt x="179832" y="42672"/>
                  </a:lnTo>
                  <a:close/>
                </a:path>
                <a:path w="189229" h="106679" extrusionOk="0">
                  <a:moveTo>
                    <a:pt x="15240" y="42672"/>
                  </a:moveTo>
                  <a:lnTo>
                    <a:pt x="15240" y="48768"/>
                  </a:lnTo>
                  <a:lnTo>
                    <a:pt x="18287" y="45720"/>
                  </a:lnTo>
                  <a:lnTo>
                    <a:pt x="15240" y="42672"/>
                  </a:lnTo>
                  <a:close/>
                </a:path>
                <a:path w="189229" h="106679" extrusionOk="0">
                  <a:moveTo>
                    <a:pt x="18288" y="45720"/>
                  </a:moveTo>
                  <a:lnTo>
                    <a:pt x="15240" y="48768"/>
                  </a:lnTo>
                  <a:lnTo>
                    <a:pt x="16256" y="48768"/>
                  </a:lnTo>
                  <a:lnTo>
                    <a:pt x="18288" y="45720"/>
                  </a:lnTo>
                  <a:close/>
                </a:path>
                <a:path w="189229" h="106679" extrusionOk="0">
                  <a:moveTo>
                    <a:pt x="21336" y="42672"/>
                  </a:moveTo>
                  <a:lnTo>
                    <a:pt x="15240" y="42672"/>
                  </a:lnTo>
                  <a:lnTo>
                    <a:pt x="18288" y="45720"/>
                  </a:lnTo>
                  <a:lnTo>
                    <a:pt x="21336" y="42672"/>
                  </a:lnTo>
                  <a:close/>
                </a:path>
                <a:path w="189229" h="106679" extrusionOk="0">
                  <a:moveTo>
                    <a:pt x="179832" y="42672"/>
                  </a:moveTo>
                  <a:lnTo>
                    <a:pt x="179832" y="45720"/>
                  </a:lnTo>
                  <a:lnTo>
                    <a:pt x="185928" y="45720"/>
                  </a:lnTo>
                  <a:lnTo>
                    <a:pt x="179832" y="42672"/>
                  </a:lnTo>
                  <a:close/>
                </a:path>
                <a:path w="189229" h="106679" extrusionOk="0">
                  <a:moveTo>
                    <a:pt x="179832" y="18288"/>
                  </a:moveTo>
                  <a:lnTo>
                    <a:pt x="173736" y="18288"/>
                  </a:lnTo>
                  <a:lnTo>
                    <a:pt x="173736" y="24384"/>
                  </a:lnTo>
                  <a:lnTo>
                    <a:pt x="176784" y="27432"/>
                  </a:lnTo>
                  <a:lnTo>
                    <a:pt x="179832" y="36576"/>
                  </a:lnTo>
                  <a:lnTo>
                    <a:pt x="179832" y="42672"/>
                  </a:lnTo>
                  <a:lnTo>
                    <a:pt x="185928" y="45720"/>
                  </a:lnTo>
                  <a:lnTo>
                    <a:pt x="188975" y="45720"/>
                  </a:lnTo>
                  <a:lnTo>
                    <a:pt x="188975" y="33528"/>
                  </a:lnTo>
                  <a:lnTo>
                    <a:pt x="185928" y="24384"/>
                  </a:lnTo>
                  <a:lnTo>
                    <a:pt x="179832" y="18288"/>
                  </a:lnTo>
                  <a:close/>
                </a:path>
                <a:path w="189229" h="106679" extrusionOk="0">
                  <a:moveTo>
                    <a:pt x="161544" y="6096"/>
                  </a:moveTo>
                  <a:lnTo>
                    <a:pt x="121920" y="6096"/>
                  </a:lnTo>
                  <a:lnTo>
                    <a:pt x="124968" y="9144"/>
                  </a:lnTo>
                  <a:lnTo>
                    <a:pt x="123305" y="9282"/>
                  </a:lnTo>
                  <a:lnTo>
                    <a:pt x="152400" y="12192"/>
                  </a:lnTo>
                  <a:lnTo>
                    <a:pt x="164592" y="18288"/>
                  </a:lnTo>
                  <a:lnTo>
                    <a:pt x="173736" y="24384"/>
                  </a:lnTo>
                  <a:lnTo>
                    <a:pt x="170687" y="21336"/>
                  </a:lnTo>
                  <a:lnTo>
                    <a:pt x="173736" y="18288"/>
                  </a:lnTo>
                  <a:lnTo>
                    <a:pt x="179832" y="18288"/>
                  </a:lnTo>
                  <a:lnTo>
                    <a:pt x="176784" y="15240"/>
                  </a:lnTo>
                  <a:lnTo>
                    <a:pt x="167640" y="9144"/>
                  </a:lnTo>
                  <a:lnTo>
                    <a:pt x="161544" y="6096"/>
                  </a:lnTo>
                  <a:close/>
                </a:path>
                <a:path w="189229" h="106679" extrusionOk="0">
                  <a:moveTo>
                    <a:pt x="173736" y="18288"/>
                  </a:moveTo>
                  <a:lnTo>
                    <a:pt x="170687" y="21336"/>
                  </a:lnTo>
                  <a:lnTo>
                    <a:pt x="173736" y="24384"/>
                  </a:lnTo>
                  <a:lnTo>
                    <a:pt x="173736" y="18288"/>
                  </a:lnTo>
                  <a:close/>
                </a:path>
                <a:path w="189229" h="106679" extrusionOk="0">
                  <a:moveTo>
                    <a:pt x="124968" y="0"/>
                  </a:moveTo>
                  <a:lnTo>
                    <a:pt x="121920" y="0"/>
                  </a:lnTo>
                  <a:lnTo>
                    <a:pt x="85344" y="3048"/>
                  </a:lnTo>
                  <a:lnTo>
                    <a:pt x="82296" y="6096"/>
                  </a:lnTo>
                  <a:lnTo>
                    <a:pt x="82296" y="9144"/>
                  </a:lnTo>
                  <a:lnTo>
                    <a:pt x="85344" y="12192"/>
                  </a:lnTo>
                  <a:lnTo>
                    <a:pt x="88392" y="12192"/>
                  </a:lnTo>
                  <a:lnTo>
                    <a:pt x="91440" y="9144"/>
                  </a:lnTo>
                  <a:lnTo>
                    <a:pt x="91440" y="6096"/>
                  </a:lnTo>
                  <a:lnTo>
                    <a:pt x="88392" y="3048"/>
                  </a:lnTo>
                  <a:lnTo>
                    <a:pt x="155448" y="3048"/>
                  </a:lnTo>
                  <a:lnTo>
                    <a:pt x="124968" y="0"/>
                  </a:lnTo>
                  <a:close/>
                </a:path>
                <a:path w="189229" h="106679" extrusionOk="0">
                  <a:moveTo>
                    <a:pt x="155448" y="3048"/>
                  </a:moveTo>
                  <a:lnTo>
                    <a:pt x="88392" y="3048"/>
                  </a:lnTo>
                  <a:lnTo>
                    <a:pt x="91440" y="6096"/>
                  </a:lnTo>
                  <a:lnTo>
                    <a:pt x="91440" y="9144"/>
                  </a:lnTo>
                  <a:lnTo>
                    <a:pt x="88392" y="12192"/>
                  </a:lnTo>
                  <a:lnTo>
                    <a:pt x="123305" y="9282"/>
                  </a:lnTo>
                  <a:lnTo>
                    <a:pt x="121920" y="9144"/>
                  </a:lnTo>
                  <a:lnTo>
                    <a:pt x="121920" y="6096"/>
                  </a:lnTo>
                  <a:lnTo>
                    <a:pt x="161544" y="6096"/>
                  </a:lnTo>
                  <a:lnTo>
                    <a:pt x="155448" y="3048"/>
                  </a:lnTo>
                  <a:close/>
                </a:path>
                <a:path w="189229"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30" name="Google Shape;1430;g2ff6f630c79_0_981"/>
            <p:cNvPicPr preferRelativeResize="0"/>
            <p:nvPr/>
          </p:nvPicPr>
          <p:blipFill rotWithShape="1">
            <a:blip r:embed="rId10">
              <a:alphaModFix/>
            </a:blip>
            <a:srcRect/>
            <a:stretch/>
          </p:blipFill>
          <p:spPr>
            <a:xfrm>
              <a:off x="5730240" y="4846320"/>
              <a:ext cx="185927" cy="94487"/>
            </a:xfrm>
            <a:prstGeom prst="rect">
              <a:avLst/>
            </a:prstGeom>
            <a:noFill/>
            <a:ln>
              <a:noFill/>
            </a:ln>
          </p:spPr>
        </p:pic>
        <p:pic>
          <p:nvPicPr>
            <p:cNvPr id="1431" name="Google Shape;1431;g2ff6f630c79_0_981"/>
            <p:cNvPicPr preferRelativeResize="0"/>
            <p:nvPr/>
          </p:nvPicPr>
          <p:blipFill rotWithShape="1">
            <a:blip r:embed="rId11">
              <a:alphaModFix/>
            </a:blip>
            <a:srcRect/>
            <a:stretch/>
          </p:blipFill>
          <p:spPr>
            <a:xfrm>
              <a:off x="5724144" y="4837176"/>
              <a:ext cx="192023" cy="106680"/>
            </a:xfrm>
            <a:prstGeom prst="rect">
              <a:avLst/>
            </a:prstGeom>
            <a:noFill/>
            <a:ln>
              <a:noFill/>
            </a:ln>
          </p:spPr>
        </p:pic>
        <p:pic>
          <p:nvPicPr>
            <p:cNvPr id="1432" name="Google Shape;1432;g2ff6f630c79_0_981"/>
            <p:cNvPicPr preferRelativeResize="0"/>
            <p:nvPr/>
          </p:nvPicPr>
          <p:blipFill rotWithShape="1">
            <a:blip r:embed="rId12">
              <a:alphaModFix/>
            </a:blip>
            <a:srcRect/>
            <a:stretch/>
          </p:blipFill>
          <p:spPr>
            <a:xfrm>
              <a:off x="5547359" y="4693920"/>
              <a:ext cx="185927" cy="94487"/>
            </a:xfrm>
            <a:prstGeom prst="rect">
              <a:avLst/>
            </a:prstGeom>
            <a:noFill/>
            <a:ln>
              <a:noFill/>
            </a:ln>
          </p:spPr>
        </p:pic>
        <p:pic>
          <p:nvPicPr>
            <p:cNvPr id="1433" name="Google Shape;1433;g2ff6f630c79_0_981"/>
            <p:cNvPicPr preferRelativeResize="0"/>
            <p:nvPr/>
          </p:nvPicPr>
          <p:blipFill rotWithShape="1">
            <a:blip r:embed="rId13">
              <a:alphaModFix/>
            </a:blip>
            <a:srcRect/>
            <a:stretch/>
          </p:blipFill>
          <p:spPr>
            <a:xfrm>
              <a:off x="5541264" y="4684776"/>
              <a:ext cx="192024" cy="106680"/>
            </a:xfrm>
            <a:prstGeom prst="rect">
              <a:avLst/>
            </a:prstGeom>
            <a:noFill/>
            <a:ln>
              <a:noFill/>
            </a:ln>
          </p:spPr>
        </p:pic>
        <p:pic>
          <p:nvPicPr>
            <p:cNvPr id="1434" name="Google Shape;1434;g2ff6f630c79_0_981"/>
            <p:cNvPicPr preferRelativeResize="0"/>
            <p:nvPr/>
          </p:nvPicPr>
          <p:blipFill rotWithShape="1">
            <a:blip r:embed="rId14">
              <a:alphaModFix/>
            </a:blip>
            <a:srcRect/>
            <a:stretch/>
          </p:blipFill>
          <p:spPr>
            <a:xfrm>
              <a:off x="5562600" y="4492752"/>
              <a:ext cx="182879" cy="94487"/>
            </a:xfrm>
            <a:prstGeom prst="rect">
              <a:avLst/>
            </a:prstGeom>
            <a:noFill/>
            <a:ln>
              <a:noFill/>
            </a:ln>
          </p:spPr>
        </p:pic>
        <p:pic>
          <p:nvPicPr>
            <p:cNvPr id="1435" name="Google Shape;1435;g2ff6f630c79_0_981"/>
            <p:cNvPicPr preferRelativeResize="0"/>
            <p:nvPr/>
          </p:nvPicPr>
          <p:blipFill rotWithShape="1">
            <a:blip r:embed="rId15">
              <a:alphaModFix/>
            </a:blip>
            <a:srcRect/>
            <a:stretch/>
          </p:blipFill>
          <p:spPr>
            <a:xfrm>
              <a:off x="5556503" y="4483608"/>
              <a:ext cx="188975" cy="106679"/>
            </a:xfrm>
            <a:prstGeom prst="rect">
              <a:avLst/>
            </a:prstGeom>
            <a:noFill/>
            <a:ln>
              <a:noFill/>
            </a:ln>
          </p:spPr>
        </p:pic>
        <p:pic>
          <p:nvPicPr>
            <p:cNvPr id="1436" name="Google Shape;1436;g2ff6f630c79_0_981"/>
            <p:cNvPicPr preferRelativeResize="0"/>
            <p:nvPr/>
          </p:nvPicPr>
          <p:blipFill rotWithShape="1">
            <a:blip r:embed="rId16">
              <a:alphaModFix/>
            </a:blip>
            <a:srcRect/>
            <a:stretch/>
          </p:blipFill>
          <p:spPr>
            <a:xfrm>
              <a:off x="5769864" y="4352544"/>
              <a:ext cx="182879" cy="94487"/>
            </a:xfrm>
            <a:prstGeom prst="rect">
              <a:avLst/>
            </a:prstGeom>
            <a:noFill/>
            <a:ln>
              <a:noFill/>
            </a:ln>
          </p:spPr>
        </p:pic>
        <p:sp>
          <p:nvSpPr>
            <p:cNvPr id="1437" name="Google Shape;1437;g2ff6f630c79_0_981"/>
            <p:cNvSpPr/>
            <p:nvPr/>
          </p:nvSpPr>
          <p:spPr>
            <a:xfrm>
              <a:off x="5763767" y="4343400"/>
              <a:ext cx="192404" cy="106679"/>
            </a:xfrm>
            <a:custGeom>
              <a:avLst/>
              <a:gdLst/>
              <a:ahLst/>
              <a:cxnLst/>
              <a:rect l="l" t="t" r="r" b="b"/>
              <a:pathLst>
                <a:path w="192404" h="106679" extrusionOk="0">
                  <a:moveTo>
                    <a:pt x="85344" y="3048"/>
                  </a:moveTo>
                  <a:lnTo>
                    <a:pt x="48768" y="15239"/>
                  </a:lnTo>
                  <a:lnTo>
                    <a:pt x="9144" y="42672"/>
                  </a:lnTo>
                  <a:lnTo>
                    <a:pt x="0" y="60960"/>
                  </a:lnTo>
                  <a:lnTo>
                    <a:pt x="0" y="73151"/>
                  </a:lnTo>
                  <a:lnTo>
                    <a:pt x="36576" y="103632"/>
                  </a:lnTo>
                  <a:lnTo>
                    <a:pt x="67056" y="106679"/>
                  </a:lnTo>
                  <a:lnTo>
                    <a:pt x="70104" y="106679"/>
                  </a:lnTo>
                  <a:lnTo>
                    <a:pt x="106680" y="103632"/>
                  </a:lnTo>
                  <a:lnTo>
                    <a:pt x="67056" y="103632"/>
                  </a:lnTo>
                  <a:lnTo>
                    <a:pt x="67056" y="97536"/>
                  </a:lnTo>
                  <a:lnTo>
                    <a:pt x="68718" y="97397"/>
                  </a:lnTo>
                  <a:lnTo>
                    <a:pt x="39624" y="94487"/>
                  </a:lnTo>
                  <a:lnTo>
                    <a:pt x="24384" y="88391"/>
                  </a:lnTo>
                  <a:lnTo>
                    <a:pt x="15240" y="88391"/>
                  </a:lnTo>
                  <a:lnTo>
                    <a:pt x="15240" y="82296"/>
                  </a:lnTo>
                  <a:lnTo>
                    <a:pt x="12192" y="79248"/>
                  </a:lnTo>
                  <a:lnTo>
                    <a:pt x="9144" y="70103"/>
                  </a:lnTo>
                  <a:lnTo>
                    <a:pt x="9144" y="64008"/>
                  </a:lnTo>
                  <a:lnTo>
                    <a:pt x="3048" y="60960"/>
                  </a:lnTo>
                  <a:lnTo>
                    <a:pt x="10160" y="60960"/>
                  </a:lnTo>
                  <a:lnTo>
                    <a:pt x="12192" y="54863"/>
                  </a:lnTo>
                  <a:lnTo>
                    <a:pt x="16256" y="48767"/>
                  </a:lnTo>
                  <a:lnTo>
                    <a:pt x="15240" y="48767"/>
                  </a:lnTo>
                  <a:lnTo>
                    <a:pt x="15240" y="42672"/>
                  </a:lnTo>
                  <a:lnTo>
                    <a:pt x="21336" y="42672"/>
                  </a:lnTo>
                  <a:lnTo>
                    <a:pt x="24384" y="39624"/>
                  </a:lnTo>
                  <a:lnTo>
                    <a:pt x="51816" y="24384"/>
                  </a:lnTo>
                  <a:lnTo>
                    <a:pt x="88392" y="12191"/>
                  </a:lnTo>
                  <a:lnTo>
                    <a:pt x="85344" y="12191"/>
                  </a:lnTo>
                  <a:lnTo>
                    <a:pt x="82296" y="9144"/>
                  </a:lnTo>
                  <a:lnTo>
                    <a:pt x="82296" y="6096"/>
                  </a:lnTo>
                  <a:lnTo>
                    <a:pt x="85344" y="3048"/>
                  </a:lnTo>
                  <a:close/>
                </a:path>
                <a:path w="192404" h="106679" extrusionOk="0">
                  <a:moveTo>
                    <a:pt x="68718" y="97397"/>
                  </a:moveTo>
                  <a:lnTo>
                    <a:pt x="67056" y="97536"/>
                  </a:lnTo>
                  <a:lnTo>
                    <a:pt x="67056" y="103632"/>
                  </a:lnTo>
                  <a:lnTo>
                    <a:pt x="70104" y="97536"/>
                  </a:lnTo>
                  <a:lnTo>
                    <a:pt x="68718" y="97397"/>
                  </a:lnTo>
                  <a:close/>
                </a:path>
                <a:path w="192404" h="106679" extrusionOk="0">
                  <a:moveTo>
                    <a:pt x="170687" y="60960"/>
                  </a:moveTo>
                  <a:lnTo>
                    <a:pt x="164592" y="67055"/>
                  </a:lnTo>
                  <a:lnTo>
                    <a:pt x="137160" y="82296"/>
                  </a:lnTo>
                  <a:lnTo>
                    <a:pt x="103632" y="94487"/>
                  </a:lnTo>
                  <a:lnTo>
                    <a:pt x="68718" y="97397"/>
                  </a:lnTo>
                  <a:lnTo>
                    <a:pt x="70104" y="97536"/>
                  </a:lnTo>
                  <a:lnTo>
                    <a:pt x="67056" y="103632"/>
                  </a:lnTo>
                  <a:lnTo>
                    <a:pt x="106680" y="103632"/>
                  </a:lnTo>
                  <a:lnTo>
                    <a:pt x="140208" y="91439"/>
                  </a:lnTo>
                  <a:lnTo>
                    <a:pt x="167640" y="76200"/>
                  </a:lnTo>
                  <a:lnTo>
                    <a:pt x="179832" y="64008"/>
                  </a:lnTo>
                  <a:lnTo>
                    <a:pt x="176784" y="64008"/>
                  </a:lnTo>
                  <a:lnTo>
                    <a:pt x="170687" y="60960"/>
                  </a:lnTo>
                  <a:close/>
                </a:path>
                <a:path w="192404" h="106679" extrusionOk="0">
                  <a:moveTo>
                    <a:pt x="15239" y="82296"/>
                  </a:moveTo>
                  <a:lnTo>
                    <a:pt x="15240" y="88391"/>
                  </a:lnTo>
                  <a:lnTo>
                    <a:pt x="18287" y="85344"/>
                  </a:lnTo>
                  <a:lnTo>
                    <a:pt x="15239" y="82296"/>
                  </a:lnTo>
                  <a:close/>
                </a:path>
                <a:path w="192404" h="106679" extrusionOk="0">
                  <a:moveTo>
                    <a:pt x="15240" y="82296"/>
                  </a:moveTo>
                  <a:lnTo>
                    <a:pt x="18287" y="85344"/>
                  </a:lnTo>
                  <a:lnTo>
                    <a:pt x="15240" y="88391"/>
                  </a:lnTo>
                  <a:lnTo>
                    <a:pt x="24384" y="88391"/>
                  </a:lnTo>
                  <a:lnTo>
                    <a:pt x="15240" y="82296"/>
                  </a:lnTo>
                  <a:close/>
                </a:path>
                <a:path w="192404" h="106679" extrusionOk="0">
                  <a:moveTo>
                    <a:pt x="9144" y="60960"/>
                  </a:moveTo>
                  <a:lnTo>
                    <a:pt x="3048" y="60960"/>
                  </a:lnTo>
                  <a:lnTo>
                    <a:pt x="9144" y="64008"/>
                  </a:lnTo>
                  <a:lnTo>
                    <a:pt x="9144" y="60960"/>
                  </a:lnTo>
                  <a:close/>
                </a:path>
                <a:path w="192404" h="106679" extrusionOk="0">
                  <a:moveTo>
                    <a:pt x="10160" y="60960"/>
                  </a:moveTo>
                  <a:lnTo>
                    <a:pt x="9144" y="60960"/>
                  </a:lnTo>
                  <a:lnTo>
                    <a:pt x="9144" y="64008"/>
                  </a:lnTo>
                  <a:lnTo>
                    <a:pt x="10160" y="60960"/>
                  </a:lnTo>
                  <a:close/>
                </a:path>
                <a:path w="192404" h="106679" extrusionOk="0">
                  <a:moveTo>
                    <a:pt x="173736" y="57912"/>
                  </a:moveTo>
                  <a:lnTo>
                    <a:pt x="170687" y="60960"/>
                  </a:lnTo>
                  <a:lnTo>
                    <a:pt x="176784" y="64008"/>
                  </a:lnTo>
                  <a:lnTo>
                    <a:pt x="173736" y="57912"/>
                  </a:lnTo>
                  <a:close/>
                </a:path>
                <a:path w="192404" h="106679" extrusionOk="0">
                  <a:moveTo>
                    <a:pt x="183896" y="57912"/>
                  </a:moveTo>
                  <a:lnTo>
                    <a:pt x="173736" y="57912"/>
                  </a:lnTo>
                  <a:lnTo>
                    <a:pt x="176784" y="64008"/>
                  </a:lnTo>
                  <a:lnTo>
                    <a:pt x="179832" y="64008"/>
                  </a:lnTo>
                  <a:lnTo>
                    <a:pt x="183896" y="57912"/>
                  </a:lnTo>
                  <a:close/>
                </a:path>
                <a:path w="192404" h="106679" extrusionOk="0">
                  <a:moveTo>
                    <a:pt x="182880" y="42672"/>
                  </a:moveTo>
                  <a:lnTo>
                    <a:pt x="170687" y="60960"/>
                  </a:lnTo>
                  <a:lnTo>
                    <a:pt x="173736" y="57912"/>
                  </a:lnTo>
                  <a:lnTo>
                    <a:pt x="183896" y="57912"/>
                  </a:lnTo>
                  <a:lnTo>
                    <a:pt x="192024" y="45720"/>
                  </a:lnTo>
                  <a:lnTo>
                    <a:pt x="182880" y="45720"/>
                  </a:lnTo>
                  <a:lnTo>
                    <a:pt x="182880" y="42672"/>
                  </a:lnTo>
                  <a:close/>
                </a:path>
                <a:path w="192404" h="106679" extrusionOk="0">
                  <a:moveTo>
                    <a:pt x="15240" y="42672"/>
                  </a:moveTo>
                  <a:lnTo>
                    <a:pt x="15240" y="48767"/>
                  </a:lnTo>
                  <a:lnTo>
                    <a:pt x="18287" y="45720"/>
                  </a:lnTo>
                  <a:lnTo>
                    <a:pt x="15240" y="42672"/>
                  </a:lnTo>
                  <a:close/>
                </a:path>
                <a:path w="192404" h="106679" extrusionOk="0">
                  <a:moveTo>
                    <a:pt x="18287" y="45720"/>
                  </a:moveTo>
                  <a:lnTo>
                    <a:pt x="15240" y="48767"/>
                  </a:lnTo>
                  <a:lnTo>
                    <a:pt x="16256" y="48767"/>
                  </a:lnTo>
                  <a:lnTo>
                    <a:pt x="18287" y="45720"/>
                  </a:lnTo>
                  <a:close/>
                </a:path>
                <a:path w="192404" h="106679" extrusionOk="0">
                  <a:moveTo>
                    <a:pt x="21336" y="42672"/>
                  </a:moveTo>
                  <a:lnTo>
                    <a:pt x="15240" y="42672"/>
                  </a:lnTo>
                  <a:lnTo>
                    <a:pt x="18287" y="45720"/>
                  </a:lnTo>
                  <a:lnTo>
                    <a:pt x="21336" y="42672"/>
                  </a:lnTo>
                  <a:close/>
                </a:path>
                <a:path w="192404" h="106679" extrusionOk="0">
                  <a:moveTo>
                    <a:pt x="182880" y="42672"/>
                  </a:moveTo>
                  <a:lnTo>
                    <a:pt x="182880" y="45720"/>
                  </a:lnTo>
                  <a:lnTo>
                    <a:pt x="185928" y="45720"/>
                  </a:lnTo>
                  <a:lnTo>
                    <a:pt x="182880" y="42672"/>
                  </a:lnTo>
                  <a:close/>
                </a:path>
                <a:path w="192404" h="106679" extrusionOk="0">
                  <a:moveTo>
                    <a:pt x="180267" y="28738"/>
                  </a:moveTo>
                  <a:lnTo>
                    <a:pt x="182880" y="36575"/>
                  </a:lnTo>
                  <a:lnTo>
                    <a:pt x="182880" y="42672"/>
                  </a:lnTo>
                  <a:lnTo>
                    <a:pt x="185928" y="45720"/>
                  </a:lnTo>
                  <a:lnTo>
                    <a:pt x="192024" y="45720"/>
                  </a:lnTo>
                  <a:lnTo>
                    <a:pt x="192024" y="33527"/>
                  </a:lnTo>
                  <a:lnTo>
                    <a:pt x="191008" y="30479"/>
                  </a:lnTo>
                  <a:lnTo>
                    <a:pt x="182880" y="30479"/>
                  </a:lnTo>
                  <a:lnTo>
                    <a:pt x="180267" y="28738"/>
                  </a:lnTo>
                  <a:close/>
                </a:path>
                <a:path w="192404" h="106679" extrusionOk="0">
                  <a:moveTo>
                    <a:pt x="182880" y="27432"/>
                  </a:moveTo>
                  <a:lnTo>
                    <a:pt x="179832" y="27432"/>
                  </a:lnTo>
                  <a:lnTo>
                    <a:pt x="180267" y="28738"/>
                  </a:lnTo>
                  <a:lnTo>
                    <a:pt x="182880" y="30479"/>
                  </a:lnTo>
                  <a:lnTo>
                    <a:pt x="182880" y="27432"/>
                  </a:lnTo>
                  <a:close/>
                </a:path>
                <a:path w="192404" h="106679" extrusionOk="0">
                  <a:moveTo>
                    <a:pt x="189992" y="27432"/>
                  </a:moveTo>
                  <a:lnTo>
                    <a:pt x="182880" y="27432"/>
                  </a:lnTo>
                  <a:lnTo>
                    <a:pt x="182880" y="30479"/>
                  </a:lnTo>
                  <a:lnTo>
                    <a:pt x="191008" y="30479"/>
                  </a:lnTo>
                  <a:lnTo>
                    <a:pt x="189992" y="27432"/>
                  </a:lnTo>
                  <a:close/>
                </a:path>
                <a:path w="192404" h="106679" extrusionOk="0">
                  <a:moveTo>
                    <a:pt x="160782" y="6096"/>
                  </a:moveTo>
                  <a:lnTo>
                    <a:pt x="121920" y="6096"/>
                  </a:lnTo>
                  <a:lnTo>
                    <a:pt x="124968" y="9144"/>
                  </a:lnTo>
                  <a:lnTo>
                    <a:pt x="123305" y="9282"/>
                  </a:lnTo>
                  <a:lnTo>
                    <a:pt x="152400" y="12191"/>
                  </a:lnTo>
                  <a:lnTo>
                    <a:pt x="173736" y="24384"/>
                  </a:lnTo>
                  <a:lnTo>
                    <a:pt x="180267" y="28738"/>
                  </a:lnTo>
                  <a:lnTo>
                    <a:pt x="179832" y="27432"/>
                  </a:lnTo>
                  <a:lnTo>
                    <a:pt x="189992" y="27432"/>
                  </a:lnTo>
                  <a:lnTo>
                    <a:pt x="188976" y="24384"/>
                  </a:lnTo>
                  <a:lnTo>
                    <a:pt x="185928" y="21336"/>
                  </a:lnTo>
                  <a:lnTo>
                    <a:pt x="176784" y="15239"/>
                  </a:lnTo>
                  <a:lnTo>
                    <a:pt x="160782" y="6096"/>
                  </a:lnTo>
                  <a:close/>
                </a:path>
                <a:path w="192404" h="106679" extrusionOk="0">
                  <a:moveTo>
                    <a:pt x="124968" y="0"/>
                  </a:moveTo>
                  <a:lnTo>
                    <a:pt x="121920" y="0"/>
                  </a:lnTo>
                  <a:lnTo>
                    <a:pt x="85344" y="3048"/>
                  </a:lnTo>
                  <a:lnTo>
                    <a:pt x="82296" y="6096"/>
                  </a:lnTo>
                  <a:lnTo>
                    <a:pt x="82296" y="9144"/>
                  </a:lnTo>
                  <a:lnTo>
                    <a:pt x="85344" y="12191"/>
                  </a:lnTo>
                  <a:lnTo>
                    <a:pt x="88392" y="12191"/>
                  </a:lnTo>
                  <a:lnTo>
                    <a:pt x="91440" y="9144"/>
                  </a:lnTo>
                  <a:lnTo>
                    <a:pt x="91440" y="6096"/>
                  </a:lnTo>
                  <a:lnTo>
                    <a:pt x="88392" y="3048"/>
                  </a:lnTo>
                  <a:lnTo>
                    <a:pt x="155448" y="3048"/>
                  </a:lnTo>
                  <a:lnTo>
                    <a:pt x="124968" y="0"/>
                  </a:lnTo>
                  <a:close/>
                </a:path>
                <a:path w="192404" h="106679" extrusionOk="0">
                  <a:moveTo>
                    <a:pt x="155448" y="3048"/>
                  </a:moveTo>
                  <a:lnTo>
                    <a:pt x="88392" y="3048"/>
                  </a:lnTo>
                  <a:lnTo>
                    <a:pt x="91440" y="6096"/>
                  </a:lnTo>
                  <a:lnTo>
                    <a:pt x="91440" y="9144"/>
                  </a:lnTo>
                  <a:lnTo>
                    <a:pt x="88392" y="12191"/>
                  </a:lnTo>
                  <a:lnTo>
                    <a:pt x="123305" y="9282"/>
                  </a:lnTo>
                  <a:lnTo>
                    <a:pt x="121920" y="9144"/>
                  </a:lnTo>
                  <a:lnTo>
                    <a:pt x="121920" y="6096"/>
                  </a:lnTo>
                  <a:lnTo>
                    <a:pt x="160782" y="6096"/>
                  </a:lnTo>
                  <a:lnTo>
                    <a:pt x="155448" y="3048"/>
                  </a:lnTo>
                  <a:close/>
                </a:path>
                <a:path w="192404"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38" name="Google Shape;1438;g2ff6f630c79_0_981"/>
            <p:cNvPicPr preferRelativeResize="0"/>
            <p:nvPr/>
          </p:nvPicPr>
          <p:blipFill rotWithShape="1">
            <a:blip r:embed="rId17">
              <a:alphaModFix/>
            </a:blip>
            <a:srcRect/>
            <a:stretch/>
          </p:blipFill>
          <p:spPr>
            <a:xfrm>
              <a:off x="5224271" y="4492752"/>
              <a:ext cx="182879" cy="94487"/>
            </a:xfrm>
            <a:prstGeom prst="rect">
              <a:avLst/>
            </a:prstGeom>
            <a:noFill/>
            <a:ln>
              <a:noFill/>
            </a:ln>
          </p:spPr>
        </p:pic>
        <p:pic>
          <p:nvPicPr>
            <p:cNvPr id="1439" name="Google Shape;1439;g2ff6f630c79_0_981"/>
            <p:cNvPicPr preferRelativeResize="0"/>
            <p:nvPr/>
          </p:nvPicPr>
          <p:blipFill rotWithShape="1">
            <a:blip r:embed="rId15">
              <a:alphaModFix/>
            </a:blip>
            <a:srcRect/>
            <a:stretch/>
          </p:blipFill>
          <p:spPr>
            <a:xfrm>
              <a:off x="5218176" y="4483608"/>
              <a:ext cx="188975" cy="106679"/>
            </a:xfrm>
            <a:prstGeom prst="rect">
              <a:avLst/>
            </a:prstGeom>
            <a:noFill/>
            <a:ln>
              <a:noFill/>
            </a:ln>
          </p:spPr>
        </p:pic>
        <p:pic>
          <p:nvPicPr>
            <p:cNvPr id="1440" name="Google Shape;1440;g2ff6f630c79_0_981"/>
            <p:cNvPicPr preferRelativeResize="0"/>
            <p:nvPr/>
          </p:nvPicPr>
          <p:blipFill rotWithShape="1">
            <a:blip r:embed="rId18">
              <a:alphaModFix/>
            </a:blip>
            <a:srcRect/>
            <a:stretch/>
          </p:blipFill>
          <p:spPr>
            <a:xfrm>
              <a:off x="4876800" y="4392168"/>
              <a:ext cx="182879" cy="91439"/>
            </a:xfrm>
            <a:prstGeom prst="rect">
              <a:avLst/>
            </a:prstGeom>
            <a:noFill/>
            <a:ln>
              <a:noFill/>
            </a:ln>
          </p:spPr>
        </p:pic>
        <p:pic>
          <p:nvPicPr>
            <p:cNvPr id="1441" name="Google Shape;1441;g2ff6f630c79_0_981"/>
            <p:cNvPicPr preferRelativeResize="0"/>
            <p:nvPr/>
          </p:nvPicPr>
          <p:blipFill rotWithShape="1">
            <a:blip r:embed="rId19">
              <a:alphaModFix/>
            </a:blip>
            <a:srcRect/>
            <a:stretch/>
          </p:blipFill>
          <p:spPr>
            <a:xfrm>
              <a:off x="4870703" y="4383024"/>
              <a:ext cx="188975" cy="103631"/>
            </a:xfrm>
            <a:prstGeom prst="rect">
              <a:avLst/>
            </a:prstGeom>
            <a:noFill/>
            <a:ln>
              <a:noFill/>
            </a:ln>
          </p:spPr>
        </p:pic>
        <p:pic>
          <p:nvPicPr>
            <p:cNvPr id="1442" name="Google Shape;1442;g2ff6f630c79_0_981"/>
            <p:cNvPicPr preferRelativeResize="0"/>
            <p:nvPr/>
          </p:nvPicPr>
          <p:blipFill rotWithShape="1">
            <a:blip r:embed="rId20">
              <a:alphaModFix/>
            </a:blip>
            <a:srcRect/>
            <a:stretch/>
          </p:blipFill>
          <p:spPr>
            <a:xfrm>
              <a:off x="5410200" y="4264152"/>
              <a:ext cx="182879" cy="94487"/>
            </a:xfrm>
            <a:prstGeom prst="rect">
              <a:avLst/>
            </a:prstGeom>
            <a:noFill/>
            <a:ln>
              <a:noFill/>
            </a:ln>
          </p:spPr>
        </p:pic>
        <p:pic>
          <p:nvPicPr>
            <p:cNvPr id="1443" name="Google Shape;1443;g2ff6f630c79_0_981"/>
            <p:cNvPicPr preferRelativeResize="0"/>
            <p:nvPr/>
          </p:nvPicPr>
          <p:blipFill rotWithShape="1">
            <a:blip r:embed="rId15">
              <a:alphaModFix/>
            </a:blip>
            <a:srcRect/>
            <a:stretch/>
          </p:blipFill>
          <p:spPr>
            <a:xfrm>
              <a:off x="5404103" y="4255008"/>
              <a:ext cx="188975" cy="106679"/>
            </a:xfrm>
            <a:prstGeom prst="rect">
              <a:avLst/>
            </a:prstGeom>
            <a:noFill/>
            <a:ln>
              <a:noFill/>
            </a:ln>
          </p:spPr>
        </p:pic>
        <p:pic>
          <p:nvPicPr>
            <p:cNvPr id="1444" name="Google Shape;1444;g2ff6f630c79_0_981"/>
            <p:cNvPicPr preferRelativeResize="0"/>
            <p:nvPr/>
          </p:nvPicPr>
          <p:blipFill rotWithShape="1">
            <a:blip r:embed="rId21">
              <a:alphaModFix/>
            </a:blip>
            <a:srcRect/>
            <a:stretch/>
          </p:blipFill>
          <p:spPr>
            <a:xfrm>
              <a:off x="5998464" y="4123944"/>
              <a:ext cx="182879" cy="94487"/>
            </a:xfrm>
            <a:prstGeom prst="rect">
              <a:avLst/>
            </a:prstGeom>
            <a:noFill/>
            <a:ln>
              <a:noFill/>
            </a:ln>
          </p:spPr>
        </p:pic>
        <p:pic>
          <p:nvPicPr>
            <p:cNvPr id="1445" name="Google Shape;1445;g2ff6f630c79_0_981"/>
            <p:cNvPicPr preferRelativeResize="0"/>
            <p:nvPr/>
          </p:nvPicPr>
          <p:blipFill rotWithShape="1">
            <a:blip r:embed="rId22">
              <a:alphaModFix/>
            </a:blip>
            <a:srcRect/>
            <a:stretch/>
          </p:blipFill>
          <p:spPr>
            <a:xfrm>
              <a:off x="5992367" y="4114800"/>
              <a:ext cx="192024" cy="106679"/>
            </a:xfrm>
            <a:prstGeom prst="rect">
              <a:avLst/>
            </a:prstGeom>
            <a:noFill/>
            <a:ln>
              <a:noFill/>
            </a:ln>
          </p:spPr>
        </p:pic>
        <p:pic>
          <p:nvPicPr>
            <p:cNvPr id="1446" name="Google Shape;1446;g2ff6f630c79_0_981"/>
            <p:cNvPicPr preferRelativeResize="0"/>
            <p:nvPr/>
          </p:nvPicPr>
          <p:blipFill rotWithShape="1">
            <a:blip r:embed="rId23">
              <a:alphaModFix/>
            </a:blip>
            <a:srcRect/>
            <a:stretch/>
          </p:blipFill>
          <p:spPr>
            <a:xfrm>
              <a:off x="5529071" y="5087111"/>
              <a:ext cx="182879" cy="94487"/>
            </a:xfrm>
            <a:prstGeom prst="rect">
              <a:avLst/>
            </a:prstGeom>
            <a:noFill/>
            <a:ln>
              <a:noFill/>
            </a:ln>
          </p:spPr>
        </p:pic>
        <p:pic>
          <p:nvPicPr>
            <p:cNvPr id="1447" name="Google Shape;1447;g2ff6f630c79_0_981"/>
            <p:cNvPicPr preferRelativeResize="0"/>
            <p:nvPr/>
          </p:nvPicPr>
          <p:blipFill rotWithShape="1">
            <a:blip r:embed="rId24">
              <a:alphaModFix/>
            </a:blip>
            <a:srcRect/>
            <a:stretch/>
          </p:blipFill>
          <p:spPr>
            <a:xfrm>
              <a:off x="5522976" y="5077967"/>
              <a:ext cx="188975" cy="106680"/>
            </a:xfrm>
            <a:prstGeom prst="rect">
              <a:avLst/>
            </a:prstGeom>
            <a:noFill/>
            <a:ln>
              <a:noFill/>
            </a:ln>
          </p:spPr>
        </p:pic>
        <p:pic>
          <p:nvPicPr>
            <p:cNvPr id="1448" name="Google Shape;1448;g2ff6f630c79_0_981"/>
            <p:cNvPicPr preferRelativeResize="0"/>
            <p:nvPr/>
          </p:nvPicPr>
          <p:blipFill rotWithShape="1">
            <a:blip r:embed="rId25">
              <a:alphaModFix/>
            </a:blip>
            <a:srcRect/>
            <a:stretch/>
          </p:blipFill>
          <p:spPr>
            <a:xfrm>
              <a:off x="5910071" y="5483352"/>
              <a:ext cx="182879" cy="94487"/>
            </a:xfrm>
            <a:prstGeom prst="rect">
              <a:avLst/>
            </a:prstGeom>
            <a:noFill/>
            <a:ln>
              <a:noFill/>
            </a:ln>
          </p:spPr>
        </p:pic>
        <p:pic>
          <p:nvPicPr>
            <p:cNvPr id="1449" name="Google Shape;1449;g2ff6f630c79_0_981"/>
            <p:cNvPicPr preferRelativeResize="0"/>
            <p:nvPr/>
          </p:nvPicPr>
          <p:blipFill rotWithShape="1">
            <a:blip r:embed="rId26">
              <a:alphaModFix/>
            </a:blip>
            <a:srcRect/>
            <a:stretch/>
          </p:blipFill>
          <p:spPr>
            <a:xfrm>
              <a:off x="5903976" y="5468111"/>
              <a:ext cx="188975" cy="112775"/>
            </a:xfrm>
            <a:prstGeom prst="rect">
              <a:avLst/>
            </a:prstGeom>
            <a:noFill/>
            <a:ln>
              <a:noFill/>
            </a:ln>
          </p:spPr>
        </p:pic>
        <p:sp>
          <p:nvSpPr>
            <p:cNvPr id="1450" name="Google Shape;1450;g2ff6f630c79_0_981"/>
            <p:cNvSpPr/>
            <p:nvPr/>
          </p:nvSpPr>
          <p:spPr>
            <a:xfrm>
              <a:off x="5903976" y="5458967"/>
              <a:ext cx="189229" cy="106679"/>
            </a:xfrm>
            <a:custGeom>
              <a:avLst/>
              <a:gdLst/>
              <a:ahLst/>
              <a:cxnLst/>
              <a:rect l="l" t="t" r="r" b="b"/>
              <a:pathLst>
                <a:path w="189229" h="106679" extrusionOk="0">
                  <a:moveTo>
                    <a:pt x="85344" y="6095"/>
                  </a:moveTo>
                  <a:lnTo>
                    <a:pt x="21336" y="30479"/>
                  </a:lnTo>
                  <a:lnTo>
                    <a:pt x="0" y="60960"/>
                  </a:lnTo>
                  <a:lnTo>
                    <a:pt x="0" y="73151"/>
                  </a:lnTo>
                  <a:lnTo>
                    <a:pt x="33527" y="103631"/>
                  </a:lnTo>
                  <a:lnTo>
                    <a:pt x="64008" y="106679"/>
                  </a:lnTo>
                  <a:lnTo>
                    <a:pt x="67056" y="106679"/>
                  </a:lnTo>
                  <a:lnTo>
                    <a:pt x="103632" y="103631"/>
                  </a:lnTo>
                  <a:lnTo>
                    <a:pt x="67056" y="103631"/>
                  </a:lnTo>
                  <a:lnTo>
                    <a:pt x="64008" y="97535"/>
                  </a:lnTo>
                  <a:lnTo>
                    <a:pt x="65670" y="97397"/>
                  </a:lnTo>
                  <a:lnTo>
                    <a:pt x="36575" y="94487"/>
                  </a:lnTo>
                  <a:lnTo>
                    <a:pt x="24384" y="88391"/>
                  </a:lnTo>
                  <a:lnTo>
                    <a:pt x="15239" y="88391"/>
                  </a:lnTo>
                  <a:lnTo>
                    <a:pt x="15239" y="82295"/>
                  </a:lnTo>
                  <a:lnTo>
                    <a:pt x="12191" y="79247"/>
                  </a:lnTo>
                  <a:lnTo>
                    <a:pt x="9144" y="70103"/>
                  </a:lnTo>
                  <a:lnTo>
                    <a:pt x="9144" y="64007"/>
                  </a:lnTo>
                  <a:lnTo>
                    <a:pt x="3048" y="60960"/>
                  </a:lnTo>
                  <a:lnTo>
                    <a:pt x="10160" y="60960"/>
                  </a:lnTo>
                  <a:lnTo>
                    <a:pt x="12191" y="54863"/>
                  </a:lnTo>
                  <a:lnTo>
                    <a:pt x="16255" y="48767"/>
                  </a:lnTo>
                  <a:lnTo>
                    <a:pt x="15239" y="48767"/>
                  </a:lnTo>
                  <a:lnTo>
                    <a:pt x="15239" y="42671"/>
                  </a:lnTo>
                  <a:lnTo>
                    <a:pt x="21336" y="42671"/>
                  </a:lnTo>
                  <a:lnTo>
                    <a:pt x="24384" y="39623"/>
                  </a:lnTo>
                  <a:lnTo>
                    <a:pt x="51815" y="24383"/>
                  </a:lnTo>
                  <a:lnTo>
                    <a:pt x="88391" y="15239"/>
                  </a:lnTo>
                  <a:lnTo>
                    <a:pt x="85344" y="15239"/>
                  </a:lnTo>
                  <a:lnTo>
                    <a:pt x="82296" y="12191"/>
                  </a:lnTo>
                  <a:lnTo>
                    <a:pt x="82296" y="9143"/>
                  </a:lnTo>
                  <a:lnTo>
                    <a:pt x="85344" y="6095"/>
                  </a:lnTo>
                  <a:close/>
                </a:path>
                <a:path w="189229" h="106679" extrusionOk="0">
                  <a:moveTo>
                    <a:pt x="65670" y="97397"/>
                  </a:moveTo>
                  <a:lnTo>
                    <a:pt x="64008" y="97535"/>
                  </a:lnTo>
                  <a:lnTo>
                    <a:pt x="67056" y="103631"/>
                  </a:lnTo>
                  <a:lnTo>
                    <a:pt x="67056" y="97535"/>
                  </a:lnTo>
                  <a:lnTo>
                    <a:pt x="65670" y="97397"/>
                  </a:lnTo>
                  <a:close/>
                </a:path>
                <a:path w="189229" h="106679" extrusionOk="0">
                  <a:moveTo>
                    <a:pt x="170688" y="60960"/>
                  </a:moveTo>
                  <a:lnTo>
                    <a:pt x="164591" y="67055"/>
                  </a:lnTo>
                  <a:lnTo>
                    <a:pt x="137160" y="82295"/>
                  </a:lnTo>
                  <a:lnTo>
                    <a:pt x="100584" y="94487"/>
                  </a:lnTo>
                  <a:lnTo>
                    <a:pt x="65670" y="97397"/>
                  </a:lnTo>
                  <a:lnTo>
                    <a:pt x="67056" y="97535"/>
                  </a:lnTo>
                  <a:lnTo>
                    <a:pt x="67056" y="103631"/>
                  </a:lnTo>
                  <a:lnTo>
                    <a:pt x="103632" y="103631"/>
                  </a:lnTo>
                  <a:lnTo>
                    <a:pt x="140208" y="91439"/>
                  </a:lnTo>
                  <a:lnTo>
                    <a:pt x="167639" y="76199"/>
                  </a:lnTo>
                  <a:lnTo>
                    <a:pt x="179832" y="64007"/>
                  </a:lnTo>
                  <a:lnTo>
                    <a:pt x="173736" y="64007"/>
                  </a:lnTo>
                  <a:lnTo>
                    <a:pt x="170688" y="60960"/>
                  </a:lnTo>
                  <a:close/>
                </a:path>
                <a:path w="189229" h="106679" extrusionOk="0">
                  <a:moveTo>
                    <a:pt x="15239" y="82295"/>
                  </a:moveTo>
                  <a:lnTo>
                    <a:pt x="15239" y="88391"/>
                  </a:lnTo>
                  <a:lnTo>
                    <a:pt x="18287" y="85343"/>
                  </a:lnTo>
                  <a:lnTo>
                    <a:pt x="15239" y="82295"/>
                  </a:lnTo>
                  <a:close/>
                </a:path>
                <a:path w="189229" h="106679" extrusionOk="0">
                  <a:moveTo>
                    <a:pt x="15239" y="82295"/>
                  </a:moveTo>
                  <a:lnTo>
                    <a:pt x="18287" y="85343"/>
                  </a:lnTo>
                  <a:lnTo>
                    <a:pt x="15239" y="88391"/>
                  </a:lnTo>
                  <a:lnTo>
                    <a:pt x="24384" y="88391"/>
                  </a:lnTo>
                  <a:lnTo>
                    <a:pt x="15239" y="82295"/>
                  </a:lnTo>
                  <a:close/>
                </a:path>
                <a:path w="189229" h="106679" extrusionOk="0">
                  <a:moveTo>
                    <a:pt x="9144" y="60960"/>
                  </a:moveTo>
                  <a:lnTo>
                    <a:pt x="3048" y="60960"/>
                  </a:lnTo>
                  <a:lnTo>
                    <a:pt x="9144" y="64007"/>
                  </a:lnTo>
                  <a:lnTo>
                    <a:pt x="9144" y="60960"/>
                  </a:lnTo>
                  <a:close/>
                </a:path>
                <a:path w="189229" h="106679" extrusionOk="0">
                  <a:moveTo>
                    <a:pt x="10160" y="60960"/>
                  </a:moveTo>
                  <a:lnTo>
                    <a:pt x="9144" y="60960"/>
                  </a:lnTo>
                  <a:lnTo>
                    <a:pt x="9144" y="64007"/>
                  </a:lnTo>
                  <a:lnTo>
                    <a:pt x="10160" y="60960"/>
                  </a:lnTo>
                  <a:close/>
                </a:path>
                <a:path w="189229" h="106679" extrusionOk="0">
                  <a:moveTo>
                    <a:pt x="173736" y="57911"/>
                  </a:moveTo>
                  <a:lnTo>
                    <a:pt x="170688" y="60960"/>
                  </a:lnTo>
                  <a:lnTo>
                    <a:pt x="173736" y="64007"/>
                  </a:lnTo>
                  <a:lnTo>
                    <a:pt x="173736" y="57911"/>
                  </a:lnTo>
                  <a:close/>
                </a:path>
                <a:path w="189229" h="106679" extrusionOk="0">
                  <a:moveTo>
                    <a:pt x="183896" y="57911"/>
                  </a:moveTo>
                  <a:lnTo>
                    <a:pt x="173736" y="57911"/>
                  </a:lnTo>
                  <a:lnTo>
                    <a:pt x="173736" y="64007"/>
                  </a:lnTo>
                  <a:lnTo>
                    <a:pt x="179832" y="64007"/>
                  </a:lnTo>
                  <a:lnTo>
                    <a:pt x="183896" y="57911"/>
                  </a:lnTo>
                  <a:close/>
                </a:path>
                <a:path w="189229" h="106679" extrusionOk="0">
                  <a:moveTo>
                    <a:pt x="179832" y="42671"/>
                  </a:moveTo>
                  <a:lnTo>
                    <a:pt x="176784" y="51815"/>
                  </a:lnTo>
                  <a:lnTo>
                    <a:pt x="170687" y="60960"/>
                  </a:lnTo>
                  <a:lnTo>
                    <a:pt x="173736" y="57911"/>
                  </a:lnTo>
                  <a:lnTo>
                    <a:pt x="183896" y="57911"/>
                  </a:lnTo>
                  <a:lnTo>
                    <a:pt x="185927" y="54863"/>
                  </a:lnTo>
                  <a:lnTo>
                    <a:pt x="188975" y="45719"/>
                  </a:lnTo>
                  <a:lnTo>
                    <a:pt x="179832" y="45719"/>
                  </a:lnTo>
                  <a:lnTo>
                    <a:pt x="179832" y="42671"/>
                  </a:lnTo>
                  <a:close/>
                </a:path>
                <a:path w="189229" h="106679" extrusionOk="0">
                  <a:moveTo>
                    <a:pt x="15239" y="42671"/>
                  </a:moveTo>
                  <a:lnTo>
                    <a:pt x="15239" y="48767"/>
                  </a:lnTo>
                  <a:lnTo>
                    <a:pt x="18287" y="45719"/>
                  </a:lnTo>
                  <a:lnTo>
                    <a:pt x="15239" y="42671"/>
                  </a:lnTo>
                  <a:close/>
                </a:path>
                <a:path w="189229" h="106679" extrusionOk="0">
                  <a:moveTo>
                    <a:pt x="18287" y="45719"/>
                  </a:moveTo>
                  <a:lnTo>
                    <a:pt x="15239" y="48767"/>
                  </a:lnTo>
                  <a:lnTo>
                    <a:pt x="16255" y="48767"/>
                  </a:lnTo>
                  <a:lnTo>
                    <a:pt x="18287" y="45719"/>
                  </a:lnTo>
                  <a:close/>
                </a:path>
                <a:path w="189229" h="106679" extrusionOk="0">
                  <a:moveTo>
                    <a:pt x="21336" y="42671"/>
                  </a:moveTo>
                  <a:lnTo>
                    <a:pt x="15239"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3"/>
                  </a:lnTo>
                  <a:lnTo>
                    <a:pt x="176784" y="27431"/>
                  </a:lnTo>
                  <a:lnTo>
                    <a:pt x="179832" y="36575"/>
                  </a:lnTo>
                  <a:lnTo>
                    <a:pt x="179832" y="42671"/>
                  </a:lnTo>
                  <a:lnTo>
                    <a:pt x="185928" y="45719"/>
                  </a:lnTo>
                  <a:lnTo>
                    <a:pt x="188975" y="45719"/>
                  </a:lnTo>
                  <a:lnTo>
                    <a:pt x="188975" y="33527"/>
                  </a:lnTo>
                  <a:lnTo>
                    <a:pt x="185927" y="24383"/>
                  </a:lnTo>
                  <a:lnTo>
                    <a:pt x="179832" y="18287"/>
                  </a:lnTo>
                  <a:close/>
                </a:path>
                <a:path w="189229" h="106679" extrusionOk="0">
                  <a:moveTo>
                    <a:pt x="155448" y="6095"/>
                  </a:moveTo>
                  <a:lnTo>
                    <a:pt x="121920" y="6095"/>
                  </a:lnTo>
                  <a:lnTo>
                    <a:pt x="124968" y="9143"/>
                  </a:lnTo>
                  <a:lnTo>
                    <a:pt x="123305" y="9421"/>
                  </a:lnTo>
                  <a:lnTo>
                    <a:pt x="152400" y="15239"/>
                  </a:lnTo>
                  <a:lnTo>
                    <a:pt x="164591" y="18287"/>
                  </a:lnTo>
                  <a:lnTo>
                    <a:pt x="173736" y="24383"/>
                  </a:lnTo>
                  <a:lnTo>
                    <a:pt x="170687" y="21335"/>
                  </a:lnTo>
                  <a:lnTo>
                    <a:pt x="173736" y="18287"/>
                  </a:lnTo>
                  <a:lnTo>
                    <a:pt x="179832" y="18287"/>
                  </a:lnTo>
                  <a:lnTo>
                    <a:pt x="176784" y="15239"/>
                  </a:lnTo>
                  <a:lnTo>
                    <a:pt x="167639" y="9143"/>
                  </a:lnTo>
                  <a:lnTo>
                    <a:pt x="155448" y="6095"/>
                  </a:lnTo>
                  <a:close/>
                </a:path>
                <a:path w="189229" h="106679" extrusionOk="0">
                  <a:moveTo>
                    <a:pt x="173736" y="18287"/>
                  </a:moveTo>
                  <a:lnTo>
                    <a:pt x="170687" y="21335"/>
                  </a:lnTo>
                  <a:lnTo>
                    <a:pt x="173736" y="24383"/>
                  </a:lnTo>
                  <a:lnTo>
                    <a:pt x="173736" y="18287"/>
                  </a:lnTo>
                  <a:close/>
                </a:path>
                <a:path w="189229" h="106679" extrusionOk="0">
                  <a:moveTo>
                    <a:pt x="124968" y="0"/>
                  </a:moveTo>
                  <a:lnTo>
                    <a:pt x="121920" y="0"/>
                  </a:lnTo>
                  <a:lnTo>
                    <a:pt x="85344" y="6095"/>
                  </a:lnTo>
                  <a:lnTo>
                    <a:pt x="82296" y="9143"/>
                  </a:lnTo>
                  <a:lnTo>
                    <a:pt x="82296" y="12191"/>
                  </a:lnTo>
                  <a:lnTo>
                    <a:pt x="85344" y="15239"/>
                  </a:lnTo>
                  <a:lnTo>
                    <a:pt x="88391" y="15239"/>
                  </a:lnTo>
                  <a:lnTo>
                    <a:pt x="91439" y="12191"/>
                  </a:lnTo>
                  <a:lnTo>
                    <a:pt x="91439" y="9143"/>
                  </a:lnTo>
                  <a:lnTo>
                    <a:pt x="88391" y="6095"/>
                  </a:lnTo>
                  <a:lnTo>
                    <a:pt x="155448" y="6095"/>
                  </a:lnTo>
                  <a:lnTo>
                    <a:pt x="124968" y="0"/>
                  </a:lnTo>
                  <a:close/>
                </a:path>
                <a:path w="189229" h="106679" extrusionOk="0">
                  <a:moveTo>
                    <a:pt x="121920" y="6095"/>
                  </a:moveTo>
                  <a:lnTo>
                    <a:pt x="88391" y="6095"/>
                  </a:lnTo>
                  <a:lnTo>
                    <a:pt x="91439" y="9143"/>
                  </a:lnTo>
                  <a:lnTo>
                    <a:pt x="91439" y="12191"/>
                  </a:lnTo>
                  <a:lnTo>
                    <a:pt x="88391" y="15239"/>
                  </a:lnTo>
                  <a:lnTo>
                    <a:pt x="123305" y="9421"/>
                  </a:lnTo>
                  <a:lnTo>
                    <a:pt x="121920" y="9143"/>
                  </a:lnTo>
                  <a:lnTo>
                    <a:pt x="121920" y="6095"/>
                  </a:lnTo>
                  <a:close/>
                </a:path>
                <a:path w="189229" h="106679" extrusionOk="0">
                  <a:moveTo>
                    <a:pt x="121920" y="6095"/>
                  </a:moveTo>
                  <a:lnTo>
                    <a:pt x="121920" y="9143"/>
                  </a:lnTo>
                  <a:lnTo>
                    <a:pt x="123305" y="9421"/>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51" name="Google Shape;1451;g2ff6f630c79_0_981"/>
            <p:cNvPicPr preferRelativeResize="0"/>
            <p:nvPr/>
          </p:nvPicPr>
          <p:blipFill rotWithShape="1">
            <a:blip r:embed="rId27">
              <a:alphaModFix/>
            </a:blip>
            <a:srcRect/>
            <a:stretch/>
          </p:blipFill>
          <p:spPr>
            <a:xfrm>
              <a:off x="6824471" y="5696711"/>
              <a:ext cx="182879" cy="94487"/>
            </a:xfrm>
            <a:prstGeom prst="rect">
              <a:avLst/>
            </a:prstGeom>
            <a:noFill/>
            <a:ln>
              <a:noFill/>
            </a:ln>
          </p:spPr>
        </p:pic>
        <p:pic>
          <p:nvPicPr>
            <p:cNvPr id="1452" name="Google Shape;1452;g2ff6f630c79_0_981"/>
            <p:cNvPicPr preferRelativeResize="0"/>
            <p:nvPr/>
          </p:nvPicPr>
          <p:blipFill rotWithShape="1">
            <a:blip r:embed="rId24">
              <a:alphaModFix/>
            </a:blip>
            <a:srcRect/>
            <a:stretch/>
          </p:blipFill>
          <p:spPr>
            <a:xfrm>
              <a:off x="6818376" y="5687567"/>
              <a:ext cx="188975" cy="106680"/>
            </a:xfrm>
            <a:prstGeom prst="rect">
              <a:avLst/>
            </a:prstGeom>
            <a:noFill/>
            <a:ln>
              <a:noFill/>
            </a:ln>
          </p:spPr>
        </p:pic>
        <p:pic>
          <p:nvPicPr>
            <p:cNvPr id="1453" name="Google Shape;1453;g2ff6f630c79_0_981"/>
            <p:cNvPicPr preferRelativeResize="0"/>
            <p:nvPr/>
          </p:nvPicPr>
          <p:blipFill rotWithShape="1">
            <a:blip r:embed="rId28">
              <a:alphaModFix/>
            </a:blip>
            <a:srcRect/>
            <a:stretch/>
          </p:blipFill>
          <p:spPr>
            <a:xfrm>
              <a:off x="6553200" y="5254752"/>
              <a:ext cx="182879" cy="94487"/>
            </a:xfrm>
            <a:prstGeom prst="rect">
              <a:avLst/>
            </a:prstGeom>
            <a:noFill/>
            <a:ln>
              <a:noFill/>
            </a:ln>
          </p:spPr>
        </p:pic>
        <p:pic>
          <p:nvPicPr>
            <p:cNvPr id="1454" name="Google Shape;1454;g2ff6f630c79_0_981"/>
            <p:cNvPicPr preferRelativeResize="0"/>
            <p:nvPr/>
          </p:nvPicPr>
          <p:blipFill rotWithShape="1">
            <a:blip r:embed="rId15">
              <a:alphaModFix/>
            </a:blip>
            <a:srcRect/>
            <a:stretch/>
          </p:blipFill>
          <p:spPr>
            <a:xfrm>
              <a:off x="6547103" y="5245608"/>
              <a:ext cx="188975" cy="106680"/>
            </a:xfrm>
            <a:prstGeom prst="rect">
              <a:avLst/>
            </a:prstGeom>
            <a:noFill/>
            <a:ln>
              <a:noFill/>
            </a:ln>
          </p:spPr>
        </p:pic>
        <p:pic>
          <p:nvPicPr>
            <p:cNvPr id="1455" name="Google Shape;1455;g2ff6f630c79_0_981"/>
            <p:cNvPicPr preferRelativeResize="0"/>
            <p:nvPr/>
          </p:nvPicPr>
          <p:blipFill rotWithShape="1">
            <a:blip r:embed="rId29">
              <a:alphaModFix/>
            </a:blip>
            <a:srcRect/>
            <a:stretch/>
          </p:blipFill>
          <p:spPr>
            <a:xfrm>
              <a:off x="6861047" y="4645152"/>
              <a:ext cx="182879" cy="94487"/>
            </a:xfrm>
            <a:prstGeom prst="rect">
              <a:avLst/>
            </a:prstGeom>
            <a:noFill/>
            <a:ln>
              <a:noFill/>
            </a:ln>
          </p:spPr>
        </p:pic>
        <p:pic>
          <p:nvPicPr>
            <p:cNvPr id="1456" name="Google Shape;1456;g2ff6f630c79_0_981"/>
            <p:cNvPicPr preferRelativeResize="0"/>
            <p:nvPr/>
          </p:nvPicPr>
          <p:blipFill rotWithShape="1">
            <a:blip r:embed="rId30">
              <a:alphaModFix/>
            </a:blip>
            <a:srcRect/>
            <a:stretch/>
          </p:blipFill>
          <p:spPr>
            <a:xfrm>
              <a:off x="6854952" y="4636008"/>
              <a:ext cx="192024" cy="106680"/>
            </a:xfrm>
            <a:prstGeom prst="rect">
              <a:avLst/>
            </a:prstGeom>
            <a:noFill/>
            <a:ln>
              <a:noFill/>
            </a:ln>
          </p:spPr>
        </p:pic>
        <p:pic>
          <p:nvPicPr>
            <p:cNvPr id="1457" name="Google Shape;1457;g2ff6f630c79_0_981"/>
            <p:cNvPicPr preferRelativeResize="0"/>
            <p:nvPr/>
          </p:nvPicPr>
          <p:blipFill rotWithShape="1">
            <a:blip r:embed="rId31">
              <a:alphaModFix/>
            </a:blip>
            <a:srcRect/>
            <a:stretch/>
          </p:blipFill>
          <p:spPr>
            <a:xfrm>
              <a:off x="7065264" y="4480560"/>
              <a:ext cx="182879" cy="94487"/>
            </a:xfrm>
            <a:prstGeom prst="rect">
              <a:avLst/>
            </a:prstGeom>
            <a:noFill/>
            <a:ln>
              <a:noFill/>
            </a:ln>
          </p:spPr>
        </p:pic>
        <p:pic>
          <p:nvPicPr>
            <p:cNvPr id="1458" name="Google Shape;1458;g2ff6f630c79_0_981"/>
            <p:cNvPicPr preferRelativeResize="0"/>
            <p:nvPr/>
          </p:nvPicPr>
          <p:blipFill rotWithShape="1">
            <a:blip r:embed="rId32">
              <a:alphaModFix/>
            </a:blip>
            <a:srcRect/>
            <a:stretch/>
          </p:blipFill>
          <p:spPr>
            <a:xfrm>
              <a:off x="7059167" y="4471416"/>
              <a:ext cx="192024" cy="103632"/>
            </a:xfrm>
            <a:prstGeom prst="rect">
              <a:avLst/>
            </a:prstGeom>
            <a:noFill/>
            <a:ln>
              <a:noFill/>
            </a:ln>
          </p:spPr>
        </p:pic>
        <p:pic>
          <p:nvPicPr>
            <p:cNvPr id="1459" name="Google Shape;1459;g2ff6f630c79_0_981"/>
            <p:cNvPicPr preferRelativeResize="0"/>
            <p:nvPr/>
          </p:nvPicPr>
          <p:blipFill rotWithShape="1">
            <a:blip r:embed="rId33">
              <a:alphaModFix/>
            </a:blip>
            <a:srcRect/>
            <a:stretch/>
          </p:blipFill>
          <p:spPr>
            <a:xfrm>
              <a:off x="7141464" y="4645152"/>
              <a:ext cx="182879" cy="94487"/>
            </a:xfrm>
            <a:prstGeom prst="rect">
              <a:avLst/>
            </a:prstGeom>
            <a:noFill/>
            <a:ln>
              <a:noFill/>
            </a:ln>
          </p:spPr>
        </p:pic>
        <p:pic>
          <p:nvPicPr>
            <p:cNvPr id="1460" name="Google Shape;1460;g2ff6f630c79_0_981"/>
            <p:cNvPicPr preferRelativeResize="0"/>
            <p:nvPr/>
          </p:nvPicPr>
          <p:blipFill rotWithShape="1">
            <a:blip r:embed="rId34">
              <a:alphaModFix/>
            </a:blip>
            <a:srcRect/>
            <a:stretch/>
          </p:blipFill>
          <p:spPr>
            <a:xfrm>
              <a:off x="7135367" y="4636008"/>
              <a:ext cx="192024" cy="106680"/>
            </a:xfrm>
            <a:prstGeom prst="rect">
              <a:avLst/>
            </a:prstGeom>
            <a:noFill/>
            <a:ln>
              <a:noFill/>
            </a:ln>
          </p:spPr>
        </p:pic>
        <p:pic>
          <p:nvPicPr>
            <p:cNvPr id="1461" name="Google Shape;1461;g2ff6f630c79_0_981"/>
            <p:cNvPicPr preferRelativeResize="0"/>
            <p:nvPr/>
          </p:nvPicPr>
          <p:blipFill rotWithShape="1">
            <a:blip r:embed="rId35">
              <a:alphaModFix/>
            </a:blip>
            <a:srcRect/>
            <a:stretch/>
          </p:blipFill>
          <p:spPr>
            <a:xfrm>
              <a:off x="7022591" y="4797552"/>
              <a:ext cx="182879" cy="94487"/>
            </a:xfrm>
            <a:prstGeom prst="rect">
              <a:avLst/>
            </a:prstGeom>
            <a:noFill/>
            <a:ln>
              <a:noFill/>
            </a:ln>
          </p:spPr>
        </p:pic>
        <p:pic>
          <p:nvPicPr>
            <p:cNvPr id="1462" name="Google Shape;1462;g2ff6f630c79_0_981"/>
            <p:cNvPicPr preferRelativeResize="0"/>
            <p:nvPr/>
          </p:nvPicPr>
          <p:blipFill rotWithShape="1">
            <a:blip r:embed="rId36">
              <a:alphaModFix/>
            </a:blip>
            <a:srcRect/>
            <a:stretch/>
          </p:blipFill>
          <p:spPr>
            <a:xfrm>
              <a:off x="7016496" y="4788408"/>
              <a:ext cx="192024" cy="106680"/>
            </a:xfrm>
            <a:prstGeom prst="rect">
              <a:avLst/>
            </a:prstGeom>
            <a:noFill/>
            <a:ln>
              <a:noFill/>
            </a:ln>
          </p:spPr>
        </p:pic>
        <p:pic>
          <p:nvPicPr>
            <p:cNvPr id="1463" name="Google Shape;1463;g2ff6f630c79_0_981"/>
            <p:cNvPicPr preferRelativeResize="0"/>
            <p:nvPr/>
          </p:nvPicPr>
          <p:blipFill rotWithShape="1">
            <a:blip r:embed="rId37">
              <a:alphaModFix/>
            </a:blip>
            <a:srcRect/>
            <a:stretch/>
          </p:blipFill>
          <p:spPr>
            <a:xfrm>
              <a:off x="7446264" y="4645152"/>
              <a:ext cx="182879" cy="94487"/>
            </a:xfrm>
            <a:prstGeom prst="rect">
              <a:avLst/>
            </a:prstGeom>
            <a:noFill/>
            <a:ln>
              <a:noFill/>
            </a:ln>
          </p:spPr>
        </p:pic>
        <p:pic>
          <p:nvPicPr>
            <p:cNvPr id="1464" name="Google Shape;1464;g2ff6f630c79_0_981"/>
            <p:cNvPicPr preferRelativeResize="0"/>
            <p:nvPr/>
          </p:nvPicPr>
          <p:blipFill rotWithShape="1">
            <a:blip r:embed="rId34">
              <a:alphaModFix/>
            </a:blip>
            <a:srcRect/>
            <a:stretch/>
          </p:blipFill>
          <p:spPr>
            <a:xfrm>
              <a:off x="7440168" y="4636008"/>
              <a:ext cx="192024" cy="106680"/>
            </a:xfrm>
            <a:prstGeom prst="rect">
              <a:avLst/>
            </a:prstGeom>
            <a:noFill/>
            <a:ln>
              <a:noFill/>
            </a:ln>
          </p:spPr>
        </p:pic>
        <p:pic>
          <p:nvPicPr>
            <p:cNvPr id="1465" name="Google Shape;1465;g2ff6f630c79_0_981"/>
            <p:cNvPicPr preferRelativeResize="0"/>
            <p:nvPr/>
          </p:nvPicPr>
          <p:blipFill rotWithShape="1">
            <a:blip r:embed="rId38">
              <a:alphaModFix/>
            </a:blip>
            <a:srcRect/>
            <a:stretch/>
          </p:blipFill>
          <p:spPr>
            <a:xfrm>
              <a:off x="7306055" y="4821936"/>
              <a:ext cx="182879" cy="94487"/>
            </a:xfrm>
            <a:prstGeom prst="rect">
              <a:avLst/>
            </a:prstGeom>
            <a:noFill/>
            <a:ln>
              <a:noFill/>
            </a:ln>
          </p:spPr>
        </p:pic>
        <p:pic>
          <p:nvPicPr>
            <p:cNvPr id="1466" name="Google Shape;1466;g2ff6f630c79_0_981"/>
            <p:cNvPicPr preferRelativeResize="0"/>
            <p:nvPr/>
          </p:nvPicPr>
          <p:blipFill rotWithShape="1">
            <a:blip r:embed="rId39">
              <a:alphaModFix/>
            </a:blip>
            <a:srcRect/>
            <a:stretch/>
          </p:blipFill>
          <p:spPr>
            <a:xfrm>
              <a:off x="7299959" y="4812792"/>
              <a:ext cx="192024" cy="106680"/>
            </a:xfrm>
            <a:prstGeom prst="rect">
              <a:avLst/>
            </a:prstGeom>
            <a:noFill/>
            <a:ln>
              <a:noFill/>
            </a:ln>
          </p:spPr>
        </p:pic>
        <p:pic>
          <p:nvPicPr>
            <p:cNvPr id="1467" name="Google Shape;1467;g2ff6f630c79_0_981"/>
            <p:cNvPicPr preferRelativeResize="0"/>
            <p:nvPr/>
          </p:nvPicPr>
          <p:blipFill rotWithShape="1">
            <a:blip r:embed="rId40">
              <a:alphaModFix/>
            </a:blip>
            <a:srcRect/>
            <a:stretch/>
          </p:blipFill>
          <p:spPr>
            <a:xfrm>
              <a:off x="7370064" y="4492752"/>
              <a:ext cx="182879" cy="94487"/>
            </a:xfrm>
            <a:prstGeom prst="rect">
              <a:avLst/>
            </a:prstGeom>
            <a:noFill/>
            <a:ln>
              <a:noFill/>
            </a:ln>
          </p:spPr>
        </p:pic>
        <p:pic>
          <p:nvPicPr>
            <p:cNvPr id="1468" name="Google Shape;1468;g2ff6f630c79_0_981"/>
            <p:cNvPicPr preferRelativeResize="0"/>
            <p:nvPr/>
          </p:nvPicPr>
          <p:blipFill rotWithShape="1">
            <a:blip r:embed="rId34">
              <a:alphaModFix/>
            </a:blip>
            <a:srcRect/>
            <a:stretch/>
          </p:blipFill>
          <p:spPr>
            <a:xfrm>
              <a:off x="7363968" y="4483608"/>
              <a:ext cx="192024" cy="106679"/>
            </a:xfrm>
            <a:prstGeom prst="rect">
              <a:avLst/>
            </a:prstGeom>
            <a:noFill/>
            <a:ln>
              <a:noFill/>
            </a:ln>
          </p:spPr>
        </p:pic>
        <p:pic>
          <p:nvPicPr>
            <p:cNvPr id="1469" name="Google Shape;1469;g2ff6f630c79_0_981"/>
            <p:cNvPicPr preferRelativeResize="0"/>
            <p:nvPr/>
          </p:nvPicPr>
          <p:blipFill rotWithShape="1">
            <a:blip r:embed="rId41">
              <a:alphaModFix/>
            </a:blip>
            <a:srcRect/>
            <a:stretch/>
          </p:blipFill>
          <p:spPr>
            <a:xfrm>
              <a:off x="5205984" y="4782311"/>
              <a:ext cx="182879" cy="94487"/>
            </a:xfrm>
            <a:prstGeom prst="rect">
              <a:avLst/>
            </a:prstGeom>
            <a:noFill/>
            <a:ln>
              <a:noFill/>
            </a:ln>
          </p:spPr>
        </p:pic>
        <p:pic>
          <p:nvPicPr>
            <p:cNvPr id="1470" name="Google Shape;1470;g2ff6f630c79_0_981"/>
            <p:cNvPicPr preferRelativeResize="0"/>
            <p:nvPr/>
          </p:nvPicPr>
          <p:blipFill rotWithShape="1">
            <a:blip r:embed="rId42">
              <a:alphaModFix/>
            </a:blip>
            <a:srcRect/>
            <a:stretch/>
          </p:blipFill>
          <p:spPr>
            <a:xfrm>
              <a:off x="5199888" y="4773167"/>
              <a:ext cx="192024" cy="106680"/>
            </a:xfrm>
            <a:prstGeom prst="rect">
              <a:avLst/>
            </a:prstGeom>
            <a:noFill/>
            <a:ln>
              <a:noFill/>
            </a:ln>
          </p:spPr>
        </p:pic>
        <p:pic>
          <p:nvPicPr>
            <p:cNvPr id="1471" name="Google Shape;1471;g2ff6f630c79_0_981"/>
            <p:cNvPicPr preferRelativeResize="0"/>
            <p:nvPr/>
          </p:nvPicPr>
          <p:blipFill rotWithShape="1">
            <a:blip r:embed="rId43">
              <a:alphaModFix/>
            </a:blip>
            <a:srcRect/>
            <a:stretch/>
          </p:blipFill>
          <p:spPr>
            <a:xfrm>
              <a:off x="6544055" y="4492752"/>
              <a:ext cx="182879" cy="94487"/>
            </a:xfrm>
            <a:prstGeom prst="rect">
              <a:avLst/>
            </a:prstGeom>
            <a:noFill/>
            <a:ln>
              <a:noFill/>
            </a:ln>
          </p:spPr>
        </p:pic>
        <p:pic>
          <p:nvPicPr>
            <p:cNvPr id="1472" name="Google Shape;1472;g2ff6f630c79_0_981"/>
            <p:cNvPicPr preferRelativeResize="0"/>
            <p:nvPr/>
          </p:nvPicPr>
          <p:blipFill rotWithShape="1">
            <a:blip r:embed="rId44">
              <a:alphaModFix/>
            </a:blip>
            <a:srcRect/>
            <a:stretch/>
          </p:blipFill>
          <p:spPr>
            <a:xfrm>
              <a:off x="6537959" y="4483608"/>
              <a:ext cx="192024" cy="106679"/>
            </a:xfrm>
            <a:prstGeom prst="rect">
              <a:avLst/>
            </a:prstGeom>
            <a:noFill/>
            <a:ln>
              <a:noFill/>
            </a:ln>
          </p:spPr>
        </p:pic>
        <p:pic>
          <p:nvPicPr>
            <p:cNvPr id="1473" name="Google Shape;1473;g2ff6f630c79_0_981"/>
            <p:cNvPicPr preferRelativeResize="0"/>
            <p:nvPr/>
          </p:nvPicPr>
          <p:blipFill rotWithShape="1">
            <a:blip r:embed="rId45">
              <a:alphaModFix/>
            </a:blip>
            <a:srcRect/>
            <a:stretch/>
          </p:blipFill>
          <p:spPr>
            <a:xfrm>
              <a:off x="6519671" y="4709160"/>
              <a:ext cx="182879" cy="94487"/>
            </a:xfrm>
            <a:prstGeom prst="rect">
              <a:avLst/>
            </a:prstGeom>
            <a:noFill/>
            <a:ln>
              <a:noFill/>
            </a:ln>
          </p:spPr>
        </p:pic>
        <p:pic>
          <p:nvPicPr>
            <p:cNvPr id="1474" name="Google Shape;1474;g2ff6f630c79_0_981"/>
            <p:cNvPicPr preferRelativeResize="0"/>
            <p:nvPr/>
          </p:nvPicPr>
          <p:blipFill rotWithShape="1">
            <a:blip r:embed="rId46">
              <a:alphaModFix/>
            </a:blip>
            <a:srcRect/>
            <a:stretch/>
          </p:blipFill>
          <p:spPr>
            <a:xfrm>
              <a:off x="6513576" y="4700016"/>
              <a:ext cx="188975" cy="103631"/>
            </a:xfrm>
            <a:prstGeom prst="rect">
              <a:avLst/>
            </a:prstGeom>
            <a:noFill/>
            <a:ln>
              <a:noFill/>
            </a:ln>
          </p:spPr>
        </p:pic>
        <p:pic>
          <p:nvPicPr>
            <p:cNvPr id="1475" name="Google Shape;1475;g2ff6f630c79_0_981"/>
            <p:cNvPicPr preferRelativeResize="0"/>
            <p:nvPr/>
          </p:nvPicPr>
          <p:blipFill rotWithShape="1">
            <a:blip r:embed="rId47">
              <a:alphaModFix/>
            </a:blip>
            <a:srcRect/>
            <a:stretch/>
          </p:blipFill>
          <p:spPr>
            <a:xfrm>
              <a:off x="7391400" y="4111752"/>
              <a:ext cx="182879" cy="94487"/>
            </a:xfrm>
            <a:prstGeom prst="rect">
              <a:avLst/>
            </a:prstGeom>
            <a:noFill/>
            <a:ln>
              <a:noFill/>
            </a:ln>
          </p:spPr>
        </p:pic>
        <p:pic>
          <p:nvPicPr>
            <p:cNvPr id="1476" name="Google Shape;1476;g2ff6f630c79_0_981"/>
            <p:cNvPicPr preferRelativeResize="0"/>
            <p:nvPr/>
          </p:nvPicPr>
          <p:blipFill rotWithShape="1">
            <a:blip r:embed="rId15">
              <a:alphaModFix/>
            </a:blip>
            <a:srcRect/>
            <a:stretch/>
          </p:blipFill>
          <p:spPr>
            <a:xfrm>
              <a:off x="7385304" y="4102608"/>
              <a:ext cx="188975" cy="106679"/>
            </a:xfrm>
            <a:prstGeom prst="rect">
              <a:avLst/>
            </a:prstGeom>
            <a:noFill/>
            <a:ln>
              <a:noFill/>
            </a:ln>
          </p:spPr>
        </p:pic>
        <p:pic>
          <p:nvPicPr>
            <p:cNvPr id="1477" name="Google Shape;1477;g2ff6f630c79_0_981"/>
            <p:cNvPicPr preferRelativeResize="0"/>
            <p:nvPr/>
          </p:nvPicPr>
          <p:blipFill rotWithShape="1">
            <a:blip r:embed="rId48">
              <a:alphaModFix/>
            </a:blip>
            <a:srcRect/>
            <a:stretch/>
          </p:blipFill>
          <p:spPr>
            <a:xfrm>
              <a:off x="6248400" y="4264152"/>
              <a:ext cx="182879" cy="94487"/>
            </a:xfrm>
            <a:prstGeom prst="rect">
              <a:avLst/>
            </a:prstGeom>
            <a:noFill/>
            <a:ln>
              <a:noFill/>
            </a:ln>
          </p:spPr>
        </p:pic>
        <p:sp>
          <p:nvSpPr>
            <p:cNvPr id="1478" name="Google Shape;1478;g2ff6f630c79_0_981"/>
            <p:cNvSpPr/>
            <p:nvPr/>
          </p:nvSpPr>
          <p:spPr>
            <a:xfrm>
              <a:off x="6242303" y="4255008"/>
              <a:ext cx="189229" cy="106679"/>
            </a:xfrm>
            <a:custGeom>
              <a:avLst/>
              <a:gdLst/>
              <a:ahLst/>
              <a:cxnLst/>
              <a:rect l="l" t="t" r="r" b="b"/>
              <a:pathLst>
                <a:path w="189229" h="106679" extrusionOk="0">
                  <a:moveTo>
                    <a:pt x="85344" y="3047"/>
                  </a:moveTo>
                  <a:lnTo>
                    <a:pt x="21336" y="30479"/>
                  </a:lnTo>
                  <a:lnTo>
                    <a:pt x="0" y="60960"/>
                  </a:lnTo>
                  <a:lnTo>
                    <a:pt x="0" y="73151"/>
                  </a:lnTo>
                  <a:lnTo>
                    <a:pt x="33528" y="103631"/>
                  </a:lnTo>
                  <a:lnTo>
                    <a:pt x="64008" y="106679"/>
                  </a:lnTo>
                  <a:lnTo>
                    <a:pt x="67056" y="106679"/>
                  </a:lnTo>
                  <a:lnTo>
                    <a:pt x="103632" y="100583"/>
                  </a:lnTo>
                  <a:lnTo>
                    <a:pt x="67056" y="100583"/>
                  </a:lnTo>
                  <a:lnTo>
                    <a:pt x="64008" y="97536"/>
                  </a:lnTo>
                  <a:lnTo>
                    <a:pt x="65150" y="97345"/>
                  </a:lnTo>
                  <a:lnTo>
                    <a:pt x="36575" y="94487"/>
                  </a:lnTo>
                  <a:lnTo>
                    <a:pt x="24384" y="88391"/>
                  </a:lnTo>
                  <a:lnTo>
                    <a:pt x="15240" y="88391"/>
                  </a:lnTo>
                  <a:lnTo>
                    <a:pt x="15240" y="82295"/>
                  </a:lnTo>
                  <a:lnTo>
                    <a:pt x="12192" y="79247"/>
                  </a:lnTo>
                  <a:lnTo>
                    <a:pt x="9144" y="70103"/>
                  </a:lnTo>
                  <a:lnTo>
                    <a:pt x="9144" y="64007"/>
                  </a:lnTo>
                  <a:lnTo>
                    <a:pt x="3048" y="60960"/>
                  </a:lnTo>
                  <a:lnTo>
                    <a:pt x="10159" y="60960"/>
                  </a:lnTo>
                  <a:lnTo>
                    <a:pt x="12192" y="54863"/>
                  </a:lnTo>
                  <a:lnTo>
                    <a:pt x="16256" y="48767"/>
                  </a:lnTo>
                  <a:lnTo>
                    <a:pt x="15240" y="48767"/>
                  </a:lnTo>
                  <a:lnTo>
                    <a:pt x="15240" y="42671"/>
                  </a:lnTo>
                  <a:lnTo>
                    <a:pt x="21336" y="42671"/>
                  </a:lnTo>
                  <a:lnTo>
                    <a:pt x="24384" y="39624"/>
                  </a:lnTo>
                  <a:lnTo>
                    <a:pt x="51816" y="21336"/>
                  </a:lnTo>
                  <a:lnTo>
                    <a:pt x="88392" y="12191"/>
                  </a:lnTo>
                  <a:lnTo>
                    <a:pt x="85344" y="12191"/>
                  </a:lnTo>
                  <a:lnTo>
                    <a:pt x="82296" y="9143"/>
                  </a:lnTo>
                  <a:lnTo>
                    <a:pt x="82296" y="6095"/>
                  </a:lnTo>
                  <a:lnTo>
                    <a:pt x="85344" y="3047"/>
                  </a:lnTo>
                  <a:close/>
                </a:path>
                <a:path w="189229" h="106679" extrusionOk="0">
                  <a:moveTo>
                    <a:pt x="65150" y="97345"/>
                  </a:moveTo>
                  <a:lnTo>
                    <a:pt x="64008" y="97536"/>
                  </a:lnTo>
                  <a:lnTo>
                    <a:pt x="67056" y="100583"/>
                  </a:lnTo>
                  <a:lnTo>
                    <a:pt x="67056" y="97536"/>
                  </a:lnTo>
                  <a:lnTo>
                    <a:pt x="65150" y="97345"/>
                  </a:lnTo>
                  <a:close/>
                </a:path>
                <a:path w="189229" h="106679" extrusionOk="0">
                  <a:moveTo>
                    <a:pt x="170688" y="60960"/>
                  </a:moveTo>
                  <a:lnTo>
                    <a:pt x="164592" y="67055"/>
                  </a:lnTo>
                  <a:lnTo>
                    <a:pt x="137160" y="82295"/>
                  </a:lnTo>
                  <a:lnTo>
                    <a:pt x="100584" y="91439"/>
                  </a:lnTo>
                  <a:lnTo>
                    <a:pt x="65150" y="97345"/>
                  </a:lnTo>
                  <a:lnTo>
                    <a:pt x="67056" y="97536"/>
                  </a:lnTo>
                  <a:lnTo>
                    <a:pt x="67056" y="100583"/>
                  </a:lnTo>
                  <a:lnTo>
                    <a:pt x="103632" y="100583"/>
                  </a:lnTo>
                  <a:lnTo>
                    <a:pt x="140208" y="91439"/>
                  </a:lnTo>
                  <a:lnTo>
                    <a:pt x="167640" y="76200"/>
                  </a:lnTo>
                  <a:lnTo>
                    <a:pt x="179832" y="64007"/>
                  </a:lnTo>
                  <a:lnTo>
                    <a:pt x="173736" y="64007"/>
                  </a:lnTo>
                  <a:lnTo>
                    <a:pt x="170688" y="60960"/>
                  </a:lnTo>
                  <a:close/>
                </a:path>
                <a:path w="189229" h="106679" extrusionOk="0">
                  <a:moveTo>
                    <a:pt x="15240" y="82295"/>
                  </a:moveTo>
                  <a:lnTo>
                    <a:pt x="15240" y="88391"/>
                  </a:lnTo>
                  <a:lnTo>
                    <a:pt x="18287" y="85343"/>
                  </a:lnTo>
                  <a:lnTo>
                    <a:pt x="15240" y="82295"/>
                  </a:lnTo>
                  <a:close/>
                </a:path>
                <a:path w="189229" h="106679" extrusionOk="0">
                  <a:moveTo>
                    <a:pt x="15240" y="82295"/>
                  </a:moveTo>
                  <a:lnTo>
                    <a:pt x="18287" y="85343"/>
                  </a:lnTo>
                  <a:lnTo>
                    <a:pt x="15240" y="88391"/>
                  </a:lnTo>
                  <a:lnTo>
                    <a:pt x="24384" y="88391"/>
                  </a:lnTo>
                  <a:lnTo>
                    <a:pt x="15240" y="82295"/>
                  </a:lnTo>
                  <a:close/>
                </a:path>
                <a:path w="189229" h="106679" extrusionOk="0">
                  <a:moveTo>
                    <a:pt x="9144" y="60960"/>
                  </a:moveTo>
                  <a:lnTo>
                    <a:pt x="3048" y="60960"/>
                  </a:lnTo>
                  <a:lnTo>
                    <a:pt x="9144" y="64007"/>
                  </a:lnTo>
                  <a:lnTo>
                    <a:pt x="9144" y="60960"/>
                  </a:lnTo>
                  <a:close/>
                </a:path>
                <a:path w="189229" h="106679" extrusionOk="0">
                  <a:moveTo>
                    <a:pt x="10159" y="60960"/>
                  </a:moveTo>
                  <a:lnTo>
                    <a:pt x="9144" y="60960"/>
                  </a:lnTo>
                  <a:lnTo>
                    <a:pt x="9144" y="64007"/>
                  </a:lnTo>
                  <a:lnTo>
                    <a:pt x="10159" y="60960"/>
                  </a:lnTo>
                  <a:close/>
                </a:path>
                <a:path w="189229" h="106679" extrusionOk="0">
                  <a:moveTo>
                    <a:pt x="173736" y="57912"/>
                  </a:moveTo>
                  <a:lnTo>
                    <a:pt x="170688" y="60960"/>
                  </a:lnTo>
                  <a:lnTo>
                    <a:pt x="173736" y="64007"/>
                  </a:lnTo>
                  <a:lnTo>
                    <a:pt x="173736" y="57912"/>
                  </a:lnTo>
                  <a:close/>
                </a:path>
                <a:path w="189229" h="106679" extrusionOk="0">
                  <a:moveTo>
                    <a:pt x="183896" y="57912"/>
                  </a:moveTo>
                  <a:lnTo>
                    <a:pt x="173736" y="57912"/>
                  </a:lnTo>
                  <a:lnTo>
                    <a:pt x="173736" y="64007"/>
                  </a:lnTo>
                  <a:lnTo>
                    <a:pt x="179832" y="64007"/>
                  </a:lnTo>
                  <a:lnTo>
                    <a:pt x="183896" y="57912"/>
                  </a:lnTo>
                  <a:close/>
                </a:path>
                <a:path w="189229" h="106679" extrusionOk="0">
                  <a:moveTo>
                    <a:pt x="179832" y="42671"/>
                  </a:moveTo>
                  <a:lnTo>
                    <a:pt x="176784" y="51815"/>
                  </a:lnTo>
                  <a:lnTo>
                    <a:pt x="170687" y="60960"/>
                  </a:lnTo>
                  <a:lnTo>
                    <a:pt x="173736" y="57912"/>
                  </a:lnTo>
                  <a:lnTo>
                    <a:pt x="183896" y="57912"/>
                  </a:lnTo>
                  <a:lnTo>
                    <a:pt x="185928" y="54863"/>
                  </a:lnTo>
                  <a:lnTo>
                    <a:pt x="188975" y="45719"/>
                  </a:lnTo>
                  <a:lnTo>
                    <a:pt x="179832" y="45719"/>
                  </a:lnTo>
                  <a:lnTo>
                    <a:pt x="179832" y="42671"/>
                  </a:lnTo>
                  <a:close/>
                </a:path>
                <a:path w="189229" h="106679" extrusionOk="0">
                  <a:moveTo>
                    <a:pt x="15240" y="42671"/>
                  </a:moveTo>
                  <a:lnTo>
                    <a:pt x="15240" y="48767"/>
                  </a:lnTo>
                  <a:lnTo>
                    <a:pt x="18288" y="45719"/>
                  </a:lnTo>
                  <a:lnTo>
                    <a:pt x="15240" y="42671"/>
                  </a:lnTo>
                  <a:close/>
                </a:path>
                <a:path w="189229" h="106679" extrusionOk="0">
                  <a:moveTo>
                    <a:pt x="18288" y="45719"/>
                  </a:moveTo>
                  <a:lnTo>
                    <a:pt x="15240" y="48767"/>
                  </a:lnTo>
                  <a:lnTo>
                    <a:pt x="16256" y="48767"/>
                  </a:lnTo>
                  <a:lnTo>
                    <a:pt x="18288" y="45719"/>
                  </a:lnTo>
                  <a:close/>
                </a:path>
                <a:path w="189229" h="106679" extrusionOk="0">
                  <a:moveTo>
                    <a:pt x="21336" y="42671"/>
                  </a:moveTo>
                  <a:lnTo>
                    <a:pt x="15240"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4"/>
                  </a:lnTo>
                  <a:lnTo>
                    <a:pt x="176784" y="27431"/>
                  </a:lnTo>
                  <a:lnTo>
                    <a:pt x="179832" y="36575"/>
                  </a:lnTo>
                  <a:lnTo>
                    <a:pt x="179832" y="42671"/>
                  </a:lnTo>
                  <a:lnTo>
                    <a:pt x="185928" y="45719"/>
                  </a:lnTo>
                  <a:lnTo>
                    <a:pt x="188975" y="45719"/>
                  </a:lnTo>
                  <a:lnTo>
                    <a:pt x="188975" y="33527"/>
                  </a:lnTo>
                  <a:lnTo>
                    <a:pt x="185928" y="24384"/>
                  </a:lnTo>
                  <a:lnTo>
                    <a:pt x="179832" y="18287"/>
                  </a:lnTo>
                  <a:close/>
                </a:path>
                <a:path w="189229" h="106679" extrusionOk="0">
                  <a:moveTo>
                    <a:pt x="161544" y="6095"/>
                  </a:moveTo>
                  <a:lnTo>
                    <a:pt x="121920" y="6095"/>
                  </a:lnTo>
                  <a:lnTo>
                    <a:pt x="124968" y="9143"/>
                  </a:lnTo>
                  <a:lnTo>
                    <a:pt x="123305" y="9282"/>
                  </a:lnTo>
                  <a:lnTo>
                    <a:pt x="152400" y="12191"/>
                  </a:lnTo>
                  <a:lnTo>
                    <a:pt x="164592" y="18287"/>
                  </a:lnTo>
                  <a:lnTo>
                    <a:pt x="173736" y="24384"/>
                  </a:lnTo>
                  <a:lnTo>
                    <a:pt x="170687" y="21336"/>
                  </a:lnTo>
                  <a:lnTo>
                    <a:pt x="173736" y="18287"/>
                  </a:lnTo>
                  <a:lnTo>
                    <a:pt x="179832" y="18287"/>
                  </a:lnTo>
                  <a:lnTo>
                    <a:pt x="176784" y="15239"/>
                  </a:lnTo>
                  <a:lnTo>
                    <a:pt x="167640" y="9143"/>
                  </a:lnTo>
                  <a:lnTo>
                    <a:pt x="161544" y="6095"/>
                  </a:lnTo>
                  <a:close/>
                </a:path>
                <a:path w="189229" h="106679" extrusionOk="0">
                  <a:moveTo>
                    <a:pt x="173736" y="18287"/>
                  </a:moveTo>
                  <a:lnTo>
                    <a:pt x="170687" y="21336"/>
                  </a:lnTo>
                  <a:lnTo>
                    <a:pt x="173736" y="24384"/>
                  </a:lnTo>
                  <a:lnTo>
                    <a:pt x="173736" y="18287"/>
                  </a:lnTo>
                  <a:close/>
                </a:path>
                <a:path w="189229" h="106679" extrusionOk="0">
                  <a:moveTo>
                    <a:pt x="124968" y="0"/>
                  </a:moveTo>
                  <a:lnTo>
                    <a:pt x="121920" y="0"/>
                  </a:lnTo>
                  <a:lnTo>
                    <a:pt x="85344" y="3047"/>
                  </a:lnTo>
                  <a:lnTo>
                    <a:pt x="82296" y="6095"/>
                  </a:lnTo>
                  <a:lnTo>
                    <a:pt x="82296" y="9143"/>
                  </a:lnTo>
                  <a:lnTo>
                    <a:pt x="85344" y="12191"/>
                  </a:lnTo>
                  <a:lnTo>
                    <a:pt x="88392" y="12191"/>
                  </a:lnTo>
                  <a:lnTo>
                    <a:pt x="91440" y="9143"/>
                  </a:lnTo>
                  <a:lnTo>
                    <a:pt x="91440" y="6095"/>
                  </a:lnTo>
                  <a:lnTo>
                    <a:pt x="88392" y="3047"/>
                  </a:lnTo>
                  <a:lnTo>
                    <a:pt x="155448" y="3047"/>
                  </a:lnTo>
                  <a:lnTo>
                    <a:pt x="124968" y="0"/>
                  </a:lnTo>
                  <a:close/>
                </a:path>
                <a:path w="189229" h="106679" extrusionOk="0">
                  <a:moveTo>
                    <a:pt x="155448" y="3047"/>
                  </a:moveTo>
                  <a:lnTo>
                    <a:pt x="88392" y="3047"/>
                  </a:lnTo>
                  <a:lnTo>
                    <a:pt x="91440" y="6095"/>
                  </a:lnTo>
                  <a:lnTo>
                    <a:pt x="91440" y="9143"/>
                  </a:lnTo>
                  <a:lnTo>
                    <a:pt x="88392" y="12191"/>
                  </a:lnTo>
                  <a:lnTo>
                    <a:pt x="123305" y="9282"/>
                  </a:lnTo>
                  <a:lnTo>
                    <a:pt x="121920" y="9143"/>
                  </a:lnTo>
                  <a:lnTo>
                    <a:pt x="121920" y="6095"/>
                  </a:lnTo>
                  <a:lnTo>
                    <a:pt x="161544" y="6095"/>
                  </a:lnTo>
                  <a:lnTo>
                    <a:pt x="155448" y="3047"/>
                  </a:lnTo>
                  <a:close/>
                </a:path>
                <a:path w="189229" h="10667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79" name="Google Shape;1479;g2ff6f630c79_0_981"/>
            <p:cNvPicPr preferRelativeResize="0"/>
            <p:nvPr/>
          </p:nvPicPr>
          <p:blipFill rotWithShape="1">
            <a:blip r:embed="rId49">
              <a:alphaModFix/>
            </a:blip>
            <a:srcRect/>
            <a:stretch/>
          </p:blipFill>
          <p:spPr>
            <a:xfrm>
              <a:off x="6172200" y="4934711"/>
              <a:ext cx="182879" cy="94487"/>
            </a:xfrm>
            <a:prstGeom prst="rect">
              <a:avLst/>
            </a:prstGeom>
            <a:noFill/>
            <a:ln>
              <a:noFill/>
            </a:ln>
          </p:spPr>
        </p:pic>
        <p:pic>
          <p:nvPicPr>
            <p:cNvPr id="1480" name="Google Shape;1480;g2ff6f630c79_0_981"/>
            <p:cNvPicPr preferRelativeResize="0"/>
            <p:nvPr/>
          </p:nvPicPr>
          <p:blipFill rotWithShape="1">
            <a:blip r:embed="rId24">
              <a:alphaModFix/>
            </a:blip>
            <a:srcRect/>
            <a:stretch/>
          </p:blipFill>
          <p:spPr>
            <a:xfrm>
              <a:off x="6166103" y="4925567"/>
              <a:ext cx="188975" cy="106680"/>
            </a:xfrm>
            <a:prstGeom prst="rect">
              <a:avLst/>
            </a:prstGeom>
            <a:noFill/>
            <a:ln>
              <a:noFill/>
            </a:ln>
          </p:spPr>
        </p:pic>
        <p:pic>
          <p:nvPicPr>
            <p:cNvPr id="1481" name="Google Shape;1481;g2ff6f630c79_0_981"/>
            <p:cNvPicPr preferRelativeResize="0"/>
            <p:nvPr/>
          </p:nvPicPr>
          <p:blipFill rotWithShape="1">
            <a:blip r:embed="rId50">
              <a:alphaModFix/>
            </a:blip>
            <a:srcRect/>
            <a:stretch/>
          </p:blipFill>
          <p:spPr>
            <a:xfrm>
              <a:off x="6809232" y="4998720"/>
              <a:ext cx="185927" cy="94487"/>
            </a:xfrm>
            <a:prstGeom prst="rect">
              <a:avLst/>
            </a:prstGeom>
            <a:noFill/>
            <a:ln>
              <a:noFill/>
            </a:ln>
          </p:spPr>
        </p:pic>
        <p:pic>
          <p:nvPicPr>
            <p:cNvPr id="1482" name="Google Shape;1482;g2ff6f630c79_0_981"/>
            <p:cNvPicPr preferRelativeResize="0"/>
            <p:nvPr/>
          </p:nvPicPr>
          <p:blipFill rotWithShape="1">
            <a:blip r:embed="rId51">
              <a:alphaModFix/>
            </a:blip>
            <a:srcRect/>
            <a:stretch/>
          </p:blipFill>
          <p:spPr>
            <a:xfrm>
              <a:off x="6803135" y="4989576"/>
              <a:ext cx="192024" cy="106680"/>
            </a:xfrm>
            <a:prstGeom prst="rect">
              <a:avLst/>
            </a:prstGeom>
            <a:noFill/>
            <a:ln>
              <a:noFill/>
            </a:ln>
          </p:spPr>
        </p:pic>
        <p:pic>
          <p:nvPicPr>
            <p:cNvPr id="1483" name="Google Shape;1483;g2ff6f630c79_0_981"/>
            <p:cNvPicPr preferRelativeResize="0"/>
            <p:nvPr/>
          </p:nvPicPr>
          <p:blipFill rotWithShape="1">
            <a:blip r:embed="rId52">
              <a:alphaModFix/>
            </a:blip>
            <a:srcRect/>
            <a:stretch/>
          </p:blipFill>
          <p:spPr>
            <a:xfrm>
              <a:off x="7315200" y="5102352"/>
              <a:ext cx="182879" cy="94487"/>
            </a:xfrm>
            <a:prstGeom prst="rect">
              <a:avLst/>
            </a:prstGeom>
            <a:noFill/>
            <a:ln>
              <a:noFill/>
            </a:ln>
          </p:spPr>
        </p:pic>
        <p:pic>
          <p:nvPicPr>
            <p:cNvPr id="1484" name="Google Shape;1484;g2ff6f630c79_0_981"/>
            <p:cNvPicPr preferRelativeResize="0"/>
            <p:nvPr/>
          </p:nvPicPr>
          <p:blipFill rotWithShape="1">
            <a:blip r:embed="rId15">
              <a:alphaModFix/>
            </a:blip>
            <a:srcRect/>
            <a:stretch/>
          </p:blipFill>
          <p:spPr>
            <a:xfrm>
              <a:off x="7309103" y="5093208"/>
              <a:ext cx="188975" cy="106680"/>
            </a:xfrm>
            <a:prstGeom prst="rect">
              <a:avLst/>
            </a:prstGeom>
            <a:noFill/>
            <a:ln>
              <a:noFill/>
            </a:ln>
          </p:spPr>
        </p:pic>
        <p:pic>
          <p:nvPicPr>
            <p:cNvPr id="1485" name="Google Shape;1485;g2ff6f630c79_0_981"/>
            <p:cNvPicPr preferRelativeResize="0"/>
            <p:nvPr/>
          </p:nvPicPr>
          <p:blipFill rotWithShape="1">
            <a:blip r:embed="rId53">
              <a:alphaModFix/>
            </a:blip>
            <a:srcRect/>
            <a:stretch/>
          </p:blipFill>
          <p:spPr>
            <a:xfrm>
              <a:off x="8119871" y="5239511"/>
              <a:ext cx="182879" cy="94487"/>
            </a:xfrm>
            <a:prstGeom prst="rect">
              <a:avLst/>
            </a:prstGeom>
            <a:noFill/>
            <a:ln>
              <a:noFill/>
            </a:ln>
          </p:spPr>
        </p:pic>
        <p:pic>
          <p:nvPicPr>
            <p:cNvPr id="1486" name="Google Shape;1486;g2ff6f630c79_0_981"/>
            <p:cNvPicPr preferRelativeResize="0"/>
            <p:nvPr/>
          </p:nvPicPr>
          <p:blipFill rotWithShape="1">
            <a:blip r:embed="rId24">
              <a:alphaModFix/>
            </a:blip>
            <a:srcRect/>
            <a:stretch/>
          </p:blipFill>
          <p:spPr>
            <a:xfrm>
              <a:off x="8113776" y="5230367"/>
              <a:ext cx="188975" cy="106680"/>
            </a:xfrm>
            <a:prstGeom prst="rect">
              <a:avLst/>
            </a:prstGeom>
            <a:noFill/>
            <a:ln>
              <a:noFill/>
            </a:ln>
          </p:spPr>
        </p:pic>
        <p:pic>
          <p:nvPicPr>
            <p:cNvPr id="1487" name="Google Shape;1487;g2ff6f630c79_0_981"/>
            <p:cNvPicPr preferRelativeResize="0"/>
            <p:nvPr/>
          </p:nvPicPr>
          <p:blipFill rotWithShape="1">
            <a:blip r:embed="rId54">
              <a:alphaModFix/>
            </a:blip>
            <a:srcRect/>
            <a:stretch/>
          </p:blipFill>
          <p:spPr>
            <a:xfrm>
              <a:off x="8805671" y="5178552"/>
              <a:ext cx="182879" cy="94487"/>
            </a:xfrm>
            <a:prstGeom prst="rect">
              <a:avLst/>
            </a:prstGeom>
            <a:noFill/>
            <a:ln>
              <a:noFill/>
            </a:ln>
          </p:spPr>
        </p:pic>
        <p:pic>
          <p:nvPicPr>
            <p:cNvPr id="1488" name="Google Shape;1488;g2ff6f630c79_0_981"/>
            <p:cNvPicPr preferRelativeResize="0"/>
            <p:nvPr/>
          </p:nvPicPr>
          <p:blipFill rotWithShape="1">
            <a:blip r:embed="rId15">
              <a:alphaModFix/>
            </a:blip>
            <a:srcRect/>
            <a:stretch/>
          </p:blipFill>
          <p:spPr>
            <a:xfrm>
              <a:off x="8799576" y="5169408"/>
              <a:ext cx="188975" cy="106680"/>
            </a:xfrm>
            <a:prstGeom prst="rect">
              <a:avLst/>
            </a:prstGeom>
            <a:noFill/>
            <a:ln>
              <a:noFill/>
            </a:ln>
          </p:spPr>
        </p:pic>
        <p:pic>
          <p:nvPicPr>
            <p:cNvPr id="1489" name="Google Shape;1489;g2ff6f630c79_0_981"/>
            <p:cNvPicPr preferRelativeResize="0"/>
            <p:nvPr/>
          </p:nvPicPr>
          <p:blipFill rotWithShape="1">
            <a:blip r:embed="rId55">
              <a:alphaModFix/>
            </a:blip>
            <a:srcRect/>
            <a:stretch/>
          </p:blipFill>
          <p:spPr>
            <a:xfrm>
              <a:off x="8424671" y="4645152"/>
              <a:ext cx="182879" cy="94487"/>
            </a:xfrm>
            <a:prstGeom prst="rect">
              <a:avLst/>
            </a:prstGeom>
            <a:noFill/>
            <a:ln>
              <a:noFill/>
            </a:ln>
          </p:spPr>
        </p:pic>
        <p:pic>
          <p:nvPicPr>
            <p:cNvPr id="1490" name="Google Shape;1490;g2ff6f630c79_0_981"/>
            <p:cNvPicPr preferRelativeResize="0"/>
            <p:nvPr/>
          </p:nvPicPr>
          <p:blipFill rotWithShape="1">
            <a:blip r:embed="rId15">
              <a:alphaModFix/>
            </a:blip>
            <a:srcRect/>
            <a:stretch/>
          </p:blipFill>
          <p:spPr>
            <a:xfrm>
              <a:off x="8418576" y="4636008"/>
              <a:ext cx="188975" cy="106680"/>
            </a:xfrm>
            <a:prstGeom prst="rect">
              <a:avLst/>
            </a:prstGeom>
            <a:noFill/>
            <a:ln>
              <a:noFill/>
            </a:ln>
          </p:spPr>
        </p:pic>
        <p:pic>
          <p:nvPicPr>
            <p:cNvPr id="1491" name="Google Shape;1491;g2ff6f630c79_0_981"/>
            <p:cNvPicPr preferRelativeResize="0"/>
            <p:nvPr/>
          </p:nvPicPr>
          <p:blipFill rotWithShape="1">
            <a:blip r:embed="rId56">
              <a:alphaModFix/>
            </a:blip>
            <a:srcRect/>
            <a:stretch/>
          </p:blipFill>
          <p:spPr>
            <a:xfrm>
              <a:off x="7924800" y="4340352"/>
              <a:ext cx="182879" cy="94487"/>
            </a:xfrm>
            <a:prstGeom prst="rect">
              <a:avLst/>
            </a:prstGeom>
            <a:noFill/>
            <a:ln>
              <a:noFill/>
            </a:ln>
          </p:spPr>
        </p:pic>
        <p:pic>
          <p:nvPicPr>
            <p:cNvPr id="1492" name="Google Shape;1492;g2ff6f630c79_0_981"/>
            <p:cNvPicPr preferRelativeResize="0"/>
            <p:nvPr/>
          </p:nvPicPr>
          <p:blipFill rotWithShape="1">
            <a:blip r:embed="rId15">
              <a:alphaModFix/>
            </a:blip>
            <a:srcRect/>
            <a:stretch/>
          </p:blipFill>
          <p:spPr>
            <a:xfrm>
              <a:off x="7918704" y="4331208"/>
              <a:ext cx="188975" cy="106679"/>
            </a:xfrm>
            <a:prstGeom prst="rect">
              <a:avLst/>
            </a:prstGeom>
            <a:noFill/>
            <a:ln>
              <a:noFill/>
            </a:ln>
          </p:spPr>
        </p:pic>
        <p:pic>
          <p:nvPicPr>
            <p:cNvPr id="1493" name="Google Shape;1493;g2ff6f630c79_0_981"/>
            <p:cNvPicPr preferRelativeResize="0"/>
            <p:nvPr/>
          </p:nvPicPr>
          <p:blipFill rotWithShape="1">
            <a:blip r:embed="rId57">
              <a:alphaModFix/>
            </a:blip>
            <a:srcRect/>
            <a:stretch/>
          </p:blipFill>
          <p:spPr>
            <a:xfrm>
              <a:off x="7086600" y="3883152"/>
              <a:ext cx="182879" cy="94487"/>
            </a:xfrm>
            <a:prstGeom prst="rect">
              <a:avLst/>
            </a:prstGeom>
            <a:noFill/>
            <a:ln>
              <a:noFill/>
            </a:ln>
          </p:spPr>
        </p:pic>
        <p:pic>
          <p:nvPicPr>
            <p:cNvPr id="1494" name="Google Shape;1494;g2ff6f630c79_0_981"/>
            <p:cNvPicPr preferRelativeResize="0"/>
            <p:nvPr/>
          </p:nvPicPr>
          <p:blipFill rotWithShape="1">
            <a:blip r:embed="rId15">
              <a:alphaModFix/>
            </a:blip>
            <a:srcRect/>
            <a:stretch/>
          </p:blipFill>
          <p:spPr>
            <a:xfrm>
              <a:off x="7080503" y="3874008"/>
              <a:ext cx="188975" cy="106679"/>
            </a:xfrm>
            <a:prstGeom prst="rect">
              <a:avLst/>
            </a:prstGeom>
            <a:noFill/>
            <a:ln>
              <a:noFill/>
            </a:ln>
          </p:spPr>
        </p:pic>
        <p:pic>
          <p:nvPicPr>
            <p:cNvPr id="1495" name="Google Shape;1495;g2ff6f630c79_0_981"/>
            <p:cNvPicPr preferRelativeResize="0"/>
            <p:nvPr/>
          </p:nvPicPr>
          <p:blipFill rotWithShape="1">
            <a:blip r:embed="rId58">
              <a:alphaModFix/>
            </a:blip>
            <a:srcRect/>
            <a:stretch/>
          </p:blipFill>
          <p:spPr>
            <a:xfrm>
              <a:off x="7772400" y="4873752"/>
              <a:ext cx="182879" cy="94487"/>
            </a:xfrm>
            <a:prstGeom prst="rect">
              <a:avLst/>
            </a:prstGeom>
            <a:noFill/>
            <a:ln>
              <a:noFill/>
            </a:ln>
          </p:spPr>
        </p:pic>
        <p:pic>
          <p:nvPicPr>
            <p:cNvPr id="1496" name="Google Shape;1496;g2ff6f630c79_0_981"/>
            <p:cNvPicPr preferRelativeResize="0"/>
            <p:nvPr/>
          </p:nvPicPr>
          <p:blipFill rotWithShape="1">
            <a:blip r:embed="rId15">
              <a:alphaModFix/>
            </a:blip>
            <a:srcRect/>
            <a:stretch/>
          </p:blipFill>
          <p:spPr>
            <a:xfrm>
              <a:off x="7766304" y="4864608"/>
              <a:ext cx="188975" cy="106680"/>
            </a:xfrm>
            <a:prstGeom prst="rect">
              <a:avLst/>
            </a:prstGeom>
            <a:noFill/>
            <a:ln>
              <a:noFill/>
            </a:ln>
          </p:spPr>
        </p:pic>
        <p:pic>
          <p:nvPicPr>
            <p:cNvPr id="1497" name="Google Shape;1497;g2ff6f630c79_0_981"/>
            <p:cNvPicPr preferRelativeResize="0"/>
            <p:nvPr/>
          </p:nvPicPr>
          <p:blipFill rotWithShape="1">
            <a:blip r:embed="rId59">
              <a:alphaModFix/>
            </a:blip>
            <a:srcRect/>
            <a:stretch/>
          </p:blipFill>
          <p:spPr>
            <a:xfrm>
              <a:off x="6781800" y="4187952"/>
              <a:ext cx="182879" cy="94487"/>
            </a:xfrm>
            <a:prstGeom prst="rect">
              <a:avLst/>
            </a:prstGeom>
            <a:noFill/>
            <a:ln>
              <a:noFill/>
            </a:ln>
          </p:spPr>
        </p:pic>
        <p:pic>
          <p:nvPicPr>
            <p:cNvPr id="1498" name="Google Shape;1498;g2ff6f630c79_0_981"/>
            <p:cNvPicPr preferRelativeResize="0"/>
            <p:nvPr/>
          </p:nvPicPr>
          <p:blipFill rotWithShape="1">
            <a:blip r:embed="rId15">
              <a:alphaModFix/>
            </a:blip>
            <a:srcRect/>
            <a:stretch/>
          </p:blipFill>
          <p:spPr>
            <a:xfrm>
              <a:off x="6775703" y="4178808"/>
              <a:ext cx="188975" cy="106679"/>
            </a:xfrm>
            <a:prstGeom prst="rect">
              <a:avLst/>
            </a:prstGeom>
            <a:noFill/>
            <a:ln>
              <a:noFill/>
            </a:ln>
          </p:spPr>
        </p:pic>
        <p:pic>
          <p:nvPicPr>
            <p:cNvPr id="1499" name="Google Shape;1499;g2ff6f630c79_0_981"/>
            <p:cNvPicPr preferRelativeResize="0"/>
            <p:nvPr/>
          </p:nvPicPr>
          <p:blipFill rotWithShape="1">
            <a:blip r:embed="rId60">
              <a:alphaModFix/>
            </a:blip>
            <a:srcRect/>
            <a:stretch/>
          </p:blipFill>
          <p:spPr>
            <a:xfrm>
              <a:off x="7696200" y="3806952"/>
              <a:ext cx="182879" cy="94487"/>
            </a:xfrm>
            <a:prstGeom prst="rect">
              <a:avLst/>
            </a:prstGeom>
            <a:noFill/>
            <a:ln>
              <a:noFill/>
            </a:ln>
          </p:spPr>
        </p:pic>
        <p:pic>
          <p:nvPicPr>
            <p:cNvPr id="1500" name="Google Shape;1500;g2ff6f630c79_0_981"/>
            <p:cNvPicPr preferRelativeResize="0"/>
            <p:nvPr/>
          </p:nvPicPr>
          <p:blipFill rotWithShape="1">
            <a:blip r:embed="rId15">
              <a:alphaModFix/>
            </a:blip>
            <a:srcRect/>
            <a:stretch/>
          </p:blipFill>
          <p:spPr>
            <a:xfrm>
              <a:off x="7690104" y="3797808"/>
              <a:ext cx="188975" cy="106679"/>
            </a:xfrm>
            <a:prstGeom prst="rect">
              <a:avLst/>
            </a:prstGeom>
            <a:noFill/>
            <a:ln>
              <a:noFill/>
            </a:ln>
          </p:spPr>
        </p:pic>
        <p:pic>
          <p:nvPicPr>
            <p:cNvPr id="1501" name="Google Shape;1501;g2ff6f630c79_0_981"/>
            <p:cNvPicPr preferRelativeResize="0"/>
            <p:nvPr/>
          </p:nvPicPr>
          <p:blipFill rotWithShape="1">
            <a:blip r:embed="rId61">
              <a:alphaModFix/>
            </a:blip>
            <a:srcRect/>
            <a:stretch/>
          </p:blipFill>
          <p:spPr>
            <a:xfrm>
              <a:off x="7510271" y="5468111"/>
              <a:ext cx="182879" cy="94487"/>
            </a:xfrm>
            <a:prstGeom prst="rect">
              <a:avLst/>
            </a:prstGeom>
            <a:noFill/>
            <a:ln>
              <a:noFill/>
            </a:ln>
          </p:spPr>
        </p:pic>
        <p:pic>
          <p:nvPicPr>
            <p:cNvPr id="1502" name="Google Shape;1502;g2ff6f630c79_0_981"/>
            <p:cNvPicPr preferRelativeResize="0"/>
            <p:nvPr/>
          </p:nvPicPr>
          <p:blipFill rotWithShape="1">
            <a:blip r:embed="rId24">
              <a:alphaModFix/>
            </a:blip>
            <a:srcRect/>
            <a:stretch/>
          </p:blipFill>
          <p:spPr>
            <a:xfrm>
              <a:off x="7504176" y="5458967"/>
              <a:ext cx="188975" cy="106680"/>
            </a:xfrm>
            <a:prstGeom prst="rect">
              <a:avLst/>
            </a:prstGeom>
            <a:noFill/>
            <a:ln>
              <a:noFill/>
            </a:ln>
          </p:spPr>
        </p:pic>
        <p:sp>
          <p:nvSpPr>
            <p:cNvPr id="1503" name="Google Shape;1503;g2ff6f630c79_0_981"/>
            <p:cNvSpPr/>
            <p:nvPr/>
          </p:nvSpPr>
          <p:spPr>
            <a:xfrm>
              <a:off x="5745479" y="4386072"/>
              <a:ext cx="716279" cy="451485"/>
            </a:xfrm>
            <a:custGeom>
              <a:avLst/>
              <a:gdLst/>
              <a:ahLst/>
              <a:cxnLst/>
              <a:rect l="l" t="t" r="r" b="b"/>
              <a:pathLst>
                <a:path w="716279" h="451485" extrusionOk="0">
                  <a:moveTo>
                    <a:pt x="5225" y="298703"/>
                  </a:moveTo>
                  <a:lnTo>
                    <a:pt x="3048" y="298703"/>
                  </a:lnTo>
                  <a:lnTo>
                    <a:pt x="9144" y="316991"/>
                  </a:lnTo>
                  <a:lnTo>
                    <a:pt x="9144" y="323088"/>
                  </a:lnTo>
                  <a:lnTo>
                    <a:pt x="18287" y="341375"/>
                  </a:lnTo>
                  <a:lnTo>
                    <a:pt x="24384" y="347471"/>
                  </a:lnTo>
                  <a:lnTo>
                    <a:pt x="36575" y="365759"/>
                  </a:lnTo>
                  <a:lnTo>
                    <a:pt x="51816" y="381000"/>
                  </a:lnTo>
                  <a:lnTo>
                    <a:pt x="57912" y="384047"/>
                  </a:lnTo>
                  <a:lnTo>
                    <a:pt x="94487" y="411479"/>
                  </a:lnTo>
                  <a:lnTo>
                    <a:pt x="143256" y="432815"/>
                  </a:lnTo>
                  <a:lnTo>
                    <a:pt x="198120" y="445007"/>
                  </a:lnTo>
                  <a:lnTo>
                    <a:pt x="204216" y="445007"/>
                  </a:lnTo>
                  <a:lnTo>
                    <a:pt x="265175" y="451103"/>
                  </a:lnTo>
                  <a:lnTo>
                    <a:pt x="329184" y="448055"/>
                  </a:lnTo>
                  <a:lnTo>
                    <a:pt x="338328" y="448055"/>
                  </a:lnTo>
                  <a:lnTo>
                    <a:pt x="405384" y="438911"/>
                  </a:lnTo>
                  <a:lnTo>
                    <a:pt x="434122" y="429767"/>
                  </a:lnTo>
                  <a:lnTo>
                    <a:pt x="329184" y="429767"/>
                  </a:lnTo>
                  <a:lnTo>
                    <a:pt x="328168" y="426719"/>
                  </a:lnTo>
                  <a:lnTo>
                    <a:pt x="204216" y="426719"/>
                  </a:lnTo>
                  <a:lnTo>
                    <a:pt x="204216" y="406400"/>
                  </a:lnTo>
                  <a:lnTo>
                    <a:pt x="158496" y="396239"/>
                  </a:lnTo>
                  <a:lnTo>
                    <a:pt x="109728" y="374903"/>
                  </a:lnTo>
                  <a:lnTo>
                    <a:pt x="97536" y="365759"/>
                  </a:lnTo>
                  <a:lnTo>
                    <a:pt x="64008" y="365759"/>
                  </a:lnTo>
                  <a:lnTo>
                    <a:pt x="73151" y="347471"/>
                  </a:lnTo>
                  <a:lnTo>
                    <a:pt x="64008" y="338327"/>
                  </a:lnTo>
                  <a:lnTo>
                    <a:pt x="61975" y="335279"/>
                  </a:lnTo>
                  <a:lnTo>
                    <a:pt x="36575" y="335279"/>
                  </a:lnTo>
                  <a:lnTo>
                    <a:pt x="51816" y="320039"/>
                  </a:lnTo>
                  <a:lnTo>
                    <a:pt x="50292" y="316991"/>
                  </a:lnTo>
                  <a:lnTo>
                    <a:pt x="27432" y="316991"/>
                  </a:lnTo>
                  <a:lnTo>
                    <a:pt x="45720" y="307847"/>
                  </a:lnTo>
                  <a:lnTo>
                    <a:pt x="44704" y="304800"/>
                  </a:lnTo>
                  <a:lnTo>
                    <a:pt x="6096" y="304800"/>
                  </a:lnTo>
                  <a:lnTo>
                    <a:pt x="5225" y="298703"/>
                  </a:lnTo>
                  <a:close/>
                </a:path>
                <a:path w="716279" h="451485" extrusionOk="0">
                  <a:moveTo>
                    <a:pt x="329184" y="410648"/>
                  </a:moveTo>
                  <a:lnTo>
                    <a:pt x="323088" y="411479"/>
                  </a:lnTo>
                  <a:lnTo>
                    <a:pt x="329184" y="429767"/>
                  </a:lnTo>
                  <a:lnTo>
                    <a:pt x="329184" y="410648"/>
                  </a:lnTo>
                  <a:close/>
                </a:path>
                <a:path w="716279" h="451485" extrusionOk="0">
                  <a:moveTo>
                    <a:pt x="564218" y="329522"/>
                  </a:moveTo>
                  <a:lnTo>
                    <a:pt x="518160" y="356615"/>
                  </a:lnTo>
                  <a:lnTo>
                    <a:pt x="457200" y="381000"/>
                  </a:lnTo>
                  <a:lnTo>
                    <a:pt x="390144" y="402335"/>
                  </a:lnTo>
                  <a:lnTo>
                    <a:pt x="329184" y="410648"/>
                  </a:lnTo>
                  <a:lnTo>
                    <a:pt x="329184" y="429767"/>
                  </a:lnTo>
                  <a:lnTo>
                    <a:pt x="434122" y="429767"/>
                  </a:lnTo>
                  <a:lnTo>
                    <a:pt x="472440" y="417575"/>
                  </a:lnTo>
                  <a:lnTo>
                    <a:pt x="533400" y="393191"/>
                  </a:lnTo>
                  <a:lnTo>
                    <a:pt x="585216" y="362711"/>
                  </a:lnTo>
                  <a:lnTo>
                    <a:pt x="591312" y="356615"/>
                  </a:lnTo>
                  <a:lnTo>
                    <a:pt x="607937" y="344423"/>
                  </a:lnTo>
                  <a:lnTo>
                    <a:pt x="579120" y="344423"/>
                  </a:lnTo>
                  <a:lnTo>
                    <a:pt x="564218" y="329522"/>
                  </a:lnTo>
                  <a:close/>
                </a:path>
                <a:path w="716279" h="451485" extrusionOk="0">
                  <a:moveTo>
                    <a:pt x="204216" y="406400"/>
                  </a:moveTo>
                  <a:lnTo>
                    <a:pt x="204216" y="426719"/>
                  </a:lnTo>
                  <a:lnTo>
                    <a:pt x="213360" y="408431"/>
                  </a:lnTo>
                  <a:lnTo>
                    <a:pt x="204216" y="406400"/>
                  </a:lnTo>
                  <a:close/>
                </a:path>
                <a:path w="716279" h="451485" extrusionOk="0">
                  <a:moveTo>
                    <a:pt x="204216" y="405383"/>
                  </a:moveTo>
                  <a:lnTo>
                    <a:pt x="204216" y="406400"/>
                  </a:lnTo>
                  <a:lnTo>
                    <a:pt x="213360" y="408431"/>
                  </a:lnTo>
                  <a:lnTo>
                    <a:pt x="204216" y="426719"/>
                  </a:lnTo>
                  <a:lnTo>
                    <a:pt x="328168" y="426719"/>
                  </a:lnTo>
                  <a:lnTo>
                    <a:pt x="323088" y="411479"/>
                  </a:lnTo>
                  <a:lnTo>
                    <a:pt x="265175" y="411479"/>
                  </a:lnTo>
                  <a:lnTo>
                    <a:pt x="204216" y="405383"/>
                  </a:lnTo>
                  <a:close/>
                </a:path>
                <a:path w="716279" h="451485" extrusionOk="0">
                  <a:moveTo>
                    <a:pt x="329184" y="408431"/>
                  </a:moveTo>
                  <a:lnTo>
                    <a:pt x="265175" y="411479"/>
                  </a:lnTo>
                  <a:lnTo>
                    <a:pt x="323088" y="411479"/>
                  </a:lnTo>
                  <a:lnTo>
                    <a:pt x="329184" y="410648"/>
                  </a:lnTo>
                  <a:lnTo>
                    <a:pt x="329184" y="408431"/>
                  </a:lnTo>
                  <a:close/>
                </a:path>
                <a:path w="716279" h="451485" extrusionOk="0">
                  <a:moveTo>
                    <a:pt x="73151" y="347471"/>
                  </a:moveTo>
                  <a:lnTo>
                    <a:pt x="64008" y="365759"/>
                  </a:lnTo>
                  <a:lnTo>
                    <a:pt x="79248" y="353567"/>
                  </a:lnTo>
                  <a:lnTo>
                    <a:pt x="73151" y="347471"/>
                  </a:lnTo>
                  <a:close/>
                </a:path>
                <a:path w="716279" h="451485" extrusionOk="0">
                  <a:moveTo>
                    <a:pt x="73152" y="347471"/>
                  </a:moveTo>
                  <a:lnTo>
                    <a:pt x="79248" y="353567"/>
                  </a:lnTo>
                  <a:lnTo>
                    <a:pt x="64008" y="365759"/>
                  </a:lnTo>
                  <a:lnTo>
                    <a:pt x="97536" y="365759"/>
                  </a:lnTo>
                  <a:lnTo>
                    <a:pt x="73152" y="347471"/>
                  </a:lnTo>
                  <a:close/>
                </a:path>
                <a:path w="716279" h="451485" extrusionOk="0">
                  <a:moveTo>
                    <a:pt x="569976" y="326135"/>
                  </a:moveTo>
                  <a:lnTo>
                    <a:pt x="564218" y="329522"/>
                  </a:lnTo>
                  <a:lnTo>
                    <a:pt x="579120" y="344423"/>
                  </a:lnTo>
                  <a:lnTo>
                    <a:pt x="569976" y="326135"/>
                  </a:lnTo>
                  <a:close/>
                </a:path>
                <a:path w="716279" h="451485" extrusionOk="0">
                  <a:moveTo>
                    <a:pt x="632875" y="326135"/>
                  </a:moveTo>
                  <a:lnTo>
                    <a:pt x="569976" y="326135"/>
                  </a:lnTo>
                  <a:lnTo>
                    <a:pt x="579120" y="344423"/>
                  </a:lnTo>
                  <a:lnTo>
                    <a:pt x="607937" y="344423"/>
                  </a:lnTo>
                  <a:lnTo>
                    <a:pt x="632875" y="326135"/>
                  </a:lnTo>
                  <a:close/>
                </a:path>
                <a:path w="716279" h="451485" extrusionOk="0">
                  <a:moveTo>
                    <a:pt x="51816" y="320039"/>
                  </a:moveTo>
                  <a:lnTo>
                    <a:pt x="36575" y="335279"/>
                  </a:lnTo>
                  <a:lnTo>
                    <a:pt x="54864" y="326135"/>
                  </a:lnTo>
                  <a:lnTo>
                    <a:pt x="51816" y="320039"/>
                  </a:lnTo>
                  <a:close/>
                </a:path>
                <a:path w="716279" h="451485" extrusionOk="0">
                  <a:moveTo>
                    <a:pt x="51816" y="320039"/>
                  </a:moveTo>
                  <a:lnTo>
                    <a:pt x="54864" y="326135"/>
                  </a:lnTo>
                  <a:lnTo>
                    <a:pt x="36575" y="335279"/>
                  </a:lnTo>
                  <a:lnTo>
                    <a:pt x="61975" y="335279"/>
                  </a:lnTo>
                  <a:lnTo>
                    <a:pt x="51816" y="320039"/>
                  </a:lnTo>
                  <a:close/>
                </a:path>
                <a:path w="716279" h="451485" extrusionOk="0">
                  <a:moveTo>
                    <a:pt x="640080" y="265175"/>
                  </a:moveTo>
                  <a:lnTo>
                    <a:pt x="609600" y="295655"/>
                  </a:lnTo>
                  <a:lnTo>
                    <a:pt x="563880" y="329183"/>
                  </a:lnTo>
                  <a:lnTo>
                    <a:pt x="564218" y="329522"/>
                  </a:lnTo>
                  <a:lnTo>
                    <a:pt x="569976" y="326135"/>
                  </a:lnTo>
                  <a:lnTo>
                    <a:pt x="632875" y="326135"/>
                  </a:lnTo>
                  <a:lnTo>
                    <a:pt x="637032" y="323088"/>
                  </a:lnTo>
                  <a:lnTo>
                    <a:pt x="673608" y="286511"/>
                  </a:lnTo>
                  <a:lnTo>
                    <a:pt x="676656" y="280415"/>
                  </a:lnTo>
                  <a:lnTo>
                    <a:pt x="682283" y="271271"/>
                  </a:lnTo>
                  <a:lnTo>
                    <a:pt x="658368" y="271271"/>
                  </a:lnTo>
                  <a:lnTo>
                    <a:pt x="640080" y="265175"/>
                  </a:lnTo>
                  <a:close/>
                </a:path>
                <a:path w="716279" h="451485" extrusionOk="0">
                  <a:moveTo>
                    <a:pt x="45720" y="307847"/>
                  </a:moveTo>
                  <a:lnTo>
                    <a:pt x="27432" y="316991"/>
                  </a:lnTo>
                  <a:lnTo>
                    <a:pt x="48768" y="316991"/>
                  </a:lnTo>
                  <a:lnTo>
                    <a:pt x="45720" y="307847"/>
                  </a:lnTo>
                  <a:close/>
                </a:path>
                <a:path w="716279" h="451485" extrusionOk="0">
                  <a:moveTo>
                    <a:pt x="45720" y="307847"/>
                  </a:moveTo>
                  <a:lnTo>
                    <a:pt x="48768" y="316991"/>
                  </a:lnTo>
                  <a:lnTo>
                    <a:pt x="50292" y="316991"/>
                  </a:lnTo>
                  <a:lnTo>
                    <a:pt x="45720" y="307847"/>
                  </a:lnTo>
                  <a:close/>
                </a:path>
                <a:path w="716279" h="451485" extrusionOk="0">
                  <a:moveTo>
                    <a:pt x="307848" y="15239"/>
                  </a:moveTo>
                  <a:lnTo>
                    <a:pt x="240792" y="33527"/>
                  </a:lnTo>
                  <a:lnTo>
                    <a:pt x="179832" y="57912"/>
                  </a:lnTo>
                  <a:lnTo>
                    <a:pt x="128016" y="88391"/>
                  </a:lnTo>
                  <a:lnTo>
                    <a:pt x="121920" y="91439"/>
                  </a:lnTo>
                  <a:lnTo>
                    <a:pt x="76200" y="124967"/>
                  </a:lnTo>
                  <a:lnTo>
                    <a:pt x="42672" y="164591"/>
                  </a:lnTo>
                  <a:lnTo>
                    <a:pt x="15240" y="210311"/>
                  </a:lnTo>
                  <a:lnTo>
                    <a:pt x="6096" y="228600"/>
                  </a:lnTo>
                  <a:lnTo>
                    <a:pt x="3048" y="249935"/>
                  </a:lnTo>
                  <a:lnTo>
                    <a:pt x="0" y="256031"/>
                  </a:lnTo>
                  <a:lnTo>
                    <a:pt x="0" y="277367"/>
                  </a:lnTo>
                  <a:lnTo>
                    <a:pt x="3048" y="283463"/>
                  </a:lnTo>
                  <a:lnTo>
                    <a:pt x="6096" y="304800"/>
                  </a:lnTo>
                  <a:lnTo>
                    <a:pt x="24384" y="298703"/>
                  </a:lnTo>
                  <a:lnTo>
                    <a:pt x="42672" y="298703"/>
                  </a:lnTo>
                  <a:lnTo>
                    <a:pt x="42672" y="289559"/>
                  </a:lnTo>
                  <a:lnTo>
                    <a:pt x="40930" y="277367"/>
                  </a:lnTo>
                  <a:lnTo>
                    <a:pt x="21336" y="277367"/>
                  </a:lnTo>
                  <a:lnTo>
                    <a:pt x="39624" y="268223"/>
                  </a:lnTo>
                  <a:lnTo>
                    <a:pt x="39624" y="265175"/>
                  </a:lnTo>
                  <a:lnTo>
                    <a:pt x="21336" y="256031"/>
                  </a:lnTo>
                  <a:lnTo>
                    <a:pt x="40930" y="256031"/>
                  </a:lnTo>
                  <a:lnTo>
                    <a:pt x="42672" y="243839"/>
                  </a:lnTo>
                  <a:lnTo>
                    <a:pt x="51816" y="225551"/>
                  </a:lnTo>
                  <a:lnTo>
                    <a:pt x="58347" y="210311"/>
                  </a:lnTo>
                  <a:lnTo>
                    <a:pt x="54864" y="210311"/>
                  </a:lnTo>
                  <a:lnTo>
                    <a:pt x="42672" y="195071"/>
                  </a:lnTo>
                  <a:lnTo>
                    <a:pt x="67564" y="195071"/>
                  </a:lnTo>
                  <a:lnTo>
                    <a:pt x="70104" y="192023"/>
                  </a:lnTo>
                  <a:lnTo>
                    <a:pt x="103632" y="152400"/>
                  </a:lnTo>
                  <a:lnTo>
                    <a:pt x="142661" y="123778"/>
                  </a:lnTo>
                  <a:lnTo>
                    <a:pt x="134112" y="106679"/>
                  </a:lnTo>
                  <a:lnTo>
                    <a:pt x="174345" y="106679"/>
                  </a:lnTo>
                  <a:lnTo>
                    <a:pt x="195072" y="94487"/>
                  </a:lnTo>
                  <a:lnTo>
                    <a:pt x="256032" y="70103"/>
                  </a:lnTo>
                  <a:lnTo>
                    <a:pt x="323088" y="51815"/>
                  </a:lnTo>
                  <a:lnTo>
                    <a:pt x="316992" y="51815"/>
                  </a:lnTo>
                  <a:lnTo>
                    <a:pt x="307848" y="48767"/>
                  </a:lnTo>
                  <a:lnTo>
                    <a:pt x="301752" y="45719"/>
                  </a:lnTo>
                  <a:lnTo>
                    <a:pt x="295656" y="33527"/>
                  </a:lnTo>
                  <a:lnTo>
                    <a:pt x="298704" y="24383"/>
                  </a:lnTo>
                  <a:lnTo>
                    <a:pt x="301752" y="18287"/>
                  </a:lnTo>
                  <a:lnTo>
                    <a:pt x="307848" y="15239"/>
                  </a:lnTo>
                  <a:close/>
                </a:path>
                <a:path w="716279" h="451485" extrusionOk="0">
                  <a:moveTo>
                    <a:pt x="42672" y="298703"/>
                  </a:moveTo>
                  <a:lnTo>
                    <a:pt x="24384" y="298703"/>
                  </a:lnTo>
                  <a:lnTo>
                    <a:pt x="6096" y="304800"/>
                  </a:lnTo>
                  <a:lnTo>
                    <a:pt x="44704" y="304800"/>
                  </a:lnTo>
                  <a:lnTo>
                    <a:pt x="42672" y="298703"/>
                  </a:lnTo>
                  <a:close/>
                </a:path>
                <a:path w="716279" h="451485" extrusionOk="0">
                  <a:moveTo>
                    <a:pt x="39624" y="268223"/>
                  </a:moveTo>
                  <a:lnTo>
                    <a:pt x="21336" y="277367"/>
                  </a:lnTo>
                  <a:lnTo>
                    <a:pt x="39624" y="277367"/>
                  </a:lnTo>
                  <a:lnTo>
                    <a:pt x="39624" y="268223"/>
                  </a:lnTo>
                  <a:close/>
                </a:path>
                <a:path w="716279" h="451485" extrusionOk="0">
                  <a:moveTo>
                    <a:pt x="39624" y="268223"/>
                  </a:moveTo>
                  <a:lnTo>
                    <a:pt x="39624" y="277367"/>
                  </a:lnTo>
                  <a:lnTo>
                    <a:pt x="40930" y="277367"/>
                  </a:lnTo>
                  <a:lnTo>
                    <a:pt x="39624" y="268223"/>
                  </a:lnTo>
                  <a:close/>
                </a:path>
                <a:path w="716279" h="451485" extrusionOk="0">
                  <a:moveTo>
                    <a:pt x="646176" y="259079"/>
                  </a:moveTo>
                  <a:lnTo>
                    <a:pt x="640080" y="265175"/>
                  </a:lnTo>
                  <a:lnTo>
                    <a:pt x="658368" y="271271"/>
                  </a:lnTo>
                  <a:lnTo>
                    <a:pt x="646176" y="259079"/>
                  </a:lnTo>
                  <a:close/>
                </a:path>
                <a:path w="716279" h="451485" extrusionOk="0">
                  <a:moveTo>
                    <a:pt x="689785" y="259079"/>
                  </a:moveTo>
                  <a:lnTo>
                    <a:pt x="646176" y="259079"/>
                  </a:lnTo>
                  <a:lnTo>
                    <a:pt x="658368" y="271271"/>
                  </a:lnTo>
                  <a:lnTo>
                    <a:pt x="682283" y="271271"/>
                  </a:lnTo>
                  <a:lnTo>
                    <a:pt x="689785" y="259079"/>
                  </a:lnTo>
                  <a:close/>
                </a:path>
                <a:path w="716279" h="451485" extrusionOk="0">
                  <a:moveTo>
                    <a:pt x="39624" y="256031"/>
                  </a:moveTo>
                  <a:lnTo>
                    <a:pt x="21336" y="256031"/>
                  </a:lnTo>
                  <a:lnTo>
                    <a:pt x="39624" y="265175"/>
                  </a:lnTo>
                  <a:lnTo>
                    <a:pt x="39624" y="256031"/>
                  </a:lnTo>
                  <a:close/>
                </a:path>
                <a:path w="716279" h="451485" extrusionOk="0">
                  <a:moveTo>
                    <a:pt x="40930" y="256031"/>
                  </a:moveTo>
                  <a:lnTo>
                    <a:pt x="39624" y="256031"/>
                  </a:lnTo>
                  <a:lnTo>
                    <a:pt x="39624" y="265175"/>
                  </a:lnTo>
                  <a:lnTo>
                    <a:pt x="40930" y="256031"/>
                  </a:lnTo>
                  <a:close/>
                </a:path>
                <a:path w="716279" h="451485" extrusionOk="0">
                  <a:moveTo>
                    <a:pt x="676656" y="182879"/>
                  </a:moveTo>
                  <a:lnTo>
                    <a:pt x="664464" y="225551"/>
                  </a:lnTo>
                  <a:lnTo>
                    <a:pt x="640079" y="265175"/>
                  </a:lnTo>
                  <a:lnTo>
                    <a:pt x="646176" y="259079"/>
                  </a:lnTo>
                  <a:lnTo>
                    <a:pt x="689785" y="259079"/>
                  </a:lnTo>
                  <a:lnTo>
                    <a:pt x="701040" y="240791"/>
                  </a:lnTo>
                  <a:lnTo>
                    <a:pt x="713232" y="198119"/>
                  </a:lnTo>
                  <a:lnTo>
                    <a:pt x="713232" y="192023"/>
                  </a:lnTo>
                  <a:lnTo>
                    <a:pt x="694944" y="192023"/>
                  </a:lnTo>
                  <a:lnTo>
                    <a:pt x="676656" y="182879"/>
                  </a:lnTo>
                  <a:close/>
                </a:path>
                <a:path w="716279" h="451485" extrusionOk="0">
                  <a:moveTo>
                    <a:pt x="42672" y="195071"/>
                  </a:moveTo>
                  <a:lnTo>
                    <a:pt x="54864" y="210311"/>
                  </a:lnTo>
                  <a:lnTo>
                    <a:pt x="60242" y="203857"/>
                  </a:lnTo>
                  <a:lnTo>
                    <a:pt x="42672" y="195071"/>
                  </a:lnTo>
                  <a:close/>
                </a:path>
                <a:path w="716279" h="451485" extrusionOk="0">
                  <a:moveTo>
                    <a:pt x="60242" y="203857"/>
                  </a:moveTo>
                  <a:lnTo>
                    <a:pt x="54864" y="210311"/>
                  </a:lnTo>
                  <a:lnTo>
                    <a:pt x="58347" y="210311"/>
                  </a:lnTo>
                  <a:lnTo>
                    <a:pt x="60960" y="204215"/>
                  </a:lnTo>
                  <a:lnTo>
                    <a:pt x="60242" y="203857"/>
                  </a:lnTo>
                  <a:close/>
                </a:path>
                <a:path w="716279" h="451485" extrusionOk="0">
                  <a:moveTo>
                    <a:pt x="67564" y="195071"/>
                  </a:moveTo>
                  <a:lnTo>
                    <a:pt x="42672" y="195071"/>
                  </a:lnTo>
                  <a:lnTo>
                    <a:pt x="60242" y="203857"/>
                  </a:lnTo>
                  <a:lnTo>
                    <a:pt x="67564" y="195071"/>
                  </a:lnTo>
                  <a:close/>
                </a:path>
                <a:path w="716279" h="451485" extrusionOk="0">
                  <a:moveTo>
                    <a:pt x="676656" y="170687"/>
                  </a:moveTo>
                  <a:lnTo>
                    <a:pt x="673608" y="192023"/>
                  </a:lnTo>
                  <a:lnTo>
                    <a:pt x="674043" y="192023"/>
                  </a:lnTo>
                  <a:lnTo>
                    <a:pt x="676656" y="182879"/>
                  </a:lnTo>
                  <a:lnTo>
                    <a:pt x="714538" y="182879"/>
                  </a:lnTo>
                  <a:lnTo>
                    <a:pt x="714973" y="179831"/>
                  </a:lnTo>
                  <a:lnTo>
                    <a:pt x="676656" y="179831"/>
                  </a:lnTo>
                  <a:lnTo>
                    <a:pt x="676656" y="170687"/>
                  </a:lnTo>
                  <a:close/>
                </a:path>
                <a:path w="716279" h="451485" extrusionOk="0">
                  <a:moveTo>
                    <a:pt x="714538" y="182879"/>
                  </a:moveTo>
                  <a:lnTo>
                    <a:pt x="676656" y="182879"/>
                  </a:lnTo>
                  <a:lnTo>
                    <a:pt x="694944" y="192023"/>
                  </a:lnTo>
                  <a:lnTo>
                    <a:pt x="713232" y="192023"/>
                  </a:lnTo>
                  <a:lnTo>
                    <a:pt x="714538" y="182879"/>
                  </a:lnTo>
                  <a:close/>
                </a:path>
                <a:path w="716279" h="451485" extrusionOk="0">
                  <a:moveTo>
                    <a:pt x="659154" y="121526"/>
                  </a:moveTo>
                  <a:lnTo>
                    <a:pt x="658368" y="121919"/>
                  </a:lnTo>
                  <a:lnTo>
                    <a:pt x="676656" y="158495"/>
                  </a:lnTo>
                  <a:lnTo>
                    <a:pt x="676656" y="179831"/>
                  </a:lnTo>
                  <a:lnTo>
                    <a:pt x="694944" y="170687"/>
                  </a:lnTo>
                  <a:lnTo>
                    <a:pt x="716280" y="170687"/>
                  </a:lnTo>
                  <a:lnTo>
                    <a:pt x="713232" y="164591"/>
                  </a:lnTo>
                  <a:lnTo>
                    <a:pt x="713232" y="143255"/>
                  </a:lnTo>
                  <a:lnTo>
                    <a:pt x="705612" y="128015"/>
                  </a:lnTo>
                  <a:lnTo>
                    <a:pt x="664464" y="128015"/>
                  </a:lnTo>
                  <a:lnTo>
                    <a:pt x="659154" y="121526"/>
                  </a:lnTo>
                  <a:close/>
                </a:path>
                <a:path w="716279" h="451485" extrusionOk="0">
                  <a:moveTo>
                    <a:pt x="716280" y="170687"/>
                  </a:moveTo>
                  <a:lnTo>
                    <a:pt x="694944" y="170687"/>
                  </a:lnTo>
                  <a:lnTo>
                    <a:pt x="676656" y="179831"/>
                  </a:lnTo>
                  <a:lnTo>
                    <a:pt x="714973" y="179831"/>
                  </a:lnTo>
                  <a:lnTo>
                    <a:pt x="716280" y="170687"/>
                  </a:lnTo>
                  <a:close/>
                </a:path>
                <a:path w="716279" h="451485" extrusionOk="0">
                  <a:moveTo>
                    <a:pt x="676656" y="112775"/>
                  </a:moveTo>
                  <a:lnTo>
                    <a:pt x="659154" y="121526"/>
                  </a:lnTo>
                  <a:lnTo>
                    <a:pt x="664464" y="128015"/>
                  </a:lnTo>
                  <a:lnTo>
                    <a:pt x="676656" y="112775"/>
                  </a:lnTo>
                  <a:close/>
                </a:path>
                <a:path w="716279" h="451485" extrusionOk="0">
                  <a:moveTo>
                    <a:pt x="697992" y="112775"/>
                  </a:moveTo>
                  <a:lnTo>
                    <a:pt x="676656" y="112775"/>
                  </a:lnTo>
                  <a:lnTo>
                    <a:pt x="664464" y="128015"/>
                  </a:lnTo>
                  <a:lnTo>
                    <a:pt x="705612" y="128015"/>
                  </a:lnTo>
                  <a:lnTo>
                    <a:pt x="697992" y="112775"/>
                  </a:lnTo>
                  <a:close/>
                </a:path>
                <a:path w="716279" h="451485" extrusionOk="0">
                  <a:moveTo>
                    <a:pt x="174345" y="106679"/>
                  </a:moveTo>
                  <a:lnTo>
                    <a:pt x="134112" y="106679"/>
                  </a:lnTo>
                  <a:lnTo>
                    <a:pt x="149352" y="118872"/>
                  </a:lnTo>
                  <a:lnTo>
                    <a:pt x="142661" y="123778"/>
                  </a:lnTo>
                  <a:lnTo>
                    <a:pt x="143256" y="124967"/>
                  </a:lnTo>
                  <a:lnTo>
                    <a:pt x="174345" y="106679"/>
                  </a:lnTo>
                  <a:close/>
                </a:path>
                <a:path w="716279" h="451485" extrusionOk="0">
                  <a:moveTo>
                    <a:pt x="134112" y="106679"/>
                  </a:moveTo>
                  <a:lnTo>
                    <a:pt x="142661" y="123778"/>
                  </a:lnTo>
                  <a:lnTo>
                    <a:pt x="149352" y="118872"/>
                  </a:lnTo>
                  <a:lnTo>
                    <a:pt x="134112" y="106679"/>
                  </a:lnTo>
                  <a:close/>
                </a:path>
                <a:path w="716279" h="451485" extrusionOk="0">
                  <a:moveTo>
                    <a:pt x="640571" y="98814"/>
                  </a:moveTo>
                  <a:lnTo>
                    <a:pt x="659154" y="121526"/>
                  </a:lnTo>
                  <a:lnTo>
                    <a:pt x="676656" y="112775"/>
                  </a:lnTo>
                  <a:lnTo>
                    <a:pt x="697992" y="112775"/>
                  </a:lnTo>
                  <a:lnTo>
                    <a:pt x="691896" y="100583"/>
                  </a:lnTo>
                  <a:lnTo>
                    <a:pt x="643128" y="100583"/>
                  </a:lnTo>
                  <a:lnTo>
                    <a:pt x="640571" y="98814"/>
                  </a:lnTo>
                  <a:close/>
                </a:path>
                <a:path w="716279" h="451485" extrusionOk="0">
                  <a:moveTo>
                    <a:pt x="649224" y="82295"/>
                  </a:moveTo>
                  <a:lnTo>
                    <a:pt x="637032" y="94487"/>
                  </a:lnTo>
                  <a:lnTo>
                    <a:pt x="640571" y="98814"/>
                  </a:lnTo>
                  <a:lnTo>
                    <a:pt x="643128" y="100583"/>
                  </a:lnTo>
                  <a:lnTo>
                    <a:pt x="649224" y="82295"/>
                  </a:lnTo>
                  <a:close/>
                </a:path>
                <a:path w="716279" h="451485" extrusionOk="0">
                  <a:moveTo>
                    <a:pt x="676933" y="82295"/>
                  </a:moveTo>
                  <a:lnTo>
                    <a:pt x="649224" y="82295"/>
                  </a:lnTo>
                  <a:lnTo>
                    <a:pt x="643128" y="100583"/>
                  </a:lnTo>
                  <a:lnTo>
                    <a:pt x="691896" y="100583"/>
                  </a:lnTo>
                  <a:lnTo>
                    <a:pt x="676933" y="82295"/>
                  </a:lnTo>
                  <a:close/>
                </a:path>
                <a:path w="716279" h="451485" extrusionOk="0">
                  <a:moveTo>
                    <a:pt x="588263" y="24383"/>
                  </a:moveTo>
                  <a:lnTo>
                    <a:pt x="509016" y="24383"/>
                  </a:lnTo>
                  <a:lnTo>
                    <a:pt x="509016" y="42672"/>
                  </a:lnTo>
                  <a:lnTo>
                    <a:pt x="502920" y="42672"/>
                  </a:lnTo>
                  <a:lnTo>
                    <a:pt x="557784" y="54863"/>
                  </a:lnTo>
                  <a:lnTo>
                    <a:pt x="603504" y="73151"/>
                  </a:lnTo>
                  <a:lnTo>
                    <a:pt x="640571" y="98814"/>
                  </a:lnTo>
                  <a:lnTo>
                    <a:pt x="637032" y="94487"/>
                  </a:lnTo>
                  <a:lnTo>
                    <a:pt x="649224" y="82295"/>
                  </a:lnTo>
                  <a:lnTo>
                    <a:pt x="676933" y="82295"/>
                  </a:lnTo>
                  <a:lnTo>
                    <a:pt x="664464" y="67055"/>
                  </a:lnTo>
                  <a:lnTo>
                    <a:pt x="658368" y="64007"/>
                  </a:lnTo>
                  <a:lnTo>
                    <a:pt x="627549" y="42672"/>
                  </a:lnTo>
                  <a:lnTo>
                    <a:pt x="509016" y="42672"/>
                  </a:lnTo>
                  <a:lnTo>
                    <a:pt x="503019" y="42372"/>
                  </a:lnTo>
                  <a:lnTo>
                    <a:pt x="627116" y="42372"/>
                  </a:lnTo>
                  <a:lnTo>
                    <a:pt x="618744" y="36575"/>
                  </a:lnTo>
                  <a:lnTo>
                    <a:pt x="588263" y="24383"/>
                  </a:lnTo>
                  <a:close/>
                </a:path>
                <a:path w="716279" h="451485" extrusionOk="0">
                  <a:moveTo>
                    <a:pt x="319024" y="13207"/>
                  </a:moveTo>
                  <a:lnTo>
                    <a:pt x="307848" y="15239"/>
                  </a:lnTo>
                  <a:lnTo>
                    <a:pt x="301752" y="18287"/>
                  </a:lnTo>
                  <a:lnTo>
                    <a:pt x="298704" y="24383"/>
                  </a:lnTo>
                  <a:lnTo>
                    <a:pt x="295656" y="33527"/>
                  </a:lnTo>
                  <a:lnTo>
                    <a:pt x="301752" y="45719"/>
                  </a:lnTo>
                  <a:lnTo>
                    <a:pt x="307848" y="48767"/>
                  </a:lnTo>
                  <a:lnTo>
                    <a:pt x="316992" y="51815"/>
                  </a:lnTo>
                  <a:lnTo>
                    <a:pt x="323088" y="51815"/>
                  </a:lnTo>
                  <a:lnTo>
                    <a:pt x="329184" y="45719"/>
                  </a:lnTo>
                  <a:lnTo>
                    <a:pt x="335280" y="33527"/>
                  </a:lnTo>
                  <a:lnTo>
                    <a:pt x="332232" y="24383"/>
                  </a:lnTo>
                  <a:lnTo>
                    <a:pt x="329184" y="18287"/>
                  </a:lnTo>
                  <a:lnTo>
                    <a:pt x="319024" y="13207"/>
                  </a:lnTo>
                  <a:close/>
                </a:path>
                <a:path w="716279" h="451485" extrusionOk="0">
                  <a:moveTo>
                    <a:pt x="448056" y="0"/>
                  </a:moveTo>
                  <a:lnTo>
                    <a:pt x="384048" y="3048"/>
                  </a:lnTo>
                  <a:lnTo>
                    <a:pt x="374904" y="3048"/>
                  </a:lnTo>
                  <a:lnTo>
                    <a:pt x="319024" y="13207"/>
                  </a:lnTo>
                  <a:lnTo>
                    <a:pt x="329184" y="18287"/>
                  </a:lnTo>
                  <a:lnTo>
                    <a:pt x="332232" y="24383"/>
                  </a:lnTo>
                  <a:lnTo>
                    <a:pt x="335280" y="33527"/>
                  </a:lnTo>
                  <a:lnTo>
                    <a:pt x="329184" y="45719"/>
                  </a:lnTo>
                  <a:lnTo>
                    <a:pt x="323088" y="51815"/>
                  </a:lnTo>
                  <a:lnTo>
                    <a:pt x="384048" y="40732"/>
                  </a:lnTo>
                  <a:lnTo>
                    <a:pt x="384048" y="21336"/>
                  </a:lnTo>
                  <a:lnTo>
                    <a:pt x="580644" y="21336"/>
                  </a:lnTo>
                  <a:lnTo>
                    <a:pt x="573024" y="18287"/>
                  </a:lnTo>
                  <a:lnTo>
                    <a:pt x="518160" y="6095"/>
                  </a:lnTo>
                  <a:lnTo>
                    <a:pt x="509016" y="3048"/>
                  </a:lnTo>
                  <a:lnTo>
                    <a:pt x="448056" y="0"/>
                  </a:lnTo>
                  <a:close/>
                </a:path>
                <a:path w="716279" h="451485" extrusionOk="0">
                  <a:moveTo>
                    <a:pt x="580644" y="21336"/>
                  </a:moveTo>
                  <a:lnTo>
                    <a:pt x="384048" y="21336"/>
                  </a:lnTo>
                  <a:lnTo>
                    <a:pt x="390144" y="39624"/>
                  </a:lnTo>
                  <a:lnTo>
                    <a:pt x="384048" y="40732"/>
                  </a:lnTo>
                  <a:lnTo>
                    <a:pt x="384048" y="42672"/>
                  </a:lnTo>
                  <a:lnTo>
                    <a:pt x="448056" y="39624"/>
                  </a:lnTo>
                  <a:lnTo>
                    <a:pt x="503936" y="39624"/>
                  </a:lnTo>
                  <a:lnTo>
                    <a:pt x="509016" y="24383"/>
                  </a:lnTo>
                  <a:lnTo>
                    <a:pt x="588263" y="24383"/>
                  </a:lnTo>
                  <a:lnTo>
                    <a:pt x="580644" y="21336"/>
                  </a:lnTo>
                  <a:close/>
                </a:path>
                <a:path w="716279" h="451485" extrusionOk="0">
                  <a:moveTo>
                    <a:pt x="509016" y="24383"/>
                  </a:moveTo>
                  <a:lnTo>
                    <a:pt x="503019" y="42372"/>
                  </a:lnTo>
                  <a:lnTo>
                    <a:pt x="509016" y="42672"/>
                  </a:lnTo>
                  <a:lnTo>
                    <a:pt x="509016" y="24383"/>
                  </a:lnTo>
                  <a:close/>
                </a:path>
                <a:path w="716279" h="451485" extrusionOk="0">
                  <a:moveTo>
                    <a:pt x="503936" y="39624"/>
                  </a:moveTo>
                  <a:lnTo>
                    <a:pt x="448056" y="39624"/>
                  </a:lnTo>
                  <a:lnTo>
                    <a:pt x="503019" y="42372"/>
                  </a:lnTo>
                  <a:lnTo>
                    <a:pt x="503936" y="39624"/>
                  </a:lnTo>
                  <a:close/>
                </a:path>
                <a:path w="716279" h="451485" extrusionOk="0">
                  <a:moveTo>
                    <a:pt x="384048" y="21336"/>
                  </a:moveTo>
                  <a:lnTo>
                    <a:pt x="384048" y="40732"/>
                  </a:lnTo>
                  <a:lnTo>
                    <a:pt x="390144" y="39624"/>
                  </a:lnTo>
                  <a:lnTo>
                    <a:pt x="384048" y="21336"/>
                  </a:lnTo>
                  <a:close/>
                </a:path>
                <a:path w="716279" h="451485" extrusionOk="0">
                  <a:moveTo>
                    <a:pt x="316992" y="12191"/>
                  </a:moveTo>
                  <a:lnTo>
                    <a:pt x="307848" y="15239"/>
                  </a:lnTo>
                  <a:lnTo>
                    <a:pt x="319024" y="13207"/>
                  </a:lnTo>
                  <a:lnTo>
                    <a:pt x="316992" y="12191"/>
                  </a:lnTo>
                  <a:close/>
                </a:path>
              </a:pathLst>
            </a:custGeom>
            <a:solidFill>
              <a:srgbClr val="3399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04" name="Google Shape;1504;g2ff6f630c79_0_981"/>
            <p:cNvPicPr preferRelativeResize="0"/>
            <p:nvPr/>
          </p:nvPicPr>
          <p:blipFill rotWithShape="1">
            <a:blip r:embed="rId62">
              <a:alphaModFix/>
            </a:blip>
            <a:srcRect/>
            <a:stretch/>
          </p:blipFill>
          <p:spPr>
            <a:xfrm>
              <a:off x="838200" y="2823572"/>
              <a:ext cx="3429000" cy="2859321"/>
            </a:xfrm>
            <a:prstGeom prst="rect">
              <a:avLst/>
            </a:prstGeom>
            <a:noFill/>
            <a:ln>
              <a:noFill/>
            </a:ln>
          </p:spPr>
        </p:pic>
        <p:sp>
          <p:nvSpPr>
            <p:cNvPr id="1505" name="Google Shape;1505;g2ff6f630c79_0_981"/>
            <p:cNvSpPr/>
            <p:nvPr/>
          </p:nvSpPr>
          <p:spPr>
            <a:xfrm>
              <a:off x="2206752" y="3779519"/>
              <a:ext cx="4737100" cy="1896110"/>
            </a:xfrm>
            <a:custGeom>
              <a:avLst/>
              <a:gdLst/>
              <a:ahLst/>
              <a:cxnLst/>
              <a:rect l="l" t="t" r="r" b="b"/>
              <a:pathLst>
                <a:path w="4737100" h="1896110" extrusionOk="0">
                  <a:moveTo>
                    <a:pt x="3660648" y="697992"/>
                  </a:moveTo>
                  <a:lnTo>
                    <a:pt x="162293" y="29908"/>
                  </a:lnTo>
                  <a:lnTo>
                    <a:pt x="162737" y="27432"/>
                  </a:lnTo>
                  <a:lnTo>
                    <a:pt x="167640" y="0"/>
                  </a:lnTo>
                  <a:lnTo>
                    <a:pt x="76200" y="27432"/>
                  </a:lnTo>
                  <a:lnTo>
                    <a:pt x="152400" y="85344"/>
                  </a:lnTo>
                  <a:lnTo>
                    <a:pt x="157353" y="57581"/>
                  </a:lnTo>
                  <a:lnTo>
                    <a:pt x="3654552" y="728472"/>
                  </a:lnTo>
                  <a:lnTo>
                    <a:pt x="3660648" y="697992"/>
                  </a:lnTo>
                  <a:close/>
                </a:path>
                <a:path w="4737100" h="1896110" extrusionOk="0">
                  <a:moveTo>
                    <a:pt x="4730496" y="1085088"/>
                  </a:moveTo>
                  <a:lnTo>
                    <a:pt x="4718304" y="1048512"/>
                  </a:lnTo>
                  <a:lnTo>
                    <a:pt x="4629912" y="1069848"/>
                  </a:lnTo>
                  <a:lnTo>
                    <a:pt x="4443971" y="1118616"/>
                  </a:lnTo>
                  <a:lnTo>
                    <a:pt x="4346448" y="1139952"/>
                  </a:lnTo>
                  <a:lnTo>
                    <a:pt x="4297667" y="1152144"/>
                  </a:lnTo>
                  <a:lnTo>
                    <a:pt x="4245864" y="1161288"/>
                  </a:lnTo>
                  <a:lnTo>
                    <a:pt x="4194048" y="1173480"/>
                  </a:lnTo>
                  <a:lnTo>
                    <a:pt x="4032504" y="1200912"/>
                  </a:lnTo>
                  <a:lnTo>
                    <a:pt x="3913632" y="1219200"/>
                  </a:lnTo>
                  <a:lnTo>
                    <a:pt x="3852672" y="1225296"/>
                  </a:lnTo>
                  <a:lnTo>
                    <a:pt x="3788664" y="1234440"/>
                  </a:lnTo>
                  <a:lnTo>
                    <a:pt x="3721608" y="1240536"/>
                  </a:lnTo>
                  <a:lnTo>
                    <a:pt x="3651504" y="1249680"/>
                  </a:lnTo>
                  <a:lnTo>
                    <a:pt x="3581400" y="1255776"/>
                  </a:lnTo>
                  <a:lnTo>
                    <a:pt x="3508248" y="1264920"/>
                  </a:lnTo>
                  <a:lnTo>
                    <a:pt x="3212592" y="1289304"/>
                  </a:lnTo>
                  <a:lnTo>
                    <a:pt x="2852928" y="1304544"/>
                  </a:lnTo>
                  <a:lnTo>
                    <a:pt x="2788920" y="1304544"/>
                  </a:lnTo>
                  <a:lnTo>
                    <a:pt x="2657856" y="1301496"/>
                  </a:lnTo>
                  <a:lnTo>
                    <a:pt x="2395728" y="1289304"/>
                  </a:lnTo>
                  <a:lnTo>
                    <a:pt x="2148840" y="1264920"/>
                  </a:lnTo>
                  <a:lnTo>
                    <a:pt x="2090928" y="1255776"/>
                  </a:lnTo>
                  <a:lnTo>
                    <a:pt x="2033016" y="1249680"/>
                  </a:lnTo>
                  <a:lnTo>
                    <a:pt x="1978152" y="1240536"/>
                  </a:lnTo>
                  <a:lnTo>
                    <a:pt x="1923288" y="1234440"/>
                  </a:lnTo>
                  <a:lnTo>
                    <a:pt x="1871472" y="1225296"/>
                  </a:lnTo>
                  <a:lnTo>
                    <a:pt x="1822704" y="1219200"/>
                  </a:lnTo>
                  <a:lnTo>
                    <a:pt x="1776984" y="1210056"/>
                  </a:lnTo>
                  <a:lnTo>
                    <a:pt x="1734312" y="1203960"/>
                  </a:lnTo>
                  <a:lnTo>
                    <a:pt x="1694688" y="1194816"/>
                  </a:lnTo>
                  <a:lnTo>
                    <a:pt x="1655064" y="1188720"/>
                  </a:lnTo>
                  <a:lnTo>
                    <a:pt x="1621536" y="1179576"/>
                  </a:lnTo>
                  <a:lnTo>
                    <a:pt x="1584960" y="1170432"/>
                  </a:lnTo>
                  <a:lnTo>
                    <a:pt x="1554480" y="1164336"/>
                  </a:lnTo>
                  <a:lnTo>
                    <a:pt x="1520952" y="1155192"/>
                  </a:lnTo>
                  <a:lnTo>
                    <a:pt x="1459992" y="1133856"/>
                  </a:lnTo>
                  <a:lnTo>
                    <a:pt x="1368552" y="1097280"/>
                  </a:lnTo>
                  <a:lnTo>
                    <a:pt x="1301496" y="1066800"/>
                  </a:lnTo>
                  <a:lnTo>
                    <a:pt x="1264920" y="1048512"/>
                  </a:lnTo>
                  <a:lnTo>
                    <a:pt x="1225296" y="1030224"/>
                  </a:lnTo>
                  <a:lnTo>
                    <a:pt x="1188720" y="1008888"/>
                  </a:lnTo>
                  <a:lnTo>
                    <a:pt x="1149096" y="987552"/>
                  </a:lnTo>
                  <a:lnTo>
                    <a:pt x="1030224" y="914400"/>
                  </a:lnTo>
                  <a:lnTo>
                    <a:pt x="950976" y="859536"/>
                  </a:lnTo>
                  <a:lnTo>
                    <a:pt x="786384" y="743712"/>
                  </a:lnTo>
                  <a:lnTo>
                    <a:pt x="712863" y="687959"/>
                  </a:lnTo>
                  <a:lnTo>
                    <a:pt x="721156" y="676656"/>
                  </a:lnTo>
                  <a:lnTo>
                    <a:pt x="734568" y="658368"/>
                  </a:lnTo>
                  <a:lnTo>
                    <a:pt x="609600" y="637032"/>
                  </a:lnTo>
                  <a:lnTo>
                    <a:pt x="667512" y="749808"/>
                  </a:lnTo>
                  <a:lnTo>
                    <a:pt x="688771" y="720813"/>
                  </a:lnTo>
                  <a:lnTo>
                    <a:pt x="765048" y="774192"/>
                  </a:lnTo>
                  <a:lnTo>
                    <a:pt x="847344" y="835152"/>
                  </a:lnTo>
                  <a:lnTo>
                    <a:pt x="1011936" y="944880"/>
                  </a:lnTo>
                  <a:lnTo>
                    <a:pt x="1091184" y="996696"/>
                  </a:lnTo>
                  <a:lnTo>
                    <a:pt x="1130808" y="1018032"/>
                  </a:lnTo>
                  <a:lnTo>
                    <a:pt x="1170432" y="1042416"/>
                  </a:lnTo>
                  <a:lnTo>
                    <a:pt x="1207008" y="1063752"/>
                  </a:lnTo>
                  <a:lnTo>
                    <a:pt x="1246632" y="1082040"/>
                  </a:lnTo>
                  <a:lnTo>
                    <a:pt x="1319784" y="1118616"/>
                  </a:lnTo>
                  <a:lnTo>
                    <a:pt x="1353312" y="1133856"/>
                  </a:lnTo>
                  <a:lnTo>
                    <a:pt x="1386840" y="1146048"/>
                  </a:lnTo>
                  <a:lnTo>
                    <a:pt x="1447800" y="1170432"/>
                  </a:lnTo>
                  <a:lnTo>
                    <a:pt x="1511808" y="1191768"/>
                  </a:lnTo>
                  <a:lnTo>
                    <a:pt x="1578864" y="1210056"/>
                  </a:lnTo>
                  <a:lnTo>
                    <a:pt x="1612392" y="1216152"/>
                  </a:lnTo>
                  <a:lnTo>
                    <a:pt x="1648968" y="1225296"/>
                  </a:lnTo>
                  <a:lnTo>
                    <a:pt x="1685544" y="1231392"/>
                  </a:lnTo>
                  <a:lnTo>
                    <a:pt x="1728216" y="1240536"/>
                  </a:lnTo>
                  <a:lnTo>
                    <a:pt x="1770888" y="1246632"/>
                  </a:lnTo>
                  <a:lnTo>
                    <a:pt x="1816608" y="1255776"/>
                  </a:lnTo>
                  <a:lnTo>
                    <a:pt x="1865376" y="1264920"/>
                  </a:lnTo>
                  <a:lnTo>
                    <a:pt x="1917192" y="1271016"/>
                  </a:lnTo>
                  <a:lnTo>
                    <a:pt x="1972056" y="1280160"/>
                  </a:lnTo>
                  <a:lnTo>
                    <a:pt x="2026920" y="1286256"/>
                  </a:lnTo>
                  <a:lnTo>
                    <a:pt x="2084832" y="1295400"/>
                  </a:lnTo>
                  <a:lnTo>
                    <a:pt x="2395728" y="1325880"/>
                  </a:lnTo>
                  <a:lnTo>
                    <a:pt x="2523744" y="1335024"/>
                  </a:lnTo>
                  <a:lnTo>
                    <a:pt x="2657856" y="1341120"/>
                  </a:lnTo>
                  <a:lnTo>
                    <a:pt x="2923032" y="1341120"/>
                  </a:lnTo>
                  <a:lnTo>
                    <a:pt x="3066288" y="1335024"/>
                  </a:lnTo>
                  <a:lnTo>
                    <a:pt x="3215640" y="1325880"/>
                  </a:lnTo>
                  <a:lnTo>
                    <a:pt x="3474720" y="1304544"/>
                  </a:lnTo>
                  <a:lnTo>
                    <a:pt x="3584448" y="1295400"/>
                  </a:lnTo>
                  <a:lnTo>
                    <a:pt x="3657600" y="1286256"/>
                  </a:lnTo>
                  <a:lnTo>
                    <a:pt x="3724656" y="1280160"/>
                  </a:lnTo>
                  <a:lnTo>
                    <a:pt x="3791712" y="1271016"/>
                  </a:lnTo>
                  <a:lnTo>
                    <a:pt x="3858768" y="1264920"/>
                  </a:lnTo>
                  <a:lnTo>
                    <a:pt x="4038600" y="1237488"/>
                  </a:lnTo>
                  <a:lnTo>
                    <a:pt x="4255008" y="1200912"/>
                  </a:lnTo>
                  <a:lnTo>
                    <a:pt x="4306824" y="1188720"/>
                  </a:lnTo>
                  <a:lnTo>
                    <a:pt x="4355592" y="1176528"/>
                  </a:lnTo>
                  <a:lnTo>
                    <a:pt x="4453128" y="1155192"/>
                  </a:lnTo>
                  <a:lnTo>
                    <a:pt x="4547616" y="1130808"/>
                  </a:lnTo>
                  <a:lnTo>
                    <a:pt x="4639056" y="1109472"/>
                  </a:lnTo>
                  <a:lnTo>
                    <a:pt x="4730496" y="1085088"/>
                  </a:lnTo>
                  <a:close/>
                </a:path>
                <a:path w="4737100" h="1896110" extrusionOk="0">
                  <a:moveTo>
                    <a:pt x="4736592" y="1618488"/>
                  </a:moveTo>
                  <a:lnTo>
                    <a:pt x="4733544" y="1612392"/>
                  </a:lnTo>
                  <a:lnTo>
                    <a:pt x="4733544" y="1591056"/>
                  </a:lnTo>
                  <a:lnTo>
                    <a:pt x="4727448" y="1572768"/>
                  </a:lnTo>
                  <a:lnTo>
                    <a:pt x="4721352" y="1560576"/>
                  </a:lnTo>
                  <a:lnTo>
                    <a:pt x="4718304" y="1554480"/>
                  </a:lnTo>
                  <a:lnTo>
                    <a:pt x="4712208" y="1548396"/>
                  </a:lnTo>
                  <a:lnTo>
                    <a:pt x="4700016" y="1530096"/>
                  </a:lnTo>
                  <a:lnTo>
                    <a:pt x="4696968" y="1527048"/>
                  </a:lnTo>
                  <a:lnTo>
                    <a:pt x="4696968" y="1606296"/>
                  </a:lnTo>
                  <a:lnTo>
                    <a:pt x="4696968" y="1627632"/>
                  </a:lnTo>
                  <a:lnTo>
                    <a:pt x="4696968" y="1630680"/>
                  </a:lnTo>
                  <a:lnTo>
                    <a:pt x="4693920" y="1652016"/>
                  </a:lnTo>
                  <a:lnTo>
                    <a:pt x="4684776" y="1673352"/>
                  </a:lnTo>
                  <a:lnTo>
                    <a:pt x="4675632" y="1691640"/>
                  </a:lnTo>
                  <a:lnTo>
                    <a:pt x="4676914" y="1692287"/>
                  </a:lnTo>
                  <a:lnTo>
                    <a:pt x="4666488" y="1706880"/>
                  </a:lnTo>
                  <a:lnTo>
                    <a:pt x="4632960" y="1743456"/>
                  </a:lnTo>
                  <a:lnTo>
                    <a:pt x="4587240" y="1776984"/>
                  </a:lnTo>
                  <a:lnTo>
                    <a:pt x="4587354" y="1777111"/>
                  </a:lnTo>
                  <a:lnTo>
                    <a:pt x="4541520" y="1801368"/>
                  </a:lnTo>
                  <a:lnTo>
                    <a:pt x="4480560" y="1825752"/>
                  </a:lnTo>
                  <a:lnTo>
                    <a:pt x="4413504" y="1847088"/>
                  </a:lnTo>
                  <a:lnTo>
                    <a:pt x="4346448" y="1856232"/>
                  </a:lnTo>
                  <a:lnTo>
                    <a:pt x="4288536" y="1856232"/>
                  </a:lnTo>
                  <a:lnTo>
                    <a:pt x="4236491" y="1853641"/>
                  </a:lnTo>
                  <a:lnTo>
                    <a:pt x="4236720" y="1853184"/>
                  </a:lnTo>
                  <a:lnTo>
                    <a:pt x="4181856" y="1840992"/>
                  </a:lnTo>
                  <a:lnTo>
                    <a:pt x="4133088" y="1822704"/>
                  </a:lnTo>
                  <a:lnTo>
                    <a:pt x="4120896" y="1813560"/>
                  </a:lnTo>
                  <a:lnTo>
                    <a:pt x="4096512" y="1795272"/>
                  </a:lnTo>
                  <a:lnTo>
                    <a:pt x="4087368" y="1786128"/>
                  </a:lnTo>
                  <a:lnTo>
                    <a:pt x="4085336" y="1783080"/>
                  </a:lnTo>
                  <a:lnTo>
                    <a:pt x="4075176" y="1767840"/>
                  </a:lnTo>
                  <a:lnTo>
                    <a:pt x="4073652" y="1764792"/>
                  </a:lnTo>
                  <a:lnTo>
                    <a:pt x="4069080" y="1755648"/>
                  </a:lnTo>
                  <a:lnTo>
                    <a:pt x="4072128" y="1764792"/>
                  </a:lnTo>
                  <a:lnTo>
                    <a:pt x="4069067" y="1755660"/>
                  </a:lnTo>
                  <a:lnTo>
                    <a:pt x="4068064" y="1752600"/>
                  </a:lnTo>
                  <a:lnTo>
                    <a:pt x="4066032" y="1746504"/>
                  </a:lnTo>
                  <a:lnTo>
                    <a:pt x="4066032" y="1737360"/>
                  </a:lnTo>
                  <a:lnTo>
                    <a:pt x="4064279" y="1725168"/>
                  </a:lnTo>
                  <a:lnTo>
                    <a:pt x="4062984" y="1716024"/>
                  </a:lnTo>
                  <a:lnTo>
                    <a:pt x="4062984" y="1712976"/>
                  </a:lnTo>
                  <a:lnTo>
                    <a:pt x="4064279" y="1703832"/>
                  </a:lnTo>
                  <a:lnTo>
                    <a:pt x="4066032" y="1691640"/>
                  </a:lnTo>
                  <a:lnTo>
                    <a:pt x="4075176" y="1670304"/>
                  </a:lnTo>
                  <a:lnTo>
                    <a:pt x="4081272" y="1658112"/>
                  </a:lnTo>
                  <a:lnTo>
                    <a:pt x="4084320" y="1652016"/>
                  </a:lnTo>
                  <a:lnTo>
                    <a:pt x="4083024" y="1651381"/>
                  </a:lnTo>
                  <a:lnTo>
                    <a:pt x="4089108" y="1642872"/>
                  </a:lnTo>
                  <a:lnTo>
                    <a:pt x="4093464" y="1636776"/>
                  </a:lnTo>
                  <a:lnTo>
                    <a:pt x="4126992" y="1600200"/>
                  </a:lnTo>
                  <a:lnTo>
                    <a:pt x="4168546" y="1569720"/>
                  </a:lnTo>
                  <a:lnTo>
                    <a:pt x="4172712" y="1566672"/>
                  </a:lnTo>
                  <a:lnTo>
                    <a:pt x="4172369" y="1566341"/>
                  </a:lnTo>
                  <a:lnTo>
                    <a:pt x="4218432" y="1539240"/>
                  </a:lnTo>
                  <a:lnTo>
                    <a:pt x="4279392" y="1514856"/>
                  </a:lnTo>
                  <a:lnTo>
                    <a:pt x="4346448" y="1496568"/>
                  </a:lnTo>
                  <a:lnTo>
                    <a:pt x="4407395" y="1485493"/>
                  </a:lnTo>
                  <a:lnTo>
                    <a:pt x="4407395" y="1487424"/>
                  </a:lnTo>
                  <a:lnTo>
                    <a:pt x="4471416" y="1484376"/>
                  </a:lnTo>
                  <a:lnTo>
                    <a:pt x="4532376" y="1490472"/>
                  </a:lnTo>
                  <a:lnTo>
                    <a:pt x="4532376" y="1489976"/>
                  </a:lnTo>
                  <a:lnTo>
                    <a:pt x="4578096" y="1502664"/>
                  </a:lnTo>
                  <a:lnTo>
                    <a:pt x="4626864" y="1520952"/>
                  </a:lnTo>
                  <a:lnTo>
                    <a:pt x="4663440" y="1548396"/>
                  </a:lnTo>
                  <a:lnTo>
                    <a:pt x="4690872" y="1588008"/>
                  </a:lnTo>
                  <a:lnTo>
                    <a:pt x="4696968" y="1606296"/>
                  </a:lnTo>
                  <a:lnTo>
                    <a:pt x="4696968" y="1527048"/>
                  </a:lnTo>
                  <a:lnTo>
                    <a:pt x="4684776" y="1514856"/>
                  </a:lnTo>
                  <a:lnTo>
                    <a:pt x="4678680" y="1511808"/>
                  </a:lnTo>
                  <a:lnTo>
                    <a:pt x="4642104" y="1484376"/>
                  </a:lnTo>
                  <a:lnTo>
                    <a:pt x="4601464" y="1469136"/>
                  </a:lnTo>
                  <a:lnTo>
                    <a:pt x="4593336" y="1466088"/>
                  </a:lnTo>
                  <a:lnTo>
                    <a:pt x="4538472" y="1450848"/>
                  </a:lnTo>
                  <a:lnTo>
                    <a:pt x="4532376" y="1450848"/>
                  </a:lnTo>
                  <a:lnTo>
                    <a:pt x="4471416" y="1444752"/>
                  </a:lnTo>
                  <a:lnTo>
                    <a:pt x="4407395" y="1447800"/>
                  </a:lnTo>
                  <a:lnTo>
                    <a:pt x="4398264" y="1447800"/>
                  </a:lnTo>
                  <a:lnTo>
                    <a:pt x="4342371" y="1457960"/>
                  </a:lnTo>
                  <a:lnTo>
                    <a:pt x="4340352" y="1456944"/>
                  </a:lnTo>
                  <a:lnTo>
                    <a:pt x="4331195" y="1459992"/>
                  </a:lnTo>
                  <a:lnTo>
                    <a:pt x="4264152" y="1478280"/>
                  </a:lnTo>
                  <a:lnTo>
                    <a:pt x="4203192" y="1502664"/>
                  </a:lnTo>
                  <a:lnTo>
                    <a:pt x="4151376" y="1533144"/>
                  </a:lnTo>
                  <a:lnTo>
                    <a:pt x="4145280" y="1539240"/>
                  </a:lnTo>
                  <a:lnTo>
                    <a:pt x="4099560" y="1572768"/>
                  </a:lnTo>
                  <a:lnTo>
                    <a:pt x="4066032" y="1609344"/>
                  </a:lnTo>
                  <a:lnTo>
                    <a:pt x="4038600" y="1655064"/>
                  </a:lnTo>
                  <a:lnTo>
                    <a:pt x="4027792" y="1687995"/>
                  </a:lnTo>
                  <a:lnTo>
                    <a:pt x="86372" y="1466837"/>
                  </a:lnTo>
                  <a:lnTo>
                    <a:pt x="86423" y="1466088"/>
                  </a:lnTo>
                  <a:lnTo>
                    <a:pt x="88392" y="1438656"/>
                  </a:lnTo>
                  <a:lnTo>
                    <a:pt x="0" y="1475232"/>
                  </a:lnTo>
                  <a:lnTo>
                    <a:pt x="82296" y="1524000"/>
                  </a:lnTo>
                  <a:lnTo>
                    <a:pt x="84404" y="1494345"/>
                  </a:lnTo>
                  <a:lnTo>
                    <a:pt x="4023360" y="1718208"/>
                  </a:lnTo>
                  <a:lnTo>
                    <a:pt x="4023360" y="1725168"/>
                  </a:lnTo>
                  <a:lnTo>
                    <a:pt x="4026408" y="1731264"/>
                  </a:lnTo>
                  <a:lnTo>
                    <a:pt x="4028579" y="1746504"/>
                  </a:lnTo>
                  <a:lnTo>
                    <a:pt x="4026408" y="1746504"/>
                  </a:lnTo>
                  <a:lnTo>
                    <a:pt x="4032504" y="1764792"/>
                  </a:lnTo>
                  <a:lnTo>
                    <a:pt x="4032504" y="1770888"/>
                  </a:lnTo>
                  <a:lnTo>
                    <a:pt x="4041648" y="1789176"/>
                  </a:lnTo>
                  <a:lnTo>
                    <a:pt x="4047744" y="1795272"/>
                  </a:lnTo>
                  <a:lnTo>
                    <a:pt x="4059936" y="1813560"/>
                  </a:lnTo>
                  <a:lnTo>
                    <a:pt x="4075176" y="1828800"/>
                  </a:lnTo>
                  <a:lnTo>
                    <a:pt x="4081272" y="1831848"/>
                  </a:lnTo>
                  <a:lnTo>
                    <a:pt x="4117848" y="1859280"/>
                  </a:lnTo>
                  <a:lnTo>
                    <a:pt x="4166616" y="1877568"/>
                  </a:lnTo>
                  <a:lnTo>
                    <a:pt x="4221480" y="1889760"/>
                  </a:lnTo>
                  <a:lnTo>
                    <a:pt x="4227576" y="1892808"/>
                  </a:lnTo>
                  <a:lnTo>
                    <a:pt x="4288536" y="1895856"/>
                  </a:lnTo>
                  <a:lnTo>
                    <a:pt x="4352544" y="1895856"/>
                  </a:lnTo>
                  <a:lnTo>
                    <a:pt x="4361688" y="1892808"/>
                  </a:lnTo>
                  <a:lnTo>
                    <a:pt x="4428744" y="1883664"/>
                  </a:lnTo>
                  <a:lnTo>
                    <a:pt x="4457471" y="1874520"/>
                  </a:lnTo>
                  <a:lnTo>
                    <a:pt x="4495800" y="1862328"/>
                  </a:lnTo>
                  <a:lnTo>
                    <a:pt x="4511040" y="1856232"/>
                  </a:lnTo>
                  <a:lnTo>
                    <a:pt x="4556760" y="1837944"/>
                  </a:lnTo>
                  <a:lnTo>
                    <a:pt x="4608576" y="1810512"/>
                  </a:lnTo>
                  <a:lnTo>
                    <a:pt x="4614672" y="1804416"/>
                  </a:lnTo>
                  <a:lnTo>
                    <a:pt x="4631296" y="1792224"/>
                  </a:lnTo>
                  <a:lnTo>
                    <a:pt x="4656226" y="1773936"/>
                  </a:lnTo>
                  <a:lnTo>
                    <a:pt x="4660392" y="1770888"/>
                  </a:lnTo>
                  <a:lnTo>
                    <a:pt x="4693920" y="1734312"/>
                  </a:lnTo>
                  <a:lnTo>
                    <a:pt x="4709160" y="1712976"/>
                  </a:lnTo>
                  <a:lnTo>
                    <a:pt x="4715256" y="1700784"/>
                  </a:lnTo>
                  <a:lnTo>
                    <a:pt x="4721352" y="1688592"/>
                  </a:lnTo>
                  <a:lnTo>
                    <a:pt x="4722647" y="1685544"/>
                  </a:lnTo>
                  <a:lnTo>
                    <a:pt x="4730496" y="1667256"/>
                  </a:lnTo>
                  <a:lnTo>
                    <a:pt x="4733544" y="1645920"/>
                  </a:lnTo>
                  <a:lnTo>
                    <a:pt x="4736592" y="1639824"/>
                  </a:lnTo>
                  <a:lnTo>
                    <a:pt x="4736592" y="1618488"/>
                  </a:lnTo>
                  <a:close/>
                </a:path>
              </a:pathLst>
            </a:custGeom>
            <a:solidFill>
              <a:srgbClr val="3399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506" name="Google Shape;1506;g2ff6f630c79_0_981"/>
          <p:cNvSpPr txBox="1"/>
          <p:nvPr/>
        </p:nvSpPr>
        <p:spPr>
          <a:xfrm>
            <a:off x="1143000" y="4089797"/>
            <a:ext cx="27735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Assumed Underlying PDF</a:t>
            </a:r>
            <a:endParaRPr/>
          </a:p>
        </p:txBody>
      </p:sp>
      <p:sp>
        <p:nvSpPr>
          <p:cNvPr id="1507" name="Google Shape;1507;g2ff6f630c79_0_981"/>
          <p:cNvSpPr txBox="1"/>
          <p:nvPr/>
        </p:nvSpPr>
        <p:spPr>
          <a:xfrm>
            <a:off x="5362575" y="4089797"/>
            <a:ext cx="20193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Real Data Samples</a:t>
            </a:r>
            <a:endParaRPr/>
          </a:p>
        </p:txBody>
      </p:sp>
      <p:sp>
        <p:nvSpPr>
          <p:cNvPr id="1508" name="Google Shape;1508;g2ff6f630c79_0_981"/>
          <p:cNvSpPr txBox="1"/>
          <p:nvPr/>
        </p:nvSpPr>
        <p:spPr>
          <a:xfrm>
            <a:off x="3424237" y="1913334"/>
            <a:ext cx="2017800" cy="655200"/>
          </a:xfrm>
          <a:prstGeom prst="rect">
            <a:avLst/>
          </a:prstGeom>
          <a:solidFill>
            <a:srgbClr val="FFFF00"/>
          </a:solidFill>
          <a:ln w="27425" cap="flat" cmpd="sng">
            <a:solidFill>
              <a:srgbClr val="0066FF"/>
            </a:solidFill>
            <a:prstDash val="solid"/>
            <a:miter lim="800000"/>
            <a:headEnd type="none" w="sm" len="sm"/>
            <a:tailEnd type="none" w="sm" len="sm"/>
          </a:ln>
        </p:spPr>
        <p:txBody>
          <a:bodyPr spcFirstLastPara="1" wrap="square" lIns="0" tIns="191600" rIns="0" bIns="0" anchor="t" anchorCtr="0">
            <a:spAutoFit/>
          </a:bodyPr>
          <a:lstStyle/>
          <a:p>
            <a:pPr marL="169862" marR="0" lvl="0" indent="31750" algn="l" rtl="0">
              <a:lnSpc>
                <a:spcPct val="100000"/>
              </a:lnSpc>
              <a:spcBef>
                <a:spcPts val="0"/>
              </a:spcBef>
              <a:spcAft>
                <a:spcPts val="0"/>
              </a:spcAft>
              <a:buClr>
                <a:schemeClr val="dk1"/>
              </a:buClr>
              <a:buSzPts val="1500"/>
              <a:buFont typeface="Arial"/>
              <a:buNone/>
            </a:pPr>
            <a:r>
              <a:rPr lang="en-US" sz="1500" b="0" i="0" u="none">
                <a:solidFill>
                  <a:schemeClr val="dk1"/>
                </a:solidFill>
                <a:latin typeface="Arial"/>
                <a:ea typeface="Arial"/>
                <a:cs typeface="Arial"/>
                <a:sym typeface="Arial"/>
              </a:rPr>
              <a:t>Data point density  implies PDF value !</a:t>
            </a:r>
            <a:endParaRPr/>
          </a:p>
        </p:txBody>
      </p:sp>
      <p:sp>
        <p:nvSpPr>
          <p:cNvPr id="1509" name="Google Shape;1509;g2ff6f630c79_0_981"/>
          <p:cNvSpPr/>
          <p:nvPr/>
        </p:nvSpPr>
        <p:spPr>
          <a:xfrm>
            <a:off x="6169025" y="2952750"/>
            <a:ext cx="629876" cy="299109"/>
          </a:xfrm>
          <a:custGeom>
            <a:avLst/>
            <a:gdLst/>
            <a:ahLst/>
            <a:cxnLst/>
            <a:rect l="l" t="t" r="r" b="b"/>
            <a:pathLst>
              <a:path w="713740" h="451485" extrusionOk="0">
                <a:moveTo>
                  <a:pt x="5225" y="301751"/>
                </a:moveTo>
                <a:lnTo>
                  <a:pt x="3048" y="301751"/>
                </a:lnTo>
                <a:lnTo>
                  <a:pt x="9144" y="320039"/>
                </a:lnTo>
                <a:lnTo>
                  <a:pt x="9144" y="326135"/>
                </a:lnTo>
                <a:lnTo>
                  <a:pt x="18288" y="344423"/>
                </a:lnTo>
                <a:lnTo>
                  <a:pt x="24384" y="350519"/>
                </a:lnTo>
                <a:lnTo>
                  <a:pt x="36576" y="368807"/>
                </a:lnTo>
                <a:lnTo>
                  <a:pt x="51816" y="384047"/>
                </a:lnTo>
                <a:lnTo>
                  <a:pt x="57912" y="387095"/>
                </a:lnTo>
                <a:lnTo>
                  <a:pt x="94488" y="414527"/>
                </a:lnTo>
                <a:lnTo>
                  <a:pt x="143256" y="432815"/>
                </a:lnTo>
                <a:lnTo>
                  <a:pt x="198120" y="445007"/>
                </a:lnTo>
                <a:lnTo>
                  <a:pt x="204216" y="448055"/>
                </a:lnTo>
                <a:lnTo>
                  <a:pt x="265176" y="451103"/>
                </a:lnTo>
                <a:lnTo>
                  <a:pt x="329184" y="451103"/>
                </a:lnTo>
                <a:lnTo>
                  <a:pt x="338328" y="448055"/>
                </a:lnTo>
                <a:lnTo>
                  <a:pt x="405384" y="438911"/>
                </a:lnTo>
                <a:lnTo>
                  <a:pt x="434122" y="429767"/>
                </a:lnTo>
                <a:lnTo>
                  <a:pt x="329184" y="429767"/>
                </a:lnTo>
                <a:lnTo>
                  <a:pt x="328168" y="426719"/>
                </a:lnTo>
                <a:lnTo>
                  <a:pt x="204216" y="426719"/>
                </a:lnTo>
                <a:lnTo>
                  <a:pt x="204216" y="408431"/>
                </a:lnTo>
                <a:lnTo>
                  <a:pt x="213360" y="408431"/>
                </a:lnTo>
                <a:lnTo>
                  <a:pt x="158496" y="396239"/>
                </a:lnTo>
                <a:lnTo>
                  <a:pt x="109728" y="377951"/>
                </a:lnTo>
                <a:lnTo>
                  <a:pt x="97536" y="368807"/>
                </a:lnTo>
                <a:lnTo>
                  <a:pt x="64008" y="368807"/>
                </a:lnTo>
                <a:lnTo>
                  <a:pt x="73152" y="350519"/>
                </a:lnTo>
                <a:lnTo>
                  <a:pt x="64008" y="341375"/>
                </a:lnTo>
                <a:lnTo>
                  <a:pt x="61976" y="338327"/>
                </a:lnTo>
                <a:lnTo>
                  <a:pt x="36576" y="338327"/>
                </a:lnTo>
                <a:lnTo>
                  <a:pt x="51816" y="323088"/>
                </a:lnTo>
                <a:lnTo>
                  <a:pt x="50292" y="320039"/>
                </a:lnTo>
                <a:lnTo>
                  <a:pt x="27432" y="320039"/>
                </a:lnTo>
                <a:lnTo>
                  <a:pt x="45720" y="310895"/>
                </a:lnTo>
                <a:lnTo>
                  <a:pt x="44703" y="307847"/>
                </a:lnTo>
                <a:lnTo>
                  <a:pt x="6096" y="307847"/>
                </a:lnTo>
                <a:lnTo>
                  <a:pt x="5225" y="301751"/>
                </a:lnTo>
                <a:close/>
              </a:path>
              <a:path w="713740" h="451485" extrusionOk="0">
                <a:moveTo>
                  <a:pt x="563997" y="332349"/>
                </a:moveTo>
                <a:lnTo>
                  <a:pt x="518160" y="356615"/>
                </a:lnTo>
                <a:lnTo>
                  <a:pt x="457200" y="381000"/>
                </a:lnTo>
                <a:lnTo>
                  <a:pt x="390144" y="402335"/>
                </a:lnTo>
                <a:lnTo>
                  <a:pt x="323088" y="411479"/>
                </a:lnTo>
                <a:lnTo>
                  <a:pt x="329184" y="429767"/>
                </a:lnTo>
                <a:lnTo>
                  <a:pt x="329184" y="411479"/>
                </a:lnTo>
                <a:lnTo>
                  <a:pt x="487680" y="411479"/>
                </a:lnTo>
                <a:lnTo>
                  <a:pt x="533400" y="393191"/>
                </a:lnTo>
                <a:lnTo>
                  <a:pt x="585216" y="365759"/>
                </a:lnTo>
                <a:lnTo>
                  <a:pt x="591312" y="359663"/>
                </a:lnTo>
                <a:lnTo>
                  <a:pt x="607937" y="347471"/>
                </a:lnTo>
                <a:lnTo>
                  <a:pt x="579120" y="347471"/>
                </a:lnTo>
                <a:lnTo>
                  <a:pt x="563997" y="332349"/>
                </a:lnTo>
                <a:close/>
              </a:path>
              <a:path w="713740" h="451485" extrusionOk="0">
                <a:moveTo>
                  <a:pt x="487680" y="411479"/>
                </a:moveTo>
                <a:lnTo>
                  <a:pt x="329184" y="411479"/>
                </a:lnTo>
                <a:lnTo>
                  <a:pt x="329184" y="429767"/>
                </a:lnTo>
                <a:lnTo>
                  <a:pt x="434122" y="429767"/>
                </a:lnTo>
                <a:lnTo>
                  <a:pt x="472440" y="417575"/>
                </a:lnTo>
                <a:lnTo>
                  <a:pt x="487680" y="411479"/>
                </a:lnTo>
                <a:close/>
              </a:path>
              <a:path w="713740" h="451485" extrusionOk="0">
                <a:moveTo>
                  <a:pt x="204216" y="408431"/>
                </a:moveTo>
                <a:lnTo>
                  <a:pt x="204216" y="426719"/>
                </a:lnTo>
                <a:lnTo>
                  <a:pt x="213136" y="408878"/>
                </a:lnTo>
                <a:lnTo>
                  <a:pt x="204216" y="408431"/>
                </a:lnTo>
                <a:close/>
              </a:path>
              <a:path w="713740" h="451485" extrusionOk="0">
                <a:moveTo>
                  <a:pt x="213136" y="408878"/>
                </a:moveTo>
                <a:lnTo>
                  <a:pt x="204216" y="426719"/>
                </a:lnTo>
                <a:lnTo>
                  <a:pt x="328168" y="426719"/>
                </a:lnTo>
                <a:lnTo>
                  <a:pt x="323088" y="411479"/>
                </a:lnTo>
                <a:lnTo>
                  <a:pt x="265176" y="411479"/>
                </a:lnTo>
                <a:lnTo>
                  <a:pt x="213136" y="408878"/>
                </a:lnTo>
                <a:close/>
              </a:path>
              <a:path w="713740" h="451485" extrusionOk="0">
                <a:moveTo>
                  <a:pt x="213360" y="408431"/>
                </a:moveTo>
                <a:lnTo>
                  <a:pt x="204216" y="408431"/>
                </a:lnTo>
                <a:lnTo>
                  <a:pt x="213136" y="408878"/>
                </a:lnTo>
                <a:lnTo>
                  <a:pt x="213360" y="408431"/>
                </a:lnTo>
                <a:close/>
              </a:path>
              <a:path w="713740" h="451485" extrusionOk="0">
                <a:moveTo>
                  <a:pt x="73152" y="350519"/>
                </a:moveTo>
                <a:lnTo>
                  <a:pt x="64008" y="368807"/>
                </a:lnTo>
                <a:lnTo>
                  <a:pt x="79248" y="356615"/>
                </a:lnTo>
                <a:lnTo>
                  <a:pt x="73152" y="350519"/>
                </a:lnTo>
                <a:close/>
              </a:path>
              <a:path w="713740" h="451485" extrusionOk="0">
                <a:moveTo>
                  <a:pt x="73152" y="350519"/>
                </a:moveTo>
                <a:lnTo>
                  <a:pt x="79248" y="356615"/>
                </a:lnTo>
                <a:lnTo>
                  <a:pt x="64008" y="368807"/>
                </a:lnTo>
                <a:lnTo>
                  <a:pt x="97536" y="368807"/>
                </a:lnTo>
                <a:lnTo>
                  <a:pt x="73152" y="350519"/>
                </a:lnTo>
                <a:close/>
              </a:path>
              <a:path w="713740" h="451485" extrusionOk="0">
                <a:moveTo>
                  <a:pt x="569976" y="329183"/>
                </a:moveTo>
                <a:lnTo>
                  <a:pt x="563997" y="332349"/>
                </a:lnTo>
                <a:lnTo>
                  <a:pt x="579120" y="347471"/>
                </a:lnTo>
                <a:lnTo>
                  <a:pt x="569976" y="329183"/>
                </a:lnTo>
                <a:close/>
              </a:path>
              <a:path w="713740" h="451485" extrusionOk="0">
                <a:moveTo>
                  <a:pt x="632875" y="329183"/>
                </a:moveTo>
                <a:lnTo>
                  <a:pt x="569976" y="329183"/>
                </a:lnTo>
                <a:lnTo>
                  <a:pt x="579120" y="347471"/>
                </a:lnTo>
                <a:lnTo>
                  <a:pt x="607937" y="347471"/>
                </a:lnTo>
                <a:lnTo>
                  <a:pt x="632875" y="329183"/>
                </a:lnTo>
                <a:close/>
              </a:path>
              <a:path w="713740" h="451485" extrusionOk="0">
                <a:moveTo>
                  <a:pt x="51816" y="323088"/>
                </a:moveTo>
                <a:lnTo>
                  <a:pt x="36576" y="338327"/>
                </a:lnTo>
                <a:lnTo>
                  <a:pt x="54864" y="329183"/>
                </a:lnTo>
                <a:lnTo>
                  <a:pt x="51816" y="323088"/>
                </a:lnTo>
                <a:close/>
              </a:path>
              <a:path w="713740" h="451485" extrusionOk="0">
                <a:moveTo>
                  <a:pt x="51816" y="323088"/>
                </a:moveTo>
                <a:lnTo>
                  <a:pt x="54864" y="329183"/>
                </a:lnTo>
                <a:lnTo>
                  <a:pt x="36576" y="338327"/>
                </a:lnTo>
                <a:lnTo>
                  <a:pt x="61976" y="338327"/>
                </a:lnTo>
                <a:lnTo>
                  <a:pt x="51816" y="323088"/>
                </a:lnTo>
                <a:close/>
              </a:path>
              <a:path w="713740" h="451485" extrusionOk="0">
                <a:moveTo>
                  <a:pt x="653555" y="247529"/>
                </a:moveTo>
                <a:lnTo>
                  <a:pt x="643128" y="262127"/>
                </a:lnTo>
                <a:lnTo>
                  <a:pt x="609600" y="298703"/>
                </a:lnTo>
                <a:lnTo>
                  <a:pt x="563880" y="332231"/>
                </a:lnTo>
                <a:lnTo>
                  <a:pt x="569976" y="329183"/>
                </a:lnTo>
                <a:lnTo>
                  <a:pt x="632875" y="329183"/>
                </a:lnTo>
                <a:lnTo>
                  <a:pt x="637032" y="326135"/>
                </a:lnTo>
                <a:lnTo>
                  <a:pt x="670560" y="289559"/>
                </a:lnTo>
                <a:lnTo>
                  <a:pt x="685800" y="268223"/>
                </a:lnTo>
                <a:lnTo>
                  <a:pt x="691896" y="256031"/>
                </a:lnTo>
                <a:lnTo>
                  <a:pt x="670560" y="256031"/>
                </a:lnTo>
                <a:lnTo>
                  <a:pt x="653555" y="247529"/>
                </a:lnTo>
                <a:close/>
              </a:path>
              <a:path w="713740" h="451485" extrusionOk="0">
                <a:moveTo>
                  <a:pt x="45720" y="310895"/>
                </a:moveTo>
                <a:lnTo>
                  <a:pt x="27432" y="320039"/>
                </a:lnTo>
                <a:lnTo>
                  <a:pt x="48768" y="320039"/>
                </a:lnTo>
                <a:lnTo>
                  <a:pt x="45720" y="310895"/>
                </a:lnTo>
                <a:close/>
              </a:path>
              <a:path w="713740" h="451485" extrusionOk="0">
                <a:moveTo>
                  <a:pt x="45720" y="310895"/>
                </a:moveTo>
                <a:lnTo>
                  <a:pt x="48768" y="320039"/>
                </a:lnTo>
                <a:lnTo>
                  <a:pt x="50292" y="320039"/>
                </a:lnTo>
                <a:lnTo>
                  <a:pt x="45720" y="310895"/>
                </a:lnTo>
                <a:close/>
              </a:path>
              <a:path w="713740" h="451485" extrusionOk="0">
                <a:moveTo>
                  <a:pt x="307848" y="15239"/>
                </a:moveTo>
                <a:lnTo>
                  <a:pt x="240792" y="33527"/>
                </a:lnTo>
                <a:lnTo>
                  <a:pt x="179832" y="57912"/>
                </a:lnTo>
                <a:lnTo>
                  <a:pt x="128016" y="88391"/>
                </a:lnTo>
                <a:lnTo>
                  <a:pt x="121920" y="94487"/>
                </a:lnTo>
                <a:lnTo>
                  <a:pt x="76200" y="128015"/>
                </a:lnTo>
                <a:lnTo>
                  <a:pt x="42672" y="164591"/>
                </a:lnTo>
                <a:lnTo>
                  <a:pt x="15240" y="210311"/>
                </a:lnTo>
                <a:lnTo>
                  <a:pt x="3048" y="252983"/>
                </a:lnTo>
                <a:lnTo>
                  <a:pt x="0" y="259079"/>
                </a:lnTo>
                <a:lnTo>
                  <a:pt x="0" y="280415"/>
                </a:lnTo>
                <a:lnTo>
                  <a:pt x="3048" y="286511"/>
                </a:lnTo>
                <a:lnTo>
                  <a:pt x="6096" y="307847"/>
                </a:lnTo>
                <a:lnTo>
                  <a:pt x="24384" y="301751"/>
                </a:lnTo>
                <a:lnTo>
                  <a:pt x="42672" y="301751"/>
                </a:lnTo>
                <a:lnTo>
                  <a:pt x="42672" y="292607"/>
                </a:lnTo>
                <a:lnTo>
                  <a:pt x="40930" y="280415"/>
                </a:lnTo>
                <a:lnTo>
                  <a:pt x="21336" y="280415"/>
                </a:lnTo>
                <a:lnTo>
                  <a:pt x="39624" y="271271"/>
                </a:lnTo>
                <a:lnTo>
                  <a:pt x="39624" y="268223"/>
                </a:lnTo>
                <a:lnTo>
                  <a:pt x="21336" y="259079"/>
                </a:lnTo>
                <a:lnTo>
                  <a:pt x="40930" y="259079"/>
                </a:lnTo>
                <a:lnTo>
                  <a:pt x="42672" y="246887"/>
                </a:lnTo>
                <a:lnTo>
                  <a:pt x="51816" y="225551"/>
                </a:lnTo>
                <a:lnTo>
                  <a:pt x="57912" y="213359"/>
                </a:lnTo>
                <a:lnTo>
                  <a:pt x="54864" y="213359"/>
                </a:lnTo>
                <a:lnTo>
                  <a:pt x="42672" y="198119"/>
                </a:lnTo>
                <a:lnTo>
                  <a:pt x="65749" y="198119"/>
                </a:lnTo>
                <a:lnTo>
                  <a:pt x="70104" y="192023"/>
                </a:lnTo>
                <a:lnTo>
                  <a:pt x="103632" y="155447"/>
                </a:lnTo>
                <a:lnTo>
                  <a:pt x="145195" y="124967"/>
                </a:lnTo>
                <a:lnTo>
                  <a:pt x="143256" y="124967"/>
                </a:lnTo>
                <a:lnTo>
                  <a:pt x="134112" y="106679"/>
                </a:lnTo>
                <a:lnTo>
                  <a:pt x="174345" y="106679"/>
                </a:lnTo>
                <a:lnTo>
                  <a:pt x="195072" y="94487"/>
                </a:lnTo>
                <a:lnTo>
                  <a:pt x="256032" y="70103"/>
                </a:lnTo>
                <a:lnTo>
                  <a:pt x="323088" y="51815"/>
                </a:lnTo>
                <a:lnTo>
                  <a:pt x="316992" y="51815"/>
                </a:lnTo>
                <a:lnTo>
                  <a:pt x="307848" y="48767"/>
                </a:lnTo>
                <a:lnTo>
                  <a:pt x="301752" y="45719"/>
                </a:lnTo>
                <a:lnTo>
                  <a:pt x="295656" y="33527"/>
                </a:lnTo>
                <a:lnTo>
                  <a:pt x="298704" y="24383"/>
                </a:lnTo>
                <a:lnTo>
                  <a:pt x="301752" y="18287"/>
                </a:lnTo>
                <a:lnTo>
                  <a:pt x="307848" y="15239"/>
                </a:lnTo>
                <a:close/>
              </a:path>
              <a:path w="713740" h="451485" extrusionOk="0">
                <a:moveTo>
                  <a:pt x="42672" y="301751"/>
                </a:moveTo>
                <a:lnTo>
                  <a:pt x="24384" y="301751"/>
                </a:lnTo>
                <a:lnTo>
                  <a:pt x="6096" y="307847"/>
                </a:lnTo>
                <a:lnTo>
                  <a:pt x="44703" y="307847"/>
                </a:lnTo>
                <a:lnTo>
                  <a:pt x="42672" y="301751"/>
                </a:lnTo>
                <a:close/>
              </a:path>
              <a:path w="713740" h="451485" extrusionOk="0">
                <a:moveTo>
                  <a:pt x="39624" y="271271"/>
                </a:moveTo>
                <a:lnTo>
                  <a:pt x="21336" y="280415"/>
                </a:lnTo>
                <a:lnTo>
                  <a:pt x="39624" y="280415"/>
                </a:lnTo>
                <a:lnTo>
                  <a:pt x="39624" y="271271"/>
                </a:lnTo>
                <a:close/>
              </a:path>
              <a:path w="713740" h="451485" extrusionOk="0">
                <a:moveTo>
                  <a:pt x="39624" y="271271"/>
                </a:moveTo>
                <a:lnTo>
                  <a:pt x="39624" y="280415"/>
                </a:lnTo>
                <a:lnTo>
                  <a:pt x="40930" y="280415"/>
                </a:lnTo>
                <a:lnTo>
                  <a:pt x="39624" y="271271"/>
                </a:lnTo>
                <a:close/>
              </a:path>
              <a:path w="713740" h="451485" extrusionOk="0">
                <a:moveTo>
                  <a:pt x="39624" y="259079"/>
                </a:moveTo>
                <a:lnTo>
                  <a:pt x="21336" y="259079"/>
                </a:lnTo>
                <a:lnTo>
                  <a:pt x="39624" y="268223"/>
                </a:lnTo>
                <a:lnTo>
                  <a:pt x="39624" y="259079"/>
                </a:lnTo>
                <a:close/>
              </a:path>
              <a:path w="713740" h="451485" extrusionOk="0">
                <a:moveTo>
                  <a:pt x="40930" y="259079"/>
                </a:moveTo>
                <a:lnTo>
                  <a:pt x="39624" y="259079"/>
                </a:lnTo>
                <a:lnTo>
                  <a:pt x="39624" y="268223"/>
                </a:lnTo>
                <a:lnTo>
                  <a:pt x="40930" y="259079"/>
                </a:lnTo>
                <a:close/>
              </a:path>
              <a:path w="713740" h="451485" extrusionOk="0">
                <a:moveTo>
                  <a:pt x="658368" y="240791"/>
                </a:moveTo>
                <a:lnTo>
                  <a:pt x="653555" y="247529"/>
                </a:lnTo>
                <a:lnTo>
                  <a:pt x="670560" y="256031"/>
                </a:lnTo>
                <a:lnTo>
                  <a:pt x="658368" y="240791"/>
                </a:lnTo>
                <a:close/>
              </a:path>
              <a:path w="713740" h="451485" extrusionOk="0">
                <a:moveTo>
                  <a:pt x="699298" y="240791"/>
                </a:moveTo>
                <a:lnTo>
                  <a:pt x="658368" y="240791"/>
                </a:lnTo>
                <a:lnTo>
                  <a:pt x="670560" y="256031"/>
                </a:lnTo>
                <a:lnTo>
                  <a:pt x="691896" y="256031"/>
                </a:lnTo>
                <a:lnTo>
                  <a:pt x="697992" y="243839"/>
                </a:lnTo>
                <a:lnTo>
                  <a:pt x="699298" y="240791"/>
                </a:lnTo>
                <a:close/>
              </a:path>
              <a:path w="713740" h="451485" extrusionOk="0">
                <a:moveTo>
                  <a:pt x="673608" y="185927"/>
                </a:moveTo>
                <a:lnTo>
                  <a:pt x="670560" y="207263"/>
                </a:lnTo>
                <a:lnTo>
                  <a:pt x="661416" y="228600"/>
                </a:lnTo>
                <a:lnTo>
                  <a:pt x="652272" y="246887"/>
                </a:lnTo>
                <a:lnTo>
                  <a:pt x="653555" y="247529"/>
                </a:lnTo>
                <a:lnTo>
                  <a:pt x="658368" y="240791"/>
                </a:lnTo>
                <a:lnTo>
                  <a:pt x="699298" y="240791"/>
                </a:lnTo>
                <a:lnTo>
                  <a:pt x="707136" y="222503"/>
                </a:lnTo>
                <a:lnTo>
                  <a:pt x="710184" y="201167"/>
                </a:lnTo>
                <a:lnTo>
                  <a:pt x="713232" y="195071"/>
                </a:lnTo>
                <a:lnTo>
                  <a:pt x="673608" y="195071"/>
                </a:lnTo>
                <a:lnTo>
                  <a:pt x="673608" y="185927"/>
                </a:lnTo>
                <a:close/>
              </a:path>
              <a:path w="713740" h="451485" extrusionOk="0">
                <a:moveTo>
                  <a:pt x="42672" y="198119"/>
                </a:moveTo>
                <a:lnTo>
                  <a:pt x="54864" y="213359"/>
                </a:lnTo>
                <a:lnTo>
                  <a:pt x="59676" y="206622"/>
                </a:lnTo>
                <a:lnTo>
                  <a:pt x="42672" y="198119"/>
                </a:lnTo>
                <a:close/>
              </a:path>
              <a:path w="713740" h="451485" extrusionOk="0">
                <a:moveTo>
                  <a:pt x="59676" y="206622"/>
                </a:moveTo>
                <a:lnTo>
                  <a:pt x="54864" y="213359"/>
                </a:lnTo>
                <a:lnTo>
                  <a:pt x="57912" y="213359"/>
                </a:lnTo>
                <a:lnTo>
                  <a:pt x="60960" y="207263"/>
                </a:lnTo>
                <a:lnTo>
                  <a:pt x="59676" y="206622"/>
                </a:lnTo>
                <a:close/>
              </a:path>
              <a:path w="713740" h="451485" extrusionOk="0">
                <a:moveTo>
                  <a:pt x="65749" y="198119"/>
                </a:moveTo>
                <a:lnTo>
                  <a:pt x="42672" y="198119"/>
                </a:lnTo>
                <a:lnTo>
                  <a:pt x="59676" y="206622"/>
                </a:lnTo>
                <a:lnTo>
                  <a:pt x="65749" y="198119"/>
                </a:lnTo>
                <a:close/>
              </a:path>
              <a:path w="713740" h="451485" extrusionOk="0">
                <a:moveTo>
                  <a:pt x="673608" y="185927"/>
                </a:moveTo>
                <a:lnTo>
                  <a:pt x="673608" y="195071"/>
                </a:lnTo>
                <a:lnTo>
                  <a:pt x="691896" y="195071"/>
                </a:lnTo>
                <a:lnTo>
                  <a:pt x="673608" y="185927"/>
                </a:lnTo>
                <a:close/>
              </a:path>
              <a:path w="713740" h="451485" extrusionOk="0">
                <a:moveTo>
                  <a:pt x="713232" y="173735"/>
                </a:moveTo>
                <a:lnTo>
                  <a:pt x="691896" y="173735"/>
                </a:lnTo>
                <a:lnTo>
                  <a:pt x="673608" y="182879"/>
                </a:lnTo>
                <a:lnTo>
                  <a:pt x="673608" y="185927"/>
                </a:lnTo>
                <a:lnTo>
                  <a:pt x="691896" y="195071"/>
                </a:lnTo>
                <a:lnTo>
                  <a:pt x="713232" y="195071"/>
                </a:lnTo>
                <a:lnTo>
                  <a:pt x="713232" y="173735"/>
                </a:lnTo>
                <a:close/>
              </a:path>
              <a:path w="713740" h="451485" extrusionOk="0">
                <a:moveTo>
                  <a:pt x="697992" y="115823"/>
                </a:moveTo>
                <a:lnTo>
                  <a:pt x="676656" y="115823"/>
                </a:lnTo>
                <a:lnTo>
                  <a:pt x="661416" y="131064"/>
                </a:lnTo>
                <a:lnTo>
                  <a:pt x="667512" y="143255"/>
                </a:lnTo>
                <a:lnTo>
                  <a:pt x="673608" y="161544"/>
                </a:lnTo>
                <a:lnTo>
                  <a:pt x="673608" y="182879"/>
                </a:lnTo>
                <a:lnTo>
                  <a:pt x="691896" y="173735"/>
                </a:lnTo>
                <a:lnTo>
                  <a:pt x="713232" y="173735"/>
                </a:lnTo>
                <a:lnTo>
                  <a:pt x="710184" y="167639"/>
                </a:lnTo>
                <a:lnTo>
                  <a:pt x="710184" y="146303"/>
                </a:lnTo>
                <a:lnTo>
                  <a:pt x="704088" y="128015"/>
                </a:lnTo>
                <a:lnTo>
                  <a:pt x="697992" y="115823"/>
                </a:lnTo>
                <a:close/>
              </a:path>
              <a:path w="713740" h="451485" extrusionOk="0">
                <a:moveTo>
                  <a:pt x="676656" y="85343"/>
                </a:moveTo>
                <a:lnTo>
                  <a:pt x="649224" y="85343"/>
                </a:lnTo>
                <a:lnTo>
                  <a:pt x="640080" y="103632"/>
                </a:lnTo>
                <a:lnTo>
                  <a:pt x="649224" y="112775"/>
                </a:lnTo>
                <a:lnTo>
                  <a:pt x="661416" y="131064"/>
                </a:lnTo>
                <a:lnTo>
                  <a:pt x="658368" y="124967"/>
                </a:lnTo>
                <a:lnTo>
                  <a:pt x="676656" y="115823"/>
                </a:lnTo>
                <a:lnTo>
                  <a:pt x="697992" y="115823"/>
                </a:lnTo>
                <a:lnTo>
                  <a:pt x="694944" y="109727"/>
                </a:lnTo>
                <a:lnTo>
                  <a:pt x="688848" y="103632"/>
                </a:lnTo>
                <a:lnTo>
                  <a:pt x="676656" y="85343"/>
                </a:lnTo>
                <a:close/>
              </a:path>
              <a:path w="713740" h="451485" extrusionOk="0">
                <a:moveTo>
                  <a:pt x="676656" y="115823"/>
                </a:moveTo>
                <a:lnTo>
                  <a:pt x="658368" y="124967"/>
                </a:lnTo>
                <a:lnTo>
                  <a:pt x="661416" y="131064"/>
                </a:lnTo>
                <a:lnTo>
                  <a:pt x="676656" y="115823"/>
                </a:lnTo>
                <a:close/>
              </a:path>
              <a:path w="713740" h="451485" extrusionOk="0">
                <a:moveTo>
                  <a:pt x="134112" y="106679"/>
                </a:moveTo>
                <a:lnTo>
                  <a:pt x="143256" y="124967"/>
                </a:lnTo>
                <a:lnTo>
                  <a:pt x="149013" y="121581"/>
                </a:lnTo>
                <a:lnTo>
                  <a:pt x="134112" y="106679"/>
                </a:lnTo>
                <a:close/>
              </a:path>
              <a:path w="713740" h="451485" extrusionOk="0">
                <a:moveTo>
                  <a:pt x="149013" y="121581"/>
                </a:moveTo>
                <a:lnTo>
                  <a:pt x="143256" y="124967"/>
                </a:lnTo>
                <a:lnTo>
                  <a:pt x="145195" y="124967"/>
                </a:lnTo>
                <a:lnTo>
                  <a:pt x="149352" y="121919"/>
                </a:lnTo>
                <a:lnTo>
                  <a:pt x="149013" y="121581"/>
                </a:lnTo>
                <a:close/>
              </a:path>
              <a:path w="713740" h="451485" extrusionOk="0">
                <a:moveTo>
                  <a:pt x="174345" y="106679"/>
                </a:moveTo>
                <a:lnTo>
                  <a:pt x="134112" y="106679"/>
                </a:lnTo>
                <a:lnTo>
                  <a:pt x="149013" y="121581"/>
                </a:lnTo>
                <a:lnTo>
                  <a:pt x="174345" y="106679"/>
                </a:lnTo>
                <a:close/>
              </a:path>
              <a:path w="713740" h="451485" extrusionOk="0">
                <a:moveTo>
                  <a:pt x="578103" y="24383"/>
                </a:moveTo>
                <a:lnTo>
                  <a:pt x="509016" y="24383"/>
                </a:lnTo>
                <a:lnTo>
                  <a:pt x="509016" y="45212"/>
                </a:lnTo>
                <a:lnTo>
                  <a:pt x="554736" y="57912"/>
                </a:lnTo>
                <a:lnTo>
                  <a:pt x="603504" y="76200"/>
                </a:lnTo>
                <a:lnTo>
                  <a:pt x="640080" y="103632"/>
                </a:lnTo>
                <a:lnTo>
                  <a:pt x="633984" y="97535"/>
                </a:lnTo>
                <a:lnTo>
                  <a:pt x="649224" y="85343"/>
                </a:lnTo>
                <a:lnTo>
                  <a:pt x="676656" y="85343"/>
                </a:lnTo>
                <a:lnTo>
                  <a:pt x="661416" y="70103"/>
                </a:lnTo>
                <a:lnTo>
                  <a:pt x="655320" y="67055"/>
                </a:lnTo>
                <a:lnTo>
                  <a:pt x="618744" y="39624"/>
                </a:lnTo>
                <a:lnTo>
                  <a:pt x="578103" y="24383"/>
                </a:lnTo>
                <a:close/>
              </a:path>
              <a:path w="713740" h="451485" extrusionOk="0">
                <a:moveTo>
                  <a:pt x="649224" y="85343"/>
                </a:moveTo>
                <a:lnTo>
                  <a:pt x="633984" y="97535"/>
                </a:lnTo>
                <a:lnTo>
                  <a:pt x="640080" y="103632"/>
                </a:lnTo>
                <a:lnTo>
                  <a:pt x="649224" y="85343"/>
                </a:lnTo>
                <a:close/>
              </a:path>
              <a:path w="713740" h="451485" extrusionOk="0">
                <a:moveTo>
                  <a:pt x="319024" y="13207"/>
                </a:moveTo>
                <a:lnTo>
                  <a:pt x="307848" y="15239"/>
                </a:lnTo>
                <a:lnTo>
                  <a:pt x="301752" y="18287"/>
                </a:lnTo>
                <a:lnTo>
                  <a:pt x="298704" y="24383"/>
                </a:lnTo>
                <a:lnTo>
                  <a:pt x="295656" y="33527"/>
                </a:lnTo>
                <a:lnTo>
                  <a:pt x="301752" y="45719"/>
                </a:lnTo>
                <a:lnTo>
                  <a:pt x="307848" y="48767"/>
                </a:lnTo>
                <a:lnTo>
                  <a:pt x="316992" y="51815"/>
                </a:lnTo>
                <a:lnTo>
                  <a:pt x="323088" y="51815"/>
                </a:lnTo>
                <a:lnTo>
                  <a:pt x="329184" y="45719"/>
                </a:lnTo>
                <a:lnTo>
                  <a:pt x="335280" y="33527"/>
                </a:lnTo>
                <a:lnTo>
                  <a:pt x="332232" y="24383"/>
                </a:lnTo>
                <a:lnTo>
                  <a:pt x="329184" y="18287"/>
                </a:lnTo>
                <a:lnTo>
                  <a:pt x="319024" y="13207"/>
                </a:lnTo>
                <a:close/>
              </a:path>
              <a:path w="713740" h="451485" extrusionOk="0">
                <a:moveTo>
                  <a:pt x="448056" y="0"/>
                </a:moveTo>
                <a:lnTo>
                  <a:pt x="384048" y="3048"/>
                </a:lnTo>
                <a:lnTo>
                  <a:pt x="374904" y="3048"/>
                </a:lnTo>
                <a:lnTo>
                  <a:pt x="319024" y="13207"/>
                </a:lnTo>
                <a:lnTo>
                  <a:pt x="329184" y="18287"/>
                </a:lnTo>
                <a:lnTo>
                  <a:pt x="332232" y="24383"/>
                </a:lnTo>
                <a:lnTo>
                  <a:pt x="335280" y="33527"/>
                </a:lnTo>
                <a:lnTo>
                  <a:pt x="329184" y="45719"/>
                </a:lnTo>
                <a:lnTo>
                  <a:pt x="323088" y="51815"/>
                </a:lnTo>
                <a:lnTo>
                  <a:pt x="384048" y="40732"/>
                </a:lnTo>
                <a:lnTo>
                  <a:pt x="384048" y="21336"/>
                </a:lnTo>
                <a:lnTo>
                  <a:pt x="569976" y="21336"/>
                </a:lnTo>
                <a:lnTo>
                  <a:pt x="515112" y="6095"/>
                </a:lnTo>
                <a:lnTo>
                  <a:pt x="509016" y="6095"/>
                </a:lnTo>
                <a:lnTo>
                  <a:pt x="448056" y="0"/>
                </a:lnTo>
                <a:close/>
              </a:path>
              <a:path w="713740" h="451485" extrusionOk="0">
                <a:moveTo>
                  <a:pt x="501396" y="39624"/>
                </a:moveTo>
                <a:lnTo>
                  <a:pt x="448056" y="39624"/>
                </a:lnTo>
                <a:lnTo>
                  <a:pt x="509016" y="45719"/>
                </a:lnTo>
                <a:lnTo>
                  <a:pt x="509016" y="45212"/>
                </a:lnTo>
                <a:lnTo>
                  <a:pt x="499872" y="42672"/>
                </a:lnTo>
                <a:lnTo>
                  <a:pt x="501396" y="39624"/>
                </a:lnTo>
                <a:close/>
              </a:path>
              <a:path w="713740" h="451485" extrusionOk="0">
                <a:moveTo>
                  <a:pt x="509016" y="24383"/>
                </a:moveTo>
                <a:lnTo>
                  <a:pt x="499872" y="42672"/>
                </a:lnTo>
                <a:lnTo>
                  <a:pt x="509016" y="45212"/>
                </a:lnTo>
                <a:lnTo>
                  <a:pt x="509016" y="24383"/>
                </a:lnTo>
                <a:close/>
              </a:path>
              <a:path w="713740" h="451485" extrusionOk="0">
                <a:moveTo>
                  <a:pt x="569976" y="21336"/>
                </a:moveTo>
                <a:lnTo>
                  <a:pt x="384048" y="21336"/>
                </a:lnTo>
                <a:lnTo>
                  <a:pt x="390144" y="39624"/>
                </a:lnTo>
                <a:lnTo>
                  <a:pt x="384048" y="40732"/>
                </a:lnTo>
                <a:lnTo>
                  <a:pt x="384048" y="42672"/>
                </a:lnTo>
                <a:lnTo>
                  <a:pt x="448056" y="39624"/>
                </a:lnTo>
                <a:lnTo>
                  <a:pt x="501396" y="39624"/>
                </a:lnTo>
                <a:lnTo>
                  <a:pt x="509016" y="24383"/>
                </a:lnTo>
                <a:lnTo>
                  <a:pt x="578103" y="24383"/>
                </a:lnTo>
                <a:lnTo>
                  <a:pt x="569976" y="21336"/>
                </a:lnTo>
                <a:close/>
              </a:path>
              <a:path w="713740" h="451485" extrusionOk="0">
                <a:moveTo>
                  <a:pt x="384048" y="21336"/>
                </a:moveTo>
                <a:lnTo>
                  <a:pt x="384048" y="40732"/>
                </a:lnTo>
                <a:lnTo>
                  <a:pt x="390144" y="39624"/>
                </a:lnTo>
                <a:lnTo>
                  <a:pt x="384048" y="21336"/>
                </a:lnTo>
                <a:close/>
              </a:path>
              <a:path w="713740" h="451485" extrusionOk="0">
                <a:moveTo>
                  <a:pt x="316992" y="12191"/>
                </a:moveTo>
                <a:lnTo>
                  <a:pt x="307848" y="15239"/>
                </a:lnTo>
                <a:lnTo>
                  <a:pt x="319024" y="13207"/>
                </a:lnTo>
                <a:lnTo>
                  <a:pt x="316992" y="12191"/>
                </a:lnTo>
                <a:close/>
              </a:path>
            </a:pathLst>
          </a:custGeom>
          <a:solidFill>
            <a:srgbClr val="3399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grpSp>
        <p:nvGrpSpPr>
          <p:cNvPr id="1514" name="Google Shape;1514;g2ff6f630c79_0_1082"/>
          <p:cNvGrpSpPr/>
          <p:nvPr/>
        </p:nvGrpSpPr>
        <p:grpSpPr>
          <a:xfrm>
            <a:off x="4346600" y="2422826"/>
            <a:ext cx="3940198" cy="1552514"/>
            <a:chOff x="4773167" y="3660647"/>
            <a:chExt cx="4465320" cy="2346960"/>
          </a:xfrm>
        </p:grpSpPr>
        <p:sp>
          <p:nvSpPr>
            <p:cNvPr id="1515" name="Google Shape;1515;g2ff6f630c79_0_1082"/>
            <p:cNvSpPr/>
            <p:nvPr/>
          </p:nvSpPr>
          <p:spPr>
            <a:xfrm>
              <a:off x="4773167" y="3660647"/>
              <a:ext cx="4465320" cy="2346960"/>
            </a:xfrm>
            <a:custGeom>
              <a:avLst/>
              <a:gdLst/>
              <a:ahLst/>
              <a:cxnLst/>
              <a:rect l="l" t="t" r="r" b="b"/>
              <a:pathLst>
                <a:path w="4465320" h="2346960" extrusionOk="0">
                  <a:moveTo>
                    <a:pt x="2987040" y="0"/>
                  </a:moveTo>
                  <a:lnTo>
                    <a:pt x="2983991" y="0"/>
                  </a:lnTo>
                  <a:lnTo>
                    <a:pt x="3048" y="743712"/>
                  </a:lnTo>
                  <a:lnTo>
                    <a:pt x="0" y="746760"/>
                  </a:lnTo>
                  <a:lnTo>
                    <a:pt x="0" y="749807"/>
                  </a:lnTo>
                  <a:lnTo>
                    <a:pt x="1475232" y="2343912"/>
                  </a:lnTo>
                  <a:lnTo>
                    <a:pt x="1478280" y="2346960"/>
                  </a:lnTo>
                  <a:lnTo>
                    <a:pt x="1481328" y="2346960"/>
                  </a:lnTo>
                  <a:lnTo>
                    <a:pt x="1493544" y="2343912"/>
                  </a:lnTo>
                  <a:lnTo>
                    <a:pt x="1481328" y="2343912"/>
                  </a:lnTo>
                  <a:lnTo>
                    <a:pt x="1478280" y="2337816"/>
                  </a:lnTo>
                  <a:lnTo>
                    <a:pt x="1480940" y="2337152"/>
                  </a:lnTo>
                  <a:lnTo>
                    <a:pt x="14785" y="752855"/>
                  </a:lnTo>
                  <a:lnTo>
                    <a:pt x="6096" y="752855"/>
                  </a:lnTo>
                  <a:lnTo>
                    <a:pt x="6096" y="749807"/>
                  </a:lnTo>
                  <a:lnTo>
                    <a:pt x="9144" y="746760"/>
                  </a:lnTo>
                  <a:lnTo>
                    <a:pt x="30529" y="746760"/>
                  </a:lnTo>
                  <a:lnTo>
                    <a:pt x="2984379" y="9807"/>
                  </a:lnTo>
                  <a:lnTo>
                    <a:pt x="2980943" y="6096"/>
                  </a:lnTo>
                  <a:lnTo>
                    <a:pt x="2992908" y="6096"/>
                  </a:lnTo>
                  <a:lnTo>
                    <a:pt x="2990088" y="3048"/>
                  </a:lnTo>
                  <a:lnTo>
                    <a:pt x="2987040" y="0"/>
                  </a:lnTo>
                  <a:close/>
                </a:path>
                <a:path w="4465320" h="2346960" extrusionOk="0">
                  <a:moveTo>
                    <a:pt x="1480940" y="2337152"/>
                  </a:moveTo>
                  <a:lnTo>
                    <a:pt x="1478280" y="2337816"/>
                  </a:lnTo>
                  <a:lnTo>
                    <a:pt x="1481328" y="2343912"/>
                  </a:lnTo>
                  <a:lnTo>
                    <a:pt x="1484376" y="2340864"/>
                  </a:lnTo>
                  <a:lnTo>
                    <a:pt x="1480940" y="2337152"/>
                  </a:lnTo>
                  <a:close/>
                </a:path>
                <a:path w="4465320" h="2346960" extrusionOk="0">
                  <a:moveTo>
                    <a:pt x="4452164" y="1595865"/>
                  </a:moveTo>
                  <a:lnTo>
                    <a:pt x="1480940" y="2337152"/>
                  </a:lnTo>
                  <a:lnTo>
                    <a:pt x="1484376" y="2340864"/>
                  </a:lnTo>
                  <a:lnTo>
                    <a:pt x="1481328" y="2343912"/>
                  </a:lnTo>
                  <a:lnTo>
                    <a:pt x="1493544" y="2343912"/>
                  </a:lnTo>
                  <a:lnTo>
                    <a:pt x="4462272" y="1603247"/>
                  </a:lnTo>
                  <a:lnTo>
                    <a:pt x="4465320" y="1600200"/>
                  </a:lnTo>
                  <a:lnTo>
                    <a:pt x="4456176" y="1600200"/>
                  </a:lnTo>
                  <a:lnTo>
                    <a:pt x="4452164" y="1595865"/>
                  </a:lnTo>
                  <a:close/>
                </a:path>
                <a:path w="4465320" h="2346960" extrusionOk="0">
                  <a:moveTo>
                    <a:pt x="4459224" y="1594103"/>
                  </a:moveTo>
                  <a:lnTo>
                    <a:pt x="4452164" y="1595865"/>
                  </a:lnTo>
                  <a:lnTo>
                    <a:pt x="4456176" y="1600200"/>
                  </a:lnTo>
                  <a:lnTo>
                    <a:pt x="4462272" y="1600200"/>
                  </a:lnTo>
                  <a:lnTo>
                    <a:pt x="4459224" y="1594103"/>
                  </a:lnTo>
                  <a:close/>
                </a:path>
                <a:path w="4465320" h="2346960" extrusionOk="0">
                  <a:moveTo>
                    <a:pt x="4462499" y="1594103"/>
                  </a:moveTo>
                  <a:lnTo>
                    <a:pt x="4459224" y="1594103"/>
                  </a:lnTo>
                  <a:lnTo>
                    <a:pt x="4462272" y="1600200"/>
                  </a:lnTo>
                  <a:lnTo>
                    <a:pt x="4465320" y="1600200"/>
                  </a:lnTo>
                  <a:lnTo>
                    <a:pt x="4465320" y="1597152"/>
                  </a:lnTo>
                  <a:lnTo>
                    <a:pt x="4462499" y="1594103"/>
                  </a:lnTo>
                  <a:close/>
                </a:path>
                <a:path w="4465320" h="2346960" extrusionOk="0">
                  <a:moveTo>
                    <a:pt x="2992908" y="6096"/>
                  </a:moveTo>
                  <a:lnTo>
                    <a:pt x="2987040" y="6096"/>
                  </a:lnTo>
                  <a:lnTo>
                    <a:pt x="2987040" y="9143"/>
                  </a:lnTo>
                  <a:lnTo>
                    <a:pt x="2984379" y="9807"/>
                  </a:lnTo>
                  <a:lnTo>
                    <a:pt x="4452164" y="1595865"/>
                  </a:lnTo>
                  <a:lnTo>
                    <a:pt x="4459224" y="1594103"/>
                  </a:lnTo>
                  <a:lnTo>
                    <a:pt x="4462499" y="1594103"/>
                  </a:lnTo>
                  <a:lnTo>
                    <a:pt x="2992908" y="6096"/>
                  </a:lnTo>
                  <a:close/>
                </a:path>
                <a:path w="4465320" h="2346960" extrusionOk="0">
                  <a:moveTo>
                    <a:pt x="9144" y="746760"/>
                  </a:moveTo>
                  <a:lnTo>
                    <a:pt x="6096" y="749807"/>
                  </a:lnTo>
                  <a:lnTo>
                    <a:pt x="6096" y="752855"/>
                  </a:lnTo>
                  <a:lnTo>
                    <a:pt x="13155" y="751094"/>
                  </a:lnTo>
                  <a:lnTo>
                    <a:pt x="9144" y="746760"/>
                  </a:lnTo>
                  <a:close/>
                </a:path>
                <a:path w="4465320" h="2346960" extrusionOk="0">
                  <a:moveTo>
                    <a:pt x="13155" y="751094"/>
                  </a:moveTo>
                  <a:lnTo>
                    <a:pt x="6096" y="752855"/>
                  </a:lnTo>
                  <a:lnTo>
                    <a:pt x="14785" y="752855"/>
                  </a:lnTo>
                  <a:lnTo>
                    <a:pt x="13155" y="751094"/>
                  </a:lnTo>
                  <a:close/>
                </a:path>
                <a:path w="4465320" h="2346960" extrusionOk="0">
                  <a:moveTo>
                    <a:pt x="30529" y="746760"/>
                  </a:moveTo>
                  <a:lnTo>
                    <a:pt x="9144" y="746760"/>
                  </a:lnTo>
                  <a:lnTo>
                    <a:pt x="13155" y="751094"/>
                  </a:lnTo>
                  <a:lnTo>
                    <a:pt x="30529" y="746760"/>
                  </a:lnTo>
                  <a:close/>
                </a:path>
                <a:path w="4465320" h="2346960" extrusionOk="0">
                  <a:moveTo>
                    <a:pt x="2987040" y="6096"/>
                  </a:moveTo>
                  <a:lnTo>
                    <a:pt x="2980943" y="6096"/>
                  </a:lnTo>
                  <a:lnTo>
                    <a:pt x="2984379" y="9807"/>
                  </a:lnTo>
                  <a:lnTo>
                    <a:pt x="2987040" y="9143"/>
                  </a:lnTo>
                  <a:lnTo>
                    <a:pt x="298704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16" name="Google Shape;1516;g2ff6f630c79_0_1082"/>
            <p:cNvPicPr preferRelativeResize="0"/>
            <p:nvPr/>
          </p:nvPicPr>
          <p:blipFill rotWithShape="1">
            <a:blip r:embed="rId3">
              <a:alphaModFix/>
            </a:blip>
            <a:srcRect/>
            <a:stretch/>
          </p:blipFill>
          <p:spPr>
            <a:xfrm>
              <a:off x="5803391" y="4632959"/>
              <a:ext cx="182879" cy="94487"/>
            </a:xfrm>
            <a:prstGeom prst="rect">
              <a:avLst/>
            </a:prstGeom>
            <a:noFill/>
            <a:ln>
              <a:noFill/>
            </a:ln>
          </p:spPr>
        </p:pic>
        <p:sp>
          <p:nvSpPr>
            <p:cNvPr id="1517" name="Google Shape;1517;g2ff6f630c79_0_1082"/>
            <p:cNvSpPr/>
            <p:nvPr/>
          </p:nvSpPr>
          <p:spPr>
            <a:xfrm>
              <a:off x="5797295" y="4623815"/>
              <a:ext cx="192404" cy="104139"/>
            </a:xfrm>
            <a:custGeom>
              <a:avLst/>
              <a:gdLst/>
              <a:ahLst/>
              <a:cxnLst/>
              <a:rect l="l" t="t" r="r" b="b"/>
              <a:pathLst>
                <a:path w="192404" h="104139" extrusionOk="0">
                  <a:moveTo>
                    <a:pt x="85343" y="3047"/>
                  </a:moveTo>
                  <a:lnTo>
                    <a:pt x="21336" y="27431"/>
                  </a:lnTo>
                  <a:lnTo>
                    <a:pt x="0" y="60959"/>
                  </a:lnTo>
                  <a:lnTo>
                    <a:pt x="0" y="73151"/>
                  </a:lnTo>
                  <a:lnTo>
                    <a:pt x="33527" y="100583"/>
                  </a:lnTo>
                  <a:lnTo>
                    <a:pt x="64007" y="103631"/>
                  </a:lnTo>
                  <a:lnTo>
                    <a:pt x="67055" y="103631"/>
                  </a:lnTo>
                  <a:lnTo>
                    <a:pt x="103631" y="100583"/>
                  </a:lnTo>
                  <a:lnTo>
                    <a:pt x="67055" y="100583"/>
                  </a:lnTo>
                  <a:lnTo>
                    <a:pt x="64007" y="94487"/>
                  </a:lnTo>
                  <a:lnTo>
                    <a:pt x="65670" y="94349"/>
                  </a:lnTo>
                  <a:lnTo>
                    <a:pt x="36575" y="91439"/>
                  </a:lnTo>
                  <a:lnTo>
                    <a:pt x="24383" y="88391"/>
                  </a:lnTo>
                  <a:lnTo>
                    <a:pt x="15239" y="88391"/>
                  </a:lnTo>
                  <a:lnTo>
                    <a:pt x="15239" y="82295"/>
                  </a:lnTo>
                  <a:lnTo>
                    <a:pt x="12191" y="79247"/>
                  </a:lnTo>
                  <a:lnTo>
                    <a:pt x="9143" y="70103"/>
                  </a:lnTo>
                  <a:lnTo>
                    <a:pt x="9143" y="64007"/>
                  </a:lnTo>
                  <a:lnTo>
                    <a:pt x="3048" y="60959"/>
                  </a:lnTo>
                  <a:lnTo>
                    <a:pt x="9905" y="60959"/>
                  </a:lnTo>
                  <a:lnTo>
                    <a:pt x="12191" y="51815"/>
                  </a:lnTo>
                  <a:lnTo>
                    <a:pt x="16255" y="45719"/>
                  </a:lnTo>
                  <a:lnTo>
                    <a:pt x="15239" y="45719"/>
                  </a:lnTo>
                  <a:lnTo>
                    <a:pt x="15239" y="42671"/>
                  </a:lnTo>
                  <a:lnTo>
                    <a:pt x="18287" y="42671"/>
                  </a:lnTo>
                  <a:lnTo>
                    <a:pt x="24383" y="36575"/>
                  </a:lnTo>
                  <a:lnTo>
                    <a:pt x="51815" y="21335"/>
                  </a:lnTo>
                  <a:lnTo>
                    <a:pt x="88391" y="12191"/>
                  </a:lnTo>
                  <a:lnTo>
                    <a:pt x="85343" y="12191"/>
                  </a:lnTo>
                  <a:lnTo>
                    <a:pt x="82295" y="9143"/>
                  </a:lnTo>
                  <a:lnTo>
                    <a:pt x="82295" y="6095"/>
                  </a:lnTo>
                  <a:lnTo>
                    <a:pt x="85343" y="3047"/>
                  </a:lnTo>
                  <a:close/>
                </a:path>
                <a:path w="192404" h="104139" extrusionOk="0">
                  <a:moveTo>
                    <a:pt x="65670" y="94349"/>
                  </a:moveTo>
                  <a:lnTo>
                    <a:pt x="64007" y="94487"/>
                  </a:lnTo>
                  <a:lnTo>
                    <a:pt x="67055" y="100583"/>
                  </a:lnTo>
                  <a:lnTo>
                    <a:pt x="67055" y="94487"/>
                  </a:lnTo>
                  <a:lnTo>
                    <a:pt x="65670" y="94349"/>
                  </a:lnTo>
                  <a:close/>
                </a:path>
                <a:path w="192404" h="104139" extrusionOk="0">
                  <a:moveTo>
                    <a:pt x="170687" y="60959"/>
                  </a:moveTo>
                  <a:lnTo>
                    <a:pt x="164591" y="67055"/>
                  </a:lnTo>
                  <a:lnTo>
                    <a:pt x="137159" y="82295"/>
                  </a:lnTo>
                  <a:lnTo>
                    <a:pt x="100583" y="91439"/>
                  </a:lnTo>
                  <a:lnTo>
                    <a:pt x="65670" y="94349"/>
                  </a:lnTo>
                  <a:lnTo>
                    <a:pt x="67055" y="94487"/>
                  </a:lnTo>
                  <a:lnTo>
                    <a:pt x="67055" y="100583"/>
                  </a:lnTo>
                  <a:lnTo>
                    <a:pt x="103631" y="100583"/>
                  </a:lnTo>
                  <a:lnTo>
                    <a:pt x="140207" y="91439"/>
                  </a:lnTo>
                  <a:lnTo>
                    <a:pt x="167639" y="76199"/>
                  </a:lnTo>
                  <a:lnTo>
                    <a:pt x="179831" y="64007"/>
                  </a:lnTo>
                  <a:lnTo>
                    <a:pt x="176783" y="64007"/>
                  </a:lnTo>
                  <a:lnTo>
                    <a:pt x="170687" y="60959"/>
                  </a:lnTo>
                  <a:close/>
                </a:path>
                <a:path w="192404" h="104139" extrusionOk="0">
                  <a:moveTo>
                    <a:pt x="15239" y="82295"/>
                  </a:moveTo>
                  <a:lnTo>
                    <a:pt x="15239" y="88391"/>
                  </a:lnTo>
                  <a:lnTo>
                    <a:pt x="18287" y="85343"/>
                  </a:lnTo>
                  <a:lnTo>
                    <a:pt x="15239" y="82295"/>
                  </a:lnTo>
                  <a:close/>
                </a:path>
                <a:path w="192404" h="104139" extrusionOk="0">
                  <a:moveTo>
                    <a:pt x="15239" y="82295"/>
                  </a:moveTo>
                  <a:lnTo>
                    <a:pt x="18287" y="85343"/>
                  </a:lnTo>
                  <a:lnTo>
                    <a:pt x="15239" y="88391"/>
                  </a:lnTo>
                  <a:lnTo>
                    <a:pt x="24383" y="88391"/>
                  </a:lnTo>
                  <a:lnTo>
                    <a:pt x="15239" y="82295"/>
                  </a:lnTo>
                  <a:close/>
                </a:path>
                <a:path w="192404" h="104139" extrusionOk="0">
                  <a:moveTo>
                    <a:pt x="9143" y="60959"/>
                  </a:moveTo>
                  <a:lnTo>
                    <a:pt x="3048" y="60959"/>
                  </a:lnTo>
                  <a:lnTo>
                    <a:pt x="9143" y="64007"/>
                  </a:lnTo>
                  <a:lnTo>
                    <a:pt x="9143" y="60959"/>
                  </a:lnTo>
                  <a:close/>
                </a:path>
                <a:path w="192404" h="104139" extrusionOk="0">
                  <a:moveTo>
                    <a:pt x="9905" y="60959"/>
                  </a:moveTo>
                  <a:lnTo>
                    <a:pt x="9143" y="60959"/>
                  </a:lnTo>
                  <a:lnTo>
                    <a:pt x="9143" y="64007"/>
                  </a:lnTo>
                  <a:lnTo>
                    <a:pt x="9905" y="60959"/>
                  </a:lnTo>
                  <a:close/>
                </a:path>
                <a:path w="192404" h="104139" extrusionOk="0">
                  <a:moveTo>
                    <a:pt x="173736" y="57911"/>
                  </a:moveTo>
                  <a:lnTo>
                    <a:pt x="170687" y="60959"/>
                  </a:lnTo>
                  <a:lnTo>
                    <a:pt x="176783" y="64007"/>
                  </a:lnTo>
                  <a:lnTo>
                    <a:pt x="173736" y="57911"/>
                  </a:lnTo>
                  <a:close/>
                </a:path>
                <a:path w="192404" h="104139" extrusionOk="0">
                  <a:moveTo>
                    <a:pt x="183896" y="57911"/>
                  </a:moveTo>
                  <a:lnTo>
                    <a:pt x="173736" y="57911"/>
                  </a:lnTo>
                  <a:lnTo>
                    <a:pt x="176783" y="64007"/>
                  </a:lnTo>
                  <a:lnTo>
                    <a:pt x="179831" y="64007"/>
                  </a:lnTo>
                  <a:lnTo>
                    <a:pt x="183896" y="57911"/>
                  </a:lnTo>
                  <a:close/>
                </a:path>
                <a:path w="192404" h="104139" extrusionOk="0">
                  <a:moveTo>
                    <a:pt x="182879" y="42671"/>
                  </a:moveTo>
                  <a:lnTo>
                    <a:pt x="170687" y="60959"/>
                  </a:lnTo>
                  <a:lnTo>
                    <a:pt x="173736" y="57911"/>
                  </a:lnTo>
                  <a:lnTo>
                    <a:pt x="183896" y="57911"/>
                  </a:lnTo>
                  <a:lnTo>
                    <a:pt x="192024" y="45719"/>
                  </a:lnTo>
                  <a:lnTo>
                    <a:pt x="182879" y="45719"/>
                  </a:lnTo>
                  <a:lnTo>
                    <a:pt x="182879" y="42671"/>
                  </a:lnTo>
                  <a:close/>
                </a:path>
                <a:path w="192404" h="104139" extrusionOk="0">
                  <a:moveTo>
                    <a:pt x="18287" y="42671"/>
                  </a:moveTo>
                  <a:lnTo>
                    <a:pt x="15239" y="42671"/>
                  </a:lnTo>
                  <a:lnTo>
                    <a:pt x="15239" y="45719"/>
                  </a:lnTo>
                  <a:lnTo>
                    <a:pt x="18287" y="42671"/>
                  </a:lnTo>
                  <a:close/>
                </a:path>
                <a:path w="192404" h="104139" extrusionOk="0">
                  <a:moveTo>
                    <a:pt x="18287" y="42671"/>
                  </a:moveTo>
                  <a:lnTo>
                    <a:pt x="15239" y="45719"/>
                  </a:lnTo>
                  <a:lnTo>
                    <a:pt x="16255" y="45719"/>
                  </a:lnTo>
                  <a:lnTo>
                    <a:pt x="18287" y="42671"/>
                  </a:lnTo>
                  <a:close/>
                </a:path>
                <a:path w="192404" h="104139" extrusionOk="0">
                  <a:moveTo>
                    <a:pt x="182879" y="42671"/>
                  </a:moveTo>
                  <a:lnTo>
                    <a:pt x="182879" y="45719"/>
                  </a:lnTo>
                  <a:lnTo>
                    <a:pt x="185927" y="45719"/>
                  </a:lnTo>
                  <a:lnTo>
                    <a:pt x="182879" y="42671"/>
                  </a:lnTo>
                  <a:close/>
                </a:path>
                <a:path w="192404" h="104139" extrusionOk="0">
                  <a:moveTo>
                    <a:pt x="180267" y="28738"/>
                  </a:moveTo>
                  <a:lnTo>
                    <a:pt x="182879" y="36575"/>
                  </a:lnTo>
                  <a:lnTo>
                    <a:pt x="182879" y="42671"/>
                  </a:lnTo>
                  <a:lnTo>
                    <a:pt x="185927" y="45719"/>
                  </a:lnTo>
                  <a:lnTo>
                    <a:pt x="192024" y="45719"/>
                  </a:lnTo>
                  <a:lnTo>
                    <a:pt x="192024" y="33527"/>
                  </a:lnTo>
                  <a:lnTo>
                    <a:pt x="191008" y="30479"/>
                  </a:lnTo>
                  <a:lnTo>
                    <a:pt x="182879" y="30479"/>
                  </a:lnTo>
                  <a:lnTo>
                    <a:pt x="180267" y="28738"/>
                  </a:lnTo>
                  <a:close/>
                </a:path>
                <a:path w="192404" h="104139" extrusionOk="0">
                  <a:moveTo>
                    <a:pt x="182879" y="27431"/>
                  </a:moveTo>
                  <a:lnTo>
                    <a:pt x="179831" y="27431"/>
                  </a:lnTo>
                  <a:lnTo>
                    <a:pt x="180267" y="28738"/>
                  </a:lnTo>
                  <a:lnTo>
                    <a:pt x="182879" y="30479"/>
                  </a:lnTo>
                  <a:lnTo>
                    <a:pt x="182879" y="27431"/>
                  </a:lnTo>
                  <a:close/>
                </a:path>
                <a:path w="192404" h="104139" extrusionOk="0">
                  <a:moveTo>
                    <a:pt x="189991" y="27431"/>
                  </a:moveTo>
                  <a:lnTo>
                    <a:pt x="182879" y="27431"/>
                  </a:lnTo>
                  <a:lnTo>
                    <a:pt x="182879" y="30479"/>
                  </a:lnTo>
                  <a:lnTo>
                    <a:pt x="191008" y="30479"/>
                  </a:lnTo>
                  <a:lnTo>
                    <a:pt x="189991" y="27431"/>
                  </a:lnTo>
                  <a:close/>
                </a:path>
                <a:path w="192404" h="104139" extrusionOk="0">
                  <a:moveTo>
                    <a:pt x="160782" y="6095"/>
                  </a:moveTo>
                  <a:lnTo>
                    <a:pt x="121919" y="6095"/>
                  </a:lnTo>
                  <a:lnTo>
                    <a:pt x="124967" y="9143"/>
                  </a:lnTo>
                  <a:lnTo>
                    <a:pt x="123305" y="9282"/>
                  </a:lnTo>
                  <a:lnTo>
                    <a:pt x="152400" y="12191"/>
                  </a:lnTo>
                  <a:lnTo>
                    <a:pt x="173736" y="24383"/>
                  </a:lnTo>
                  <a:lnTo>
                    <a:pt x="180267" y="28738"/>
                  </a:lnTo>
                  <a:lnTo>
                    <a:pt x="179831" y="27431"/>
                  </a:lnTo>
                  <a:lnTo>
                    <a:pt x="189991" y="27431"/>
                  </a:lnTo>
                  <a:lnTo>
                    <a:pt x="188975" y="24383"/>
                  </a:lnTo>
                  <a:lnTo>
                    <a:pt x="185927" y="21335"/>
                  </a:lnTo>
                  <a:lnTo>
                    <a:pt x="176783" y="15239"/>
                  </a:lnTo>
                  <a:lnTo>
                    <a:pt x="160782" y="6095"/>
                  </a:lnTo>
                  <a:close/>
                </a:path>
                <a:path w="192404" h="104139" extrusionOk="0">
                  <a:moveTo>
                    <a:pt x="124967" y="0"/>
                  </a:moveTo>
                  <a:lnTo>
                    <a:pt x="121919" y="0"/>
                  </a:lnTo>
                  <a:lnTo>
                    <a:pt x="85343" y="3047"/>
                  </a:lnTo>
                  <a:lnTo>
                    <a:pt x="82295" y="6095"/>
                  </a:lnTo>
                  <a:lnTo>
                    <a:pt x="82295" y="9143"/>
                  </a:lnTo>
                  <a:lnTo>
                    <a:pt x="85343" y="12191"/>
                  </a:lnTo>
                  <a:lnTo>
                    <a:pt x="88391" y="12191"/>
                  </a:lnTo>
                  <a:lnTo>
                    <a:pt x="91439" y="9143"/>
                  </a:lnTo>
                  <a:lnTo>
                    <a:pt x="91439" y="6095"/>
                  </a:lnTo>
                  <a:lnTo>
                    <a:pt x="88391" y="3047"/>
                  </a:lnTo>
                  <a:lnTo>
                    <a:pt x="155448" y="3047"/>
                  </a:lnTo>
                  <a:lnTo>
                    <a:pt x="124967" y="0"/>
                  </a:lnTo>
                  <a:close/>
                </a:path>
                <a:path w="192404" h="104139" extrusionOk="0">
                  <a:moveTo>
                    <a:pt x="155448" y="3047"/>
                  </a:moveTo>
                  <a:lnTo>
                    <a:pt x="88391" y="3047"/>
                  </a:lnTo>
                  <a:lnTo>
                    <a:pt x="91439" y="6095"/>
                  </a:lnTo>
                  <a:lnTo>
                    <a:pt x="91439" y="9143"/>
                  </a:lnTo>
                  <a:lnTo>
                    <a:pt x="88391" y="12191"/>
                  </a:lnTo>
                  <a:lnTo>
                    <a:pt x="123305" y="9282"/>
                  </a:lnTo>
                  <a:lnTo>
                    <a:pt x="121919" y="9143"/>
                  </a:lnTo>
                  <a:lnTo>
                    <a:pt x="121919" y="6095"/>
                  </a:lnTo>
                  <a:lnTo>
                    <a:pt x="160782" y="6095"/>
                  </a:lnTo>
                  <a:lnTo>
                    <a:pt x="155448" y="3047"/>
                  </a:lnTo>
                  <a:close/>
                </a:path>
                <a:path w="192404" h="104139" extrusionOk="0">
                  <a:moveTo>
                    <a:pt x="121919" y="6095"/>
                  </a:moveTo>
                  <a:lnTo>
                    <a:pt x="121919" y="9143"/>
                  </a:lnTo>
                  <a:lnTo>
                    <a:pt x="123305" y="9282"/>
                  </a:lnTo>
                  <a:lnTo>
                    <a:pt x="124967" y="9143"/>
                  </a:lnTo>
                  <a:lnTo>
                    <a:pt x="121919"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18" name="Google Shape;1518;g2ff6f630c79_0_1082"/>
            <p:cNvPicPr preferRelativeResize="0"/>
            <p:nvPr/>
          </p:nvPicPr>
          <p:blipFill rotWithShape="1">
            <a:blip r:embed="rId4">
              <a:alphaModFix/>
            </a:blip>
            <a:srcRect/>
            <a:stretch/>
          </p:blipFill>
          <p:spPr>
            <a:xfrm>
              <a:off x="5943600" y="4696967"/>
              <a:ext cx="182879" cy="91439"/>
            </a:xfrm>
            <a:prstGeom prst="rect">
              <a:avLst/>
            </a:prstGeom>
            <a:noFill/>
            <a:ln>
              <a:noFill/>
            </a:ln>
          </p:spPr>
        </p:pic>
        <p:sp>
          <p:nvSpPr>
            <p:cNvPr id="1519" name="Google Shape;1519;g2ff6f630c79_0_1082"/>
            <p:cNvSpPr/>
            <p:nvPr/>
          </p:nvSpPr>
          <p:spPr>
            <a:xfrm>
              <a:off x="5937503" y="4687823"/>
              <a:ext cx="189229" cy="104139"/>
            </a:xfrm>
            <a:custGeom>
              <a:avLst/>
              <a:gdLst/>
              <a:ahLst/>
              <a:cxnLst/>
              <a:rect l="l" t="t" r="r" b="b"/>
              <a:pathLst>
                <a:path w="189229" h="104139" extrusionOk="0">
                  <a:moveTo>
                    <a:pt x="85344" y="3048"/>
                  </a:moveTo>
                  <a:lnTo>
                    <a:pt x="21336" y="27431"/>
                  </a:lnTo>
                  <a:lnTo>
                    <a:pt x="0" y="57912"/>
                  </a:lnTo>
                  <a:lnTo>
                    <a:pt x="0" y="70103"/>
                  </a:lnTo>
                  <a:lnTo>
                    <a:pt x="33528" y="100583"/>
                  </a:lnTo>
                  <a:lnTo>
                    <a:pt x="64008" y="103631"/>
                  </a:lnTo>
                  <a:lnTo>
                    <a:pt x="67056" y="103631"/>
                  </a:lnTo>
                  <a:lnTo>
                    <a:pt x="103632" y="100583"/>
                  </a:lnTo>
                  <a:lnTo>
                    <a:pt x="67056" y="100583"/>
                  </a:lnTo>
                  <a:lnTo>
                    <a:pt x="64008" y="94487"/>
                  </a:lnTo>
                  <a:lnTo>
                    <a:pt x="65670" y="94349"/>
                  </a:lnTo>
                  <a:lnTo>
                    <a:pt x="36575" y="91439"/>
                  </a:lnTo>
                  <a:lnTo>
                    <a:pt x="24384" y="85343"/>
                  </a:lnTo>
                  <a:lnTo>
                    <a:pt x="15240" y="85343"/>
                  </a:lnTo>
                  <a:lnTo>
                    <a:pt x="15240" y="79248"/>
                  </a:lnTo>
                  <a:lnTo>
                    <a:pt x="12192" y="76200"/>
                  </a:lnTo>
                  <a:lnTo>
                    <a:pt x="9144" y="67056"/>
                  </a:lnTo>
                  <a:lnTo>
                    <a:pt x="9144" y="60960"/>
                  </a:lnTo>
                  <a:lnTo>
                    <a:pt x="3048" y="57912"/>
                  </a:lnTo>
                  <a:lnTo>
                    <a:pt x="10160" y="57912"/>
                  </a:lnTo>
                  <a:lnTo>
                    <a:pt x="12192" y="51815"/>
                  </a:lnTo>
                  <a:lnTo>
                    <a:pt x="16256" y="45719"/>
                  </a:lnTo>
                  <a:lnTo>
                    <a:pt x="15240" y="45719"/>
                  </a:lnTo>
                  <a:lnTo>
                    <a:pt x="15240" y="39624"/>
                  </a:lnTo>
                  <a:lnTo>
                    <a:pt x="21336" y="39624"/>
                  </a:lnTo>
                  <a:lnTo>
                    <a:pt x="24384" y="36575"/>
                  </a:lnTo>
                  <a:lnTo>
                    <a:pt x="51816" y="21336"/>
                  </a:lnTo>
                  <a:lnTo>
                    <a:pt x="88392" y="12192"/>
                  </a:lnTo>
                  <a:lnTo>
                    <a:pt x="85344" y="12192"/>
                  </a:lnTo>
                  <a:lnTo>
                    <a:pt x="82296" y="9143"/>
                  </a:lnTo>
                  <a:lnTo>
                    <a:pt x="82296" y="6095"/>
                  </a:lnTo>
                  <a:lnTo>
                    <a:pt x="85344" y="3048"/>
                  </a:lnTo>
                  <a:close/>
                </a:path>
                <a:path w="189229" h="104139" extrusionOk="0">
                  <a:moveTo>
                    <a:pt x="65670" y="94349"/>
                  </a:moveTo>
                  <a:lnTo>
                    <a:pt x="64008" y="94487"/>
                  </a:lnTo>
                  <a:lnTo>
                    <a:pt x="67056" y="100583"/>
                  </a:lnTo>
                  <a:lnTo>
                    <a:pt x="67056" y="94487"/>
                  </a:lnTo>
                  <a:lnTo>
                    <a:pt x="65670" y="94349"/>
                  </a:lnTo>
                  <a:close/>
                </a:path>
                <a:path w="189229" h="104139" extrusionOk="0">
                  <a:moveTo>
                    <a:pt x="170688" y="60960"/>
                  </a:moveTo>
                  <a:lnTo>
                    <a:pt x="164592" y="67056"/>
                  </a:lnTo>
                  <a:lnTo>
                    <a:pt x="137160" y="82295"/>
                  </a:lnTo>
                  <a:lnTo>
                    <a:pt x="100584" y="91439"/>
                  </a:lnTo>
                  <a:lnTo>
                    <a:pt x="65670" y="94349"/>
                  </a:lnTo>
                  <a:lnTo>
                    <a:pt x="67056" y="94487"/>
                  </a:lnTo>
                  <a:lnTo>
                    <a:pt x="67056" y="100583"/>
                  </a:lnTo>
                  <a:lnTo>
                    <a:pt x="103632" y="100583"/>
                  </a:lnTo>
                  <a:lnTo>
                    <a:pt x="140208" y="91439"/>
                  </a:lnTo>
                  <a:lnTo>
                    <a:pt x="167640" y="76200"/>
                  </a:lnTo>
                  <a:lnTo>
                    <a:pt x="179832" y="64007"/>
                  </a:lnTo>
                  <a:lnTo>
                    <a:pt x="173736" y="64007"/>
                  </a:lnTo>
                  <a:lnTo>
                    <a:pt x="170688" y="60960"/>
                  </a:lnTo>
                  <a:close/>
                </a:path>
                <a:path w="189229" h="104139" extrusionOk="0">
                  <a:moveTo>
                    <a:pt x="15239" y="79248"/>
                  </a:moveTo>
                  <a:lnTo>
                    <a:pt x="15240" y="85343"/>
                  </a:lnTo>
                  <a:lnTo>
                    <a:pt x="18287" y="82295"/>
                  </a:lnTo>
                  <a:lnTo>
                    <a:pt x="15239" y="79248"/>
                  </a:lnTo>
                  <a:close/>
                </a:path>
                <a:path w="189229" h="104139" extrusionOk="0">
                  <a:moveTo>
                    <a:pt x="15240" y="79248"/>
                  </a:moveTo>
                  <a:lnTo>
                    <a:pt x="18287" y="82295"/>
                  </a:lnTo>
                  <a:lnTo>
                    <a:pt x="15240" y="85343"/>
                  </a:lnTo>
                  <a:lnTo>
                    <a:pt x="24384" y="85343"/>
                  </a:lnTo>
                  <a:lnTo>
                    <a:pt x="15240" y="79248"/>
                  </a:lnTo>
                  <a:close/>
                </a:path>
                <a:path w="189229" h="104139" extrusionOk="0">
                  <a:moveTo>
                    <a:pt x="173736" y="57912"/>
                  </a:moveTo>
                  <a:lnTo>
                    <a:pt x="170688" y="60960"/>
                  </a:lnTo>
                  <a:lnTo>
                    <a:pt x="173736" y="64007"/>
                  </a:lnTo>
                  <a:lnTo>
                    <a:pt x="173736" y="57912"/>
                  </a:lnTo>
                  <a:close/>
                </a:path>
                <a:path w="189229" h="104139" extrusionOk="0">
                  <a:moveTo>
                    <a:pt x="183896" y="57912"/>
                  </a:moveTo>
                  <a:lnTo>
                    <a:pt x="173736" y="57912"/>
                  </a:lnTo>
                  <a:lnTo>
                    <a:pt x="173736" y="64007"/>
                  </a:lnTo>
                  <a:lnTo>
                    <a:pt x="179832" y="64007"/>
                  </a:lnTo>
                  <a:lnTo>
                    <a:pt x="183896" y="57912"/>
                  </a:lnTo>
                  <a:close/>
                </a:path>
                <a:path w="189229" h="104139" extrusionOk="0">
                  <a:moveTo>
                    <a:pt x="9144" y="57912"/>
                  </a:moveTo>
                  <a:lnTo>
                    <a:pt x="3048" y="57912"/>
                  </a:lnTo>
                  <a:lnTo>
                    <a:pt x="9144" y="60960"/>
                  </a:lnTo>
                  <a:lnTo>
                    <a:pt x="9144" y="57912"/>
                  </a:lnTo>
                  <a:close/>
                </a:path>
                <a:path w="189229" h="104139" extrusionOk="0">
                  <a:moveTo>
                    <a:pt x="10160" y="57912"/>
                  </a:moveTo>
                  <a:lnTo>
                    <a:pt x="9144" y="57912"/>
                  </a:lnTo>
                  <a:lnTo>
                    <a:pt x="9144" y="60960"/>
                  </a:lnTo>
                  <a:lnTo>
                    <a:pt x="10160" y="57912"/>
                  </a:lnTo>
                  <a:close/>
                </a:path>
                <a:path w="189229" h="104139" extrusionOk="0">
                  <a:moveTo>
                    <a:pt x="179832" y="42672"/>
                  </a:moveTo>
                  <a:lnTo>
                    <a:pt x="176784" y="51815"/>
                  </a:lnTo>
                  <a:lnTo>
                    <a:pt x="170687" y="60960"/>
                  </a:lnTo>
                  <a:lnTo>
                    <a:pt x="173736" y="57912"/>
                  </a:lnTo>
                  <a:lnTo>
                    <a:pt x="183896" y="57912"/>
                  </a:lnTo>
                  <a:lnTo>
                    <a:pt x="185928" y="54863"/>
                  </a:lnTo>
                  <a:lnTo>
                    <a:pt x="188975" y="45719"/>
                  </a:lnTo>
                  <a:lnTo>
                    <a:pt x="179832" y="45719"/>
                  </a:lnTo>
                  <a:lnTo>
                    <a:pt x="179832" y="42672"/>
                  </a:lnTo>
                  <a:close/>
                </a:path>
                <a:path w="189229" h="104139" extrusionOk="0">
                  <a:moveTo>
                    <a:pt x="15240" y="39624"/>
                  </a:moveTo>
                  <a:lnTo>
                    <a:pt x="15240" y="45719"/>
                  </a:lnTo>
                  <a:lnTo>
                    <a:pt x="18287" y="42672"/>
                  </a:lnTo>
                  <a:lnTo>
                    <a:pt x="15240" y="39624"/>
                  </a:lnTo>
                  <a:close/>
                </a:path>
                <a:path w="189229" h="104139" extrusionOk="0">
                  <a:moveTo>
                    <a:pt x="18288" y="42672"/>
                  </a:moveTo>
                  <a:lnTo>
                    <a:pt x="15240" y="45719"/>
                  </a:lnTo>
                  <a:lnTo>
                    <a:pt x="16256" y="45719"/>
                  </a:lnTo>
                  <a:lnTo>
                    <a:pt x="18288" y="42672"/>
                  </a:lnTo>
                  <a:close/>
                </a:path>
                <a:path w="189229" h="104139" extrusionOk="0">
                  <a:moveTo>
                    <a:pt x="179832" y="42672"/>
                  </a:moveTo>
                  <a:lnTo>
                    <a:pt x="179832" y="45719"/>
                  </a:lnTo>
                  <a:lnTo>
                    <a:pt x="185928" y="45719"/>
                  </a:lnTo>
                  <a:lnTo>
                    <a:pt x="179832" y="42672"/>
                  </a:lnTo>
                  <a:close/>
                </a:path>
                <a:path w="189229" h="104139" extrusionOk="0">
                  <a:moveTo>
                    <a:pt x="179832" y="18287"/>
                  </a:moveTo>
                  <a:lnTo>
                    <a:pt x="173736" y="18287"/>
                  </a:lnTo>
                  <a:lnTo>
                    <a:pt x="173736" y="24384"/>
                  </a:lnTo>
                  <a:lnTo>
                    <a:pt x="176784" y="27431"/>
                  </a:lnTo>
                  <a:lnTo>
                    <a:pt x="179832" y="36575"/>
                  </a:lnTo>
                  <a:lnTo>
                    <a:pt x="179832" y="42672"/>
                  </a:lnTo>
                  <a:lnTo>
                    <a:pt x="185928" y="45719"/>
                  </a:lnTo>
                  <a:lnTo>
                    <a:pt x="188975" y="45719"/>
                  </a:lnTo>
                  <a:lnTo>
                    <a:pt x="188975" y="33527"/>
                  </a:lnTo>
                  <a:lnTo>
                    <a:pt x="185928" y="24384"/>
                  </a:lnTo>
                  <a:lnTo>
                    <a:pt x="179832" y="18287"/>
                  </a:lnTo>
                  <a:close/>
                </a:path>
                <a:path w="189229" h="104139" extrusionOk="0">
                  <a:moveTo>
                    <a:pt x="21336" y="39624"/>
                  </a:moveTo>
                  <a:lnTo>
                    <a:pt x="15240" y="39624"/>
                  </a:lnTo>
                  <a:lnTo>
                    <a:pt x="18288" y="42672"/>
                  </a:lnTo>
                  <a:lnTo>
                    <a:pt x="21336" y="39624"/>
                  </a:lnTo>
                  <a:close/>
                </a:path>
                <a:path w="189229" h="104139" extrusionOk="0">
                  <a:moveTo>
                    <a:pt x="161543" y="6095"/>
                  </a:moveTo>
                  <a:lnTo>
                    <a:pt x="121920" y="6095"/>
                  </a:lnTo>
                  <a:lnTo>
                    <a:pt x="124968" y="9143"/>
                  </a:lnTo>
                  <a:lnTo>
                    <a:pt x="123305" y="9282"/>
                  </a:lnTo>
                  <a:lnTo>
                    <a:pt x="152400" y="12192"/>
                  </a:lnTo>
                  <a:lnTo>
                    <a:pt x="164592" y="18287"/>
                  </a:lnTo>
                  <a:lnTo>
                    <a:pt x="173736" y="24384"/>
                  </a:lnTo>
                  <a:lnTo>
                    <a:pt x="170687" y="21336"/>
                  </a:lnTo>
                  <a:lnTo>
                    <a:pt x="173736" y="18287"/>
                  </a:lnTo>
                  <a:lnTo>
                    <a:pt x="179832" y="18287"/>
                  </a:lnTo>
                  <a:lnTo>
                    <a:pt x="176784" y="15239"/>
                  </a:lnTo>
                  <a:lnTo>
                    <a:pt x="167640" y="9143"/>
                  </a:lnTo>
                  <a:lnTo>
                    <a:pt x="161543" y="6095"/>
                  </a:lnTo>
                  <a:close/>
                </a:path>
                <a:path w="189229" h="104139" extrusionOk="0">
                  <a:moveTo>
                    <a:pt x="173736" y="18287"/>
                  </a:moveTo>
                  <a:lnTo>
                    <a:pt x="170687" y="21336"/>
                  </a:lnTo>
                  <a:lnTo>
                    <a:pt x="173736" y="24384"/>
                  </a:lnTo>
                  <a:lnTo>
                    <a:pt x="173736" y="18287"/>
                  </a:lnTo>
                  <a:close/>
                </a:path>
                <a:path w="189229" h="104139" extrusionOk="0">
                  <a:moveTo>
                    <a:pt x="124968" y="0"/>
                  </a:moveTo>
                  <a:lnTo>
                    <a:pt x="121920" y="0"/>
                  </a:lnTo>
                  <a:lnTo>
                    <a:pt x="85344" y="3048"/>
                  </a:lnTo>
                  <a:lnTo>
                    <a:pt x="82296" y="6095"/>
                  </a:lnTo>
                  <a:lnTo>
                    <a:pt x="82296" y="9143"/>
                  </a:lnTo>
                  <a:lnTo>
                    <a:pt x="85344" y="12192"/>
                  </a:lnTo>
                  <a:lnTo>
                    <a:pt x="88392" y="12192"/>
                  </a:lnTo>
                  <a:lnTo>
                    <a:pt x="91440" y="9143"/>
                  </a:lnTo>
                  <a:lnTo>
                    <a:pt x="91440" y="6095"/>
                  </a:lnTo>
                  <a:lnTo>
                    <a:pt x="88392" y="3048"/>
                  </a:lnTo>
                  <a:lnTo>
                    <a:pt x="155448" y="3048"/>
                  </a:lnTo>
                  <a:lnTo>
                    <a:pt x="124968" y="0"/>
                  </a:lnTo>
                  <a:close/>
                </a:path>
                <a:path w="189229" h="104139" extrusionOk="0">
                  <a:moveTo>
                    <a:pt x="155448" y="3048"/>
                  </a:moveTo>
                  <a:lnTo>
                    <a:pt x="88392" y="3048"/>
                  </a:lnTo>
                  <a:lnTo>
                    <a:pt x="91440" y="6095"/>
                  </a:lnTo>
                  <a:lnTo>
                    <a:pt x="91440" y="9143"/>
                  </a:lnTo>
                  <a:lnTo>
                    <a:pt x="88392" y="12192"/>
                  </a:lnTo>
                  <a:lnTo>
                    <a:pt x="123305" y="9282"/>
                  </a:lnTo>
                  <a:lnTo>
                    <a:pt x="121920" y="9143"/>
                  </a:lnTo>
                  <a:lnTo>
                    <a:pt x="121920" y="6095"/>
                  </a:lnTo>
                  <a:lnTo>
                    <a:pt x="161543" y="6095"/>
                  </a:lnTo>
                  <a:lnTo>
                    <a:pt x="155448" y="3048"/>
                  </a:lnTo>
                  <a:close/>
                </a:path>
                <a:path w="189229" h="10413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20" name="Google Shape;1520;g2ff6f630c79_0_1082"/>
            <p:cNvPicPr preferRelativeResize="0"/>
            <p:nvPr/>
          </p:nvPicPr>
          <p:blipFill rotWithShape="1">
            <a:blip r:embed="rId5">
              <a:alphaModFix/>
            </a:blip>
            <a:srcRect/>
            <a:stretch/>
          </p:blipFill>
          <p:spPr>
            <a:xfrm>
              <a:off x="6156959" y="4632959"/>
              <a:ext cx="185927" cy="94487"/>
            </a:xfrm>
            <a:prstGeom prst="rect">
              <a:avLst/>
            </a:prstGeom>
            <a:noFill/>
            <a:ln>
              <a:noFill/>
            </a:ln>
          </p:spPr>
        </p:pic>
        <p:sp>
          <p:nvSpPr>
            <p:cNvPr id="1521" name="Google Shape;1521;g2ff6f630c79_0_1082"/>
            <p:cNvSpPr/>
            <p:nvPr/>
          </p:nvSpPr>
          <p:spPr>
            <a:xfrm>
              <a:off x="6150863" y="4623815"/>
              <a:ext cx="192404" cy="104139"/>
            </a:xfrm>
            <a:custGeom>
              <a:avLst/>
              <a:gdLst/>
              <a:ahLst/>
              <a:cxnLst/>
              <a:rect l="l" t="t" r="r" b="b"/>
              <a:pathLst>
                <a:path w="192404" h="104139" extrusionOk="0">
                  <a:moveTo>
                    <a:pt x="85344" y="3047"/>
                  </a:moveTo>
                  <a:lnTo>
                    <a:pt x="24384" y="27431"/>
                  </a:lnTo>
                  <a:lnTo>
                    <a:pt x="0" y="60959"/>
                  </a:lnTo>
                  <a:lnTo>
                    <a:pt x="0" y="73151"/>
                  </a:lnTo>
                  <a:lnTo>
                    <a:pt x="36575" y="100583"/>
                  </a:lnTo>
                  <a:lnTo>
                    <a:pt x="67056" y="103631"/>
                  </a:lnTo>
                  <a:lnTo>
                    <a:pt x="70103" y="103631"/>
                  </a:lnTo>
                  <a:lnTo>
                    <a:pt x="106680" y="100583"/>
                  </a:lnTo>
                  <a:lnTo>
                    <a:pt x="70103" y="100583"/>
                  </a:lnTo>
                  <a:lnTo>
                    <a:pt x="67056" y="94487"/>
                  </a:lnTo>
                  <a:lnTo>
                    <a:pt x="68718" y="94349"/>
                  </a:lnTo>
                  <a:lnTo>
                    <a:pt x="39624" y="91439"/>
                  </a:lnTo>
                  <a:lnTo>
                    <a:pt x="18287" y="82295"/>
                  </a:lnTo>
                  <a:lnTo>
                    <a:pt x="13715" y="79247"/>
                  </a:lnTo>
                  <a:lnTo>
                    <a:pt x="9144" y="79247"/>
                  </a:lnTo>
                  <a:lnTo>
                    <a:pt x="9144" y="76199"/>
                  </a:lnTo>
                  <a:lnTo>
                    <a:pt x="11175" y="76199"/>
                  </a:lnTo>
                  <a:lnTo>
                    <a:pt x="9144" y="70103"/>
                  </a:lnTo>
                  <a:lnTo>
                    <a:pt x="9144" y="64007"/>
                  </a:lnTo>
                  <a:lnTo>
                    <a:pt x="6096" y="60959"/>
                  </a:lnTo>
                  <a:lnTo>
                    <a:pt x="10668" y="60959"/>
                  </a:lnTo>
                  <a:lnTo>
                    <a:pt x="15239" y="51815"/>
                  </a:lnTo>
                  <a:lnTo>
                    <a:pt x="19303" y="45719"/>
                  </a:lnTo>
                  <a:lnTo>
                    <a:pt x="18287" y="45719"/>
                  </a:lnTo>
                  <a:lnTo>
                    <a:pt x="15239" y="42671"/>
                  </a:lnTo>
                  <a:lnTo>
                    <a:pt x="21336" y="42671"/>
                  </a:lnTo>
                  <a:lnTo>
                    <a:pt x="27432" y="36575"/>
                  </a:lnTo>
                  <a:lnTo>
                    <a:pt x="54863" y="21335"/>
                  </a:lnTo>
                  <a:lnTo>
                    <a:pt x="88391" y="12191"/>
                  </a:lnTo>
                  <a:lnTo>
                    <a:pt x="85344" y="12191"/>
                  </a:lnTo>
                  <a:lnTo>
                    <a:pt x="82296" y="9143"/>
                  </a:lnTo>
                  <a:lnTo>
                    <a:pt x="82296" y="6095"/>
                  </a:lnTo>
                  <a:lnTo>
                    <a:pt x="85344" y="3047"/>
                  </a:lnTo>
                  <a:close/>
                </a:path>
                <a:path w="192404" h="104139" extrusionOk="0">
                  <a:moveTo>
                    <a:pt x="68718" y="94349"/>
                  </a:moveTo>
                  <a:lnTo>
                    <a:pt x="67056" y="94487"/>
                  </a:lnTo>
                  <a:lnTo>
                    <a:pt x="70103" y="100583"/>
                  </a:lnTo>
                  <a:lnTo>
                    <a:pt x="70103" y="94487"/>
                  </a:lnTo>
                  <a:lnTo>
                    <a:pt x="68718" y="94349"/>
                  </a:lnTo>
                  <a:close/>
                </a:path>
                <a:path w="192404" h="104139" extrusionOk="0">
                  <a:moveTo>
                    <a:pt x="173736" y="60959"/>
                  </a:moveTo>
                  <a:lnTo>
                    <a:pt x="167639" y="67055"/>
                  </a:lnTo>
                  <a:lnTo>
                    <a:pt x="140208" y="82295"/>
                  </a:lnTo>
                  <a:lnTo>
                    <a:pt x="103632" y="91439"/>
                  </a:lnTo>
                  <a:lnTo>
                    <a:pt x="68718" y="94349"/>
                  </a:lnTo>
                  <a:lnTo>
                    <a:pt x="70103" y="94487"/>
                  </a:lnTo>
                  <a:lnTo>
                    <a:pt x="70103" y="100583"/>
                  </a:lnTo>
                  <a:lnTo>
                    <a:pt x="106680" y="100583"/>
                  </a:lnTo>
                  <a:lnTo>
                    <a:pt x="143256" y="91439"/>
                  </a:lnTo>
                  <a:lnTo>
                    <a:pt x="170687" y="76199"/>
                  </a:lnTo>
                  <a:lnTo>
                    <a:pt x="182880" y="64007"/>
                  </a:lnTo>
                  <a:lnTo>
                    <a:pt x="176784" y="64007"/>
                  </a:lnTo>
                  <a:lnTo>
                    <a:pt x="173736" y="60959"/>
                  </a:lnTo>
                  <a:close/>
                </a:path>
                <a:path w="192404" h="104139" extrusionOk="0">
                  <a:moveTo>
                    <a:pt x="9144" y="76199"/>
                  </a:moveTo>
                  <a:lnTo>
                    <a:pt x="9144" y="79247"/>
                  </a:lnTo>
                  <a:lnTo>
                    <a:pt x="12191" y="79247"/>
                  </a:lnTo>
                  <a:lnTo>
                    <a:pt x="11756" y="77941"/>
                  </a:lnTo>
                  <a:lnTo>
                    <a:pt x="9144" y="76199"/>
                  </a:lnTo>
                  <a:close/>
                </a:path>
                <a:path w="192404" h="104139" extrusionOk="0">
                  <a:moveTo>
                    <a:pt x="11756" y="77941"/>
                  </a:moveTo>
                  <a:lnTo>
                    <a:pt x="12191" y="79247"/>
                  </a:lnTo>
                  <a:lnTo>
                    <a:pt x="13715" y="79247"/>
                  </a:lnTo>
                  <a:lnTo>
                    <a:pt x="11756" y="77941"/>
                  </a:lnTo>
                  <a:close/>
                </a:path>
                <a:path w="192404" h="104139" extrusionOk="0">
                  <a:moveTo>
                    <a:pt x="11175" y="76199"/>
                  </a:moveTo>
                  <a:lnTo>
                    <a:pt x="9144" y="76199"/>
                  </a:lnTo>
                  <a:lnTo>
                    <a:pt x="11756" y="77941"/>
                  </a:lnTo>
                  <a:lnTo>
                    <a:pt x="11175" y="76199"/>
                  </a:lnTo>
                  <a:close/>
                </a:path>
                <a:path w="192404" h="104139" extrusionOk="0">
                  <a:moveTo>
                    <a:pt x="9144" y="60959"/>
                  </a:moveTo>
                  <a:lnTo>
                    <a:pt x="6096" y="60959"/>
                  </a:lnTo>
                  <a:lnTo>
                    <a:pt x="9144" y="64007"/>
                  </a:lnTo>
                  <a:lnTo>
                    <a:pt x="9144" y="60959"/>
                  </a:lnTo>
                  <a:close/>
                </a:path>
                <a:path w="192404" h="104139" extrusionOk="0">
                  <a:moveTo>
                    <a:pt x="10668" y="60959"/>
                  </a:moveTo>
                  <a:lnTo>
                    <a:pt x="9144" y="60959"/>
                  </a:lnTo>
                  <a:lnTo>
                    <a:pt x="9144" y="64007"/>
                  </a:lnTo>
                  <a:lnTo>
                    <a:pt x="10668" y="60959"/>
                  </a:lnTo>
                  <a:close/>
                </a:path>
                <a:path w="192404" h="104139" extrusionOk="0">
                  <a:moveTo>
                    <a:pt x="176784" y="57911"/>
                  </a:moveTo>
                  <a:lnTo>
                    <a:pt x="173736" y="60959"/>
                  </a:lnTo>
                  <a:lnTo>
                    <a:pt x="176784" y="64007"/>
                  </a:lnTo>
                  <a:lnTo>
                    <a:pt x="176784" y="57911"/>
                  </a:lnTo>
                  <a:close/>
                </a:path>
                <a:path w="192404" h="104139" extrusionOk="0">
                  <a:moveTo>
                    <a:pt x="186944" y="57911"/>
                  </a:moveTo>
                  <a:lnTo>
                    <a:pt x="176784" y="57911"/>
                  </a:lnTo>
                  <a:lnTo>
                    <a:pt x="176784" y="64007"/>
                  </a:lnTo>
                  <a:lnTo>
                    <a:pt x="182880" y="64007"/>
                  </a:lnTo>
                  <a:lnTo>
                    <a:pt x="186944" y="57911"/>
                  </a:lnTo>
                  <a:close/>
                </a:path>
                <a:path w="192404" h="104139" extrusionOk="0">
                  <a:moveTo>
                    <a:pt x="182880" y="42671"/>
                  </a:moveTo>
                  <a:lnTo>
                    <a:pt x="179832" y="51815"/>
                  </a:lnTo>
                  <a:lnTo>
                    <a:pt x="173736" y="60959"/>
                  </a:lnTo>
                  <a:lnTo>
                    <a:pt x="176784" y="57911"/>
                  </a:lnTo>
                  <a:lnTo>
                    <a:pt x="186944" y="57911"/>
                  </a:lnTo>
                  <a:lnTo>
                    <a:pt x="188975" y="54863"/>
                  </a:lnTo>
                  <a:lnTo>
                    <a:pt x="192024" y="45719"/>
                  </a:lnTo>
                  <a:lnTo>
                    <a:pt x="182880" y="45719"/>
                  </a:lnTo>
                  <a:lnTo>
                    <a:pt x="182880" y="42671"/>
                  </a:lnTo>
                  <a:close/>
                </a:path>
                <a:path w="192404" h="104139" extrusionOk="0">
                  <a:moveTo>
                    <a:pt x="21336" y="42671"/>
                  </a:moveTo>
                  <a:lnTo>
                    <a:pt x="15239" y="42671"/>
                  </a:lnTo>
                  <a:lnTo>
                    <a:pt x="18287" y="45719"/>
                  </a:lnTo>
                  <a:lnTo>
                    <a:pt x="21336" y="42671"/>
                  </a:lnTo>
                  <a:close/>
                </a:path>
                <a:path w="192404" h="104139" extrusionOk="0">
                  <a:moveTo>
                    <a:pt x="21336" y="42671"/>
                  </a:moveTo>
                  <a:lnTo>
                    <a:pt x="18287" y="45719"/>
                  </a:lnTo>
                  <a:lnTo>
                    <a:pt x="19303" y="45719"/>
                  </a:lnTo>
                  <a:lnTo>
                    <a:pt x="21336" y="42671"/>
                  </a:lnTo>
                  <a:close/>
                </a:path>
                <a:path w="192404" h="104139" extrusionOk="0">
                  <a:moveTo>
                    <a:pt x="182880" y="42671"/>
                  </a:moveTo>
                  <a:lnTo>
                    <a:pt x="182880" y="45719"/>
                  </a:lnTo>
                  <a:lnTo>
                    <a:pt x="188975" y="45719"/>
                  </a:lnTo>
                  <a:lnTo>
                    <a:pt x="182880" y="42671"/>
                  </a:lnTo>
                  <a:close/>
                </a:path>
                <a:path w="192404" h="104139" extrusionOk="0">
                  <a:moveTo>
                    <a:pt x="182880" y="18287"/>
                  </a:moveTo>
                  <a:lnTo>
                    <a:pt x="176784" y="18287"/>
                  </a:lnTo>
                  <a:lnTo>
                    <a:pt x="176784" y="24383"/>
                  </a:lnTo>
                  <a:lnTo>
                    <a:pt x="179832" y="27431"/>
                  </a:lnTo>
                  <a:lnTo>
                    <a:pt x="182880" y="36575"/>
                  </a:lnTo>
                  <a:lnTo>
                    <a:pt x="182880" y="42671"/>
                  </a:lnTo>
                  <a:lnTo>
                    <a:pt x="188975" y="45719"/>
                  </a:lnTo>
                  <a:lnTo>
                    <a:pt x="192024" y="45719"/>
                  </a:lnTo>
                  <a:lnTo>
                    <a:pt x="192024" y="33527"/>
                  </a:lnTo>
                  <a:lnTo>
                    <a:pt x="188975" y="24383"/>
                  </a:lnTo>
                  <a:lnTo>
                    <a:pt x="182880" y="18287"/>
                  </a:lnTo>
                  <a:close/>
                </a:path>
                <a:path w="192404" h="104139" extrusionOk="0">
                  <a:moveTo>
                    <a:pt x="164591" y="6095"/>
                  </a:moveTo>
                  <a:lnTo>
                    <a:pt x="124968" y="6095"/>
                  </a:lnTo>
                  <a:lnTo>
                    <a:pt x="124968" y="9143"/>
                  </a:lnTo>
                  <a:lnTo>
                    <a:pt x="123377" y="9276"/>
                  </a:lnTo>
                  <a:lnTo>
                    <a:pt x="155448" y="12191"/>
                  </a:lnTo>
                  <a:lnTo>
                    <a:pt x="167639" y="18287"/>
                  </a:lnTo>
                  <a:lnTo>
                    <a:pt x="176784" y="24383"/>
                  </a:lnTo>
                  <a:lnTo>
                    <a:pt x="173736" y="21335"/>
                  </a:lnTo>
                  <a:lnTo>
                    <a:pt x="176784" y="18287"/>
                  </a:lnTo>
                  <a:lnTo>
                    <a:pt x="182880" y="18287"/>
                  </a:lnTo>
                  <a:lnTo>
                    <a:pt x="179832" y="15239"/>
                  </a:lnTo>
                  <a:lnTo>
                    <a:pt x="170687" y="9143"/>
                  </a:lnTo>
                  <a:lnTo>
                    <a:pt x="164591" y="6095"/>
                  </a:lnTo>
                  <a:close/>
                </a:path>
                <a:path w="192404" h="104139" extrusionOk="0">
                  <a:moveTo>
                    <a:pt x="176784" y="18287"/>
                  </a:moveTo>
                  <a:lnTo>
                    <a:pt x="173736" y="21335"/>
                  </a:lnTo>
                  <a:lnTo>
                    <a:pt x="176784" y="24383"/>
                  </a:lnTo>
                  <a:lnTo>
                    <a:pt x="176784" y="18287"/>
                  </a:lnTo>
                  <a:close/>
                </a:path>
                <a:path w="192404" h="104139" extrusionOk="0">
                  <a:moveTo>
                    <a:pt x="124968" y="0"/>
                  </a:moveTo>
                  <a:lnTo>
                    <a:pt x="121920" y="0"/>
                  </a:lnTo>
                  <a:lnTo>
                    <a:pt x="85344" y="3047"/>
                  </a:lnTo>
                  <a:lnTo>
                    <a:pt x="82296" y="6095"/>
                  </a:lnTo>
                  <a:lnTo>
                    <a:pt x="82296" y="9143"/>
                  </a:lnTo>
                  <a:lnTo>
                    <a:pt x="85344" y="12191"/>
                  </a:lnTo>
                  <a:lnTo>
                    <a:pt x="88391" y="12191"/>
                  </a:lnTo>
                  <a:lnTo>
                    <a:pt x="91439" y="9143"/>
                  </a:lnTo>
                  <a:lnTo>
                    <a:pt x="91439" y="6095"/>
                  </a:lnTo>
                  <a:lnTo>
                    <a:pt x="88391" y="3047"/>
                  </a:lnTo>
                  <a:lnTo>
                    <a:pt x="158496" y="3047"/>
                  </a:lnTo>
                  <a:lnTo>
                    <a:pt x="124968" y="0"/>
                  </a:lnTo>
                  <a:close/>
                </a:path>
                <a:path w="192404" h="104139" extrusionOk="0">
                  <a:moveTo>
                    <a:pt x="158496" y="3047"/>
                  </a:moveTo>
                  <a:lnTo>
                    <a:pt x="88391" y="3047"/>
                  </a:lnTo>
                  <a:lnTo>
                    <a:pt x="91439" y="6095"/>
                  </a:lnTo>
                  <a:lnTo>
                    <a:pt x="91439" y="9143"/>
                  </a:lnTo>
                  <a:lnTo>
                    <a:pt x="88391" y="12191"/>
                  </a:lnTo>
                  <a:lnTo>
                    <a:pt x="123377" y="9276"/>
                  </a:lnTo>
                  <a:lnTo>
                    <a:pt x="121920" y="9143"/>
                  </a:lnTo>
                  <a:lnTo>
                    <a:pt x="124968" y="6095"/>
                  </a:lnTo>
                  <a:lnTo>
                    <a:pt x="164591" y="6095"/>
                  </a:lnTo>
                  <a:lnTo>
                    <a:pt x="158496" y="3047"/>
                  </a:lnTo>
                  <a:close/>
                </a:path>
                <a:path w="192404" h="104139" extrusionOk="0">
                  <a:moveTo>
                    <a:pt x="124968" y="6095"/>
                  </a:moveTo>
                  <a:lnTo>
                    <a:pt x="121920" y="9143"/>
                  </a:lnTo>
                  <a:lnTo>
                    <a:pt x="123377" y="9276"/>
                  </a:lnTo>
                  <a:lnTo>
                    <a:pt x="124968" y="9143"/>
                  </a:lnTo>
                  <a:lnTo>
                    <a:pt x="124968"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22" name="Google Shape;1522;g2ff6f630c79_0_1082"/>
            <p:cNvPicPr preferRelativeResize="0"/>
            <p:nvPr/>
          </p:nvPicPr>
          <p:blipFill rotWithShape="1">
            <a:blip r:embed="rId6">
              <a:alphaModFix/>
            </a:blip>
            <a:srcRect/>
            <a:stretch/>
          </p:blipFill>
          <p:spPr>
            <a:xfrm>
              <a:off x="5879591" y="4504943"/>
              <a:ext cx="182879" cy="94487"/>
            </a:xfrm>
            <a:prstGeom prst="rect">
              <a:avLst/>
            </a:prstGeom>
            <a:noFill/>
            <a:ln>
              <a:noFill/>
            </a:ln>
          </p:spPr>
        </p:pic>
        <p:sp>
          <p:nvSpPr>
            <p:cNvPr id="1523" name="Google Shape;1523;g2ff6f630c79_0_1082"/>
            <p:cNvSpPr/>
            <p:nvPr/>
          </p:nvSpPr>
          <p:spPr>
            <a:xfrm>
              <a:off x="5873495" y="4495799"/>
              <a:ext cx="192404" cy="106679"/>
            </a:xfrm>
            <a:custGeom>
              <a:avLst/>
              <a:gdLst/>
              <a:ahLst/>
              <a:cxnLst/>
              <a:rect l="l" t="t" r="r" b="b"/>
              <a:pathLst>
                <a:path w="192404" h="106679" extrusionOk="0">
                  <a:moveTo>
                    <a:pt x="85343" y="3048"/>
                  </a:moveTo>
                  <a:lnTo>
                    <a:pt x="48767" y="15239"/>
                  </a:lnTo>
                  <a:lnTo>
                    <a:pt x="9143" y="42672"/>
                  </a:lnTo>
                  <a:lnTo>
                    <a:pt x="0" y="60960"/>
                  </a:lnTo>
                  <a:lnTo>
                    <a:pt x="0" y="73151"/>
                  </a:lnTo>
                  <a:lnTo>
                    <a:pt x="33527" y="103631"/>
                  </a:lnTo>
                  <a:lnTo>
                    <a:pt x="64007" y="106680"/>
                  </a:lnTo>
                  <a:lnTo>
                    <a:pt x="67055" y="106680"/>
                  </a:lnTo>
                  <a:lnTo>
                    <a:pt x="103631" y="103631"/>
                  </a:lnTo>
                  <a:lnTo>
                    <a:pt x="67055" y="103631"/>
                  </a:lnTo>
                  <a:lnTo>
                    <a:pt x="64007" y="97536"/>
                  </a:lnTo>
                  <a:lnTo>
                    <a:pt x="65670" y="97397"/>
                  </a:lnTo>
                  <a:lnTo>
                    <a:pt x="36575" y="94487"/>
                  </a:lnTo>
                  <a:lnTo>
                    <a:pt x="24383" y="88392"/>
                  </a:lnTo>
                  <a:lnTo>
                    <a:pt x="15239" y="88392"/>
                  </a:lnTo>
                  <a:lnTo>
                    <a:pt x="15239" y="82295"/>
                  </a:lnTo>
                  <a:lnTo>
                    <a:pt x="12191" y="79248"/>
                  </a:lnTo>
                  <a:lnTo>
                    <a:pt x="9143" y="70104"/>
                  </a:lnTo>
                  <a:lnTo>
                    <a:pt x="9143" y="64007"/>
                  </a:lnTo>
                  <a:lnTo>
                    <a:pt x="3048" y="60960"/>
                  </a:lnTo>
                  <a:lnTo>
                    <a:pt x="10159" y="60960"/>
                  </a:lnTo>
                  <a:lnTo>
                    <a:pt x="12191" y="54863"/>
                  </a:lnTo>
                  <a:lnTo>
                    <a:pt x="16255" y="48768"/>
                  </a:lnTo>
                  <a:lnTo>
                    <a:pt x="15239" y="48768"/>
                  </a:lnTo>
                  <a:lnTo>
                    <a:pt x="15239" y="42672"/>
                  </a:lnTo>
                  <a:lnTo>
                    <a:pt x="21335" y="42672"/>
                  </a:lnTo>
                  <a:lnTo>
                    <a:pt x="24383" y="39624"/>
                  </a:lnTo>
                  <a:lnTo>
                    <a:pt x="51815" y="24384"/>
                  </a:lnTo>
                  <a:lnTo>
                    <a:pt x="88391" y="12191"/>
                  </a:lnTo>
                  <a:lnTo>
                    <a:pt x="85343" y="12191"/>
                  </a:lnTo>
                  <a:lnTo>
                    <a:pt x="82295" y="9144"/>
                  </a:lnTo>
                  <a:lnTo>
                    <a:pt x="82295" y="6096"/>
                  </a:lnTo>
                  <a:lnTo>
                    <a:pt x="85343" y="3048"/>
                  </a:lnTo>
                  <a:close/>
                </a:path>
                <a:path w="192404" h="106679" extrusionOk="0">
                  <a:moveTo>
                    <a:pt x="65670" y="97397"/>
                  </a:moveTo>
                  <a:lnTo>
                    <a:pt x="64007" y="97536"/>
                  </a:lnTo>
                  <a:lnTo>
                    <a:pt x="67055" y="103631"/>
                  </a:lnTo>
                  <a:lnTo>
                    <a:pt x="67055" y="97536"/>
                  </a:lnTo>
                  <a:lnTo>
                    <a:pt x="65670" y="97397"/>
                  </a:lnTo>
                  <a:close/>
                </a:path>
                <a:path w="192404" h="106679" extrusionOk="0">
                  <a:moveTo>
                    <a:pt x="170688" y="60960"/>
                  </a:moveTo>
                  <a:lnTo>
                    <a:pt x="164591" y="67056"/>
                  </a:lnTo>
                  <a:lnTo>
                    <a:pt x="137159" y="82295"/>
                  </a:lnTo>
                  <a:lnTo>
                    <a:pt x="100583" y="94487"/>
                  </a:lnTo>
                  <a:lnTo>
                    <a:pt x="65670" y="97397"/>
                  </a:lnTo>
                  <a:lnTo>
                    <a:pt x="67055" y="97536"/>
                  </a:lnTo>
                  <a:lnTo>
                    <a:pt x="67055" y="103631"/>
                  </a:lnTo>
                  <a:lnTo>
                    <a:pt x="103631" y="103631"/>
                  </a:lnTo>
                  <a:lnTo>
                    <a:pt x="140207" y="91439"/>
                  </a:lnTo>
                  <a:lnTo>
                    <a:pt x="167639" y="76200"/>
                  </a:lnTo>
                  <a:lnTo>
                    <a:pt x="179831" y="64007"/>
                  </a:lnTo>
                  <a:lnTo>
                    <a:pt x="176783" y="64007"/>
                  </a:lnTo>
                  <a:lnTo>
                    <a:pt x="170688" y="60960"/>
                  </a:lnTo>
                  <a:close/>
                </a:path>
                <a:path w="192404" h="106679" extrusionOk="0">
                  <a:moveTo>
                    <a:pt x="15239" y="82295"/>
                  </a:moveTo>
                  <a:lnTo>
                    <a:pt x="15239" y="88392"/>
                  </a:lnTo>
                  <a:lnTo>
                    <a:pt x="18287" y="85343"/>
                  </a:lnTo>
                  <a:lnTo>
                    <a:pt x="15239" y="82295"/>
                  </a:lnTo>
                  <a:close/>
                </a:path>
                <a:path w="192404" h="106679" extrusionOk="0">
                  <a:moveTo>
                    <a:pt x="15239" y="82295"/>
                  </a:moveTo>
                  <a:lnTo>
                    <a:pt x="18287" y="85343"/>
                  </a:lnTo>
                  <a:lnTo>
                    <a:pt x="15239" y="88392"/>
                  </a:lnTo>
                  <a:lnTo>
                    <a:pt x="24383" y="88392"/>
                  </a:lnTo>
                  <a:lnTo>
                    <a:pt x="15239" y="82295"/>
                  </a:lnTo>
                  <a:close/>
                </a:path>
                <a:path w="192404" h="106679" extrusionOk="0">
                  <a:moveTo>
                    <a:pt x="9143" y="60960"/>
                  </a:moveTo>
                  <a:lnTo>
                    <a:pt x="3048" y="60960"/>
                  </a:lnTo>
                  <a:lnTo>
                    <a:pt x="9143" y="64007"/>
                  </a:lnTo>
                  <a:lnTo>
                    <a:pt x="9143" y="60960"/>
                  </a:lnTo>
                  <a:close/>
                </a:path>
                <a:path w="192404" h="106679" extrusionOk="0">
                  <a:moveTo>
                    <a:pt x="10159" y="60960"/>
                  </a:moveTo>
                  <a:lnTo>
                    <a:pt x="9143" y="60960"/>
                  </a:lnTo>
                  <a:lnTo>
                    <a:pt x="9143" y="64007"/>
                  </a:lnTo>
                  <a:lnTo>
                    <a:pt x="10159" y="60960"/>
                  </a:lnTo>
                  <a:close/>
                </a:path>
                <a:path w="192404" h="106679" extrusionOk="0">
                  <a:moveTo>
                    <a:pt x="173736" y="57912"/>
                  </a:moveTo>
                  <a:lnTo>
                    <a:pt x="170688" y="60960"/>
                  </a:lnTo>
                  <a:lnTo>
                    <a:pt x="176783" y="64007"/>
                  </a:lnTo>
                  <a:lnTo>
                    <a:pt x="173736" y="57912"/>
                  </a:lnTo>
                  <a:close/>
                </a:path>
                <a:path w="192404" h="106679" extrusionOk="0">
                  <a:moveTo>
                    <a:pt x="183895" y="57912"/>
                  </a:moveTo>
                  <a:lnTo>
                    <a:pt x="173736" y="57912"/>
                  </a:lnTo>
                  <a:lnTo>
                    <a:pt x="176783" y="64007"/>
                  </a:lnTo>
                  <a:lnTo>
                    <a:pt x="179831" y="64007"/>
                  </a:lnTo>
                  <a:lnTo>
                    <a:pt x="183895" y="57912"/>
                  </a:lnTo>
                  <a:close/>
                </a:path>
                <a:path w="192404" h="106679" extrusionOk="0">
                  <a:moveTo>
                    <a:pt x="182879" y="42672"/>
                  </a:moveTo>
                  <a:lnTo>
                    <a:pt x="170687" y="60960"/>
                  </a:lnTo>
                  <a:lnTo>
                    <a:pt x="173736" y="57912"/>
                  </a:lnTo>
                  <a:lnTo>
                    <a:pt x="183895" y="57912"/>
                  </a:lnTo>
                  <a:lnTo>
                    <a:pt x="192024" y="45719"/>
                  </a:lnTo>
                  <a:lnTo>
                    <a:pt x="182879" y="45719"/>
                  </a:lnTo>
                  <a:lnTo>
                    <a:pt x="182879" y="42672"/>
                  </a:lnTo>
                  <a:close/>
                </a:path>
                <a:path w="192404" h="106679" extrusionOk="0">
                  <a:moveTo>
                    <a:pt x="15239" y="42672"/>
                  </a:moveTo>
                  <a:lnTo>
                    <a:pt x="15239" y="48768"/>
                  </a:lnTo>
                  <a:lnTo>
                    <a:pt x="18287" y="45719"/>
                  </a:lnTo>
                  <a:lnTo>
                    <a:pt x="15239" y="42672"/>
                  </a:lnTo>
                  <a:close/>
                </a:path>
                <a:path w="192404" h="106679" extrusionOk="0">
                  <a:moveTo>
                    <a:pt x="18287" y="45719"/>
                  </a:moveTo>
                  <a:lnTo>
                    <a:pt x="15239" y="48768"/>
                  </a:lnTo>
                  <a:lnTo>
                    <a:pt x="16255" y="48768"/>
                  </a:lnTo>
                  <a:lnTo>
                    <a:pt x="18287" y="45719"/>
                  </a:lnTo>
                  <a:close/>
                </a:path>
                <a:path w="192404" h="106679" extrusionOk="0">
                  <a:moveTo>
                    <a:pt x="21335" y="42672"/>
                  </a:moveTo>
                  <a:lnTo>
                    <a:pt x="15239" y="42672"/>
                  </a:lnTo>
                  <a:lnTo>
                    <a:pt x="18287" y="45719"/>
                  </a:lnTo>
                  <a:lnTo>
                    <a:pt x="21335" y="42672"/>
                  </a:lnTo>
                  <a:close/>
                </a:path>
                <a:path w="192404" h="106679" extrusionOk="0">
                  <a:moveTo>
                    <a:pt x="182879" y="42672"/>
                  </a:moveTo>
                  <a:lnTo>
                    <a:pt x="182879" y="45719"/>
                  </a:lnTo>
                  <a:lnTo>
                    <a:pt x="185927" y="45719"/>
                  </a:lnTo>
                  <a:lnTo>
                    <a:pt x="182879" y="42672"/>
                  </a:lnTo>
                  <a:close/>
                </a:path>
                <a:path w="192404" h="106679" extrusionOk="0">
                  <a:moveTo>
                    <a:pt x="180267" y="28738"/>
                  </a:moveTo>
                  <a:lnTo>
                    <a:pt x="182879" y="36575"/>
                  </a:lnTo>
                  <a:lnTo>
                    <a:pt x="182879" y="42672"/>
                  </a:lnTo>
                  <a:lnTo>
                    <a:pt x="185927" y="45719"/>
                  </a:lnTo>
                  <a:lnTo>
                    <a:pt x="192024" y="45719"/>
                  </a:lnTo>
                  <a:lnTo>
                    <a:pt x="192024" y="33527"/>
                  </a:lnTo>
                  <a:lnTo>
                    <a:pt x="191008" y="30480"/>
                  </a:lnTo>
                  <a:lnTo>
                    <a:pt x="182879" y="30480"/>
                  </a:lnTo>
                  <a:lnTo>
                    <a:pt x="180267" y="28738"/>
                  </a:lnTo>
                  <a:close/>
                </a:path>
                <a:path w="192404" h="106679" extrusionOk="0">
                  <a:moveTo>
                    <a:pt x="182879" y="27431"/>
                  </a:moveTo>
                  <a:lnTo>
                    <a:pt x="179831" y="27431"/>
                  </a:lnTo>
                  <a:lnTo>
                    <a:pt x="180267" y="28738"/>
                  </a:lnTo>
                  <a:lnTo>
                    <a:pt x="182879" y="30480"/>
                  </a:lnTo>
                  <a:lnTo>
                    <a:pt x="182879" y="27431"/>
                  </a:lnTo>
                  <a:close/>
                </a:path>
                <a:path w="192404" h="106679" extrusionOk="0">
                  <a:moveTo>
                    <a:pt x="189991" y="27431"/>
                  </a:moveTo>
                  <a:lnTo>
                    <a:pt x="182879" y="27431"/>
                  </a:lnTo>
                  <a:lnTo>
                    <a:pt x="182879" y="30480"/>
                  </a:lnTo>
                  <a:lnTo>
                    <a:pt x="191008" y="30480"/>
                  </a:lnTo>
                  <a:lnTo>
                    <a:pt x="189991" y="27431"/>
                  </a:lnTo>
                  <a:close/>
                </a:path>
                <a:path w="192404" h="106679" extrusionOk="0">
                  <a:moveTo>
                    <a:pt x="160782" y="6096"/>
                  </a:moveTo>
                  <a:lnTo>
                    <a:pt x="121919" y="6096"/>
                  </a:lnTo>
                  <a:lnTo>
                    <a:pt x="124967" y="9144"/>
                  </a:lnTo>
                  <a:lnTo>
                    <a:pt x="123305" y="9282"/>
                  </a:lnTo>
                  <a:lnTo>
                    <a:pt x="152400" y="12191"/>
                  </a:lnTo>
                  <a:lnTo>
                    <a:pt x="173736" y="24384"/>
                  </a:lnTo>
                  <a:lnTo>
                    <a:pt x="180267" y="28738"/>
                  </a:lnTo>
                  <a:lnTo>
                    <a:pt x="179831" y="27431"/>
                  </a:lnTo>
                  <a:lnTo>
                    <a:pt x="189991" y="27431"/>
                  </a:lnTo>
                  <a:lnTo>
                    <a:pt x="188975" y="24384"/>
                  </a:lnTo>
                  <a:lnTo>
                    <a:pt x="185927" y="21336"/>
                  </a:lnTo>
                  <a:lnTo>
                    <a:pt x="176783" y="15239"/>
                  </a:lnTo>
                  <a:lnTo>
                    <a:pt x="160782" y="6096"/>
                  </a:lnTo>
                  <a:close/>
                </a:path>
                <a:path w="192404" h="106679" extrusionOk="0">
                  <a:moveTo>
                    <a:pt x="124967" y="0"/>
                  </a:moveTo>
                  <a:lnTo>
                    <a:pt x="121919" y="0"/>
                  </a:lnTo>
                  <a:lnTo>
                    <a:pt x="85343" y="3048"/>
                  </a:lnTo>
                  <a:lnTo>
                    <a:pt x="82295" y="6096"/>
                  </a:lnTo>
                  <a:lnTo>
                    <a:pt x="82295" y="9144"/>
                  </a:lnTo>
                  <a:lnTo>
                    <a:pt x="85343" y="12191"/>
                  </a:lnTo>
                  <a:lnTo>
                    <a:pt x="88391" y="12191"/>
                  </a:lnTo>
                  <a:lnTo>
                    <a:pt x="91439" y="9144"/>
                  </a:lnTo>
                  <a:lnTo>
                    <a:pt x="91439" y="6096"/>
                  </a:lnTo>
                  <a:lnTo>
                    <a:pt x="88391" y="3048"/>
                  </a:lnTo>
                  <a:lnTo>
                    <a:pt x="155448" y="3048"/>
                  </a:lnTo>
                  <a:lnTo>
                    <a:pt x="124967" y="0"/>
                  </a:lnTo>
                  <a:close/>
                </a:path>
                <a:path w="192404" h="106679" extrusionOk="0">
                  <a:moveTo>
                    <a:pt x="155448" y="3048"/>
                  </a:moveTo>
                  <a:lnTo>
                    <a:pt x="88391" y="3048"/>
                  </a:lnTo>
                  <a:lnTo>
                    <a:pt x="91439" y="6096"/>
                  </a:lnTo>
                  <a:lnTo>
                    <a:pt x="91439" y="9144"/>
                  </a:lnTo>
                  <a:lnTo>
                    <a:pt x="88391" y="12191"/>
                  </a:lnTo>
                  <a:lnTo>
                    <a:pt x="123305" y="9282"/>
                  </a:lnTo>
                  <a:lnTo>
                    <a:pt x="121919" y="9144"/>
                  </a:lnTo>
                  <a:lnTo>
                    <a:pt x="121919" y="6096"/>
                  </a:lnTo>
                  <a:lnTo>
                    <a:pt x="160782" y="6096"/>
                  </a:lnTo>
                  <a:lnTo>
                    <a:pt x="155448" y="3048"/>
                  </a:lnTo>
                  <a:close/>
                </a:path>
                <a:path w="192404" h="106679" extrusionOk="0">
                  <a:moveTo>
                    <a:pt x="121919" y="6096"/>
                  </a:moveTo>
                  <a:lnTo>
                    <a:pt x="121919" y="9144"/>
                  </a:lnTo>
                  <a:lnTo>
                    <a:pt x="123305" y="9282"/>
                  </a:lnTo>
                  <a:lnTo>
                    <a:pt x="124967" y="9144"/>
                  </a:lnTo>
                  <a:lnTo>
                    <a:pt x="121919"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24" name="Google Shape;1524;g2ff6f630c79_0_1082"/>
            <p:cNvPicPr preferRelativeResize="0"/>
            <p:nvPr/>
          </p:nvPicPr>
          <p:blipFill rotWithShape="1">
            <a:blip r:embed="rId7">
              <a:alphaModFix/>
            </a:blip>
            <a:srcRect/>
            <a:stretch/>
          </p:blipFill>
          <p:spPr>
            <a:xfrm>
              <a:off x="6068567" y="4440935"/>
              <a:ext cx="185927" cy="94487"/>
            </a:xfrm>
            <a:prstGeom prst="rect">
              <a:avLst/>
            </a:prstGeom>
            <a:noFill/>
            <a:ln>
              <a:noFill/>
            </a:ln>
          </p:spPr>
        </p:pic>
        <p:sp>
          <p:nvSpPr>
            <p:cNvPr id="1525" name="Google Shape;1525;g2ff6f630c79_0_1082"/>
            <p:cNvSpPr/>
            <p:nvPr/>
          </p:nvSpPr>
          <p:spPr>
            <a:xfrm>
              <a:off x="6062471" y="4431791"/>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6"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2" y="59435"/>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2" y="59435"/>
                  </a:lnTo>
                  <a:close/>
                </a:path>
                <a:path w="192404" h="106679" extrusionOk="0">
                  <a:moveTo>
                    <a:pt x="17907" y="83058"/>
                  </a:moveTo>
                  <a:lnTo>
                    <a:pt x="15239" y="88392"/>
                  </a:lnTo>
                  <a:lnTo>
                    <a:pt x="21336" y="85344"/>
                  </a:lnTo>
                  <a:lnTo>
                    <a:pt x="17907" y="83058"/>
                  </a:lnTo>
                  <a:close/>
                </a:path>
                <a:path w="192404" h="106679" extrusionOk="0">
                  <a:moveTo>
                    <a:pt x="18287" y="82296"/>
                  </a:moveTo>
                  <a:lnTo>
                    <a:pt x="17907" y="83058"/>
                  </a:lnTo>
                  <a:lnTo>
                    <a:pt x="21336" y="85344"/>
                  </a:lnTo>
                  <a:lnTo>
                    <a:pt x="15239" y="88392"/>
                  </a:lnTo>
                  <a:lnTo>
                    <a:pt x="28956"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2" y="59435"/>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2" y="59435"/>
                  </a:lnTo>
                  <a:lnTo>
                    <a:pt x="176783" y="57912"/>
                  </a:lnTo>
                  <a:lnTo>
                    <a:pt x="186943" y="57912"/>
                  </a:lnTo>
                  <a:lnTo>
                    <a:pt x="188975" y="54863"/>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7"/>
                  </a:moveTo>
                  <a:lnTo>
                    <a:pt x="176783" y="18287"/>
                  </a:lnTo>
                  <a:lnTo>
                    <a:pt x="174116" y="23622"/>
                  </a:lnTo>
                  <a:lnTo>
                    <a:pt x="179831" y="27432"/>
                  </a:lnTo>
                  <a:lnTo>
                    <a:pt x="182879" y="36575"/>
                  </a:lnTo>
                  <a:lnTo>
                    <a:pt x="182879" y="42672"/>
                  </a:lnTo>
                  <a:lnTo>
                    <a:pt x="188975" y="45720"/>
                  </a:lnTo>
                  <a:lnTo>
                    <a:pt x="192024" y="45720"/>
                  </a:lnTo>
                  <a:lnTo>
                    <a:pt x="192024" y="33528"/>
                  </a:lnTo>
                  <a:lnTo>
                    <a:pt x="188975" y="24384"/>
                  </a:lnTo>
                  <a:lnTo>
                    <a:pt x="179831" y="18287"/>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7"/>
                  </a:lnTo>
                  <a:lnTo>
                    <a:pt x="179831" y="18287"/>
                  </a:lnTo>
                  <a:lnTo>
                    <a:pt x="176783" y="15240"/>
                  </a:lnTo>
                  <a:lnTo>
                    <a:pt x="155448" y="6096"/>
                  </a:lnTo>
                  <a:close/>
                </a:path>
                <a:path w="192404" h="106679" extrusionOk="0">
                  <a:moveTo>
                    <a:pt x="176783" y="18287"/>
                  </a:moveTo>
                  <a:lnTo>
                    <a:pt x="170687" y="21336"/>
                  </a:lnTo>
                  <a:lnTo>
                    <a:pt x="174116" y="23622"/>
                  </a:lnTo>
                  <a:lnTo>
                    <a:pt x="176783" y="18287"/>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26" name="Google Shape;1526;g2ff6f630c79_0_1082"/>
            <p:cNvPicPr preferRelativeResize="0"/>
            <p:nvPr/>
          </p:nvPicPr>
          <p:blipFill rotWithShape="1">
            <a:blip r:embed="rId8">
              <a:alphaModFix/>
            </a:blip>
            <a:srcRect/>
            <a:stretch/>
          </p:blipFill>
          <p:spPr>
            <a:xfrm>
              <a:off x="6220967" y="4517135"/>
              <a:ext cx="185927" cy="94487"/>
            </a:xfrm>
            <a:prstGeom prst="rect">
              <a:avLst/>
            </a:prstGeom>
            <a:noFill/>
            <a:ln>
              <a:noFill/>
            </a:ln>
          </p:spPr>
        </p:pic>
        <p:sp>
          <p:nvSpPr>
            <p:cNvPr id="1527" name="Google Shape;1527;g2ff6f630c79_0_1082"/>
            <p:cNvSpPr/>
            <p:nvPr/>
          </p:nvSpPr>
          <p:spPr>
            <a:xfrm>
              <a:off x="6214871" y="4507991"/>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5"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1" y="59436"/>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1" y="59436"/>
                  </a:lnTo>
                  <a:close/>
                </a:path>
                <a:path w="192404" h="106679" extrusionOk="0">
                  <a:moveTo>
                    <a:pt x="17906" y="83058"/>
                  </a:moveTo>
                  <a:lnTo>
                    <a:pt x="15239" y="88392"/>
                  </a:lnTo>
                  <a:lnTo>
                    <a:pt x="21336" y="85344"/>
                  </a:lnTo>
                  <a:lnTo>
                    <a:pt x="17906" y="83058"/>
                  </a:lnTo>
                  <a:close/>
                </a:path>
                <a:path w="192404" h="106679" extrusionOk="0">
                  <a:moveTo>
                    <a:pt x="18287" y="82296"/>
                  </a:moveTo>
                  <a:lnTo>
                    <a:pt x="17906" y="83058"/>
                  </a:lnTo>
                  <a:lnTo>
                    <a:pt x="21336" y="85344"/>
                  </a:lnTo>
                  <a:lnTo>
                    <a:pt x="15239" y="88392"/>
                  </a:lnTo>
                  <a:lnTo>
                    <a:pt x="28955"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1" y="59436"/>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1" y="59436"/>
                  </a:lnTo>
                  <a:lnTo>
                    <a:pt x="176783" y="57912"/>
                  </a:lnTo>
                  <a:lnTo>
                    <a:pt x="186943" y="57912"/>
                  </a:lnTo>
                  <a:lnTo>
                    <a:pt x="188975" y="54864"/>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8"/>
                  </a:moveTo>
                  <a:lnTo>
                    <a:pt x="176783" y="18288"/>
                  </a:lnTo>
                  <a:lnTo>
                    <a:pt x="174116" y="23622"/>
                  </a:lnTo>
                  <a:lnTo>
                    <a:pt x="179831" y="27432"/>
                  </a:lnTo>
                  <a:lnTo>
                    <a:pt x="182879" y="36576"/>
                  </a:lnTo>
                  <a:lnTo>
                    <a:pt x="182879" y="42672"/>
                  </a:lnTo>
                  <a:lnTo>
                    <a:pt x="188975" y="45720"/>
                  </a:lnTo>
                  <a:lnTo>
                    <a:pt x="192024" y="45720"/>
                  </a:lnTo>
                  <a:lnTo>
                    <a:pt x="192024" y="33528"/>
                  </a:lnTo>
                  <a:lnTo>
                    <a:pt x="188975" y="24384"/>
                  </a:lnTo>
                  <a:lnTo>
                    <a:pt x="179831" y="18288"/>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8"/>
                  </a:lnTo>
                  <a:lnTo>
                    <a:pt x="179831" y="18288"/>
                  </a:lnTo>
                  <a:lnTo>
                    <a:pt x="176783" y="15240"/>
                  </a:lnTo>
                  <a:lnTo>
                    <a:pt x="155448" y="6096"/>
                  </a:lnTo>
                  <a:close/>
                </a:path>
                <a:path w="192404" h="106679" extrusionOk="0">
                  <a:moveTo>
                    <a:pt x="176783" y="18288"/>
                  </a:moveTo>
                  <a:lnTo>
                    <a:pt x="170687" y="21336"/>
                  </a:lnTo>
                  <a:lnTo>
                    <a:pt x="174116" y="23622"/>
                  </a:lnTo>
                  <a:lnTo>
                    <a:pt x="176783" y="18288"/>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28" name="Google Shape;1528;g2ff6f630c79_0_1082"/>
            <p:cNvPicPr preferRelativeResize="0"/>
            <p:nvPr/>
          </p:nvPicPr>
          <p:blipFill rotWithShape="1">
            <a:blip r:embed="rId9">
              <a:alphaModFix/>
            </a:blip>
            <a:srcRect/>
            <a:stretch/>
          </p:blipFill>
          <p:spPr>
            <a:xfrm>
              <a:off x="6019800" y="4568951"/>
              <a:ext cx="182879" cy="94487"/>
            </a:xfrm>
            <a:prstGeom prst="rect">
              <a:avLst/>
            </a:prstGeom>
            <a:noFill/>
            <a:ln>
              <a:noFill/>
            </a:ln>
          </p:spPr>
        </p:pic>
        <p:sp>
          <p:nvSpPr>
            <p:cNvPr id="1529" name="Google Shape;1529;g2ff6f630c79_0_1082"/>
            <p:cNvSpPr/>
            <p:nvPr/>
          </p:nvSpPr>
          <p:spPr>
            <a:xfrm>
              <a:off x="6013703" y="4559807"/>
              <a:ext cx="189229" cy="106679"/>
            </a:xfrm>
            <a:custGeom>
              <a:avLst/>
              <a:gdLst/>
              <a:ahLst/>
              <a:cxnLst/>
              <a:rect l="l" t="t" r="r" b="b"/>
              <a:pathLst>
                <a:path w="189229" h="106679" extrusionOk="0">
                  <a:moveTo>
                    <a:pt x="85344" y="3048"/>
                  </a:moveTo>
                  <a:lnTo>
                    <a:pt x="21336" y="30480"/>
                  </a:lnTo>
                  <a:lnTo>
                    <a:pt x="0" y="60960"/>
                  </a:lnTo>
                  <a:lnTo>
                    <a:pt x="0" y="73152"/>
                  </a:lnTo>
                  <a:lnTo>
                    <a:pt x="33528" y="103632"/>
                  </a:lnTo>
                  <a:lnTo>
                    <a:pt x="64008" y="106680"/>
                  </a:lnTo>
                  <a:lnTo>
                    <a:pt x="67056" y="106680"/>
                  </a:lnTo>
                  <a:lnTo>
                    <a:pt x="103632" y="100584"/>
                  </a:lnTo>
                  <a:lnTo>
                    <a:pt x="67056" y="100584"/>
                  </a:lnTo>
                  <a:lnTo>
                    <a:pt x="64008" y="97536"/>
                  </a:lnTo>
                  <a:lnTo>
                    <a:pt x="65151" y="97345"/>
                  </a:lnTo>
                  <a:lnTo>
                    <a:pt x="36575" y="94488"/>
                  </a:lnTo>
                  <a:lnTo>
                    <a:pt x="24384" y="88392"/>
                  </a:lnTo>
                  <a:lnTo>
                    <a:pt x="15240" y="88392"/>
                  </a:lnTo>
                  <a:lnTo>
                    <a:pt x="15240" y="82296"/>
                  </a:lnTo>
                  <a:lnTo>
                    <a:pt x="12192" y="79248"/>
                  </a:lnTo>
                  <a:lnTo>
                    <a:pt x="9144" y="70104"/>
                  </a:lnTo>
                  <a:lnTo>
                    <a:pt x="9144" y="64008"/>
                  </a:lnTo>
                  <a:lnTo>
                    <a:pt x="3048" y="60960"/>
                  </a:lnTo>
                  <a:lnTo>
                    <a:pt x="10160" y="60960"/>
                  </a:lnTo>
                  <a:lnTo>
                    <a:pt x="12192" y="54864"/>
                  </a:lnTo>
                  <a:lnTo>
                    <a:pt x="16256" y="48768"/>
                  </a:lnTo>
                  <a:lnTo>
                    <a:pt x="15240" y="48768"/>
                  </a:lnTo>
                  <a:lnTo>
                    <a:pt x="15240" y="42672"/>
                  </a:lnTo>
                  <a:lnTo>
                    <a:pt x="21336" y="42672"/>
                  </a:lnTo>
                  <a:lnTo>
                    <a:pt x="24384" y="39624"/>
                  </a:lnTo>
                  <a:lnTo>
                    <a:pt x="51816" y="21336"/>
                  </a:lnTo>
                  <a:lnTo>
                    <a:pt x="88392" y="12192"/>
                  </a:lnTo>
                  <a:lnTo>
                    <a:pt x="85344" y="12192"/>
                  </a:lnTo>
                  <a:lnTo>
                    <a:pt x="82296" y="9144"/>
                  </a:lnTo>
                  <a:lnTo>
                    <a:pt x="82296" y="6096"/>
                  </a:lnTo>
                  <a:lnTo>
                    <a:pt x="85344" y="3048"/>
                  </a:lnTo>
                  <a:close/>
                </a:path>
                <a:path w="189229" h="106679" extrusionOk="0">
                  <a:moveTo>
                    <a:pt x="65151" y="97345"/>
                  </a:moveTo>
                  <a:lnTo>
                    <a:pt x="64008" y="97536"/>
                  </a:lnTo>
                  <a:lnTo>
                    <a:pt x="67056" y="100584"/>
                  </a:lnTo>
                  <a:lnTo>
                    <a:pt x="67056" y="97536"/>
                  </a:lnTo>
                  <a:lnTo>
                    <a:pt x="65151" y="97345"/>
                  </a:lnTo>
                  <a:close/>
                </a:path>
                <a:path w="189229" h="106679" extrusionOk="0">
                  <a:moveTo>
                    <a:pt x="170688" y="60960"/>
                  </a:moveTo>
                  <a:lnTo>
                    <a:pt x="164592" y="67056"/>
                  </a:lnTo>
                  <a:lnTo>
                    <a:pt x="137160" y="82296"/>
                  </a:lnTo>
                  <a:lnTo>
                    <a:pt x="100584" y="91440"/>
                  </a:lnTo>
                  <a:lnTo>
                    <a:pt x="65151" y="97345"/>
                  </a:lnTo>
                  <a:lnTo>
                    <a:pt x="67056" y="97536"/>
                  </a:lnTo>
                  <a:lnTo>
                    <a:pt x="67056" y="100584"/>
                  </a:lnTo>
                  <a:lnTo>
                    <a:pt x="103632" y="100584"/>
                  </a:lnTo>
                  <a:lnTo>
                    <a:pt x="140208" y="91440"/>
                  </a:lnTo>
                  <a:lnTo>
                    <a:pt x="167640" y="76200"/>
                  </a:lnTo>
                  <a:lnTo>
                    <a:pt x="179832" y="64008"/>
                  </a:lnTo>
                  <a:lnTo>
                    <a:pt x="173736" y="64008"/>
                  </a:lnTo>
                  <a:lnTo>
                    <a:pt x="170688" y="60960"/>
                  </a:lnTo>
                  <a:close/>
                </a:path>
                <a:path w="189229" h="106679" extrusionOk="0">
                  <a:moveTo>
                    <a:pt x="15239" y="82296"/>
                  </a:moveTo>
                  <a:lnTo>
                    <a:pt x="15240" y="88392"/>
                  </a:lnTo>
                  <a:lnTo>
                    <a:pt x="18287" y="85344"/>
                  </a:lnTo>
                  <a:lnTo>
                    <a:pt x="15239" y="82296"/>
                  </a:lnTo>
                  <a:close/>
                </a:path>
                <a:path w="189229" h="106679" extrusionOk="0">
                  <a:moveTo>
                    <a:pt x="15240" y="82296"/>
                  </a:moveTo>
                  <a:lnTo>
                    <a:pt x="18287" y="85344"/>
                  </a:lnTo>
                  <a:lnTo>
                    <a:pt x="15240" y="88392"/>
                  </a:lnTo>
                  <a:lnTo>
                    <a:pt x="24384" y="88392"/>
                  </a:lnTo>
                  <a:lnTo>
                    <a:pt x="15240" y="82296"/>
                  </a:lnTo>
                  <a:close/>
                </a:path>
                <a:path w="189229" h="106679" extrusionOk="0">
                  <a:moveTo>
                    <a:pt x="9144" y="60960"/>
                  </a:moveTo>
                  <a:lnTo>
                    <a:pt x="3048" y="60960"/>
                  </a:lnTo>
                  <a:lnTo>
                    <a:pt x="9144" y="64008"/>
                  </a:lnTo>
                  <a:lnTo>
                    <a:pt x="9144" y="60960"/>
                  </a:lnTo>
                  <a:close/>
                </a:path>
                <a:path w="189229" h="106679" extrusionOk="0">
                  <a:moveTo>
                    <a:pt x="10160" y="60960"/>
                  </a:moveTo>
                  <a:lnTo>
                    <a:pt x="9144" y="60960"/>
                  </a:lnTo>
                  <a:lnTo>
                    <a:pt x="9144" y="64008"/>
                  </a:lnTo>
                  <a:lnTo>
                    <a:pt x="10160" y="60960"/>
                  </a:lnTo>
                  <a:close/>
                </a:path>
                <a:path w="189229" h="106679" extrusionOk="0">
                  <a:moveTo>
                    <a:pt x="173736" y="57912"/>
                  </a:moveTo>
                  <a:lnTo>
                    <a:pt x="170688" y="60960"/>
                  </a:lnTo>
                  <a:lnTo>
                    <a:pt x="173736" y="64008"/>
                  </a:lnTo>
                  <a:lnTo>
                    <a:pt x="173736" y="57912"/>
                  </a:lnTo>
                  <a:close/>
                </a:path>
                <a:path w="189229" h="106679" extrusionOk="0">
                  <a:moveTo>
                    <a:pt x="183896" y="57912"/>
                  </a:moveTo>
                  <a:lnTo>
                    <a:pt x="173736" y="57912"/>
                  </a:lnTo>
                  <a:lnTo>
                    <a:pt x="173736" y="64008"/>
                  </a:lnTo>
                  <a:lnTo>
                    <a:pt x="179832" y="64008"/>
                  </a:lnTo>
                  <a:lnTo>
                    <a:pt x="183896" y="57912"/>
                  </a:lnTo>
                  <a:close/>
                </a:path>
                <a:path w="189229" h="106679" extrusionOk="0">
                  <a:moveTo>
                    <a:pt x="179832" y="42672"/>
                  </a:moveTo>
                  <a:lnTo>
                    <a:pt x="176784" y="51816"/>
                  </a:lnTo>
                  <a:lnTo>
                    <a:pt x="170687" y="60960"/>
                  </a:lnTo>
                  <a:lnTo>
                    <a:pt x="173736" y="57912"/>
                  </a:lnTo>
                  <a:lnTo>
                    <a:pt x="183896" y="57912"/>
                  </a:lnTo>
                  <a:lnTo>
                    <a:pt x="185928" y="54864"/>
                  </a:lnTo>
                  <a:lnTo>
                    <a:pt x="188975" y="45720"/>
                  </a:lnTo>
                  <a:lnTo>
                    <a:pt x="179832" y="45720"/>
                  </a:lnTo>
                  <a:lnTo>
                    <a:pt x="179832" y="42672"/>
                  </a:lnTo>
                  <a:close/>
                </a:path>
                <a:path w="189229" h="106679" extrusionOk="0">
                  <a:moveTo>
                    <a:pt x="15240" y="42672"/>
                  </a:moveTo>
                  <a:lnTo>
                    <a:pt x="15240" y="48768"/>
                  </a:lnTo>
                  <a:lnTo>
                    <a:pt x="18287" y="45720"/>
                  </a:lnTo>
                  <a:lnTo>
                    <a:pt x="15240" y="42672"/>
                  </a:lnTo>
                  <a:close/>
                </a:path>
                <a:path w="189229" h="106679" extrusionOk="0">
                  <a:moveTo>
                    <a:pt x="18288" y="45720"/>
                  </a:moveTo>
                  <a:lnTo>
                    <a:pt x="15240" y="48768"/>
                  </a:lnTo>
                  <a:lnTo>
                    <a:pt x="16256" y="48768"/>
                  </a:lnTo>
                  <a:lnTo>
                    <a:pt x="18288" y="45720"/>
                  </a:lnTo>
                  <a:close/>
                </a:path>
                <a:path w="189229" h="106679" extrusionOk="0">
                  <a:moveTo>
                    <a:pt x="21336" y="42672"/>
                  </a:moveTo>
                  <a:lnTo>
                    <a:pt x="15240" y="42672"/>
                  </a:lnTo>
                  <a:lnTo>
                    <a:pt x="18288" y="45720"/>
                  </a:lnTo>
                  <a:lnTo>
                    <a:pt x="21336" y="42672"/>
                  </a:lnTo>
                  <a:close/>
                </a:path>
                <a:path w="189229" h="106679" extrusionOk="0">
                  <a:moveTo>
                    <a:pt x="179832" y="42672"/>
                  </a:moveTo>
                  <a:lnTo>
                    <a:pt x="179832" y="45720"/>
                  </a:lnTo>
                  <a:lnTo>
                    <a:pt x="185928" y="45720"/>
                  </a:lnTo>
                  <a:lnTo>
                    <a:pt x="179832" y="42672"/>
                  </a:lnTo>
                  <a:close/>
                </a:path>
                <a:path w="189229" h="106679" extrusionOk="0">
                  <a:moveTo>
                    <a:pt x="179832" y="18288"/>
                  </a:moveTo>
                  <a:lnTo>
                    <a:pt x="173736" y="18288"/>
                  </a:lnTo>
                  <a:lnTo>
                    <a:pt x="173736" y="24384"/>
                  </a:lnTo>
                  <a:lnTo>
                    <a:pt x="176784" y="27432"/>
                  </a:lnTo>
                  <a:lnTo>
                    <a:pt x="179832" y="36576"/>
                  </a:lnTo>
                  <a:lnTo>
                    <a:pt x="179832" y="42672"/>
                  </a:lnTo>
                  <a:lnTo>
                    <a:pt x="185928" y="45720"/>
                  </a:lnTo>
                  <a:lnTo>
                    <a:pt x="188975" y="45720"/>
                  </a:lnTo>
                  <a:lnTo>
                    <a:pt x="188975" y="33528"/>
                  </a:lnTo>
                  <a:lnTo>
                    <a:pt x="185928" y="24384"/>
                  </a:lnTo>
                  <a:lnTo>
                    <a:pt x="179832" y="18288"/>
                  </a:lnTo>
                  <a:close/>
                </a:path>
                <a:path w="189229" h="106679" extrusionOk="0">
                  <a:moveTo>
                    <a:pt x="161544" y="6096"/>
                  </a:moveTo>
                  <a:lnTo>
                    <a:pt x="121920" y="6096"/>
                  </a:lnTo>
                  <a:lnTo>
                    <a:pt x="124968" y="9144"/>
                  </a:lnTo>
                  <a:lnTo>
                    <a:pt x="123305" y="9282"/>
                  </a:lnTo>
                  <a:lnTo>
                    <a:pt x="152400" y="12192"/>
                  </a:lnTo>
                  <a:lnTo>
                    <a:pt x="164592" y="18288"/>
                  </a:lnTo>
                  <a:lnTo>
                    <a:pt x="173736" y="24384"/>
                  </a:lnTo>
                  <a:lnTo>
                    <a:pt x="170687" y="21336"/>
                  </a:lnTo>
                  <a:lnTo>
                    <a:pt x="173736" y="18288"/>
                  </a:lnTo>
                  <a:lnTo>
                    <a:pt x="179832" y="18288"/>
                  </a:lnTo>
                  <a:lnTo>
                    <a:pt x="176784" y="15240"/>
                  </a:lnTo>
                  <a:lnTo>
                    <a:pt x="167640" y="9144"/>
                  </a:lnTo>
                  <a:lnTo>
                    <a:pt x="161544" y="6096"/>
                  </a:lnTo>
                  <a:close/>
                </a:path>
                <a:path w="189229" h="106679" extrusionOk="0">
                  <a:moveTo>
                    <a:pt x="173736" y="18288"/>
                  </a:moveTo>
                  <a:lnTo>
                    <a:pt x="170687" y="21336"/>
                  </a:lnTo>
                  <a:lnTo>
                    <a:pt x="173736" y="24384"/>
                  </a:lnTo>
                  <a:lnTo>
                    <a:pt x="173736" y="18288"/>
                  </a:lnTo>
                  <a:close/>
                </a:path>
                <a:path w="189229" h="106679" extrusionOk="0">
                  <a:moveTo>
                    <a:pt x="124968" y="0"/>
                  </a:moveTo>
                  <a:lnTo>
                    <a:pt x="121920" y="0"/>
                  </a:lnTo>
                  <a:lnTo>
                    <a:pt x="85344" y="3048"/>
                  </a:lnTo>
                  <a:lnTo>
                    <a:pt x="82296" y="6096"/>
                  </a:lnTo>
                  <a:lnTo>
                    <a:pt x="82296" y="9144"/>
                  </a:lnTo>
                  <a:lnTo>
                    <a:pt x="85344" y="12192"/>
                  </a:lnTo>
                  <a:lnTo>
                    <a:pt x="88392" y="12192"/>
                  </a:lnTo>
                  <a:lnTo>
                    <a:pt x="91440" y="9144"/>
                  </a:lnTo>
                  <a:lnTo>
                    <a:pt x="91440" y="6096"/>
                  </a:lnTo>
                  <a:lnTo>
                    <a:pt x="88392" y="3048"/>
                  </a:lnTo>
                  <a:lnTo>
                    <a:pt x="155448" y="3048"/>
                  </a:lnTo>
                  <a:lnTo>
                    <a:pt x="124968" y="0"/>
                  </a:lnTo>
                  <a:close/>
                </a:path>
                <a:path w="189229" h="106679" extrusionOk="0">
                  <a:moveTo>
                    <a:pt x="155448" y="3048"/>
                  </a:moveTo>
                  <a:lnTo>
                    <a:pt x="88392" y="3048"/>
                  </a:lnTo>
                  <a:lnTo>
                    <a:pt x="91440" y="6096"/>
                  </a:lnTo>
                  <a:lnTo>
                    <a:pt x="91440" y="9144"/>
                  </a:lnTo>
                  <a:lnTo>
                    <a:pt x="88392" y="12192"/>
                  </a:lnTo>
                  <a:lnTo>
                    <a:pt x="123305" y="9282"/>
                  </a:lnTo>
                  <a:lnTo>
                    <a:pt x="121920" y="9144"/>
                  </a:lnTo>
                  <a:lnTo>
                    <a:pt x="121920" y="6096"/>
                  </a:lnTo>
                  <a:lnTo>
                    <a:pt x="161544" y="6096"/>
                  </a:lnTo>
                  <a:lnTo>
                    <a:pt x="155448" y="3048"/>
                  </a:lnTo>
                  <a:close/>
                </a:path>
                <a:path w="189229"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30" name="Google Shape;1530;g2ff6f630c79_0_1082"/>
            <p:cNvPicPr preferRelativeResize="0"/>
            <p:nvPr/>
          </p:nvPicPr>
          <p:blipFill rotWithShape="1">
            <a:blip r:embed="rId10">
              <a:alphaModFix/>
            </a:blip>
            <a:srcRect/>
            <a:stretch/>
          </p:blipFill>
          <p:spPr>
            <a:xfrm>
              <a:off x="5730239" y="4846319"/>
              <a:ext cx="185927" cy="94487"/>
            </a:xfrm>
            <a:prstGeom prst="rect">
              <a:avLst/>
            </a:prstGeom>
            <a:noFill/>
            <a:ln>
              <a:noFill/>
            </a:ln>
          </p:spPr>
        </p:pic>
        <p:pic>
          <p:nvPicPr>
            <p:cNvPr id="1531" name="Google Shape;1531;g2ff6f630c79_0_1082"/>
            <p:cNvPicPr preferRelativeResize="0"/>
            <p:nvPr/>
          </p:nvPicPr>
          <p:blipFill rotWithShape="1">
            <a:blip r:embed="rId11">
              <a:alphaModFix/>
            </a:blip>
            <a:srcRect/>
            <a:stretch/>
          </p:blipFill>
          <p:spPr>
            <a:xfrm>
              <a:off x="5724143" y="4837175"/>
              <a:ext cx="192023" cy="106680"/>
            </a:xfrm>
            <a:prstGeom prst="rect">
              <a:avLst/>
            </a:prstGeom>
            <a:noFill/>
            <a:ln>
              <a:noFill/>
            </a:ln>
          </p:spPr>
        </p:pic>
        <p:pic>
          <p:nvPicPr>
            <p:cNvPr id="1532" name="Google Shape;1532;g2ff6f630c79_0_1082"/>
            <p:cNvPicPr preferRelativeResize="0"/>
            <p:nvPr/>
          </p:nvPicPr>
          <p:blipFill rotWithShape="1">
            <a:blip r:embed="rId12">
              <a:alphaModFix/>
            </a:blip>
            <a:srcRect/>
            <a:stretch/>
          </p:blipFill>
          <p:spPr>
            <a:xfrm>
              <a:off x="5547359" y="4693919"/>
              <a:ext cx="185927" cy="94487"/>
            </a:xfrm>
            <a:prstGeom prst="rect">
              <a:avLst/>
            </a:prstGeom>
            <a:noFill/>
            <a:ln>
              <a:noFill/>
            </a:ln>
          </p:spPr>
        </p:pic>
        <p:pic>
          <p:nvPicPr>
            <p:cNvPr id="1533" name="Google Shape;1533;g2ff6f630c79_0_1082"/>
            <p:cNvPicPr preferRelativeResize="0"/>
            <p:nvPr/>
          </p:nvPicPr>
          <p:blipFill rotWithShape="1">
            <a:blip r:embed="rId13">
              <a:alphaModFix/>
            </a:blip>
            <a:srcRect/>
            <a:stretch/>
          </p:blipFill>
          <p:spPr>
            <a:xfrm>
              <a:off x="5541263" y="4684775"/>
              <a:ext cx="192024" cy="106680"/>
            </a:xfrm>
            <a:prstGeom prst="rect">
              <a:avLst/>
            </a:prstGeom>
            <a:noFill/>
            <a:ln>
              <a:noFill/>
            </a:ln>
          </p:spPr>
        </p:pic>
        <p:pic>
          <p:nvPicPr>
            <p:cNvPr id="1534" name="Google Shape;1534;g2ff6f630c79_0_1082"/>
            <p:cNvPicPr preferRelativeResize="0"/>
            <p:nvPr/>
          </p:nvPicPr>
          <p:blipFill rotWithShape="1">
            <a:blip r:embed="rId14">
              <a:alphaModFix/>
            </a:blip>
            <a:srcRect/>
            <a:stretch/>
          </p:blipFill>
          <p:spPr>
            <a:xfrm>
              <a:off x="5562599" y="4492751"/>
              <a:ext cx="182879" cy="94487"/>
            </a:xfrm>
            <a:prstGeom prst="rect">
              <a:avLst/>
            </a:prstGeom>
            <a:noFill/>
            <a:ln>
              <a:noFill/>
            </a:ln>
          </p:spPr>
        </p:pic>
        <p:pic>
          <p:nvPicPr>
            <p:cNvPr id="1535" name="Google Shape;1535;g2ff6f630c79_0_1082"/>
            <p:cNvPicPr preferRelativeResize="0"/>
            <p:nvPr/>
          </p:nvPicPr>
          <p:blipFill rotWithShape="1">
            <a:blip r:embed="rId15">
              <a:alphaModFix/>
            </a:blip>
            <a:srcRect/>
            <a:stretch/>
          </p:blipFill>
          <p:spPr>
            <a:xfrm>
              <a:off x="5556503" y="4483607"/>
              <a:ext cx="188975" cy="106679"/>
            </a:xfrm>
            <a:prstGeom prst="rect">
              <a:avLst/>
            </a:prstGeom>
            <a:noFill/>
            <a:ln>
              <a:noFill/>
            </a:ln>
          </p:spPr>
        </p:pic>
        <p:pic>
          <p:nvPicPr>
            <p:cNvPr id="1536" name="Google Shape;1536;g2ff6f630c79_0_1082"/>
            <p:cNvPicPr preferRelativeResize="0"/>
            <p:nvPr/>
          </p:nvPicPr>
          <p:blipFill rotWithShape="1">
            <a:blip r:embed="rId16">
              <a:alphaModFix/>
            </a:blip>
            <a:srcRect/>
            <a:stretch/>
          </p:blipFill>
          <p:spPr>
            <a:xfrm>
              <a:off x="5769863" y="4352543"/>
              <a:ext cx="182879" cy="94487"/>
            </a:xfrm>
            <a:prstGeom prst="rect">
              <a:avLst/>
            </a:prstGeom>
            <a:noFill/>
            <a:ln>
              <a:noFill/>
            </a:ln>
          </p:spPr>
        </p:pic>
        <p:sp>
          <p:nvSpPr>
            <p:cNvPr id="1537" name="Google Shape;1537;g2ff6f630c79_0_1082"/>
            <p:cNvSpPr/>
            <p:nvPr/>
          </p:nvSpPr>
          <p:spPr>
            <a:xfrm>
              <a:off x="5763767" y="4343399"/>
              <a:ext cx="192404" cy="106679"/>
            </a:xfrm>
            <a:custGeom>
              <a:avLst/>
              <a:gdLst/>
              <a:ahLst/>
              <a:cxnLst/>
              <a:rect l="l" t="t" r="r" b="b"/>
              <a:pathLst>
                <a:path w="192404" h="106679" extrusionOk="0">
                  <a:moveTo>
                    <a:pt x="85344" y="3048"/>
                  </a:moveTo>
                  <a:lnTo>
                    <a:pt x="48768" y="15239"/>
                  </a:lnTo>
                  <a:lnTo>
                    <a:pt x="9144" y="42672"/>
                  </a:lnTo>
                  <a:lnTo>
                    <a:pt x="0" y="60960"/>
                  </a:lnTo>
                  <a:lnTo>
                    <a:pt x="0" y="73151"/>
                  </a:lnTo>
                  <a:lnTo>
                    <a:pt x="36576" y="103632"/>
                  </a:lnTo>
                  <a:lnTo>
                    <a:pt x="67056" y="106679"/>
                  </a:lnTo>
                  <a:lnTo>
                    <a:pt x="70104" y="106679"/>
                  </a:lnTo>
                  <a:lnTo>
                    <a:pt x="106680" y="103632"/>
                  </a:lnTo>
                  <a:lnTo>
                    <a:pt x="67056" y="103632"/>
                  </a:lnTo>
                  <a:lnTo>
                    <a:pt x="67056" y="97536"/>
                  </a:lnTo>
                  <a:lnTo>
                    <a:pt x="68718" y="97397"/>
                  </a:lnTo>
                  <a:lnTo>
                    <a:pt x="39624" y="94487"/>
                  </a:lnTo>
                  <a:lnTo>
                    <a:pt x="24384" y="88391"/>
                  </a:lnTo>
                  <a:lnTo>
                    <a:pt x="15240" y="88391"/>
                  </a:lnTo>
                  <a:lnTo>
                    <a:pt x="15240" y="82296"/>
                  </a:lnTo>
                  <a:lnTo>
                    <a:pt x="12192" y="79248"/>
                  </a:lnTo>
                  <a:lnTo>
                    <a:pt x="9144" y="70103"/>
                  </a:lnTo>
                  <a:lnTo>
                    <a:pt x="9144" y="64008"/>
                  </a:lnTo>
                  <a:lnTo>
                    <a:pt x="3048" y="60960"/>
                  </a:lnTo>
                  <a:lnTo>
                    <a:pt x="10160" y="60960"/>
                  </a:lnTo>
                  <a:lnTo>
                    <a:pt x="12192" y="54863"/>
                  </a:lnTo>
                  <a:lnTo>
                    <a:pt x="16256" y="48767"/>
                  </a:lnTo>
                  <a:lnTo>
                    <a:pt x="15240" y="48767"/>
                  </a:lnTo>
                  <a:lnTo>
                    <a:pt x="15240" y="42672"/>
                  </a:lnTo>
                  <a:lnTo>
                    <a:pt x="21336" y="42672"/>
                  </a:lnTo>
                  <a:lnTo>
                    <a:pt x="24384" y="39624"/>
                  </a:lnTo>
                  <a:lnTo>
                    <a:pt x="51816" y="24384"/>
                  </a:lnTo>
                  <a:lnTo>
                    <a:pt x="88392" y="12191"/>
                  </a:lnTo>
                  <a:lnTo>
                    <a:pt x="85344" y="12191"/>
                  </a:lnTo>
                  <a:lnTo>
                    <a:pt x="82296" y="9144"/>
                  </a:lnTo>
                  <a:lnTo>
                    <a:pt x="82296" y="6096"/>
                  </a:lnTo>
                  <a:lnTo>
                    <a:pt x="85344" y="3048"/>
                  </a:lnTo>
                  <a:close/>
                </a:path>
                <a:path w="192404" h="106679" extrusionOk="0">
                  <a:moveTo>
                    <a:pt x="68718" y="97397"/>
                  </a:moveTo>
                  <a:lnTo>
                    <a:pt x="67056" y="97536"/>
                  </a:lnTo>
                  <a:lnTo>
                    <a:pt x="67056" y="103632"/>
                  </a:lnTo>
                  <a:lnTo>
                    <a:pt x="70104" y="97536"/>
                  </a:lnTo>
                  <a:lnTo>
                    <a:pt x="68718" y="97397"/>
                  </a:lnTo>
                  <a:close/>
                </a:path>
                <a:path w="192404" h="106679" extrusionOk="0">
                  <a:moveTo>
                    <a:pt x="170687" y="60960"/>
                  </a:moveTo>
                  <a:lnTo>
                    <a:pt x="164592" y="67055"/>
                  </a:lnTo>
                  <a:lnTo>
                    <a:pt x="137160" y="82296"/>
                  </a:lnTo>
                  <a:lnTo>
                    <a:pt x="103632" y="94487"/>
                  </a:lnTo>
                  <a:lnTo>
                    <a:pt x="68718" y="97397"/>
                  </a:lnTo>
                  <a:lnTo>
                    <a:pt x="70104" y="97536"/>
                  </a:lnTo>
                  <a:lnTo>
                    <a:pt x="67056" y="103632"/>
                  </a:lnTo>
                  <a:lnTo>
                    <a:pt x="106680" y="103632"/>
                  </a:lnTo>
                  <a:lnTo>
                    <a:pt x="140208" y="91439"/>
                  </a:lnTo>
                  <a:lnTo>
                    <a:pt x="167640" y="76200"/>
                  </a:lnTo>
                  <a:lnTo>
                    <a:pt x="179832" y="64008"/>
                  </a:lnTo>
                  <a:lnTo>
                    <a:pt x="176784" y="64008"/>
                  </a:lnTo>
                  <a:lnTo>
                    <a:pt x="170687" y="60960"/>
                  </a:lnTo>
                  <a:close/>
                </a:path>
                <a:path w="192404" h="106679" extrusionOk="0">
                  <a:moveTo>
                    <a:pt x="15239" y="82296"/>
                  </a:moveTo>
                  <a:lnTo>
                    <a:pt x="15240" y="88391"/>
                  </a:lnTo>
                  <a:lnTo>
                    <a:pt x="18287" y="85344"/>
                  </a:lnTo>
                  <a:lnTo>
                    <a:pt x="15239" y="82296"/>
                  </a:lnTo>
                  <a:close/>
                </a:path>
                <a:path w="192404" h="106679" extrusionOk="0">
                  <a:moveTo>
                    <a:pt x="15240" y="82296"/>
                  </a:moveTo>
                  <a:lnTo>
                    <a:pt x="18287" y="85344"/>
                  </a:lnTo>
                  <a:lnTo>
                    <a:pt x="15240" y="88391"/>
                  </a:lnTo>
                  <a:lnTo>
                    <a:pt x="24384" y="88391"/>
                  </a:lnTo>
                  <a:lnTo>
                    <a:pt x="15240" y="82296"/>
                  </a:lnTo>
                  <a:close/>
                </a:path>
                <a:path w="192404" h="106679" extrusionOk="0">
                  <a:moveTo>
                    <a:pt x="9144" y="60960"/>
                  </a:moveTo>
                  <a:lnTo>
                    <a:pt x="3048" y="60960"/>
                  </a:lnTo>
                  <a:lnTo>
                    <a:pt x="9144" y="64008"/>
                  </a:lnTo>
                  <a:lnTo>
                    <a:pt x="9144" y="60960"/>
                  </a:lnTo>
                  <a:close/>
                </a:path>
                <a:path w="192404" h="106679" extrusionOk="0">
                  <a:moveTo>
                    <a:pt x="10160" y="60960"/>
                  </a:moveTo>
                  <a:lnTo>
                    <a:pt x="9144" y="60960"/>
                  </a:lnTo>
                  <a:lnTo>
                    <a:pt x="9144" y="64008"/>
                  </a:lnTo>
                  <a:lnTo>
                    <a:pt x="10160" y="60960"/>
                  </a:lnTo>
                  <a:close/>
                </a:path>
                <a:path w="192404" h="106679" extrusionOk="0">
                  <a:moveTo>
                    <a:pt x="173736" y="57912"/>
                  </a:moveTo>
                  <a:lnTo>
                    <a:pt x="170687" y="60960"/>
                  </a:lnTo>
                  <a:lnTo>
                    <a:pt x="176784" y="64008"/>
                  </a:lnTo>
                  <a:lnTo>
                    <a:pt x="173736" y="57912"/>
                  </a:lnTo>
                  <a:close/>
                </a:path>
                <a:path w="192404" h="106679" extrusionOk="0">
                  <a:moveTo>
                    <a:pt x="183896" y="57912"/>
                  </a:moveTo>
                  <a:lnTo>
                    <a:pt x="173736" y="57912"/>
                  </a:lnTo>
                  <a:lnTo>
                    <a:pt x="176784" y="64008"/>
                  </a:lnTo>
                  <a:lnTo>
                    <a:pt x="179832" y="64008"/>
                  </a:lnTo>
                  <a:lnTo>
                    <a:pt x="183896" y="57912"/>
                  </a:lnTo>
                  <a:close/>
                </a:path>
                <a:path w="192404" h="106679" extrusionOk="0">
                  <a:moveTo>
                    <a:pt x="182880" y="42672"/>
                  </a:moveTo>
                  <a:lnTo>
                    <a:pt x="170687" y="60960"/>
                  </a:lnTo>
                  <a:lnTo>
                    <a:pt x="173736" y="57912"/>
                  </a:lnTo>
                  <a:lnTo>
                    <a:pt x="183896" y="57912"/>
                  </a:lnTo>
                  <a:lnTo>
                    <a:pt x="192024" y="45720"/>
                  </a:lnTo>
                  <a:lnTo>
                    <a:pt x="182880" y="45720"/>
                  </a:lnTo>
                  <a:lnTo>
                    <a:pt x="182880" y="42672"/>
                  </a:lnTo>
                  <a:close/>
                </a:path>
                <a:path w="192404" h="106679" extrusionOk="0">
                  <a:moveTo>
                    <a:pt x="15240" y="42672"/>
                  </a:moveTo>
                  <a:lnTo>
                    <a:pt x="15240" y="48767"/>
                  </a:lnTo>
                  <a:lnTo>
                    <a:pt x="18287" y="45720"/>
                  </a:lnTo>
                  <a:lnTo>
                    <a:pt x="15240" y="42672"/>
                  </a:lnTo>
                  <a:close/>
                </a:path>
                <a:path w="192404" h="106679" extrusionOk="0">
                  <a:moveTo>
                    <a:pt x="18287" y="45720"/>
                  </a:moveTo>
                  <a:lnTo>
                    <a:pt x="15240" y="48767"/>
                  </a:lnTo>
                  <a:lnTo>
                    <a:pt x="16256" y="48767"/>
                  </a:lnTo>
                  <a:lnTo>
                    <a:pt x="18287" y="45720"/>
                  </a:lnTo>
                  <a:close/>
                </a:path>
                <a:path w="192404" h="106679" extrusionOk="0">
                  <a:moveTo>
                    <a:pt x="21336" y="42672"/>
                  </a:moveTo>
                  <a:lnTo>
                    <a:pt x="15240" y="42672"/>
                  </a:lnTo>
                  <a:lnTo>
                    <a:pt x="18287" y="45720"/>
                  </a:lnTo>
                  <a:lnTo>
                    <a:pt x="21336" y="42672"/>
                  </a:lnTo>
                  <a:close/>
                </a:path>
                <a:path w="192404" h="106679" extrusionOk="0">
                  <a:moveTo>
                    <a:pt x="182880" y="42672"/>
                  </a:moveTo>
                  <a:lnTo>
                    <a:pt x="182880" y="45720"/>
                  </a:lnTo>
                  <a:lnTo>
                    <a:pt x="185928" y="45720"/>
                  </a:lnTo>
                  <a:lnTo>
                    <a:pt x="182880" y="42672"/>
                  </a:lnTo>
                  <a:close/>
                </a:path>
                <a:path w="192404" h="106679" extrusionOk="0">
                  <a:moveTo>
                    <a:pt x="180267" y="28738"/>
                  </a:moveTo>
                  <a:lnTo>
                    <a:pt x="182880" y="36575"/>
                  </a:lnTo>
                  <a:lnTo>
                    <a:pt x="182880" y="42672"/>
                  </a:lnTo>
                  <a:lnTo>
                    <a:pt x="185928" y="45720"/>
                  </a:lnTo>
                  <a:lnTo>
                    <a:pt x="192024" y="45720"/>
                  </a:lnTo>
                  <a:lnTo>
                    <a:pt x="192024" y="33527"/>
                  </a:lnTo>
                  <a:lnTo>
                    <a:pt x="191008" y="30479"/>
                  </a:lnTo>
                  <a:lnTo>
                    <a:pt x="182880" y="30479"/>
                  </a:lnTo>
                  <a:lnTo>
                    <a:pt x="180267" y="28738"/>
                  </a:lnTo>
                  <a:close/>
                </a:path>
                <a:path w="192404" h="106679" extrusionOk="0">
                  <a:moveTo>
                    <a:pt x="182880" y="27432"/>
                  </a:moveTo>
                  <a:lnTo>
                    <a:pt x="179832" y="27432"/>
                  </a:lnTo>
                  <a:lnTo>
                    <a:pt x="180267" y="28738"/>
                  </a:lnTo>
                  <a:lnTo>
                    <a:pt x="182880" y="30479"/>
                  </a:lnTo>
                  <a:lnTo>
                    <a:pt x="182880" y="27432"/>
                  </a:lnTo>
                  <a:close/>
                </a:path>
                <a:path w="192404" h="106679" extrusionOk="0">
                  <a:moveTo>
                    <a:pt x="189992" y="27432"/>
                  </a:moveTo>
                  <a:lnTo>
                    <a:pt x="182880" y="27432"/>
                  </a:lnTo>
                  <a:lnTo>
                    <a:pt x="182880" y="30479"/>
                  </a:lnTo>
                  <a:lnTo>
                    <a:pt x="191008" y="30479"/>
                  </a:lnTo>
                  <a:lnTo>
                    <a:pt x="189992" y="27432"/>
                  </a:lnTo>
                  <a:close/>
                </a:path>
                <a:path w="192404" h="106679" extrusionOk="0">
                  <a:moveTo>
                    <a:pt x="160782" y="6096"/>
                  </a:moveTo>
                  <a:lnTo>
                    <a:pt x="121920" y="6096"/>
                  </a:lnTo>
                  <a:lnTo>
                    <a:pt x="124968" y="9144"/>
                  </a:lnTo>
                  <a:lnTo>
                    <a:pt x="123305" y="9282"/>
                  </a:lnTo>
                  <a:lnTo>
                    <a:pt x="152400" y="12191"/>
                  </a:lnTo>
                  <a:lnTo>
                    <a:pt x="173736" y="24384"/>
                  </a:lnTo>
                  <a:lnTo>
                    <a:pt x="180267" y="28738"/>
                  </a:lnTo>
                  <a:lnTo>
                    <a:pt x="179832" y="27432"/>
                  </a:lnTo>
                  <a:lnTo>
                    <a:pt x="189992" y="27432"/>
                  </a:lnTo>
                  <a:lnTo>
                    <a:pt x="188976" y="24384"/>
                  </a:lnTo>
                  <a:lnTo>
                    <a:pt x="185928" y="21336"/>
                  </a:lnTo>
                  <a:lnTo>
                    <a:pt x="176784" y="15239"/>
                  </a:lnTo>
                  <a:lnTo>
                    <a:pt x="160782" y="6096"/>
                  </a:lnTo>
                  <a:close/>
                </a:path>
                <a:path w="192404" h="106679" extrusionOk="0">
                  <a:moveTo>
                    <a:pt x="124968" y="0"/>
                  </a:moveTo>
                  <a:lnTo>
                    <a:pt x="121920" y="0"/>
                  </a:lnTo>
                  <a:lnTo>
                    <a:pt x="85344" y="3048"/>
                  </a:lnTo>
                  <a:lnTo>
                    <a:pt x="82296" y="6096"/>
                  </a:lnTo>
                  <a:lnTo>
                    <a:pt x="82296" y="9144"/>
                  </a:lnTo>
                  <a:lnTo>
                    <a:pt x="85344" y="12191"/>
                  </a:lnTo>
                  <a:lnTo>
                    <a:pt x="88392" y="12191"/>
                  </a:lnTo>
                  <a:lnTo>
                    <a:pt x="91440" y="9144"/>
                  </a:lnTo>
                  <a:lnTo>
                    <a:pt x="91440" y="6096"/>
                  </a:lnTo>
                  <a:lnTo>
                    <a:pt x="88392" y="3048"/>
                  </a:lnTo>
                  <a:lnTo>
                    <a:pt x="155448" y="3048"/>
                  </a:lnTo>
                  <a:lnTo>
                    <a:pt x="124968" y="0"/>
                  </a:lnTo>
                  <a:close/>
                </a:path>
                <a:path w="192404" h="106679" extrusionOk="0">
                  <a:moveTo>
                    <a:pt x="155448" y="3048"/>
                  </a:moveTo>
                  <a:lnTo>
                    <a:pt x="88392" y="3048"/>
                  </a:lnTo>
                  <a:lnTo>
                    <a:pt x="91440" y="6096"/>
                  </a:lnTo>
                  <a:lnTo>
                    <a:pt x="91440" y="9144"/>
                  </a:lnTo>
                  <a:lnTo>
                    <a:pt x="88392" y="12191"/>
                  </a:lnTo>
                  <a:lnTo>
                    <a:pt x="123305" y="9282"/>
                  </a:lnTo>
                  <a:lnTo>
                    <a:pt x="121920" y="9144"/>
                  </a:lnTo>
                  <a:lnTo>
                    <a:pt x="121920" y="6096"/>
                  </a:lnTo>
                  <a:lnTo>
                    <a:pt x="160782" y="6096"/>
                  </a:lnTo>
                  <a:lnTo>
                    <a:pt x="155448" y="3048"/>
                  </a:lnTo>
                  <a:close/>
                </a:path>
                <a:path w="192404"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38" name="Google Shape;1538;g2ff6f630c79_0_1082"/>
            <p:cNvPicPr preferRelativeResize="0"/>
            <p:nvPr/>
          </p:nvPicPr>
          <p:blipFill rotWithShape="1">
            <a:blip r:embed="rId17">
              <a:alphaModFix/>
            </a:blip>
            <a:srcRect/>
            <a:stretch/>
          </p:blipFill>
          <p:spPr>
            <a:xfrm>
              <a:off x="5224271" y="4492751"/>
              <a:ext cx="182879" cy="94487"/>
            </a:xfrm>
            <a:prstGeom prst="rect">
              <a:avLst/>
            </a:prstGeom>
            <a:noFill/>
            <a:ln>
              <a:noFill/>
            </a:ln>
          </p:spPr>
        </p:pic>
        <p:pic>
          <p:nvPicPr>
            <p:cNvPr id="1539" name="Google Shape;1539;g2ff6f630c79_0_1082"/>
            <p:cNvPicPr preferRelativeResize="0"/>
            <p:nvPr/>
          </p:nvPicPr>
          <p:blipFill rotWithShape="1">
            <a:blip r:embed="rId15">
              <a:alphaModFix/>
            </a:blip>
            <a:srcRect/>
            <a:stretch/>
          </p:blipFill>
          <p:spPr>
            <a:xfrm>
              <a:off x="5218175" y="4483607"/>
              <a:ext cx="188975" cy="106679"/>
            </a:xfrm>
            <a:prstGeom prst="rect">
              <a:avLst/>
            </a:prstGeom>
            <a:noFill/>
            <a:ln>
              <a:noFill/>
            </a:ln>
          </p:spPr>
        </p:pic>
        <p:pic>
          <p:nvPicPr>
            <p:cNvPr id="1540" name="Google Shape;1540;g2ff6f630c79_0_1082"/>
            <p:cNvPicPr preferRelativeResize="0"/>
            <p:nvPr/>
          </p:nvPicPr>
          <p:blipFill rotWithShape="1">
            <a:blip r:embed="rId18">
              <a:alphaModFix/>
            </a:blip>
            <a:srcRect/>
            <a:stretch/>
          </p:blipFill>
          <p:spPr>
            <a:xfrm>
              <a:off x="4876799" y="4392167"/>
              <a:ext cx="182879" cy="91439"/>
            </a:xfrm>
            <a:prstGeom prst="rect">
              <a:avLst/>
            </a:prstGeom>
            <a:noFill/>
            <a:ln>
              <a:noFill/>
            </a:ln>
          </p:spPr>
        </p:pic>
        <p:pic>
          <p:nvPicPr>
            <p:cNvPr id="1541" name="Google Shape;1541;g2ff6f630c79_0_1082"/>
            <p:cNvPicPr preferRelativeResize="0"/>
            <p:nvPr/>
          </p:nvPicPr>
          <p:blipFill rotWithShape="1">
            <a:blip r:embed="rId19">
              <a:alphaModFix/>
            </a:blip>
            <a:srcRect/>
            <a:stretch/>
          </p:blipFill>
          <p:spPr>
            <a:xfrm>
              <a:off x="4870703" y="4383023"/>
              <a:ext cx="188975" cy="103631"/>
            </a:xfrm>
            <a:prstGeom prst="rect">
              <a:avLst/>
            </a:prstGeom>
            <a:noFill/>
            <a:ln>
              <a:noFill/>
            </a:ln>
          </p:spPr>
        </p:pic>
        <p:pic>
          <p:nvPicPr>
            <p:cNvPr id="1542" name="Google Shape;1542;g2ff6f630c79_0_1082"/>
            <p:cNvPicPr preferRelativeResize="0"/>
            <p:nvPr/>
          </p:nvPicPr>
          <p:blipFill rotWithShape="1">
            <a:blip r:embed="rId20">
              <a:alphaModFix/>
            </a:blip>
            <a:srcRect/>
            <a:stretch/>
          </p:blipFill>
          <p:spPr>
            <a:xfrm>
              <a:off x="5410199" y="4264151"/>
              <a:ext cx="182879" cy="94487"/>
            </a:xfrm>
            <a:prstGeom prst="rect">
              <a:avLst/>
            </a:prstGeom>
            <a:noFill/>
            <a:ln>
              <a:noFill/>
            </a:ln>
          </p:spPr>
        </p:pic>
        <p:pic>
          <p:nvPicPr>
            <p:cNvPr id="1543" name="Google Shape;1543;g2ff6f630c79_0_1082"/>
            <p:cNvPicPr preferRelativeResize="0"/>
            <p:nvPr/>
          </p:nvPicPr>
          <p:blipFill rotWithShape="1">
            <a:blip r:embed="rId15">
              <a:alphaModFix/>
            </a:blip>
            <a:srcRect/>
            <a:stretch/>
          </p:blipFill>
          <p:spPr>
            <a:xfrm>
              <a:off x="5404103" y="4255007"/>
              <a:ext cx="188975" cy="106679"/>
            </a:xfrm>
            <a:prstGeom prst="rect">
              <a:avLst/>
            </a:prstGeom>
            <a:noFill/>
            <a:ln>
              <a:noFill/>
            </a:ln>
          </p:spPr>
        </p:pic>
        <p:pic>
          <p:nvPicPr>
            <p:cNvPr id="1544" name="Google Shape;1544;g2ff6f630c79_0_1082"/>
            <p:cNvPicPr preferRelativeResize="0"/>
            <p:nvPr/>
          </p:nvPicPr>
          <p:blipFill rotWithShape="1">
            <a:blip r:embed="rId21">
              <a:alphaModFix/>
            </a:blip>
            <a:srcRect/>
            <a:stretch/>
          </p:blipFill>
          <p:spPr>
            <a:xfrm>
              <a:off x="5998463" y="4123943"/>
              <a:ext cx="182879" cy="94487"/>
            </a:xfrm>
            <a:prstGeom prst="rect">
              <a:avLst/>
            </a:prstGeom>
            <a:noFill/>
            <a:ln>
              <a:noFill/>
            </a:ln>
          </p:spPr>
        </p:pic>
        <p:pic>
          <p:nvPicPr>
            <p:cNvPr id="1545" name="Google Shape;1545;g2ff6f630c79_0_1082"/>
            <p:cNvPicPr preferRelativeResize="0"/>
            <p:nvPr/>
          </p:nvPicPr>
          <p:blipFill rotWithShape="1">
            <a:blip r:embed="rId22">
              <a:alphaModFix/>
            </a:blip>
            <a:srcRect/>
            <a:stretch/>
          </p:blipFill>
          <p:spPr>
            <a:xfrm>
              <a:off x="5992367" y="4114799"/>
              <a:ext cx="192024" cy="106679"/>
            </a:xfrm>
            <a:prstGeom prst="rect">
              <a:avLst/>
            </a:prstGeom>
            <a:noFill/>
            <a:ln>
              <a:noFill/>
            </a:ln>
          </p:spPr>
        </p:pic>
        <p:pic>
          <p:nvPicPr>
            <p:cNvPr id="1546" name="Google Shape;1546;g2ff6f630c79_0_1082"/>
            <p:cNvPicPr preferRelativeResize="0"/>
            <p:nvPr/>
          </p:nvPicPr>
          <p:blipFill rotWithShape="1">
            <a:blip r:embed="rId23">
              <a:alphaModFix/>
            </a:blip>
            <a:srcRect/>
            <a:stretch/>
          </p:blipFill>
          <p:spPr>
            <a:xfrm>
              <a:off x="5529071" y="5087111"/>
              <a:ext cx="182879" cy="94487"/>
            </a:xfrm>
            <a:prstGeom prst="rect">
              <a:avLst/>
            </a:prstGeom>
            <a:noFill/>
            <a:ln>
              <a:noFill/>
            </a:ln>
          </p:spPr>
        </p:pic>
        <p:pic>
          <p:nvPicPr>
            <p:cNvPr id="1547" name="Google Shape;1547;g2ff6f630c79_0_1082"/>
            <p:cNvPicPr preferRelativeResize="0"/>
            <p:nvPr/>
          </p:nvPicPr>
          <p:blipFill rotWithShape="1">
            <a:blip r:embed="rId24">
              <a:alphaModFix/>
            </a:blip>
            <a:srcRect/>
            <a:stretch/>
          </p:blipFill>
          <p:spPr>
            <a:xfrm>
              <a:off x="5522975" y="5077967"/>
              <a:ext cx="188975" cy="106680"/>
            </a:xfrm>
            <a:prstGeom prst="rect">
              <a:avLst/>
            </a:prstGeom>
            <a:noFill/>
            <a:ln>
              <a:noFill/>
            </a:ln>
          </p:spPr>
        </p:pic>
        <p:pic>
          <p:nvPicPr>
            <p:cNvPr id="1548" name="Google Shape;1548;g2ff6f630c79_0_1082"/>
            <p:cNvPicPr preferRelativeResize="0"/>
            <p:nvPr/>
          </p:nvPicPr>
          <p:blipFill rotWithShape="1">
            <a:blip r:embed="rId25">
              <a:alphaModFix/>
            </a:blip>
            <a:srcRect/>
            <a:stretch/>
          </p:blipFill>
          <p:spPr>
            <a:xfrm>
              <a:off x="5910071" y="5483351"/>
              <a:ext cx="182879" cy="94487"/>
            </a:xfrm>
            <a:prstGeom prst="rect">
              <a:avLst/>
            </a:prstGeom>
            <a:noFill/>
            <a:ln>
              <a:noFill/>
            </a:ln>
          </p:spPr>
        </p:pic>
        <p:pic>
          <p:nvPicPr>
            <p:cNvPr id="1549" name="Google Shape;1549;g2ff6f630c79_0_1082"/>
            <p:cNvPicPr preferRelativeResize="0"/>
            <p:nvPr/>
          </p:nvPicPr>
          <p:blipFill rotWithShape="1">
            <a:blip r:embed="rId26">
              <a:alphaModFix/>
            </a:blip>
            <a:srcRect/>
            <a:stretch/>
          </p:blipFill>
          <p:spPr>
            <a:xfrm>
              <a:off x="5903975" y="5468111"/>
              <a:ext cx="188975" cy="112775"/>
            </a:xfrm>
            <a:prstGeom prst="rect">
              <a:avLst/>
            </a:prstGeom>
            <a:noFill/>
            <a:ln>
              <a:noFill/>
            </a:ln>
          </p:spPr>
        </p:pic>
        <p:sp>
          <p:nvSpPr>
            <p:cNvPr id="1550" name="Google Shape;1550;g2ff6f630c79_0_1082"/>
            <p:cNvSpPr/>
            <p:nvPr/>
          </p:nvSpPr>
          <p:spPr>
            <a:xfrm>
              <a:off x="5903975" y="5458967"/>
              <a:ext cx="189229" cy="106679"/>
            </a:xfrm>
            <a:custGeom>
              <a:avLst/>
              <a:gdLst/>
              <a:ahLst/>
              <a:cxnLst/>
              <a:rect l="l" t="t" r="r" b="b"/>
              <a:pathLst>
                <a:path w="189229" h="106679" extrusionOk="0">
                  <a:moveTo>
                    <a:pt x="85344" y="6095"/>
                  </a:moveTo>
                  <a:lnTo>
                    <a:pt x="21336" y="30479"/>
                  </a:lnTo>
                  <a:lnTo>
                    <a:pt x="0" y="60960"/>
                  </a:lnTo>
                  <a:lnTo>
                    <a:pt x="0" y="73151"/>
                  </a:lnTo>
                  <a:lnTo>
                    <a:pt x="33527" y="103631"/>
                  </a:lnTo>
                  <a:lnTo>
                    <a:pt x="64008" y="106679"/>
                  </a:lnTo>
                  <a:lnTo>
                    <a:pt x="67056" y="106679"/>
                  </a:lnTo>
                  <a:lnTo>
                    <a:pt x="103632" y="103631"/>
                  </a:lnTo>
                  <a:lnTo>
                    <a:pt x="67056" y="103631"/>
                  </a:lnTo>
                  <a:lnTo>
                    <a:pt x="64008" y="97535"/>
                  </a:lnTo>
                  <a:lnTo>
                    <a:pt x="65670" y="97397"/>
                  </a:lnTo>
                  <a:lnTo>
                    <a:pt x="36575" y="94487"/>
                  </a:lnTo>
                  <a:lnTo>
                    <a:pt x="24384" y="88391"/>
                  </a:lnTo>
                  <a:lnTo>
                    <a:pt x="15239" y="88391"/>
                  </a:lnTo>
                  <a:lnTo>
                    <a:pt x="15239" y="82295"/>
                  </a:lnTo>
                  <a:lnTo>
                    <a:pt x="12191" y="79247"/>
                  </a:lnTo>
                  <a:lnTo>
                    <a:pt x="9144" y="70103"/>
                  </a:lnTo>
                  <a:lnTo>
                    <a:pt x="9144" y="64007"/>
                  </a:lnTo>
                  <a:lnTo>
                    <a:pt x="3048" y="60960"/>
                  </a:lnTo>
                  <a:lnTo>
                    <a:pt x="10160" y="60960"/>
                  </a:lnTo>
                  <a:lnTo>
                    <a:pt x="12191" y="54863"/>
                  </a:lnTo>
                  <a:lnTo>
                    <a:pt x="16255" y="48767"/>
                  </a:lnTo>
                  <a:lnTo>
                    <a:pt x="15239" y="48767"/>
                  </a:lnTo>
                  <a:lnTo>
                    <a:pt x="15239" y="42671"/>
                  </a:lnTo>
                  <a:lnTo>
                    <a:pt x="21336" y="42671"/>
                  </a:lnTo>
                  <a:lnTo>
                    <a:pt x="24384" y="39623"/>
                  </a:lnTo>
                  <a:lnTo>
                    <a:pt x="51815" y="24383"/>
                  </a:lnTo>
                  <a:lnTo>
                    <a:pt x="88391" y="15239"/>
                  </a:lnTo>
                  <a:lnTo>
                    <a:pt x="85344" y="15239"/>
                  </a:lnTo>
                  <a:lnTo>
                    <a:pt x="82296" y="12191"/>
                  </a:lnTo>
                  <a:lnTo>
                    <a:pt x="82296" y="9143"/>
                  </a:lnTo>
                  <a:lnTo>
                    <a:pt x="85344" y="6095"/>
                  </a:lnTo>
                  <a:close/>
                </a:path>
                <a:path w="189229" h="106679" extrusionOk="0">
                  <a:moveTo>
                    <a:pt x="65670" y="97397"/>
                  </a:moveTo>
                  <a:lnTo>
                    <a:pt x="64008" y="97535"/>
                  </a:lnTo>
                  <a:lnTo>
                    <a:pt x="67056" y="103631"/>
                  </a:lnTo>
                  <a:lnTo>
                    <a:pt x="67056" y="97535"/>
                  </a:lnTo>
                  <a:lnTo>
                    <a:pt x="65670" y="97397"/>
                  </a:lnTo>
                  <a:close/>
                </a:path>
                <a:path w="189229" h="106679" extrusionOk="0">
                  <a:moveTo>
                    <a:pt x="170688" y="60960"/>
                  </a:moveTo>
                  <a:lnTo>
                    <a:pt x="164591" y="67055"/>
                  </a:lnTo>
                  <a:lnTo>
                    <a:pt x="137160" y="82295"/>
                  </a:lnTo>
                  <a:lnTo>
                    <a:pt x="100584" y="94487"/>
                  </a:lnTo>
                  <a:lnTo>
                    <a:pt x="65670" y="97397"/>
                  </a:lnTo>
                  <a:lnTo>
                    <a:pt x="67056" y="97535"/>
                  </a:lnTo>
                  <a:lnTo>
                    <a:pt x="67056" y="103631"/>
                  </a:lnTo>
                  <a:lnTo>
                    <a:pt x="103632" y="103631"/>
                  </a:lnTo>
                  <a:lnTo>
                    <a:pt x="140208" y="91439"/>
                  </a:lnTo>
                  <a:lnTo>
                    <a:pt x="167639" y="76199"/>
                  </a:lnTo>
                  <a:lnTo>
                    <a:pt x="179832" y="64007"/>
                  </a:lnTo>
                  <a:lnTo>
                    <a:pt x="173736" y="64007"/>
                  </a:lnTo>
                  <a:lnTo>
                    <a:pt x="170688" y="60960"/>
                  </a:lnTo>
                  <a:close/>
                </a:path>
                <a:path w="189229" h="106679" extrusionOk="0">
                  <a:moveTo>
                    <a:pt x="15239" y="82295"/>
                  </a:moveTo>
                  <a:lnTo>
                    <a:pt x="15239" y="88391"/>
                  </a:lnTo>
                  <a:lnTo>
                    <a:pt x="18287" y="85343"/>
                  </a:lnTo>
                  <a:lnTo>
                    <a:pt x="15239" y="82295"/>
                  </a:lnTo>
                  <a:close/>
                </a:path>
                <a:path w="189229" h="106679" extrusionOk="0">
                  <a:moveTo>
                    <a:pt x="15239" y="82295"/>
                  </a:moveTo>
                  <a:lnTo>
                    <a:pt x="18287" y="85343"/>
                  </a:lnTo>
                  <a:lnTo>
                    <a:pt x="15239" y="88391"/>
                  </a:lnTo>
                  <a:lnTo>
                    <a:pt x="24384" y="88391"/>
                  </a:lnTo>
                  <a:lnTo>
                    <a:pt x="15239" y="82295"/>
                  </a:lnTo>
                  <a:close/>
                </a:path>
                <a:path w="189229" h="106679" extrusionOk="0">
                  <a:moveTo>
                    <a:pt x="9144" y="60960"/>
                  </a:moveTo>
                  <a:lnTo>
                    <a:pt x="3048" y="60960"/>
                  </a:lnTo>
                  <a:lnTo>
                    <a:pt x="9144" y="64007"/>
                  </a:lnTo>
                  <a:lnTo>
                    <a:pt x="9144" y="60960"/>
                  </a:lnTo>
                  <a:close/>
                </a:path>
                <a:path w="189229" h="106679" extrusionOk="0">
                  <a:moveTo>
                    <a:pt x="10160" y="60960"/>
                  </a:moveTo>
                  <a:lnTo>
                    <a:pt x="9144" y="60960"/>
                  </a:lnTo>
                  <a:lnTo>
                    <a:pt x="9144" y="64007"/>
                  </a:lnTo>
                  <a:lnTo>
                    <a:pt x="10160" y="60960"/>
                  </a:lnTo>
                  <a:close/>
                </a:path>
                <a:path w="189229" h="106679" extrusionOk="0">
                  <a:moveTo>
                    <a:pt x="173736" y="57911"/>
                  </a:moveTo>
                  <a:lnTo>
                    <a:pt x="170688" y="60960"/>
                  </a:lnTo>
                  <a:lnTo>
                    <a:pt x="173736" y="64007"/>
                  </a:lnTo>
                  <a:lnTo>
                    <a:pt x="173736" y="57911"/>
                  </a:lnTo>
                  <a:close/>
                </a:path>
                <a:path w="189229" h="106679" extrusionOk="0">
                  <a:moveTo>
                    <a:pt x="183896" y="57911"/>
                  </a:moveTo>
                  <a:lnTo>
                    <a:pt x="173736" y="57911"/>
                  </a:lnTo>
                  <a:lnTo>
                    <a:pt x="173736" y="64007"/>
                  </a:lnTo>
                  <a:lnTo>
                    <a:pt x="179832" y="64007"/>
                  </a:lnTo>
                  <a:lnTo>
                    <a:pt x="183896" y="57911"/>
                  </a:lnTo>
                  <a:close/>
                </a:path>
                <a:path w="189229" h="106679" extrusionOk="0">
                  <a:moveTo>
                    <a:pt x="179832" y="42671"/>
                  </a:moveTo>
                  <a:lnTo>
                    <a:pt x="176784" y="51815"/>
                  </a:lnTo>
                  <a:lnTo>
                    <a:pt x="170687" y="60960"/>
                  </a:lnTo>
                  <a:lnTo>
                    <a:pt x="173736" y="57911"/>
                  </a:lnTo>
                  <a:lnTo>
                    <a:pt x="183896" y="57911"/>
                  </a:lnTo>
                  <a:lnTo>
                    <a:pt x="185927" y="54863"/>
                  </a:lnTo>
                  <a:lnTo>
                    <a:pt x="188975" y="45719"/>
                  </a:lnTo>
                  <a:lnTo>
                    <a:pt x="179832" y="45719"/>
                  </a:lnTo>
                  <a:lnTo>
                    <a:pt x="179832" y="42671"/>
                  </a:lnTo>
                  <a:close/>
                </a:path>
                <a:path w="189229" h="106679" extrusionOk="0">
                  <a:moveTo>
                    <a:pt x="15239" y="42671"/>
                  </a:moveTo>
                  <a:lnTo>
                    <a:pt x="15239" y="48767"/>
                  </a:lnTo>
                  <a:lnTo>
                    <a:pt x="18287" y="45719"/>
                  </a:lnTo>
                  <a:lnTo>
                    <a:pt x="15239" y="42671"/>
                  </a:lnTo>
                  <a:close/>
                </a:path>
                <a:path w="189229" h="106679" extrusionOk="0">
                  <a:moveTo>
                    <a:pt x="18287" y="45719"/>
                  </a:moveTo>
                  <a:lnTo>
                    <a:pt x="15239" y="48767"/>
                  </a:lnTo>
                  <a:lnTo>
                    <a:pt x="16255" y="48767"/>
                  </a:lnTo>
                  <a:lnTo>
                    <a:pt x="18287" y="45719"/>
                  </a:lnTo>
                  <a:close/>
                </a:path>
                <a:path w="189229" h="106679" extrusionOk="0">
                  <a:moveTo>
                    <a:pt x="21336" y="42671"/>
                  </a:moveTo>
                  <a:lnTo>
                    <a:pt x="15239"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3"/>
                  </a:lnTo>
                  <a:lnTo>
                    <a:pt x="176784" y="27431"/>
                  </a:lnTo>
                  <a:lnTo>
                    <a:pt x="179832" y="36575"/>
                  </a:lnTo>
                  <a:lnTo>
                    <a:pt x="179832" y="42671"/>
                  </a:lnTo>
                  <a:lnTo>
                    <a:pt x="185928" y="45719"/>
                  </a:lnTo>
                  <a:lnTo>
                    <a:pt x="188975" y="45719"/>
                  </a:lnTo>
                  <a:lnTo>
                    <a:pt x="188975" y="33527"/>
                  </a:lnTo>
                  <a:lnTo>
                    <a:pt x="185927" y="24383"/>
                  </a:lnTo>
                  <a:lnTo>
                    <a:pt x="179832" y="18287"/>
                  </a:lnTo>
                  <a:close/>
                </a:path>
                <a:path w="189229" h="106679" extrusionOk="0">
                  <a:moveTo>
                    <a:pt x="155448" y="6095"/>
                  </a:moveTo>
                  <a:lnTo>
                    <a:pt x="121920" y="6095"/>
                  </a:lnTo>
                  <a:lnTo>
                    <a:pt x="124968" y="9143"/>
                  </a:lnTo>
                  <a:lnTo>
                    <a:pt x="123305" y="9421"/>
                  </a:lnTo>
                  <a:lnTo>
                    <a:pt x="152400" y="15239"/>
                  </a:lnTo>
                  <a:lnTo>
                    <a:pt x="164591" y="18287"/>
                  </a:lnTo>
                  <a:lnTo>
                    <a:pt x="173736" y="24383"/>
                  </a:lnTo>
                  <a:lnTo>
                    <a:pt x="170687" y="21335"/>
                  </a:lnTo>
                  <a:lnTo>
                    <a:pt x="173736" y="18287"/>
                  </a:lnTo>
                  <a:lnTo>
                    <a:pt x="179832" y="18287"/>
                  </a:lnTo>
                  <a:lnTo>
                    <a:pt x="176784" y="15239"/>
                  </a:lnTo>
                  <a:lnTo>
                    <a:pt x="167639" y="9143"/>
                  </a:lnTo>
                  <a:lnTo>
                    <a:pt x="155448" y="6095"/>
                  </a:lnTo>
                  <a:close/>
                </a:path>
                <a:path w="189229" h="106679" extrusionOk="0">
                  <a:moveTo>
                    <a:pt x="173736" y="18287"/>
                  </a:moveTo>
                  <a:lnTo>
                    <a:pt x="170687" y="21335"/>
                  </a:lnTo>
                  <a:lnTo>
                    <a:pt x="173736" y="24383"/>
                  </a:lnTo>
                  <a:lnTo>
                    <a:pt x="173736" y="18287"/>
                  </a:lnTo>
                  <a:close/>
                </a:path>
                <a:path w="189229" h="106679" extrusionOk="0">
                  <a:moveTo>
                    <a:pt x="124968" y="0"/>
                  </a:moveTo>
                  <a:lnTo>
                    <a:pt x="121920" y="0"/>
                  </a:lnTo>
                  <a:lnTo>
                    <a:pt x="85344" y="6095"/>
                  </a:lnTo>
                  <a:lnTo>
                    <a:pt x="82296" y="9143"/>
                  </a:lnTo>
                  <a:lnTo>
                    <a:pt x="82296" y="12191"/>
                  </a:lnTo>
                  <a:lnTo>
                    <a:pt x="85344" y="15239"/>
                  </a:lnTo>
                  <a:lnTo>
                    <a:pt x="88391" y="15239"/>
                  </a:lnTo>
                  <a:lnTo>
                    <a:pt x="91439" y="12191"/>
                  </a:lnTo>
                  <a:lnTo>
                    <a:pt x="91439" y="9143"/>
                  </a:lnTo>
                  <a:lnTo>
                    <a:pt x="88391" y="6095"/>
                  </a:lnTo>
                  <a:lnTo>
                    <a:pt x="155448" y="6095"/>
                  </a:lnTo>
                  <a:lnTo>
                    <a:pt x="124968" y="0"/>
                  </a:lnTo>
                  <a:close/>
                </a:path>
                <a:path w="189229" h="106679" extrusionOk="0">
                  <a:moveTo>
                    <a:pt x="121920" y="6095"/>
                  </a:moveTo>
                  <a:lnTo>
                    <a:pt x="88391" y="6095"/>
                  </a:lnTo>
                  <a:lnTo>
                    <a:pt x="91439" y="9143"/>
                  </a:lnTo>
                  <a:lnTo>
                    <a:pt x="91439" y="12191"/>
                  </a:lnTo>
                  <a:lnTo>
                    <a:pt x="88391" y="15239"/>
                  </a:lnTo>
                  <a:lnTo>
                    <a:pt x="123305" y="9421"/>
                  </a:lnTo>
                  <a:lnTo>
                    <a:pt x="121920" y="9143"/>
                  </a:lnTo>
                  <a:lnTo>
                    <a:pt x="121920" y="6095"/>
                  </a:lnTo>
                  <a:close/>
                </a:path>
                <a:path w="189229" h="106679" extrusionOk="0">
                  <a:moveTo>
                    <a:pt x="121920" y="6095"/>
                  </a:moveTo>
                  <a:lnTo>
                    <a:pt x="121920" y="9143"/>
                  </a:lnTo>
                  <a:lnTo>
                    <a:pt x="123305" y="9421"/>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51" name="Google Shape;1551;g2ff6f630c79_0_1082"/>
            <p:cNvPicPr preferRelativeResize="0"/>
            <p:nvPr/>
          </p:nvPicPr>
          <p:blipFill rotWithShape="1">
            <a:blip r:embed="rId27">
              <a:alphaModFix/>
            </a:blip>
            <a:srcRect/>
            <a:stretch/>
          </p:blipFill>
          <p:spPr>
            <a:xfrm>
              <a:off x="6824472" y="5696711"/>
              <a:ext cx="182879" cy="94487"/>
            </a:xfrm>
            <a:prstGeom prst="rect">
              <a:avLst/>
            </a:prstGeom>
            <a:noFill/>
            <a:ln>
              <a:noFill/>
            </a:ln>
          </p:spPr>
        </p:pic>
        <p:pic>
          <p:nvPicPr>
            <p:cNvPr id="1552" name="Google Shape;1552;g2ff6f630c79_0_1082"/>
            <p:cNvPicPr preferRelativeResize="0"/>
            <p:nvPr/>
          </p:nvPicPr>
          <p:blipFill rotWithShape="1">
            <a:blip r:embed="rId24">
              <a:alphaModFix/>
            </a:blip>
            <a:srcRect/>
            <a:stretch/>
          </p:blipFill>
          <p:spPr>
            <a:xfrm>
              <a:off x="6818375" y="5687567"/>
              <a:ext cx="188975" cy="106680"/>
            </a:xfrm>
            <a:prstGeom prst="rect">
              <a:avLst/>
            </a:prstGeom>
            <a:noFill/>
            <a:ln>
              <a:noFill/>
            </a:ln>
          </p:spPr>
        </p:pic>
        <p:pic>
          <p:nvPicPr>
            <p:cNvPr id="1553" name="Google Shape;1553;g2ff6f630c79_0_1082"/>
            <p:cNvPicPr preferRelativeResize="0"/>
            <p:nvPr/>
          </p:nvPicPr>
          <p:blipFill rotWithShape="1">
            <a:blip r:embed="rId28">
              <a:alphaModFix/>
            </a:blip>
            <a:srcRect/>
            <a:stretch/>
          </p:blipFill>
          <p:spPr>
            <a:xfrm>
              <a:off x="6553200" y="5254751"/>
              <a:ext cx="182879" cy="94487"/>
            </a:xfrm>
            <a:prstGeom prst="rect">
              <a:avLst/>
            </a:prstGeom>
            <a:noFill/>
            <a:ln>
              <a:noFill/>
            </a:ln>
          </p:spPr>
        </p:pic>
        <p:pic>
          <p:nvPicPr>
            <p:cNvPr id="1554" name="Google Shape;1554;g2ff6f630c79_0_1082"/>
            <p:cNvPicPr preferRelativeResize="0"/>
            <p:nvPr/>
          </p:nvPicPr>
          <p:blipFill rotWithShape="1">
            <a:blip r:embed="rId15">
              <a:alphaModFix/>
            </a:blip>
            <a:srcRect/>
            <a:stretch/>
          </p:blipFill>
          <p:spPr>
            <a:xfrm>
              <a:off x="6547103" y="5245607"/>
              <a:ext cx="188975" cy="106680"/>
            </a:xfrm>
            <a:prstGeom prst="rect">
              <a:avLst/>
            </a:prstGeom>
            <a:noFill/>
            <a:ln>
              <a:noFill/>
            </a:ln>
          </p:spPr>
        </p:pic>
        <p:pic>
          <p:nvPicPr>
            <p:cNvPr id="1555" name="Google Shape;1555;g2ff6f630c79_0_1082"/>
            <p:cNvPicPr preferRelativeResize="0"/>
            <p:nvPr/>
          </p:nvPicPr>
          <p:blipFill rotWithShape="1">
            <a:blip r:embed="rId29">
              <a:alphaModFix/>
            </a:blip>
            <a:srcRect/>
            <a:stretch/>
          </p:blipFill>
          <p:spPr>
            <a:xfrm>
              <a:off x="6861047" y="4645151"/>
              <a:ext cx="182879" cy="94487"/>
            </a:xfrm>
            <a:prstGeom prst="rect">
              <a:avLst/>
            </a:prstGeom>
            <a:noFill/>
            <a:ln>
              <a:noFill/>
            </a:ln>
          </p:spPr>
        </p:pic>
        <p:pic>
          <p:nvPicPr>
            <p:cNvPr id="1556" name="Google Shape;1556;g2ff6f630c79_0_1082"/>
            <p:cNvPicPr preferRelativeResize="0"/>
            <p:nvPr/>
          </p:nvPicPr>
          <p:blipFill rotWithShape="1">
            <a:blip r:embed="rId30">
              <a:alphaModFix/>
            </a:blip>
            <a:srcRect/>
            <a:stretch/>
          </p:blipFill>
          <p:spPr>
            <a:xfrm>
              <a:off x="6854951" y="4636007"/>
              <a:ext cx="192024" cy="106680"/>
            </a:xfrm>
            <a:prstGeom prst="rect">
              <a:avLst/>
            </a:prstGeom>
            <a:noFill/>
            <a:ln>
              <a:noFill/>
            </a:ln>
          </p:spPr>
        </p:pic>
        <p:pic>
          <p:nvPicPr>
            <p:cNvPr id="1557" name="Google Shape;1557;g2ff6f630c79_0_1082"/>
            <p:cNvPicPr preferRelativeResize="0"/>
            <p:nvPr/>
          </p:nvPicPr>
          <p:blipFill rotWithShape="1">
            <a:blip r:embed="rId31">
              <a:alphaModFix/>
            </a:blip>
            <a:srcRect/>
            <a:stretch/>
          </p:blipFill>
          <p:spPr>
            <a:xfrm>
              <a:off x="7065263" y="4480559"/>
              <a:ext cx="182879" cy="94487"/>
            </a:xfrm>
            <a:prstGeom prst="rect">
              <a:avLst/>
            </a:prstGeom>
            <a:noFill/>
            <a:ln>
              <a:noFill/>
            </a:ln>
          </p:spPr>
        </p:pic>
        <p:pic>
          <p:nvPicPr>
            <p:cNvPr id="1558" name="Google Shape;1558;g2ff6f630c79_0_1082"/>
            <p:cNvPicPr preferRelativeResize="0"/>
            <p:nvPr/>
          </p:nvPicPr>
          <p:blipFill rotWithShape="1">
            <a:blip r:embed="rId32">
              <a:alphaModFix/>
            </a:blip>
            <a:srcRect/>
            <a:stretch/>
          </p:blipFill>
          <p:spPr>
            <a:xfrm>
              <a:off x="7059167" y="4471415"/>
              <a:ext cx="192024" cy="103632"/>
            </a:xfrm>
            <a:prstGeom prst="rect">
              <a:avLst/>
            </a:prstGeom>
            <a:noFill/>
            <a:ln>
              <a:noFill/>
            </a:ln>
          </p:spPr>
        </p:pic>
        <p:pic>
          <p:nvPicPr>
            <p:cNvPr id="1559" name="Google Shape;1559;g2ff6f630c79_0_1082"/>
            <p:cNvPicPr preferRelativeResize="0"/>
            <p:nvPr/>
          </p:nvPicPr>
          <p:blipFill rotWithShape="1">
            <a:blip r:embed="rId33">
              <a:alphaModFix/>
            </a:blip>
            <a:srcRect/>
            <a:stretch/>
          </p:blipFill>
          <p:spPr>
            <a:xfrm>
              <a:off x="7141463" y="4645151"/>
              <a:ext cx="182879" cy="94487"/>
            </a:xfrm>
            <a:prstGeom prst="rect">
              <a:avLst/>
            </a:prstGeom>
            <a:noFill/>
            <a:ln>
              <a:noFill/>
            </a:ln>
          </p:spPr>
        </p:pic>
        <p:pic>
          <p:nvPicPr>
            <p:cNvPr id="1560" name="Google Shape;1560;g2ff6f630c79_0_1082"/>
            <p:cNvPicPr preferRelativeResize="0"/>
            <p:nvPr/>
          </p:nvPicPr>
          <p:blipFill rotWithShape="1">
            <a:blip r:embed="rId34">
              <a:alphaModFix/>
            </a:blip>
            <a:srcRect/>
            <a:stretch/>
          </p:blipFill>
          <p:spPr>
            <a:xfrm>
              <a:off x="7135367" y="4636007"/>
              <a:ext cx="192024" cy="106680"/>
            </a:xfrm>
            <a:prstGeom prst="rect">
              <a:avLst/>
            </a:prstGeom>
            <a:noFill/>
            <a:ln>
              <a:noFill/>
            </a:ln>
          </p:spPr>
        </p:pic>
        <p:pic>
          <p:nvPicPr>
            <p:cNvPr id="1561" name="Google Shape;1561;g2ff6f630c79_0_1082"/>
            <p:cNvPicPr preferRelativeResize="0"/>
            <p:nvPr/>
          </p:nvPicPr>
          <p:blipFill rotWithShape="1">
            <a:blip r:embed="rId35">
              <a:alphaModFix/>
            </a:blip>
            <a:srcRect/>
            <a:stretch/>
          </p:blipFill>
          <p:spPr>
            <a:xfrm>
              <a:off x="7022591" y="4797551"/>
              <a:ext cx="182879" cy="94487"/>
            </a:xfrm>
            <a:prstGeom prst="rect">
              <a:avLst/>
            </a:prstGeom>
            <a:noFill/>
            <a:ln>
              <a:noFill/>
            </a:ln>
          </p:spPr>
        </p:pic>
        <p:pic>
          <p:nvPicPr>
            <p:cNvPr id="1562" name="Google Shape;1562;g2ff6f630c79_0_1082"/>
            <p:cNvPicPr preferRelativeResize="0"/>
            <p:nvPr/>
          </p:nvPicPr>
          <p:blipFill rotWithShape="1">
            <a:blip r:embed="rId36">
              <a:alphaModFix/>
            </a:blip>
            <a:srcRect/>
            <a:stretch/>
          </p:blipFill>
          <p:spPr>
            <a:xfrm>
              <a:off x="7016495" y="4788407"/>
              <a:ext cx="192024" cy="106680"/>
            </a:xfrm>
            <a:prstGeom prst="rect">
              <a:avLst/>
            </a:prstGeom>
            <a:noFill/>
            <a:ln>
              <a:noFill/>
            </a:ln>
          </p:spPr>
        </p:pic>
        <p:pic>
          <p:nvPicPr>
            <p:cNvPr id="1563" name="Google Shape;1563;g2ff6f630c79_0_1082"/>
            <p:cNvPicPr preferRelativeResize="0"/>
            <p:nvPr/>
          </p:nvPicPr>
          <p:blipFill rotWithShape="1">
            <a:blip r:embed="rId37">
              <a:alphaModFix/>
            </a:blip>
            <a:srcRect/>
            <a:stretch/>
          </p:blipFill>
          <p:spPr>
            <a:xfrm>
              <a:off x="7446263" y="4645151"/>
              <a:ext cx="182879" cy="94487"/>
            </a:xfrm>
            <a:prstGeom prst="rect">
              <a:avLst/>
            </a:prstGeom>
            <a:noFill/>
            <a:ln>
              <a:noFill/>
            </a:ln>
          </p:spPr>
        </p:pic>
        <p:pic>
          <p:nvPicPr>
            <p:cNvPr id="1564" name="Google Shape;1564;g2ff6f630c79_0_1082"/>
            <p:cNvPicPr preferRelativeResize="0"/>
            <p:nvPr/>
          </p:nvPicPr>
          <p:blipFill rotWithShape="1">
            <a:blip r:embed="rId34">
              <a:alphaModFix/>
            </a:blip>
            <a:srcRect/>
            <a:stretch/>
          </p:blipFill>
          <p:spPr>
            <a:xfrm>
              <a:off x="7440167" y="4636007"/>
              <a:ext cx="192024" cy="106680"/>
            </a:xfrm>
            <a:prstGeom prst="rect">
              <a:avLst/>
            </a:prstGeom>
            <a:noFill/>
            <a:ln>
              <a:noFill/>
            </a:ln>
          </p:spPr>
        </p:pic>
        <p:pic>
          <p:nvPicPr>
            <p:cNvPr id="1565" name="Google Shape;1565;g2ff6f630c79_0_1082"/>
            <p:cNvPicPr preferRelativeResize="0"/>
            <p:nvPr/>
          </p:nvPicPr>
          <p:blipFill rotWithShape="1">
            <a:blip r:embed="rId38">
              <a:alphaModFix/>
            </a:blip>
            <a:srcRect/>
            <a:stretch/>
          </p:blipFill>
          <p:spPr>
            <a:xfrm>
              <a:off x="7306055" y="4821935"/>
              <a:ext cx="182879" cy="94487"/>
            </a:xfrm>
            <a:prstGeom prst="rect">
              <a:avLst/>
            </a:prstGeom>
            <a:noFill/>
            <a:ln>
              <a:noFill/>
            </a:ln>
          </p:spPr>
        </p:pic>
        <p:pic>
          <p:nvPicPr>
            <p:cNvPr id="1566" name="Google Shape;1566;g2ff6f630c79_0_1082"/>
            <p:cNvPicPr preferRelativeResize="0"/>
            <p:nvPr/>
          </p:nvPicPr>
          <p:blipFill rotWithShape="1">
            <a:blip r:embed="rId39">
              <a:alphaModFix/>
            </a:blip>
            <a:srcRect/>
            <a:stretch/>
          </p:blipFill>
          <p:spPr>
            <a:xfrm>
              <a:off x="7299960" y="4812791"/>
              <a:ext cx="192024" cy="106680"/>
            </a:xfrm>
            <a:prstGeom prst="rect">
              <a:avLst/>
            </a:prstGeom>
            <a:noFill/>
            <a:ln>
              <a:noFill/>
            </a:ln>
          </p:spPr>
        </p:pic>
        <p:pic>
          <p:nvPicPr>
            <p:cNvPr id="1567" name="Google Shape;1567;g2ff6f630c79_0_1082"/>
            <p:cNvPicPr preferRelativeResize="0"/>
            <p:nvPr/>
          </p:nvPicPr>
          <p:blipFill rotWithShape="1">
            <a:blip r:embed="rId40">
              <a:alphaModFix/>
            </a:blip>
            <a:srcRect/>
            <a:stretch/>
          </p:blipFill>
          <p:spPr>
            <a:xfrm>
              <a:off x="7370063" y="4492751"/>
              <a:ext cx="182879" cy="94487"/>
            </a:xfrm>
            <a:prstGeom prst="rect">
              <a:avLst/>
            </a:prstGeom>
            <a:noFill/>
            <a:ln>
              <a:noFill/>
            </a:ln>
          </p:spPr>
        </p:pic>
        <p:pic>
          <p:nvPicPr>
            <p:cNvPr id="1568" name="Google Shape;1568;g2ff6f630c79_0_1082"/>
            <p:cNvPicPr preferRelativeResize="0"/>
            <p:nvPr/>
          </p:nvPicPr>
          <p:blipFill rotWithShape="1">
            <a:blip r:embed="rId34">
              <a:alphaModFix/>
            </a:blip>
            <a:srcRect/>
            <a:stretch/>
          </p:blipFill>
          <p:spPr>
            <a:xfrm>
              <a:off x="7363967" y="4483607"/>
              <a:ext cx="192024" cy="106679"/>
            </a:xfrm>
            <a:prstGeom prst="rect">
              <a:avLst/>
            </a:prstGeom>
            <a:noFill/>
            <a:ln>
              <a:noFill/>
            </a:ln>
          </p:spPr>
        </p:pic>
        <p:pic>
          <p:nvPicPr>
            <p:cNvPr id="1569" name="Google Shape;1569;g2ff6f630c79_0_1082"/>
            <p:cNvPicPr preferRelativeResize="0"/>
            <p:nvPr/>
          </p:nvPicPr>
          <p:blipFill rotWithShape="1">
            <a:blip r:embed="rId41">
              <a:alphaModFix/>
            </a:blip>
            <a:srcRect/>
            <a:stretch/>
          </p:blipFill>
          <p:spPr>
            <a:xfrm>
              <a:off x="5205983" y="4782311"/>
              <a:ext cx="182879" cy="94487"/>
            </a:xfrm>
            <a:prstGeom prst="rect">
              <a:avLst/>
            </a:prstGeom>
            <a:noFill/>
            <a:ln>
              <a:noFill/>
            </a:ln>
          </p:spPr>
        </p:pic>
        <p:pic>
          <p:nvPicPr>
            <p:cNvPr id="1570" name="Google Shape;1570;g2ff6f630c79_0_1082"/>
            <p:cNvPicPr preferRelativeResize="0"/>
            <p:nvPr/>
          </p:nvPicPr>
          <p:blipFill rotWithShape="1">
            <a:blip r:embed="rId42">
              <a:alphaModFix/>
            </a:blip>
            <a:srcRect/>
            <a:stretch/>
          </p:blipFill>
          <p:spPr>
            <a:xfrm>
              <a:off x="5199887" y="4773167"/>
              <a:ext cx="192024" cy="106680"/>
            </a:xfrm>
            <a:prstGeom prst="rect">
              <a:avLst/>
            </a:prstGeom>
            <a:noFill/>
            <a:ln>
              <a:noFill/>
            </a:ln>
          </p:spPr>
        </p:pic>
        <p:pic>
          <p:nvPicPr>
            <p:cNvPr id="1571" name="Google Shape;1571;g2ff6f630c79_0_1082"/>
            <p:cNvPicPr preferRelativeResize="0"/>
            <p:nvPr/>
          </p:nvPicPr>
          <p:blipFill rotWithShape="1">
            <a:blip r:embed="rId43">
              <a:alphaModFix/>
            </a:blip>
            <a:srcRect/>
            <a:stretch/>
          </p:blipFill>
          <p:spPr>
            <a:xfrm>
              <a:off x="6544055" y="4492751"/>
              <a:ext cx="182879" cy="94487"/>
            </a:xfrm>
            <a:prstGeom prst="rect">
              <a:avLst/>
            </a:prstGeom>
            <a:noFill/>
            <a:ln>
              <a:noFill/>
            </a:ln>
          </p:spPr>
        </p:pic>
        <p:pic>
          <p:nvPicPr>
            <p:cNvPr id="1572" name="Google Shape;1572;g2ff6f630c79_0_1082"/>
            <p:cNvPicPr preferRelativeResize="0"/>
            <p:nvPr/>
          </p:nvPicPr>
          <p:blipFill rotWithShape="1">
            <a:blip r:embed="rId44">
              <a:alphaModFix/>
            </a:blip>
            <a:srcRect/>
            <a:stretch/>
          </p:blipFill>
          <p:spPr>
            <a:xfrm>
              <a:off x="6537960" y="4483607"/>
              <a:ext cx="192024" cy="106679"/>
            </a:xfrm>
            <a:prstGeom prst="rect">
              <a:avLst/>
            </a:prstGeom>
            <a:noFill/>
            <a:ln>
              <a:noFill/>
            </a:ln>
          </p:spPr>
        </p:pic>
        <p:pic>
          <p:nvPicPr>
            <p:cNvPr id="1573" name="Google Shape;1573;g2ff6f630c79_0_1082"/>
            <p:cNvPicPr preferRelativeResize="0"/>
            <p:nvPr/>
          </p:nvPicPr>
          <p:blipFill rotWithShape="1">
            <a:blip r:embed="rId45">
              <a:alphaModFix/>
            </a:blip>
            <a:srcRect/>
            <a:stretch/>
          </p:blipFill>
          <p:spPr>
            <a:xfrm>
              <a:off x="6519672" y="4709159"/>
              <a:ext cx="182879" cy="94487"/>
            </a:xfrm>
            <a:prstGeom prst="rect">
              <a:avLst/>
            </a:prstGeom>
            <a:noFill/>
            <a:ln>
              <a:noFill/>
            </a:ln>
          </p:spPr>
        </p:pic>
        <p:pic>
          <p:nvPicPr>
            <p:cNvPr id="1574" name="Google Shape;1574;g2ff6f630c79_0_1082"/>
            <p:cNvPicPr preferRelativeResize="0"/>
            <p:nvPr/>
          </p:nvPicPr>
          <p:blipFill rotWithShape="1">
            <a:blip r:embed="rId46">
              <a:alphaModFix/>
            </a:blip>
            <a:srcRect/>
            <a:stretch/>
          </p:blipFill>
          <p:spPr>
            <a:xfrm>
              <a:off x="6513575" y="4700015"/>
              <a:ext cx="188975" cy="103631"/>
            </a:xfrm>
            <a:prstGeom prst="rect">
              <a:avLst/>
            </a:prstGeom>
            <a:noFill/>
            <a:ln>
              <a:noFill/>
            </a:ln>
          </p:spPr>
        </p:pic>
        <p:pic>
          <p:nvPicPr>
            <p:cNvPr id="1575" name="Google Shape;1575;g2ff6f630c79_0_1082"/>
            <p:cNvPicPr preferRelativeResize="0"/>
            <p:nvPr/>
          </p:nvPicPr>
          <p:blipFill rotWithShape="1">
            <a:blip r:embed="rId47">
              <a:alphaModFix/>
            </a:blip>
            <a:srcRect/>
            <a:stretch/>
          </p:blipFill>
          <p:spPr>
            <a:xfrm>
              <a:off x="7391400" y="4111751"/>
              <a:ext cx="182879" cy="94487"/>
            </a:xfrm>
            <a:prstGeom prst="rect">
              <a:avLst/>
            </a:prstGeom>
            <a:noFill/>
            <a:ln>
              <a:noFill/>
            </a:ln>
          </p:spPr>
        </p:pic>
        <p:pic>
          <p:nvPicPr>
            <p:cNvPr id="1576" name="Google Shape;1576;g2ff6f630c79_0_1082"/>
            <p:cNvPicPr preferRelativeResize="0"/>
            <p:nvPr/>
          </p:nvPicPr>
          <p:blipFill rotWithShape="1">
            <a:blip r:embed="rId15">
              <a:alphaModFix/>
            </a:blip>
            <a:srcRect/>
            <a:stretch/>
          </p:blipFill>
          <p:spPr>
            <a:xfrm>
              <a:off x="7385303" y="4102607"/>
              <a:ext cx="188975" cy="106679"/>
            </a:xfrm>
            <a:prstGeom prst="rect">
              <a:avLst/>
            </a:prstGeom>
            <a:noFill/>
            <a:ln>
              <a:noFill/>
            </a:ln>
          </p:spPr>
        </p:pic>
        <p:pic>
          <p:nvPicPr>
            <p:cNvPr id="1577" name="Google Shape;1577;g2ff6f630c79_0_1082"/>
            <p:cNvPicPr preferRelativeResize="0"/>
            <p:nvPr/>
          </p:nvPicPr>
          <p:blipFill rotWithShape="1">
            <a:blip r:embed="rId48">
              <a:alphaModFix/>
            </a:blip>
            <a:srcRect/>
            <a:stretch/>
          </p:blipFill>
          <p:spPr>
            <a:xfrm>
              <a:off x="6248400" y="4264151"/>
              <a:ext cx="182879" cy="94487"/>
            </a:xfrm>
            <a:prstGeom prst="rect">
              <a:avLst/>
            </a:prstGeom>
            <a:noFill/>
            <a:ln>
              <a:noFill/>
            </a:ln>
          </p:spPr>
        </p:pic>
        <p:sp>
          <p:nvSpPr>
            <p:cNvPr id="1578" name="Google Shape;1578;g2ff6f630c79_0_1082"/>
            <p:cNvSpPr/>
            <p:nvPr/>
          </p:nvSpPr>
          <p:spPr>
            <a:xfrm>
              <a:off x="6242303" y="4255007"/>
              <a:ext cx="189229" cy="106679"/>
            </a:xfrm>
            <a:custGeom>
              <a:avLst/>
              <a:gdLst/>
              <a:ahLst/>
              <a:cxnLst/>
              <a:rect l="l" t="t" r="r" b="b"/>
              <a:pathLst>
                <a:path w="189229" h="106679" extrusionOk="0">
                  <a:moveTo>
                    <a:pt x="85344" y="3047"/>
                  </a:moveTo>
                  <a:lnTo>
                    <a:pt x="21336" y="30479"/>
                  </a:lnTo>
                  <a:lnTo>
                    <a:pt x="0" y="60960"/>
                  </a:lnTo>
                  <a:lnTo>
                    <a:pt x="0" y="73151"/>
                  </a:lnTo>
                  <a:lnTo>
                    <a:pt x="33528" y="103631"/>
                  </a:lnTo>
                  <a:lnTo>
                    <a:pt x="64008" y="106679"/>
                  </a:lnTo>
                  <a:lnTo>
                    <a:pt x="67056" y="106679"/>
                  </a:lnTo>
                  <a:lnTo>
                    <a:pt x="103632" y="100583"/>
                  </a:lnTo>
                  <a:lnTo>
                    <a:pt x="67056" y="100583"/>
                  </a:lnTo>
                  <a:lnTo>
                    <a:pt x="64008" y="97536"/>
                  </a:lnTo>
                  <a:lnTo>
                    <a:pt x="65150" y="97345"/>
                  </a:lnTo>
                  <a:lnTo>
                    <a:pt x="36575" y="94487"/>
                  </a:lnTo>
                  <a:lnTo>
                    <a:pt x="24384" y="88391"/>
                  </a:lnTo>
                  <a:lnTo>
                    <a:pt x="15240" y="88391"/>
                  </a:lnTo>
                  <a:lnTo>
                    <a:pt x="15240" y="82295"/>
                  </a:lnTo>
                  <a:lnTo>
                    <a:pt x="12192" y="79247"/>
                  </a:lnTo>
                  <a:lnTo>
                    <a:pt x="9144" y="70103"/>
                  </a:lnTo>
                  <a:lnTo>
                    <a:pt x="9144" y="64007"/>
                  </a:lnTo>
                  <a:lnTo>
                    <a:pt x="3048" y="60960"/>
                  </a:lnTo>
                  <a:lnTo>
                    <a:pt x="10159" y="60960"/>
                  </a:lnTo>
                  <a:lnTo>
                    <a:pt x="12192" y="54863"/>
                  </a:lnTo>
                  <a:lnTo>
                    <a:pt x="16256" y="48767"/>
                  </a:lnTo>
                  <a:lnTo>
                    <a:pt x="15240" y="48767"/>
                  </a:lnTo>
                  <a:lnTo>
                    <a:pt x="15240" y="42671"/>
                  </a:lnTo>
                  <a:lnTo>
                    <a:pt x="21336" y="42671"/>
                  </a:lnTo>
                  <a:lnTo>
                    <a:pt x="24384" y="39624"/>
                  </a:lnTo>
                  <a:lnTo>
                    <a:pt x="51816" y="21336"/>
                  </a:lnTo>
                  <a:lnTo>
                    <a:pt x="88392" y="12191"/>
                  </a:lnTo>
                  <a:lnTo>
                    <a:pt x="85344" y="12191"/>
                  </a:lnTo>
                  <a:lnTo>
                    <a:pt x="82296" y="9143"/>
                  </a:lnTo>
                  <a:lnTo>
                    <a:pt x="82296" y="6095"/>
                  </a:lnTo>
                  <a:lnTo>
                    <a:pt x="85344" y="3047"/>
                  </a:lnTo>
                  <a:close/>
                </a:path>
                <a:path w="189229" h="106679" extrusionOk="0">
                  <a:moveTo>
                    <a:pt x="65150" y="97345"/>
                  </a:moveTo>
                  <a:lnTo>
                    <a:pt x="64008" y="97536"/>
                  </a:lnTo>
                  <a:lnTo>
                    <a:pt x="67056" y="100583"/>
                  </a:lnTo>
                  <a:lnTo>
                    <a:pt x="67056" y="97536"/>
                  </a:lnTo>
                  <a:lnTo>
                    <a:pt x="65150" y="97345"/>
                  </a:lnTo>
                  <a:close/>
                </a:path>
                <a:path w="189229" h="106679" extrusionOk="0">
                  <a:moveTo>
                    <a:pt x="170688" y="60960"/>
                  </a:moveTo>
                  <a:lnTo>
                    <a:pt x="164592" y="67055"/>
                  </a:lnTo>
                  <a:lnTo>
                    <a:pt x="137160" y="82295"/>
                  </a:lnTo>
                  <a:lnTo>
                    <a:pt x="100584" y="91439"/>
                  </a:lnTo>
                  <a:lnTo>
                    <a:pt x="65150" y="97345"/>
                  </a:lnTo>
                  <a:lnTo>
                    <a:pt x="67056" y="97536"/>
                  </a:lnTo>
                  <a:lnTo>
                    <a:pt x="67056" y="100583"/>
                  </a:lnTo>
                  <a:lnTo>
                    <a:pt x="103632" y="100583"/>
                  </a:lnTo>
                  <a:lnTo>
                    <a:pt x="140208" y="91439"/>
                  </a:lnTo>
                  <a:lnTo>
                    <a:pt x="167640" y="76200"/>
                  </a:lnTo>
                  <a:lnTo>
                    <a:pt x="179832" y="64007"/>
                  </a:lnTo>
                  <a:lnTo>
                    <a:pt x="173736" y="64007"/>
                  </a:lnTo>
                  <a:lnTo>
                    <a:pt x="170688" y="60960"/>
                  </a:lnTo>
                  <a:close/>
                </a:path>
                <a:path w="189229" h="106679" extrusionOk="0">
                  <a:moveTo>
                    <a:pt x="15240" y="82295"/>
                  </a:moveTo>
                  <a:lnTo>
                    <a:pt x="15240" y="88391"/>
                  </a:lnTo>
                  <a:lnTo>
                    <a:pt x="18287" y="85343"/>
                  </a:lnTo>
                  <a:lnTo>
                    <a:pt x="15240" y="82295"/>
                  </a:lnTo>
                  <a:close/>
                </a:path>
                <a:path w="189229" h="106679" extrusionOk="0">
                  <a:moveTo>
                    <a:pt x="15240" y="82295"/>
                  </a:moveTo>
                  <a:lnTo>
                    <a:pt x="18287" y="85343"/>
                  </a:lnTo>
                  <a:lnTo>
                    <a:pt x="15240" y="88391"/>
                  </a:lnTo>
                  <a:lnTo>
                    <a:pt x="24384" y="88391"/>
                  </a:lnTo>
                  <a:lnTo>
                    <a:pt x="15240" y="82295"/>
                  </a:lnTo>
                  <a:close/>
                </a:path>
                <a:path w="189229" h="106679" extrusionOk="0">
                  <a:moveTo>
                    <a:pt x="9144" y="60960"/>
                  </a:moveTo>
                  <a:lnTo>
                    <a:pt x="3048" y="60960"/>
                  </a:lnTo>
                  <a:lnTo>
                    <a:pt x="9144" y="64007"/>
                  </a:lnTo>
                  <a:lnTo>
                    <a:pt x="9144" y="60960"/>
                  </a:lnTo>
                  <a:close/>
                </a:path>
                <a:path w="189229" h="106679" extrusionOk="0">
                  <a:moveTo>
                    <a:pt x="10159" y="60960"/>
                  </a:moveTo>
                  <a:lnTo>
                    <a:pt x="9144" y="60960"/>
                  </a:lnTo>
                  <a:lnTo>
                    <a:pt x="9144" y="64007"/>
                  </a:lnTo>
                  <a:lnTo>
                    <a:pt x="10159" y="60960"/>
                  </a:lnTo>
                  <a:close/>
                </a:path>
                <a:path w="189229" h="106679" extrusionOk="0">
                  <a:moveTo>
                    <a:pt x="173736" y="57912"/>
                  </a:moveTo>
                  <a:lnTo>
                    <a:pt x="170688" y="60960"/>
                  </a:lnTo>
                  <a:lnTo>
                    <a:pt x="173736" y="64007"/>
                  </a:lnTo>
                  <a:lnTo>
                    <a:pt x="173736" y="57912"/>
                  </a:lnTo>
                  <a:close/>
                </a:path>
                <a:path w="189229" h="106679" extrusionOk="0">
                  <a:moveTo>
                    <a:pt x="183896" y="57912"/>
                  </a:moveTo>
                  <a:lnTo>
                    <a:pt x="173736" y="57912"/>
                  </a:lnTo>
                  <a:lnTo>
                    <a:pt x="173736" y="64007"/>
                  </a:lnTo>
                  <a:lnTo>
                    <a:pt x="179832" y="64007"/>
                  </a:lnTo>
                  <a:lnTo>
                    <a:pt x="183896" y="57912"/>
                  </a:lnTo>
                  <a:close/>
                </a:path>
                <a:path w="189229" h="106679" extrusionOk="0">
                  <a:moveTo>
                    <a:pt x="179832" y="42671"/>
                  </a:moveTo>
                  <a:lnTo>
                    <a:pt x="176784" y="51815"/>
                  </a:lnTo>
                  <a:lnTo>
                    <a:pt x="170687" y="60960"/>
                  </a:lnTo>
                  <a:lnTo>
                    <a:pt x="173736" y="57912"/>
                  </a:lnTo>
                  <a:lnTo>
                    <a:pt x="183896" y="57912"/>
                  </a:lnTo>
                  <a:lnTo>
                    <a:pt x="185928" y="54863"/>
                  </a:lnTo>
                  <a:lnTo>
                    <a:pt x="188975" y="45719"/>
                  </a:lnTo>
                  <a:lnTo>
                    <a:pt x="179832" y="45719"/>
                  </a:lnTo>
                  <a:lnTo>
                    <a:pt x="179832" y="42671"/>
                  </a:lnTo>
                  <a:close/>
                </a:path>
                <a:path w="189229" h="106679" extrusionOk="0">
                  <a:moveTo>
                    <a:pt x="15240" y="42671"/>
                  </a:moveTo>
                  <a:lnTo>
                    <a:pt x="15240" y="48767"/>
                  </a:lnTo>
                  <a:lnTo>
                    <a:pt x="18288" y="45719"/>
                  </a:lnTo>
                  <a:lnTo>
                    <a:pt x="15240" y="42671"/>
                  </a:lnTo>
                  <a:close/>
                </a:path>
                <a:path w="189229" h="106679" extrusionOk="0">
                  <a:moveTo>
                    <a:pt x="18288" y="45719"/>
                  </a:moveTo>
                  <a:lnTo>
                    <a:pt x="15240" y="48767"/>
                  </a:lnTo>
                  <a:lnTo>
                    <a:pt x="16256" y="48767"/>
                  </a:lnTo>
                  <a:lnTo>
                    <a:pt x="18288" y="45719"/>
                  </a:lnTo>
                  <a:close/>
                </a:path>
                <a:path w="189229" h="106679" extrusionOk="0">
                  <a:moveTo>
                    <a:pt x="21336" y="42671"/>
                  </a:moveTo>
                  <a:lnTo>
                    <a:pt x="15240"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4"/>
                  </a:lnTo>
                  <a:lnTo>
                    <a:pt x="176784" y="27431"/>
                  </a:lnTo>
                  <a:lnTo>
                    <a:pt x="179832" y="36575"/>
                  </a:lnTo>
                  <a:lnTo>
                    <a:pt x="179832" y="42671"/>
                  </a:lnTo>
                  <a:lnTo>
                    <a:pt x="185928" y="45719"/>
                  </a:lnTo>
                  <a:lnTo>
                    <a:pt x="188975" y="45719"/>
                  </a:lnTo>
                  <a:lnTo>
                    <a:pt x="188975" y="33527"/>
                  </a:lnTo>
                  <a:lnTo>
                    <a:pt x="185928" y="24384"/>
                  </a:lnTo>
                  <a:lnTo>
                    <a:pt x="179832" y="18287"/>
                  </a:lnTo>
                  <a:close/>
                </a:path>
                <a:path w="189229" h="106679" extrusionOk="0">
                  <a:moveTo>
                    <a:pt x="161544" y="6095"/>
                  </a:moveTo>
                  <a:lnTo>
                    <a:pt x="121920" y="6095"/>
                  </a:lnTo>
                  <a:lnTo>
                    <a:pt x="124968" y="9143"/>
                  </a:lnTo>
                  <a:lnTo>
                    <a:pt x="123305" y="9282"/>
                  </a:lnTo>
                  <a:lnTo>
                    <a:pt x="152400" y="12191"/>
                  </a:lnTo>
                  <a:lnTo>
                    <a:pt x="164592" y="18287"/>
                  </a:lnTo>
                  <a:lnTo>
                    <a:pt x="173736" y="24384"/>
                  </a:lnTo>
                  <a:lnTo>
                    <a:pt x="170687" y="21336"/>
                  </a:lnTo>
                  <a:lnTo>
                    <a:pt x="173736" y="18287"/>
                  </a:lnTo>
                  <a:lnTo>
                    <a:pt x="179832" y="18287"/>
                  </a:lnTo>
                  <a:lnTo>
                    <a:pt x="176784" y="15239"/>
                  </a:lnTo>
                  <a:lnTo>
                    <a:pt x="167640" y="9143"/>
                  </a:lnTo>
                  <a:lnTo>
                    <a:pt x="161544" y="6095"/>
                  </a:lnTo>
                  <a:close/>
                </a:path>
                <a:path w="189229" h="106679" extrusionOk="0">
                  <a:moveTo>
                    <a:pt x="173736" y="18287"/>
                  </a:moveTo>
                  <a:lnTo>
                    <a:pt x="170687" y="21336"/>
                  </a:lnTo>
                  <a:lnTo>
                    <a:pt x="173736" y="24384"/>
                  </a:lnTo>
                  <a:lnTo>
                    <a:pt x="173736" y="18287"/>
                  </a:lnTo>
                  <a:close/>
                </a:path>
                <a:path w="189229" h="106679" extrusionOk="0">
                  <a:moveTo>
                    <a:pt x="124968" y="0"/>
                  </a:moveTo>
                  <a:lnTo>
                    <a:pt x="121920" y="0"/>
                  </a:lnTo>
                  <a:lnTo>
                    <a:pt x="85344" y="3047"/>
                  </a:lnTo>
                  <a:lnTo>
                    <a:pt x="82296" y="6095"/>
                  </a:lnTo>
                  <a:lnTo>
                    <a:pt x="82296" y="9143"/>
                  </a:lnTo>
                  <a:lnTo>
                    <a:pt x="85344" y="12191"/>
                  </a:lnTo>
                  <a:lnTo>
                    <a:pt x="88392" y="12191"/>
                  </a:lnTo>
                  <a:lnTo>
                    <a:pt x="91440" y="9143"/>
                  </a:lnTo>
                  <a:lnTo>
                    <a:pt x="91440" y="6095"/>
                  </a:lnTo>
                  <a:lnTo>
                    <a:pt x="88392" y="3047"/>
                  </a:lnTo>
                  <a:lnTo>
                    <a:pt x="155448" y="3047"/>
                  </a:lnTo>
                  <a:lnTo>
                    <a:pt x="124968" y="0"/>
                  </a:lnTo>
                  <a:close/>
                </a:path>
                <a:path w="189229" h="106679" extrusionOk="0">
                  <a:moveTo>
                    <a:pt x="155448" y="3047"/>
                  </a:moveTo>
                  <a:lnTo>
                    <a:pt x="88392" y="3047"/>
                  </a:lnTo>
                  <a:lnTo>
                    <a:pt x="91440" y="6095"/>
                  </a:lnTo>
                  <a:lnTo>
                    <a:pt x="91440" y="9143"/>
                  </a:lnTo>
                  <a:lnTo>
                    <a:pt x="88392" y="12191"/>
                  </a:lnTo>
                  <a:lnTo>
                    <a:pt x="123305" y="9282"/>
                  </a:lnTo>
                  <a:lnTo>
                    <a:pt x="121920" y="9143"/>
                  </a:lnTo>
                  <a:lnTo>
                    <a:pt x="121920" y="6095"/>
                  </a:lnTo>
                  <a:lnTo>
                    <a:pt x="161544" y="6095"/>
                  </a:lnTo>
                  <a:lnTo>
                    <a:pt x="155448" y="3047"/>
                  </a:lnTo>
                  <a:close/>
                </a:path>
                <a:path w="189229" h="10667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579" name="Google Shape;1579;g2ff6f630c79_0_1082"/>
            <p:cNvPicPr preferRelativeResize="0"/>
            <p:nvPr/>
          </p:nvPicPr>
          <p:blipFill rotWithShape="1">
            <a:blip r:embed="rId49">
              <a:alphaModFix/>
            </a:blip>
            <a:srcRect/>
            <a:stretch/>
          </p:blipFill>
          <p:spPr>
            <a:xfrm>
              <a:off x="6172200" y="4934711"/>
              <a:ext cx="182879" cy="94487"/>
            </a:xfrm>
            <a:prstGeom prst="rect">
              <a:avLst/>
            </a:prstGeom>
            <a:noFill/>
            <a:ln>
              <a:noFill/>
            </a:ln>
          </p:spPr>
        </p:pic>
        <p:pic>
          <p:nvPicPr>
            <p:cNvPr id="1580" name="Google Shape;1580;g2ff6f630c79_0_1082"/>
            <p:cNvPicPr preferRelativeResize="0"/>
            <p:nvPr/>
          </p:nvPicPr>
          <p:blipFill rotWithShape="1">
            <a:blip r:embed="rId24">
              <a:alphaModFix/>
            </a:blip>
            <a:srcRect/>
            <a:stretch/>
          </p:blipFill>
          <p:spPr>
            <a:xfrm>
              <a:off x="6166103" y="4925567"/>
              <a:ext cx="188975" cy="106680"/>
            </a:xfrm>
            <a:prstGeom prst="rect">
              <a:avLst/>
            </a:prstGeom>
            <a:noFill/>
            <a:ln>
              <a:noFill/>
            </a:ln>
          </p:spPr>
        </p:pic>
        <p:pic>
          <p:nvPicPr>
            <p:cNvPr id="1581" name="Google Shape;1581;g2ff6f630c79_0_1082"/>
            <p:cNvPicPr preferRelativeResize="0"/>
            <p:nvPr/>
          </p:nvPicPr>
          <p:blipFill rotWithShape="1">
            <a:blip r:embed="rId50">
              <a:alphaModFix/>
            </a:blip>
            <a:srcRect/>
            <a:stretch/>
          </p:blipFill>
          <p:spPr>
            <a:xfrm>
              <a:off x="6809232" y="4998719"/>
              <a:ext cx="185927" cy="94487"/>
            </a:xfrm>
            <a:prstGeom prst="rect">
              <a:avLst/>
            </a:prstGeom>
            <a:noFill/>
            <a:ln>
              <a:noFill/>
            </a:ln>
          </p:spPr>
        </p:pic>
        <p:pic>
          <p:nvPicPr>
            <p:cNvPr id="1582" name="Google Shape;1582;g2ff6f630c79_0_1082"/>
            <p:cNvPicPr preferRelativeResize="0"/>
            <p:nvPr/>
          </p:nvPicPr>
          <p:blipFill rotWithShape="1">
            <a:blip r:embed="rId51">
              <a:alphaModFix/>
            </a:blip>
            <a:srcRect/>
            <a:stretch/>
          </p:blipFill>
          <p:spPr>
            <a:xfrm>
              <a:off x="6803135" y="4989575"/>
              <a:ext cx="192024" cy="106680"/>
            </a:xfrm>
            <a:prstGeom prst="rect">
              <a:avLst/>
            </a:prstGeom>
            <a:noFill/>
            <a:ln>
              <a:noFill/>
            </a:ln>
          </p:spPr>
        </p:pic>
        <p:pic>
          <p:nvPicPr>
            <p:cNvPr id="1583" name="Google Shape;1583;g2ff6f630c79_0_1082"/>
            <p:cNvPicPr preferRelativeResize="0"/>
            <p:nvPr/>
          </p:nvPicPr>
          <p:blipFill rotWithShape="1">
            <a:blip r:embed="rId52">
              <a:alphaModFix/>
            </a:blip>
            <a:srcRect/>
            <a:stretch/>
          </p:blipFill>
          <p:spPr>
            <a:xfrm>
              <a:off x="7315200" y="5102351"/>
              <a:ext cx="182879" cy="94487"/>
            </a:xfrm>
            <a:prstGeom prst="rect">
              <a:avLst/>
            </a:prstGeom>
            <a:noFill/>
            <a:ln>
              <a:noFill/>
            </a:ln>
          </p:spPr>
        </p:pic>
        <p:pic>
          <p:nvPicPr>
            <p:cNvPr id="1584" name="Google Shape;1584;g2ff6f630c79_0_1082"/>
            <p:cNvPicPr preferRelativeResize="0"/>
            <p:nvPr/>
          </p:nvPicPr>
          <p:blipFill rotWithShape="1">
            <a:blip r:embed="rId15">
              <a:alphaModFix/>
            </a:blip>
            <a:srcRect/>
            <a:stretch/>
          </p:blipFill>
          <p:spPr>
            <a:xfrm>
              <a:off x="7309103" y="5093207"/>
              <a:ext cx="188975" cy="106680"/>
            </a:xfrm>
            <a:prstGeom prst="rect">
              <a:avLst/>
            </a:prstGeom>
            <a:noFill/>
            <a:ln>
              <a:noFill/>
            </a:ln>
          </p:spPr>
        </p:pic>
        <p:pic>
          <p:nvPicPr>
            <p:cNvPr id="1585" name="Google Shape;1585;g2ff6f630c79_0_1082"/>
            <p:cNvPicPr preferRelativeResize="0"/>
            <p:nvPr/>
          </p:nvPicPr>
          <p:blipFill rotWithShape="1">
            <a:blip r:embed="rId53">
              <a:alphaModFix/>
            </a:blip>
            <a:srcRect/>
            <a:stretch/>
          </p:blipFill>
          <p:spPr>
            <a:xfrm>
              <a:off x="8119871" y="5239511"/>
              <a:ext cx="182879" cy="94487"/>
            </a:xfrm>
            <a:prstGeom prst="rect">
              <a:avLst/>
            </a:prstGeom>
            <a:noFill/>
            <a:ln>
              <a:noFill/>
            </a:ln>
          </p:spPr>
        </p:pic>
        <p:pic>
          <p:nvPicPr>
            <p:cNvPr id="1586" name="Google Shape;1586;g2ff6f630c79_0_1082"/>
            <p:cNvPicPr preferRelativeResize="0"/>
            <p:nvPr/>
          </p:nvPicPr>
          <p:blipFill rotWithShape="1">
            <a:blip r:embed="rId24">
              <a:alphaModFix/>
            </a:blip>
            <a:srcRect/>
            <a:stretch/>
          </p:blipFill>
          <p:spPr>
            <a:xfrm>
              <a:off x="8113776" y="5230367"/>
              <a:ext cx="188975" cy="106680"/>
            </a:xfrm>
            <a:prstGeom prst="rect">
              <a:avLst/>
            </a:prstGeom>
            <a:noFill/>
            <a:ln>
              <a:noFill/>
            </a:ln>
          </p:spPr>
        </p:pic>
        <p:pic>
          <p:nvPicPr>
            <p:cNvPr id="1587" name="Google Shape;1587;g2ff6f630c79_0_1082"/>
            <p:cNvPicPr preferRelativeResize="0"/>
            <p:nvPr/>
          </p:nvPicPr>
          <p:blipFill rotWithShape="1">
            <a:blip r:embed="rId54">
              <a:alphaModFix/>
            </a:blip>
            <a:srcRect/>
            <a:stretch/>
          </p:blipFill>
          <p:spPr>
            <a:xfrm>
              <a:off x="8805671" y="5178551"/>
              <a:ext cx="182879" cy="94487"/>
            </a:xfrm>
            <a:prstGeom prst="rect">
              <a:avLst/>
            </a:prstGeom>
            <a:noFill/>
            <a:ln>
              <a:noFill/>
            </a:ln>
          </p:spPr>
        </p:pic>
        <p:pic>
          <p:nvPicPr>
            <p:cNvPr id="1588" name="Google Shape;1588;g2ff6f630c79_0_1082"/>
            <p:cNvPicPr preferRelativeResize="0"/>
            <p:nvPr/>
          </p:nvPicPr>
          <p:blipFill rotWithShape="1">
            <a:blip r:embed="rId15">
              <a:alphaModFix/>
            </a:blip>
            <a:srcRect/>
            <a:stretch/>
          </p:blipFill>
          <p:spPr>
            <a:xfrm>
              <a:off x="8799576" y="5169407"/>
              <a:ext cx="188975" cy="106680"/>
            </a:xfrm>
            <a:prstGeom prst="rect">
              <a:avLst/>
            </a:prstGeom>
            <a:noFill/>
            <a:ln>
              <a:noFill/>
            </a:ln>
          </p:spPr>
        </p:pic>
        <p:pic>
          <p:nvPicPr>
            <p:cNvPr id="1589" name="Google Shape;1589;g2ff6f630c79_0_1082"/>
            <p:cNvPicPr preferRelativeResize="0"/>
            <p:nvPr/>
          </p:nvPicPr>
          <p:blipFill rotWithShape="1">
            <a:blip r:embed="rId55">
              <a:alphaModFix/>
            </a:blip>
            <a:srcRect/>
            <a:stretch/>
          </p:blipFill>
          <p:spPr>
            <a:xfrm>
              <a:off x="8424671" y="4645151"/>
              <a:ext cx="182879" cy="94487"/>
            </a:xfrm>
            <a:prstGeom prst="rect">
              <a:avLst/>
            </a:prstGeom>
            <a:noFill/>
            <a:ln>
              <a:noFill/>
            </a:ln>
          </p:spPr>
        </p:pic>
        <p:pic>
          <p:nvPicPr>
            <p:cNvPr id="1590" name="Google Shape;1590;g2ff6f630c79_0_1082"/>
            <p:cNvPicPr preferRelativeResize="0"/>
            <p:nvPr/>
          </p:nvPicPr>
          <p:blipFill rotWithShape="1">
            <a:blip r:embed="rId15">
              <a:alphaModFix/>
            </a:blip>
            <a:srcRect/>
            <a:stretch/>
          </p:blipFill>
          <p:spPr>
            <a:xfrm>
              <a:off x="8418576" y="4636007"/>
              <a:ext cx="188975" cy="106680"/>
            </a:xfrm>
            <a:prstGeom prst="rect">
              <a:avLst/>
            </a:prstGeom>
            <a:noFill/>
            <a:ln>
              <a:noFill/>
            </a:ln>
          </p:spPr>
        </p:pic>
        <p:pic>
          <p:nvPicPr>
            <p:cNvPr id="1591" name="Google Shape;1591;g2ff6f630c79_0_1082"/>
            <p:cNvPicPr preferRelativeResize="0"/>
            <p:nvPr/>
          </p:nvPicPr>
          <p:blipFill rotWithShape="1">
            <a:blip r:embed="rId56">
              <a:alphaModFix/>
            </a:blip>
            <a:srcRect/>
            <a:stretch/>
          </p:blipFill>
          <p:spPr>
            <a:xfrm>
              <a:off x="7924800" y="4340351"/>
              <a:ext cx="182879" cy="94487"/>
            </a:xfrm>
            <a:prstGeom prst="rect">
              <a:avLst/>
            </a:prstGeom>
            <a:noFill/>
            <a:ln>
              <a:noFill/>
            </a:ln>
          </p:spPr>
        </p:pic>
        <p:pic>
          <p:nvPicPr>
            <p:cNvPr id="1592" name="Google Shape;1592;g2ff6f630c79_0_1082"/>
            <p:cNvPicPr preferRelativeResize="0"/>
            <p:nvPr/>
          </p:nvPicPr>
          <p:blipFill rotWithShape="1">
            <a:blip r:embed="rId15">
              <a:alphaModFix/>
            </a:blip>
            <a:srcRect/>
            <a:stretch/>
          </p:blipFill>
          <p:spPr>
            <a:xfrm>
              <a:off x="7918703" y="4331207"/>
              <a:ext cx="188975" cy="106679"/>
            </a:xfrm>
            <a:prstGeom prst="rect">
              <a:avLst/>
            </a:prstGeom>
            <a:noFill/>
            <a:ln>
              <a:noFill/>
            </a:ln>
          </p:spPr>
        </p:pic>
        <p:pic>
          <p:nvPicPr>
            <p:cNvPr id="1593" name="Google Shape;1593;g2ff6f630c79_0_1082"/>
            <p:cNvPicPr preferRelativeResize="0"/>
            <p:nvPr/>
          </p:nvPicPr>
          <p:blipFill rotWithShape="1">
            <a:blip r:embed="rId57">
              <a:alphaModFix/>
            </a:blip>
            <a:srcRect/>
            <a:stretch/>
          </p:blipFill>
          <p:spPr>
            <a:xfrm>
              <a:off x="7086600" y="3883151"/>
              <a:ext cx="182879" cy="94487"/>
            </a:xfrm>
            <a:prstGeom prst="rect">
              <a:avLst/>
            </a:prstGeom>
            <a:noFill/>
            <a:ln>
              <a:noFill/>
            </a:ln>
          </p:spPr>
        </p:pic>
        <p:pic>
          <p:nvPicPr>
            <p:cNvPr id="1594" name="Google Shape;1594;g2ff6f630c79_0_1082"/>
            <p:cNvPicPr preferRelativeResize="0"/>
            <p:nvPr/>
          </p:nvPicPr>
          <p:blipFill rotWithShape="1">
            <a:blip r:embed="rId15">
              <a:alphaModFix/>
            </a:blip>
            <a:srcRect/>
            <a:stretch/>
          </p:blipFill>
          <p:spPr>
            <a:xfrm>
              <a:off x="7080503" y="3874007"/>
              <a:ext cx="188975" cy="106679"/>
            </a:xfrm>
            <a:prstGeom prst="rect">
              <a:avLst/>
            </a:prstGeom>
            <a:noFill/>
            <a:ln>
              <a:noFill/>
            </a:ln>
          </p:spPr>
        </p:pic>
        <p:pic>
          <p:nvPicPr>
            <p:cNvPr id="1595" name="Google Shape;1595;g2ff6f630c79_0_1082"/>
            <p:cNvPicPr preferRelativeResize="0"/>
            <p:nvPr/>
          </p:nvPicPr>
          <p:blipFill rotWithShape="1">
            <a:blip r:embed="rId58">
              <a:alphaModFix/>
            </a:blip>
            <a:srcRect/>
            <a:stretch/>
          </p:blipFill>
          <p:spPr>
            <a:xfrm>
              <a:off x="7772400" y="4873751"/>
              <a:ext cx="182879" cy="94487"/>
            </a:xfrm>
            <a:prstGeom prst="rect">
              <a:avLst/>
            </a:prstGeom>
            <a:noFill/>
            <a:ln>
              <a:noFill/>
            </a:ln>
          </p:spPr>
        </p:pic>
        <p:pic>
          <p:nvPicPr>
            <p:cNvPr id="1596" name="Google Shape;1596;g2ff6f630c79_0_1082"/>
            <p:cNvPicPr preferRelativeResize="0"/>
            <p:nvPr/>
          </p:nvPicPr>
          <p:blipFill rotWithShape="1">
            <a:blip r:embed="rId15">
              <a:alphaModFix/>
            </a:blip>
            <a:srcRect/>
            <a:stretch/>
          </p:blipFill>
          <p:spPr>
            <a:xfrm>
              <a:off x="7766303" y="4864607"/>
              <a:ext cx="188975" cy="106680"/>
            </a:xfrm>
            <a:prstGeom prst="rect">
              <a:avLst/>
            </a:prstGeom>
            <a:noFill/>
            <a:ln>
              <a:noFill/>
            </a:ln>
          </p:spPr>
        </p:pic>
        <p:pic>
          <p:nvPicPr>
            <p:cNvPr id="1597" name="Google Shape;1597;g2ff6f630c79_0_1082"/>
            <p:cNvPicPr preferRelativeResize="0"/>
            <p:nvPr/>
          </p:nvPicPr>
          <p:blipFill rotWithShape="1">
            <a:blip r:embed="rId59">
              <a:alphaModFix/>
            </a:blip>
            <a:srcRect/>
            <a:stretch/>
          </p:blipFill>
          <p:spPr>
            <a:xfrm>
              <a:off x="6781800" y="4187951"/>
              <a:ext cx="182879" cy="94487"/>
            </a:xfrm>
            <a:prstGeom prst="rect">
              <a:avLst/>
            </a:prstGeom>
            <a:noFill/>
            <a:ln>
              <a:noFill/>
            </a:ln>
          </p:spPr>
        </p:pic>
        <p:pic>
          <p:nvPicPr>
            <p:cNvPr id="1598" name="Google Shape;1598;g2ff6f630c79_0_1082"/>
            <p:cNvPicPr preferRelativeResize="0"/>
            <p:nvPr/>
          </p:nvPicPr>
          <p:blipFill rotWithShape="1">
            <a:blip r:embed="rId15">
              <a:alphaModFix/>
            </a:blip>
            <a:srcRect/>
            <a:stretch/>
          </p:blipFill>
          <p:spPr>
            <a:xfrm>
              <a:off x="6775703" y="4178807"/>
              <a:ext cx="188975" cy="106679"/>
            </a:xfrm>
            <a:prstGeom prst="rect">
              <a:avLst/>
            </a:prstGeom>
            <a:noFill/>
            <a:ln>
              <a:noFill/>
            </a:ln>
          </p:spPr>
        </p:pic>
        <p:pic>
          <p:nvPicPr>
            <p:cNvPr id="1599" name="Google Shape;1599;g2ff6f630c79_0_1082"/>
            <p:cNvPicPr preferRelativeResize="0"/>
            <p:nvPr/>
          </p:nvPicPr>
          <p:blipFill rotWithShape="1">
            <a:blip r:embed="rId60">
              <a:alphaModFix/>
            </a:blip>
            <a:srcRect/>
            <a:stretch/>
          </p:blipFill>
          <p:spPr>
            <a:xfrm>
              <a:off x="7696200" y="3806951"/>
              <a:ext cx="182879" cy="94487"/>
            </a:xfrm>
            <a:prstGeom prst="rect">
              <a:avLst/>
            </a:prstGeom>
            <a:noFill/>
            <a:ln>
              <a:noFill/>
            </a:ln>
          </p:spPr>
        </p:pic>
        <p:pic>
          <p:nvPicPr>
            <p:cNvPr id="1600" name="Google Shape;1600;g2ff6f630c79_0_1082"/>
            <p:cNvPicPr preferRelativeResize="0"/>
            <p:nvPr/>
          </p:nvPicPr>
          <p:blipFill rotWithShape="1">
            <a:blip r:embed="rId15">
              <a:alphaModFix/>
            </a:blip>
            <a:srcRect/>
            <a:stretch/>
          </p:blipFill>
          <p:spPr>
            <a:xfrm>
              <a:off x="7690103" y="3797807"/>
              <a:ext cx="188975" cy="106679"/>
            </a:xfrm>
            <a:prstGeom prst="rect">
              <a:avLst/>
            </a:prstGeom>
            <a:noFill/>
            <a:ln>
              <a:noFill/>
            </a:ln>
          </p:spPr>
        </p:pic>
        <p:pic>
          <p:nvPicPr>
            <p:cNvPr id="1601" name="Google Shape;1601;g2ff6f630c79_0_1082"/>
            <p:cNvPicPr preferRelativeResize="0"/>
            <p:nvPr/>
          </p:nvPicPr>
          <p:blipFill rotWithShape="1">
            <a:blip r:embed="rId61">
              <a:alphaModFix/>
            </a:blip>
            <a:srcRect/>
            <a:stretch/>
          </p:blipFill>
          <p:spPr>
            <a:xfrm>
              <a:off x="7510272" y="5468111"/>
              <a:ext cx="182879" cy="94487"/>
            </a:xfrm>
            <a:prstGeom prst="rect">
              <a:avLst/>
            </a:prstGeom>
            <a:noFill/>
            <a:ln>
              <a:noFill/>
            </a:ln>
          </p:spPr>
        </p:pic>
        <p:pic>
          <p:nvPicPr>
            <p:cNvPr id="1602" name="Google Shape;1602;g2ff6f630c79_0_1082"/>
            <p:cNvPicPr preferRelativeResize="0"/>
            <p:nvPr/>
          </p:nvPicPr>
          <p:blipFill rotWithShape="1">
            <a:blip r:embed="rId24">
              <a:alphaModFix/>
            </a:blip>
            <a:srcRect/>
            <a:stretch/>
          </p:blipFill>
          <p:spPr>
            <a:xfrm>
              <a:off x="7504175" y="5458967"/>
              <a:ext cx="188975" cy="106680"/>
            </a:xfrm>
            <a:prstGeom prst="rect">
              <a:avLst/>
            </a:prstGeom>
            <a:noFill/>
            <a:ln>
              <a:noFill/>
            </a:ln>
          </p:spPr>
        </p:pic>
      </p:grpSp>
      <p:pic>
        <p:nvPicPr>
          <p:cNvPr id="1603" name="Google Shape;1603;g2ff6f630c79_0_1082"/>
          <p:cNvPicPr preferRelativeResize="0"/>
          <p:nvPr/>
        </p:nvPicPr>
        <p:blipFill rotWithShape="1">
          <a:blip r:embed="rId62">
            <a:alphaModFix/>
          </a:blip>
          <a:srcRect/>
          <a:stretch/>
        </p:blipFill>
        <p:spPr>
          <a:xfrm>
            <a:off x="874712" y="1868090"/>
            <a:ext cx="3024188" cy="1893093"/>
          </a:xfrm>
          <a:prstGeom prst="rect">
            <a:avLst/>
          </a:prstGeom>
          <a:noFill/>
          <a:ln>
            <a:noFill/>
          </a:ln>
        </p:spPr>
      </p:pic>
      <p:sp>
        <p:nvSpPr>
          <p:cNvPr id="1604" name="Google Shape;1604;g2ff6f630c79_0_1082"/>
          <p:cNvSpPr txBox="1"/>
          <p:nvPr/>
        </p:nvSpPr>
        <p:spPr>
          <a:xfrm>
            <a:off x="1143000" y="4089797"/>
            <a:ext cx="27735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Assumed Underlying PDF</a:t>
            </a:r>
            <a:endParaRPr/>
          </a:p>
        </p:txBody>
      </p:sp>
      <p:sp>
        <p:nvSpPr>
          <p:cNvPr id="1605" name="Google Shape;1605;g2ff6f630c79_0_1082"/>
          <p:cNvSpPr txBox="1"/>
          <p:nvPr/>
        </p:nvSpPr>
        <p:spPr>
          <a:xfrm>
            <a:off x="5362575" y="4089797"/>
            <a:ext cx="20193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Real Data Samples</a:t>
            </a:r>
            <a:endParaRPr/>
          </a:p>
        </p:txBody>
      </p:sp>
      <p:pic>
        <p:nvPicPr>
          <p:cNvPr id="1606" name="Google Shape;1606;g2ff6f630c79_0_1082"/>
          <p:cNvPicPr preferRelativeResize="0"/>
          <p:nvPr/>
        </p:nvPicPr>
        <p:blipFill rotWithShape="1">
          <a:blip r:embed="rId63">
            <a:alphaModFix/>
          </a:blip>
          <a:srcRect/>
          <a:stretch/>
        </p:blipFill>
        <p:spPr>
          <a:xfrm>
            <a:off x="5203825" y="1909763"/>
            <a:ext cx="473869" cy="1291828"/>
          </a:xfrm>
          <a:prstGeom prst="rect">
            <a:avLst/>
          </a:prstGeom>
          <a:noFill/>
          <a:ln>
            <a:noFill/>
          </a:ln>
        </p:spPr>
      </p:pic>
      <p:pic>
        <p:nvPicPr>
          <p:cNvPr id="1607" name="Google Shape;1607;g2ff6f630c79_0_1082"/>
          <p:cNvPicPr preferRelativeResize="0"/>
          <p:nvPr/>
        </p:nvPicPr>
        <p:blipFill rotWithShape="1">
          <a:blip r:embed="rId64">
            <a:alphaModFix/>
          </a:blip>
          <a:srcRect/>
          <a:stretch/>
        </p:blipFill>
        <p:spPr>
          <a:xfrm>
            <a:off x="6191250" y="2515790"/>
            <a:ext cx="473869" cy="735806"/>
          </a:xfrm>
          <a:prstGeom prst="rect">
            <a:avLst/>
          </a:prstGeom>
          <a:noFill/>
          <a:ln>
            <a:noFill/>
          </a:ln>
        </p:spPr>
      </p:pic>
      <p:pic>
        <p:nvPicPr>
          <p:cNvPr id="1608" name="Google Shape;1608;g2ff6f630c79_0_1082"/>
          <p:cNvPicPr preferRelativeResize="0"/>
          <p:nvPr/>
        </p:nvPicPr>
        <p:blipFill rotWithShape="1">
          <a:blip r:embed="rId65">
            <a:alphaModFix/>
          </a:blip>
          <a:srcRect/>
          <a:stretch/>
        </p:blipFill>
        <p:spPr>
          <a:xfrm>
            <a:off x="5630862" y="3457575"/>
            <a:ext cx="472678" cy="297656"/>
          </a:xfrm>
          <a:prstGeom prst="rect">
            <a:avLst/>
          </a:prstGeom>
          <a:noFill/>
          <a:ln>
            <a:noFill/>
          </a:ln>
        </p:spPr>
      </p:pic>
      <p:sp>
        <p:nvSpPr>
          <p:cNvPr id="1609" name="Google Shape;1609;g2ff6f630c79_0_1082"/>
          <p:cNvSpPr txBox="1">
            <a:spLocks noGrp="1"/>
          </p:cNvSpPr>
          <p:nvPr>
            <p:ph type="title"/>
          </p:nvPr>
        </p:nvSpPr>
        <p:spPr>
          <a:xfrm>
            <a:off x="620712" y="550069"/>
            <a:ext cx="7891500" cy="580800"/>
          </a:xfrm>
          <a:prstGeom prst="rect">
            <a:avLst/>
          </a:prstGeom>
          <a:noFill/>
          <a:ln>
            <a:noFill/>
          </a:ln>
        </p:spPr>
        <p:txBody>
          <a:bodyPr spcFirstLastPara="1" wrap="square" lIns="0" tIns="11200" rIns="0" bIns="0" anchor="ctr" anchorCtr="0">
            <a:spAutoFit/>
          </a:bodyPr>
          <a:lstStyle/>
          <a:p>
            <a:pPr marL="11112" lvl="0" indent="0" algn="ctr" rtl="0">
              <a:lnSpc>
                <a:spcPct val="100000"/>
              </a:lnSpc>
              <a:spcBef>
                <a:spcPts val="0"/>
              </a:spcBef>
              <a:spcAft>
                <a:spcPts val="0"/>
              </a:spcAft>
              <a:buClr>
                <a:schemeClr val="dk2"/>
              </a:buClr>
              <a:buSzPts val="3700"/>
              <a:buFont typeface="Arial"/>
              <a:buNone/>
            </a:pPr>
            <a:r>
              <a:rPr lang="en-US" sz="3700" b="0" i="0" u="none">
                <a:solidFill>
                  <a:schemeClr val="dk2"/>
                </a:solidFill>
                <a:latin typeface="Arial"/>
                <a:ea typeface="Arial"/>
                <a:cs typeface="Arial"/>
                <a:sym typeface="Arial"/>
              </a:rPr>
              <a:t>Non-Parametric Density Estimation</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613"/>
        <p:cNvGrpSpPr/>
        <p:nvPr/>
      </p:nvGrpSpPr>
      <p:grpSpPr>
        <a:xfrm>
          <a:off x="0" y="0"/>
          <a:ext cx="0" cy="0"/>
          <a:chOff x="0" y="0"/>
          <a:chExt cx="0" cy="0"/>
        </a:xfrm>
      </p:grpSpPr>
      <p:grpSp>
        <p:nvGrpSpPr>
          <p:cNvPr id="1614" name="Google Shape;1614;g2ff6f630c79_0_1181"/>
          <p:cNvGrpSpPr/>
          <p:nvPr/>
        </p:nvGrpSpPr>
        <p:grpSpPr>
          <a:xfrm>
            <a:off x="4346600" y="2422826"/>
            <a:ext cx="3940198" cy="1552514"/>
            <a:chOff x="4773167" y="3660647"/>
            <a:chExt cx="4465320" cy="2346960"/>
          </a:xfrm>
        </p:grpSpPr>
        <p:sp>
          <p:nvSpPr>
            <p:cNvPr id="1615" name="Google Shape;1615;g2ff6f630c79_0_1181"/>
            <p:cNvSpPr/>
            <p:nvPr/>
          </p:nvSpPr>
          <p:spPr>
            <a:xfrm>
              <a:off x="4773167" y="3660647"/>
              <a:ext cx="4465320" cy="2346960"/>
            </a:xfrm>
            <a:custGeom>
              <a:avLst/>
              <a:gdLst/>
              <a:ahLst/>
              <a:cxnLst/>
              <a:rect l="l" t="t" r="r" b="b"/>
              <a:pathLst>
                <a:path w="4465320" h="2346960" extrusionOk="0">
                  <a:moveTo>
                    <a:pt x="2987040" y="0"/>
                  </a:moveTo>
                  <a:lnTo>
                    <a:pt x="2983991" y="0"/>
                  </a:lnTo>
                  <a:lnTo>
                    <a:pt x="3048" y="743712"/>
                  </a:lnTo>
                  <a:lnTo>
                    <a:pt x="0" y="746760"/>
                  </a:lnTo>
                  <a:lnTo>
                    <a:pt x="0" y="749807"/>
                  </a:lnTo>
                  <a:lnTo>
                    <a:pt x="1475232" y="2343912"/>
                  </a:lnTo>
                  <a:lnTo>
                    <a:pt x="1478280" y="2346960"/>
                  </a:lnTo>
                  <a:lnTo>
                    <a:pt x="1481328" y="2346960"/>
                  </a:lnTo>
                  <a:lnTo>
                    <a:pt x="1493544" y="2343912"/>
                  </a:lnTo>
                  <a:lnTo>
                    <a:pt x="1481328" y="2343912"/>
                  </a:lnTo>
                  <a:lnTo>
                    <a:pt x="1478280" y="2337816"/>
                  </a:lnTo>
                  <a:lnTo>
                    <a:pt x="1480940" y="2337152"/>
                  </a:lnTo>
                  <a:lnTo>
                    <a:pt x="14785" y="752855"/>
                  </a:lnTo>
                  <a:lnTo>
                    <a:pt x="6096" y="752855"/>
                  </a:lnTo>
                  <a:lnTo>
                    <a:pt x="6096" y="749807"/>
                  </a:lnTo>
                  <a:lnTo>
                    <a:pt x="9144" y="746760"/>
                  </a:lnTo>
                  <a:lnTo>
                    <a:pt x="30529" y="746760"/>
                  </a:lnTo>
                  <a:lnTo>
                    <a:pt x="2984379" y="9807"/>
                  </a:lnTo>
                  <a:lnTo>
                    <a:pt x="2980943" y="6096"/>
                  </a:lnTo>
                  <a:lnTo>
                    <a:pt x="2992908" y="6096"/>
                  </a:lnTo>
                  <a:lnTo>
                    <a:pt x="2990088" y="3048"/>
                  </a:lnTo>
                  <a:lnTo>
                    <a:pt x="2987040" y="0"/>
                  </a:lnTo>
                  <a:close/>
                </a:path>
                <a:path w="4465320" h="2346960" extrusionOk="0">
                  <a:moveTo>
                    <a:pt x="1480940" y="2337152"/>
                  </a:moveTo>
                  <a:lnTo>
                    <a:pt x="1478280" y="2337816"/>
                  </a:lnTo>
                  <a:lnTo>
                    <a:pt x="1481328" y="2343912"/>
                  </a:lnTo>
                  <a:lnTo>
                    <a:pt x="1484376" y="2340864"/>
                  </a:lnTo>
                  <a:lnTo>
                    <a:pt x="1480940" y="2337152"/>
                  </a:lnTo>
                  <a:close/>
                </a:path>
                <a:path w="4465320" h="2346960" extrusionOk="0">
                  <a:moveTo>
                    <a:pt x="4452164" y="1595865"/>
                  </a:moveTo>
                  <a:lnTo>
                    <a:pt x="1480940" y="2337152"/>
                  </a:lnTo>
                  <a:lnTo>
                    <a:pt x="1484376" y="2340864"/>
                  </a:lnTo>
                  <a:lnTo>
                    <a:pt x="1481328" y="2343912"/>
                  </a:lnTo>
                  <a:lnTo>
                    <a:pt x="1493544" y="2343912"/>
                  </a:lnTo>
                  <a:lnTo>
                    <a:pt x="4462272" y="1603247"/>
                  </a:lnTo>
                  <a:lnTo>
                    <a:pt x="4465320" y="1600200"/>
                  </a:lnTo>
                  <a:lnTo>
                    <a:pt x="4456176" y="1600200"/>
                  </a:lnTo>
                  <a:lnTo>
                    <a:pt x="4452164" y="1595865"/>
                  </a:lnTo>
                  <a:close/>
                </a:path>
                <a:path w="4465320" h="2346960" extrusionOk="0">
                  <a:moveTo>
                    <a:pt x="4459224" y="1594103"/>
                  </a:moveTo>
                  <a:lnTo>
                    <a:pt x="4452164" y="1595865"/>
                  </a:lnTo>
                  <a:lnTo>
                    <a:pt x="4456176" y="1600200"/>
                  </a:lnTo>
                  <a:lnTo>
                    <a:pt x="4462272" y="1600200"/>
                  </a:lnTo>
                  <a:lnTo>
                    <a:pt x="4459224" y="1594103"/>
                  </a:lnTo>
                  <a:close/>
                </a:path>
                <a:path w="4465320" h="2346960" extrusionOk="0">
                  <a:moveTo>
                    <a:pt x="4462499" y="1594103"/>
                  </a:moveTo>
                  <a:lnTo>
                    <a:pt x="4459224" y="1594103"/>
                  </a:lnTo>
                  <a:lnTo>
                    <a:pt x="4462272" y="1600200"/>
                  </a:lnTo>
                  <a:lnTo>
                    <a:pt x="4465320" y="1600200"/>
                  </a:lnTo>
                  <a:lnTo>
                    <a:pt x="4465320" y="1597152"/>
                  </a:lnTo>
                  <a:lnTo>
                    <a:pt x="4462499" y="1594103"/>
                  </a:lnTo>
                  <a:close/>
                </a:path>
                <a:path w="4465320" h="2346960" extrusionOk="0">
                  <a:moveTo>
                    <a:pt x="2992908" y="6096"/>
                  </a:moveTo>
                  <a:lnTo>
                    <a:pt x="2987040" y="6096"/>
                  </a:lnTo>
                  <a:lnTo>
                    <a:pt x="2987040" y="9143"/>
                  </a:lnTo>
                  <a:lnTo>
                    <a:pt x="2984379" y="9807"/>
                  </a:lnTo>
                  <a:lnTo>
                    <a:pt x="4452164" y="1595865"/>
                  </a:lnTo>
                  <a:lnTo>
                    <a:pt x="4459224" y="1594103"/>
                  </a:lnTo>
                  <a:lnTo>
                    <a:pt x="4462499" y="1594103"/>
                  </a:lnTo>
                  <a:lnTo>
                    <a:pt x="2992908" y="6096"/>
                  </a:lnTo>
                  <a:close/>
                </a:path>
                <a:path w="4465320" h="2346960" extrusionOk="0">
                  <a:moveTo>
                    <a:pt x="9144" y="746760"/>
                  </a:moveTo>
                  <a:lnTo>
                    <a:pt x="6096" y="749807"/>
                  </a:lnTo>
                  <a:lnTo>
                    <a:pt x="6096" y="752855"/>
                  </a:lnTo>
                  <a:lnTo>
                    <a:pt x="13155" y="751094"/>
                  </a:lnTo>
                  <a:lnTo>
                    <a:pt x="9144" y="746760"/>
                  </a:lnTo>
                  <a:close/>
                </a:path>
                <a:path w="4465320" h="2346960" extrusionOk="0">
                  <a:moveTo>
                    <a:pt x="13155" y="751094"/>
                  </a:moveTo>
                  <a:lnTo>
                    <a:pt x="6096" y="752855"/>
                  </a:lnTo>
                  <a:lnTo>
                    <a:pt x="14785" y="752855"/>
                  </a:lnTo>
                  <a:lnTo>
                    <a:pt x="13155" y="751094"/>
                  </a:lnTo>
                  <a:close/>
                </a:path>
                <a:path w="4465320" h="2346960" extrusionOk="0">
                  <a:moveTo>
                    <a:pt x="30529" y="746760"/>
                  </a:moveTo>
                  <a:lnTo>
                    <a:pt x="9144" y="746760"/>
                  </a:lnTo>
                  <a:lnTo>
                    <a:pt x="13155" y="751094"/>
                  </a:lnTo>
                  <a:lnTo>
                    <a:pt x="30529" y="746760"/>
                  </a:lnTo>
                  <a:close/>
                </a:path>
                <a:path w="4465320" h="2346960" extrusionOk="0">
                  <a:moveTo>
                    <a:pt x="2987040" y="6096"/>
                  </a:moveTo>
                  <a:lnTo>
                    <a:pt x="2980943" y="6096"/>
                  </a:lnTo>
                  <a:lnTo>
                    <a:pt x="2984379" y="9807"/>
                  </a:lnTo>
                  <a:lnTo>
                    <a:pt x="2987040" y="9143"/>
                  </a:lnTo>
                  <a:lnTo>
                    <a:pt x="298704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16" name="Google Shape;1616;g2ff6f630c79_0_1181"/>
            <p:cNvPicPr preferRelativeResize="0"/>
            <p:nvPr/>
          </p:nvPicPr>
          <p:blipFill rotWithShape="1">
            <a:blip r:embed="rId3">
              <a:alphaModFix/>
            </a:blip>
            <a:srcRect/>
            <a:stretch/>
          </p:blipFill>
          <p:spPr>
            <a:xfrm>
              <a:off x="5803391" y="4632959"/>
              <a:ext cx="182879" cy="94487"/>
            </a:xfrm>
            <a:prstGeom prst="rect">
              <a:avLst/>
            </a:prstGeom>
            <a:noFill/>
            <a:ln>
              <a:noFill/>
            </a:ln>
          </p:spPr>
        </p:pic>
        <p:sp>
          <p:nvSpPr>
            <p:cNvPr id="1617" name="Google Shape;1617;g2ff6f630c79_0_1181"/>
            <p:cNvSpPr/>
            <p:nvPr/>
          </p:nvSpPr>
          <p:spPr>
            <a:xfrm>
              <a:off x="5797295" y="4623815"/>
              <a:ext cx="192404" cy="104139"/>
            </a:xfrm>
            <a:custGeom>
              <a:avLst/>
              <a:gdLst/>
              <a:ahLst/>
              <a:cxnLst/>
              <a:rect l="l" t="t" r="r" b="b"/>
              <a:pathLst>
                <a:path w="192404" h="104139" extrusionOk="0">
                  <a:moveTo>
                    <a:pt x="85343" y="3047"/>
                  </a:moveTo>
                  <a:lnTo>
                    <a:pt x="21336" y="27431"/>
                  </a:lnTo>
                  <a:lnTo>
                    <a:pt x="0" y="60959"/>
                  </a:lnTo>
                  <a:lnTo>
                    <a:pt x="0" y="73151"/>
                  </a:lnTo>
                  <a:lnTo>
                    <a:pt x="33527" y="100583"/>
                  </a:lnTo>
                  <a:lnTo>
                    <a:pt x="64007" y="103631"/>
                  </a:lnTo>
                  <a:lnTo>
                    <a:pt x="67055" y="103631"/>
                  </a:lnTo>
                  <a:lnTo>
                    <a:pt x="103631" y="100583"/>
                  </a:lnTo>
                  <a:lnTo>
                    <a:pt x="67055" y="100583"/>
                  </a:lnTo>
                  <a:lnTo>
                    <a:pt x="64007" y="94487"/>
                  </a:lnTo>
                  <a:lnTo>
                    <a:pt x="65670" y="94349"/>
                  </a:lnTo>
                  <a:lnTo>
                    <a:pt x="36575" y="91439"/>
                  </a:lnTo>
                  <a:lnTo>
                    <a:pt x="24383" y="88391"/>
                  </a:lnTo>
                  <a:lnTo>
                    <a:pt x="15239" y="88391"/>
                  </a:lnTo>
                  <a:lnTo>
                    <a:pt x="15239" y="82295"/>
                  </a:lnTo>
                  <a:lnTo>
                    <a:pt x="12191" y="79247"/>
                  </a:lnTo>
                  <a:lnTo>
                    <a:pt x="9143" y="70103"/>
                  </a:lnTo>
                  <a:lnTo>
                    <a:pt x="9143" y="64007"/>
                  </a:lnTo>
                  <a:lnTo>
                    <a:pt x="3048" y="60959"/>
                  </a:lnTo>
                  <a:lnTo>
                    <a:pt x="9905" y="60959"/>
                  </a:lnTo>
                  <a:lnTo>
                    <a:pt x="12191" y="51815"/>
                  </a:lnTo>
                  <a:lnTo>
                    <a:pt x="16255" y="45719"/>
                  </a:lnTo>
                  <a:lnTo>
                    <a:pt x="15239" y="45719"/>
                  </a:lnTo>
                  <a:lnTo>
                    <a:pt x="15239" y="42671"/>
                  </a:lnTo>
                  <a:lnTo>
                    <a:pt x="18287" y="42671"/>
                  </a:lnTo>
                  <a:lnTo>
                    <a:pt x="24383" y="36575"/>
                  </a:lnTo>
                  <a:lnTo>
                    <a:pt x="51815" y="21335"/>
                  </a:lnTo>
                  <a:lnTo>
                    <a:pt x="88391" y="12191"/>
                  </a:lnTo>
                  <a:lnTo>
                    <a:pt x="85343" y="12191"/>
                  </a:lnTo>
                  <a:lnTo>
                    <a:pt x="82295" y="9143"/>
                  </a:lnTo>
                  <a:lnTo>
                    <a:pt x="82295" y="6095"/>
                  </a:lnTo>
                  <a:lnTo>
                    <a:pt x="85343" y="3047"/>
                  </a:lnTo>
                  <a:close/>
                </a:path>
                <a:path w="192404" h="104139" extrusionOk="0">
                  <a:moveTo>
                    <a:pt x="65670" y="94349"/>
                  </a:moveTo>
                  <a:lnTo>
                    <a:pt x="64007" y="94487"/>
                  </a:lnTo>
                  <a:lnTo>
                    <a:pt x="67055" y="100583"/>
                  </a:lnTo>
                  <a:lnTo>
                    <a:pt x="67055" y="94487"/>
                  </a:lnTo>
                  <a:lnTo>
                    <a:pt x="65670" y="94349"/>
                  </a:lnTo>
                  <a:close/>
                </a:path>
                <a:path w="192404" h="104139" extrusionOk="0">
                  <a:moveTo>
                    <a:pt x="170687" y="60959"/>
                  </a:moveTo>
                  <a:lnTo>
                    <a:pt x="164591" y="67055"/>
                  </a:lnTo>
                  <a:lnTo>
                    <a:pt x="137159" y="82295"/>
                  </a:lnTo>
                  <a:lnTo>
                    <a:pt x="100583" y="91439"/>
                  </a:lnTo>
                  <a:lnTo>
                    <a:pt x="65670" y="94349"/>
                  </a:lnTo>
                  <a:lnTo>
                    <a:pt x="67055" y="94487"/>
                  </a:lnTo>
                  <a:lnTo>
                    <a:pt x="67055" y="100583"/>
                  </a:lnTo>
                  <a:lnTo>
                    <a:pt x="103631" y="100583"/>
                  </a:lnTo>
                  <a:lnTo>
                    <a:pt x="140207" y="91439"/>
                  </a:lnTo>
                  <a:lnTo>
                    <a:pt x="167639" y="76199"/>
                  </a:lnTo>
                  <a:lnTo>
                    <a:pt x="179831" y="64007"/>
                  </a:lnTo>
                  <a:lnTo>
                    <a:pt x="176783" y="64007"/>
                  </a:lnTo>
                  <a:lnTo>
                    <a:pt x="170687" y="60959"/>
                  </a:lnTo>
                  <a:close/>
                </a:path>
                <a:path w="192404" h="104139" extrusionOk="0">
                  <a:moveTo>
                    <a:pt x="15239" y="82295"/>
                  </a:moveTo>
                  <a:lnTo>
                    <a:pt x="15239" y="88391"/>
                  </a:lnTo>
                  <a:lnTo>
                    <a:pt x="18287" y="85343"/>
                  </a:lnTo>
                  <a:lnTo>
                    <a:pt x="15239" y="82295"/>
                  </a:lnTo>
                  <a:close/>
                </a:path>
                <a:path w="192404" h="104139" extrusionOk="0">
                  <a:moveTo>
                    <a:pt x="15239" y="82295"/>
                  </a:moveTo>
                  <a:lnTo>
                    <a:pt x="18287" y="85343"/>
                  </a:lnTo>
                  <a:lnTo>
                    <a:pt x="15239" y="88391"/>
                  </a:lnTo>
                  <a:lnTo>
                    <a:pt x="24383" y="88391"/>
                  </a:lnTo>
                  <a:lnTo>
                    <a:pt x="15239" y="82295"/>
                  </a:lnTo>
                  <a:close/>
                </a:path>
                <a:path w="192404" h="104139" extrusionOk="0">
                  <a:moveTo>
                    <a:pt x="9143" y="60959"/>
                  </a:moveTo>
                  <a:lnTo>
                    <a:pt x="3048" y="60959"/>
                  </a:lnTo>
                  <a:lnTo>
                    <a:pt x="9143" y="64007"/>
                  </a:lnTo>
                  <a:lnTo>
                    <a:pt x="9143" y="60959"/>
                  </a:lnTo>
                  <a:close/>
                </a:path>
                <a:path w="192404" h="104139" extrusionOk="0">
                  <a:moveTo>
                    <a:pt x="9905" y="60959"/>
                  </a:moveTo>
                  <a:lnTo>
                    <a:pt x="9143" y="60959"/>
                  </a:lnTo>
                  <a:lnTo>
                    <a:pt x="9143" y="64007"/>
                  </a:lnTo>
                  <a:lnTo>
                    <a:pt x="9905" y="60959"/>
                  </a:lnTo>
                  <a:close/>
                </a:path>
                <a:path w="192404" h="104139" extrusionOk="0">
                  <a:moveTo>
                    <a:pt x="173736" y="57911"/>
                  </a:moveTo>
                  <a:lnTo>
                    <a:pt x="170687" y="60959"/>
                  </a:lnTo>
                  <a:lnTo>
                    <a:pt x="176783" y="64007"/>
                  </a:lnTo>
                  <a:lnTo>
                    <a:pt x="173736" y="57911"/>
                  </a:lnTo>
                  <a:close/>
                </a:path>
                <a:path w="192404" h="104139" extrusionOk="0">
                  <a:moveTo>
                    <a:pt x="183896" y="57911"/>
                  </a:moveTo>
                  <a:lnTo>
                    <a:pt x="173736" y="57911"/>
                  </a:lnTo>
                  <a:lnTo>
                    <a:pt x="176783" y="64007"/>
                  </a:lnTo>
                  <a:lnTo>
                    <a:pt x="179831" y="64007"/>
                  </a:lnTo>
                  <a:lnTo>
                    <a:pt x="183896" y="57911"/>
                  </a:lnTo>
                  <a:close/>
                </a:path>
                <a:path w="192404" h="104139" extrusionOk="0">
                  <a:moveTo>
                    <a:pt x="182879" y="42671"/>
                  </a:moveTo>
                  <a:lnTo>
                    <a:pt x="170687" y="60959"/>
                  </a:lnTo>
                  <a:lnTo>
                    <a:pt x="173736" y="57911"/>
                  </a:lnTo>
                  <a:lnTo>
                    <a:pt x="183896" y="57911"/>
                  </a:lnTo>
                  <a:lnTo>
                    <a:pt x="192024" y="45719"/>
                  </a:lnTo>
                  <a:lnTo>
                    <a:pt x="182879" y="45719"/>
                  </a:lnTo>
                  <a:lnTo>
                    <a:pt x="182879" y="42671"/>
                  </a:lnTo>
                  <a:close/>
                </a:path>
                <a:path w="192404" h="104139" extrusionOk="0">
                  <a:moveTo>
                    <a:pt x="18287" y="42671"/>
                  </a:moveTo>
                  <a:lnTo>
                    <a:pt x="15239" y="42671"/>
                  </a:lnTo>
                  <a:lnTo>
                    <a:pt x="15239" y="45719"/>
                  </a:lnTo>
                  <a:lnTo>
                    <a:pt x="18287" y="42671"/>
                  </a:lnTo>
                  <a:close/>
                </a:path>
                <a:path w="192404" h="104139" extrusionOk="0">
                  <a:moveTo>
                    <a:pt x="18287" y="42671"/>
                  </a:moveTo>
                  <a:lnTo>
                    <a:pt x="15239" y="45719"/>
                  </a:lnTo>
                  <a:lnTo>
                    <a:pt x="16255" y="45719"/>
                  </a:lnTo>
                  <a:lnTo>
                    <a:pt x="18287" y="42671"/>
                  </a:lnTo>
                  <a:close/>
                </a:path>
                <a:path w="192404" h="104139" extrusionOk="0">
                  <a:moveTo>
                    <a:pt x="182879" y="42671"/>
                  </a:moveTo>
                  <a:lnTo>
                    <a:pt x="182879" y="45719"/>
                  </a:lnTo>
                  <a:lnTo>
                    <a:pt x="185927" y="45719"/>
                  </a:lnTo>
                  <a:lnTo>
                    <a:pt x="182879" y="42671"/>
                  </a:lnTo>
                  <a:close/>
                </a:path>
                <a:path w="192404" h="104139" extrusionOk="0">
                  <a:moveTo>
                    <a:pt x="180267" y="28738"/>
                  </a:moveTo>
                  <a:lnTo>
                    <a:pt x="182879" y="36575"/>
                  </a:lnTo>
                  <a:lnTo>
                    <a:pt x="182879" y="42671"/>
                  </a:lnTo>
                  <a:lnTo>
                    <a:pt x="185927" y="45719"/>
                  </a:lnTo>
                  <a:lnTo>
                    <a:pt x="192024" y="45719"/>
                  </a:lnTo>
                  <a:lnTo>
                    <a:pt x="192024" y="33527"/>
                  </a:lnTo>
                  <a:lnTo>
                    <a:pt x="191008" y="30479"/>
                  </a:lnTo>
                  <a:lnTo>
                    <a:pt x="182879" y="30479"/>
                  </a:lnTo>
                  <a:lnTo>
                    <a:pt x="180267" y="28738"/>
                  </a:lnTo>
                  <a:close/>
                </a:path>
                <a:path w="192404" h="104139" extrusionOk="0">
                  <a:moveTo>
                    <a:pt x="182879" y="27431"/>
                  </a:moveTo>
                  <a:lnTo>
                    <a:pt x="179831" y="27431"/>
                  </a:lnTo>
                  <a:lnTo>
                    <a:pt x="180267" y="28738"/>
                  </a:lnTo>
                  <a:lnTo>
                    <a:pt x="182879" y="30479"/>
                  </a:lnTo>
                  <a:lnTo>
                    <a:pt x="182879" y="27431"/>
                  </a:lnTo>
                  <a:close/>
                </a:path>
                <a:path w="192404" h="104139" extrusionOk="0">
                  <a:moveTo>
                    <a:pt x="189991" y="27431"/>
                  </a:moveTo>
                  <a:lnTo>
                    <a:pt x="182879" y="27431"/>
                  </a:lnTo>
                  <a:lnTo>
                    <a:pt x="182879" y="30479"/>
                  </a:lnTo>
                  <a:lnTo>
                    <a:pt x="191008" y="30479"/>
                  </a:lnTo>
                  <a:lnTo>
                    <a:pt x="189991" y="27431"/>
                  </a:lnTo>
                  <a:close/>
                </a:path>
                <a:path w="192404" h="104139" extrusionOk="0">
                  <a:moveTo>
                    <a:pt x="160782" y="6095"/>
                  </a:moveTo>
                  <a:lnTo>
                    <a:pt x="121919" y="6095"/>
                  </a:lnTo>
                  <a:lnTo>
                    <a:pt x="124967" y="9143"/>
                  </a:lnTo>
                  <a:lnTo>
                    <a:pt x="123305" y="9282"/>
                  </a:lnTo>
                  <a:lnTo>
                    <a:pt x="152400" y="12191"/>
                  </a:lnTo>
                  <a:lnTo>
                    <a:pt x="173736" y="24383"/>
                  </a:lnTo>
                  <a:lnTo>
                    <a:pt x="180267" y="28738"/>
                  </a:lnTo>
                  <a:lnTo>
                    <a:pt x="179831" y="27431"/>
                  </a:lnTo>
                  <a:lnTo>
                    <a:pt x="189991" y="27431"/>
                  </a:lnTo>
                  <a:lnTo>
                    <a:pt x="188975" y="24383"/>
                  </a:lnTo>
                  <a:lnTo>
                    <a:pt x="185927" y="21335"/>
                  </a:lnTo>
                  <a:lnTo>
                    <a:pt x="176783" y="15239"/>
                  </a:lnTo>
                  <a:lnTo>
                    <a:pt x="160782" y="6095"/>
                  </a:lnTo>
                  <a:close/>
                </a:path>
                <a:path w="192404" h="104139" extrusionOk="0">
                  <a:moveTo>
                    <a:pt x="124967" y="0"/>
                  </a:moveTo>
                  <a:lnTo>
                    <a:pt x="121919" y="0"/>
                  </a:lnTo>
                  <a:lnTo>
                    <a:pt x="85343" y="3047"/>
                  </a:lnTo>
                  <a:lnTo>
                    <a:pt x="82295" y="6095"/>
                  </a:lnTo>
                  <a:lnTo>
                    <a:pt x="82295" y="9143"/>
                  </a:lnTo>
                  <a:lnTo>
                    <a:pt x="85343" y="12191"/>
                  </a:lnTo>
                  <a:lnTo>
                    <a:pt x="88391" y="12191"/>
                  </a:lnTo>
                  <a:lnTo>
                    <a:pt x="91439" y="9143"/>
                  </a:lnTo>
                  <a:lnTo>
                    <a:pt x="91439" y="6095"/>
                  </a:lnTo>
                  <a:lnTo>
                    <a:pt x="88391" y="3047"/>
                  </a:lnTo>
                  <a:lnTo>
                    <a:pt x="155448" y="3047"/>
                  </a:lnTo>
                  <a:lnTo>
                    <a:pt x="124967" y="0"/>
                  </a:lnTo>
                  <a:close/>
                </a:path>
                <a:path w="192404" h="104139" extrusionOk="0">
                  <a:moveTo>
                    <a:pt x="155448" y="3047"/>
                  </a:moveTo>
                  <a:lnTo>
                    <a:pt x="88391" y="3047"/>
                  </a:lnTo>
                  <a:lnTo>
                    <a:pt x="91439" y="6095"/>
                  </a:lnTo>
                  <a:lnTo>
                    <a:pt x="91439" y="9143"/>
                  </a:lnTo>
                  <a:lnTo>
                    <a:pt x="88391" y="12191"/>
                  </a:lnTo>
                  <a:lnTo>
                    <a:pt x="123305" y="9282"/>
                  </a:lnTo>
                  <a:lnTo>
                    <a:pt x="121919" y="9143"/>
                  </a:lnTo>
                  <a:lnTo>
                    <a:pt x="121919" y="6095"/>
                  </a:lnTo>
                  <a:lnTo>
                    <a:pt x="160782" y="6095"/>
                  </a:lnTo>
                  <a:lnTo>
                    <a:pt x="155448" y="3047"/>
                  </a:lnTo>
                  <a:close/>
                </a:path>
                <a:path w="192404" h="104139" extrusionOk="0">
                  <a:moveTo>
                    <a:pt x="121919" y="6095"/>
                  </a:moveTo>
                  <a:lnTo>
                    <a:pt x="121919" y="9143"/>
                  </a:lnTo>
                  <a:lnTo>
                    <a:pt x="123305" y="9282"/>
                  </a:lnTo>
                  <a:lnTo>
                    <a:pt x="124967" y="9143"/>
                  </a:lnTo>
                  <a:lnTo>
                    <a:pt x="121919"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18" name="Google Shape;1618;g2ff6f630c79_0_1181"/>
            <p:cNvPicPr preferRelativeResize="0"/>
            <p:nvPr/>
          </p:nvPicPr>
          <p:blipFill rotWithShape="1">
            <a:blip r:embed="rId4">
              <a:alphaModFix/>
            </a:blip>
            <a:srcRect/>
            <a:stretch/>
          </p:blipFill>
          <p:spPr>
            <a:xfrm>
              <a:off x="5943600" y="4696967"/>
              <a:ext cx="182879" cy="91439"/>
            </a:xfrm>
            <a:prstGeom prst="rect">
              <a:avLst/>
            </a:prstGeom>
            <a:noFill/>
            <a:ln>
              <a:noFill/>
            </a:ln>
          </p:spPr>
        </p:pic>
        <p:sp>
          <p:nvSpPr>
            <p:cNvPr id="1619" name="Google Shape;1619;g2ff6f630c79_0_1181"/>
            <p:cNvSpPr/>
            <p:nvPr/>
          </p:nvSpPr>
          <p:spPr>
            <a:xfrm>
              <a:off x="5937503" y="4687823"/>
              <a:ext cx="189229" cy="104139"/>
            </a:xfrm>
            <a:custGeom>
              <a:avLst/>
              <a:gdLst/>
              <a:ahLst/>
              <a:cxnLst/>
              <a:rect l="l" t="t" r="r" b="b"/>
              <a:pathLst>
                <a:path w="189229" h="104139" extrusionOk="0">
                  <a:moveTo>
                    <a:pt x="85344" y="3048"/>
                  </a:moveTo>
                  <a:lnTo>
                    <a:pt x="21336" y="27431"/>
                  </a:lnTo>
                  <a:lnTo>
                    <a:pt x="0" y="57912"/>
                  </a:lnTo>
                  <a:lnTo>
                    <a:pt x="0" y="70103"/>
                  </a:lnTo>
                  <a:lnTo>
                    <a:pt x="33528" y="100583"/>
                  </a:lnTo>
                  <a:lnTo>
                    <a:pt x="64008" y="103631"/>
                  </a:lnTo>
                  <a:lnTo>
                    <a:pt x="67056" y="103631"/>
                  </a:lnTo>
                  <a:lnTo>
                    <a:pt x="103632" y="100583"/>
                  </a:lnTo>
                  <a:lnTo>
                    <a:pt x="67056" y="100583"/>
                  </a:lnTo>
                  <a:lnTo>
                    <a:pt x="64008" y="94487"/>
                  </a:lnTo>
                  <a:lnTo>
                    <a:pt x="65670" y="94349"/>
                  </a:lnTo>
                  <a:lnTo>
                    <a:pt x="36575" y="91439"/>
                  </a:lnTo>
                  <a:lnTo>
                    <a:pt x="24384" y="85343"/>
                  </a:lnTo>
                  <a:lnTo>
                    <a:pt x="15240" y="85343"/>
                  </a:lnTo>
                  <a:lnTo>
                    <a:pt x="15240" y="79248"/>
                  </a:lnTo>
                  <a:lnTo>
                    <a:pt x="12192" y="76200"/>
                  </a:lnTo>
                  <a:lnTo>
                    <a:pt x="9144" y="67056"/>
                  </a:lnTo>
                  <a:lnTo>
                    <a:pt x="9144" y="60960"/>
                  </a:lnTo>
                  <a:lnTo>
                    <a:pt x="3048" y="57912"/>
                  </a:lnTo>
                  <a:lnTo>
                    <a:pt x="10160" y="57912"/>
                  </a:lnTo>
                  <a:lnTo>
                    <a:pt x="12192" y="51815"/>
                  </a:lnTo>
                  <a:lnTo>
                    <a:pt x="16256" y="45719"/>
                  </a:lnTo>
                  <a:lnTo>
                    <a:pt x="15240" y="45719"/>
                  </a:lnTo>
                  <a:lnTo>
                    <a:pt x="15240" y="39624"/>
                  </a:lnTo>
                  <a:lnTo>
                    <a:pt x="21336" y="39624"/>
                  </a:lnTo>
                  <a:lnTo>
                    <a:pt x="24384" y="36575"/>
                  </a:lnTo>
                  <a:lnTo>
                    <a:pt x="51816" y="21336"/>
                  </a:lnTo>
                  <a:lnTo>
                    <a:pt x="88392" y="12192"/>
                  </a:lnTo>
                  <a:lnTo>
                    <a:pt x="85344" y="12192"/>
                  </a:lnTo>
                  <a:lnTo>
                    <a:pt x="82296" y="9143"/>
                  </a:lnTo>
                  <a:lnTo>
                    <a:pt x="82296" y="6095"/>
                  </a:lnTo>
                  <a:lnTo>
                    <a:pt x="85344" y="3048"/>
                  </a:lnTo>
                  <a:close/>
                </a:path>
                <a:path w="189229" h="104139" extrusionOk="0">
                  <a:moveTo>
                    <a:pt x="65670" y="94349"/>
                  </a:moveTo>
                  <a:lnTo>
                    <a:pt x="64008" y="94487"/>
                  </a:lnTo>
                  <a:lnTo>
                    <a:pt x="67056" y="100583"/>
                  </a:lnTo>
                  <a:lnTo>
                    <a:pt x="67056" y="94487"/>
                  </a:lnTo>
                  <a:lnTo>
                    <a:pt x="65670" y="94349"/>
                  </a:lnTo>
                  <a:close/>
                </a:path>
                <a:path w="189229" h="104139" extrusionOk="0">
                  <a:moveTo>
                    <a:pt x="170688" y="60960"/>
                  </a:moveTo>
                  <a:lnTo>
                    <a:pt x="164592" y="67056"/>
                  </a:lnTo>
                  <a:lnTo>
                    <a:pt x="137160" y="82295"/>
                  </a:lnTo>
                  <a:lnTo>
                    <a:pt x="100584" y="91439"/>
                  </a:lnTo>
                  <a:lnTo>
                    <a:pt x="65670" y="94349"/>
                  </a:lnTo>
                  <a:lnTo>
                    <a:pt x="67056" y="94487"/>
                  </a:lnTo>
                  <a:lnTo>
                    <a:pt x="67056" y="100583"/>
                  </a:lnTo>
                  <a:lnTo>
                    <a:pt x="103632" y="100583"/>
                  </a:lnTo>
                  <a:lnTo>
                    <a:pt x="140208" y="91439"/>
                  </a:lnTo>
                  <a:lnTo>
                    <a:pt x="167640" y="76200"/>
                  </a:lnTo>
                  <a:lnTo>
                    <a:pt x="179832" y="64007"/>
                  </a:lnTo>
                  <a:lnTo>
                    <a:pt x="173736" y="64007"/>
                  </a:lnTo>
                  <a:lnTo>
                    <a:pt x="170688" y="60960"/>
                  </a:lnTo>
                  <a:close/>
                </a:path>
                <a:path w="189229" h="104139" extrusionOk="0">
                  <a:moveTo>
                    <a:pt x="15239" y="79248"/>
                  </a:moveTo>
                  <a:lnTo>
                    <a:pt x="15240" y="85343"/>
                  </a:lnTo>
                  <a:lnTo>
                    <a:pt x="18287" y="82295"/>
                  </a:lnTo>
                  <a:lnTo>
                    <a:pt x="15239" y="79248"/>
                  </a:lnTo>
                  <a:close/>
                </a:path>
                <a:path w="189229" h="104139" extrusionOk="0">
                  <a:moveTo>
                    <a:pt x="15240" y="79248"/>
                  </a:moveTo>
                  <a:lnTo>
                    <a:pt x="18287" y="82295"/>
                  </a:lnTo>
                  <a:lnTo>
                    <a:pt x="15240" y="85343"/>
                  </a:lnTo>
                  <a:lnTo>
                    <a:pt x="24384" y="85343"/>
                  </a:lnTo>
                  <a:lnTo>
                    <a:pt x="15240" y="79248"/>
                  </a:lnTo>
                  <a:close/>
                </a:path>
                <a:path w="189229" h="104139" extrusionOk="0">
                  <a:moveTo>
                    <a:pt x="173736" y="57912"/>
                  </a:moveTo>
                  <a:lnTo>
                    <a:pt x="170688" y="60960"/>
                  </a:lnTo>
                  <a:lnTo>
                    <a:pt x="173736" y="64007"/>
                  </a:lnTo>
                  <a:lnTo>
                    <a:pt x="173736" y="57912"/>
                  </a:lnTo>
                  <a:close/>
                </a:path>
                <a:path w="189229" h="104139" extrusionOk="0">
                  <a:moveTo>
                    <a:pt x="183896" y="57912"/>
                  </a:moveTo>
                  <a:lnTo>
                    <a:pt x="173736" y="57912"/>
                  </a:lnTo>
                  <a:lnTo>
                    <a:pt x="173736" y="64007"/>
                  </a:lnTo>
                  <a:lnTo>
                    <a:pt x="179832" y="64007"/>
                  </a:lnTo>
                  <a:lnTo>
                    <a:pt x="183896" y="57912"/>
                  </a:lnTo>
                  <a:close/>
                </a:path>
                <a:path w="189229" h="104139" extrusionOk="0">
                  <a:moveTo>
                    <a:pt x="9144" y="57912"/>
                  </a:moveTo>
                  <a:lnTo>
                    <a:pt x="3048" y="57912"/>
                  </a:lnTo>
                  <a:lnTo>
                    <a:pt x="9144" y="60960"/>
                  </a:lnTo>
                  <a:lnTo>
                    <a:pt x="9144" y="57912"/>
                  </a:lnTo>
                  <a:close/>
                </a:path>
                <a:path w="189229" h="104139" extrusionOk="0">
                  <a:moveTo>
                    <a:pt x="10160" y="57912"/>
                  </a:moveTo>
                  <a:lnTo>
                    <a:pt x="9144" y="57912"/>
                  </a:lnTo>
                  <a:lnTo>
                    <a:pt x="9144" y="60960"/>
                  </a:lnTo>
                  <a:lnTo>
                    <a:pt x="10160" y="57912"/>
                  </a:lnTo>
                  <a:close/>
                </a:path>
                <a:path w="189229" h="104139" extrusionOk="0">
                  <a:moveTo>
                    <a:pt x="179832" y="42672"/>
                  </a:moveTo>
                  <a:lnTo>
                    <a:pt x="176784" y="51815"/>
                  </a:lnTo>
                  <a:lnTo>
                    <a:pt x="170687" y="60960"/>
                  </a:lnTo>
                  <a:lnTo>
                    <a:pt x="173736" y="57912"/>
                  </a:lnTo>
                  <a:lnTo>
                    <a:pt x="183896" y="57912"/>
                  </a:lnTo>
                  <a:lnTo>
                    <a:pt x="185928" y="54863"/>
                  </a:lnTo>
                  <a:lnTo>
                    <a:pt x="188975" y="45719"/>
                  </a:lnTo>
                  <a:lnTo>
                    <a:pt x="179832" y="45719"/>
                  </a:lnTo>
                  <a:lnTo>
                    <a:pt x="179832" y="42672"/>
                  </a:lnTo>
                  <a:close/>
                </a:path>
                <a:path w="189229" h="104139" extrusionOk="0">
                  <a:moveTo>
                    <a:pt x="15240" y="39624"/>
                  </a:moveTo>
                  <a:lnTo>
                    <a:pt x="15240" y="45719"/>
                  </a:lnTo>
                  <a:lnTo>
                    <a:pt x="18287" y="42672"/>
                  </a:lnTo>
                  <a:lnTo>
                    <a:pt x="15240" y="39624"/>
                  </a:lnTo>
                  <a:close/>
                </a:path>
                <a:path w="189229" h="104139" extrusionOk="0">
                  <a:moveTo>
                    <a:pt x="18288" y="42672"/>
                  </a:moveTo>
                  <a:lnTo>
                    <a:pt x="15240" y="45719"/>
                  </a:lnTo>
                  <a:lnTo>
                    <a:pt x="16256" y="45719"/>
                  </a:lnTo>
                  <a:lnTo>
                    <a:pt x="18288" y="42672"/>
                  </a:lnTo>
                  <a:close/>
                </a:path>
                <a:path w="189229" h="104139" extrusionOk="0">
                  <a:moveTo>
                    <a:pt x="179832" y="42672"/>
                  </a:moveTo>
                  <a:lnTo>
                    <a:pt x="179832" y="45719"/>
                  </a:lnTo>
                  <a:lnTo>
                    <a:pt x="185928" y="45719"/>
                  </a:lnTo>
                  <a:lnTo>
                    <a:pt x="179832" y="42672"/>
                  </a:lnTo>
                  <a:close/>
                </a:path>
                <a:path w="189229" h="104139" extrusionOk="0">
                  <a:moveTo>
                    <a:pt x="179832" y="18287"/>
                  </a:moveTo>
                  <a:lnTo>
                    <a:pt x="173736" y="18287"/>
                  </a:lnTo>
                  <a:lnTo>
                    <a:pt x="173736" y="24384"/>
                  </a:lnTo>
                  <a:lnTo>
                    <a:pt x="176784" y="27431"/>
                  </a:lnTo>
                  <a:lnTo>
                    <a:pt x="179832" y="36575"/>
                  </a:lnTo>
                  <a:lnTo>
                    <a:pt x="179832" y="42672"/>
                  </a:lnTo>
                  <a:lnTo>
                    <a:pt x="185928" y="45719"/>
                  </a:lnTo>
                  <a:lnTo>
                    <a:pt x="188975" y="45719"/>
                  </a:lnTo>
                  <a:lnTo>
                    <a:pt x="188975" y="33527"/>
                  </a:lnTo>
                  <a:lnTo>
                    <a:pt x="185928" y="24384"/>
                  </a:lnTo>
                  <a:lnTo>
                    <a:pt x="179832" y="18287"/>
                  </a:lnTo>
                  <a:close/>
                </a:path>
                <a:path w="189229" h="104139" extrusionOk="0">
                  <a:moveTo>
                    <a:pt x="21336" y="39624"/>
                  </a:moveTo>
                  <a:lnTo>
                    <a:pt x="15240" y="39624"/>
                  </a:lnTo>
                  <a:lnTo>
                    <a:pt x="18288" y="42672"/>
                  </a:lnTo>
                  <a:lnTo>
                    <a:pt x="21336" y="39624"/>
                  </a:lnTo>
                  <a:close/>
                </a:path>
                <a:path w="189229" h="104139" extrusionOk="0">
                  <a:moveTo>
                    <a:pt x="161543" y="6095"/>
                  </a:moveTo>
                  <a:lnTo>
                    <a:pt x="121920" y="6095"/>
                  </a:lnTo>
                  <a:lnTo>
                    <a:pt x="124968" y="9143"/>
                  </a:lnTo>
                  <a:lnTo>
                    <a:pt x="123305" y="9282"/>
                  </a:lnTo>
                  <a:lnTo>
                    <a:pt x="152400" y="12192"/>
                  </a:lnTo>
                  <a:lnTo>
                    <a:pt x="164592" y="18287"/>
                  </a:lnTo>
                  <a:lnTo>
                    <a:pt x="173736" y="24384"/>
                  </a:lnTo>
                  <a:lnTo>
                    <a:pt x="170687" y="21336"/>
                  </a:lnTo>
                  <a:lnTo>
                    <a:pt x="173736" y="18287"/>
                  </a:lnTo>
                  <a:lnTo>
                    <a:pt x="179832" y="18287"/>
                  </a:lnTo>
                  <a:lnTo>
                    <a:pt x="176784" y="15239"/>
                  </a:lnTo>
                  <a:lnTo>
                    <a:pt x="167640" y="9143"/>
                  </a:lnTo>
                  <a:lnTo>
                    <a:pt x="161543" y="6095"/>
                  </a:lnTo>
                  <a:close/>
                </a:path>
                <a:path w="189229" h="104139" extrusionOk="0">
                  <a:moveTo>
                    <a:pt x="173736" y="18287"/>
                  </a:moveTo>
                  <a:lnTo>
                    <a:pt x="170687" y="21336"/>
                  </a:lnTo>
                  <a:lnTo>
                    <a:pt x="173736" y="24384"/>
                  </a:lnTo>
                  <a:lnTo>
                    <a:pt x="173736" y="18287"/>
                  </a:lnTo>
                  <a:close/>
                </a:path>
                <a:path w="189229" h="104139" extrusionOk="0">
                  <a:moveTo>
                    <a:pt x="124968" y="0"/>
                  </a:moveTo>
                  <a:lnTo>
                    <a:pt x="121920" y="0"/>
                  </a:lnTo>
                  <a:lnTo>
                    <a:pt x="85344" y="3048"/>
                  </a:lnTo>
                  <a:lnTo>
                    <a:pt x="82296" y="6095"/>
                  </a:lnTo>
                  <a:lnTo>
                    <a:pt x="82296" y="9143"/>
                  </a:lnTo>
                  <a:lnTo>
                    <a:pt x="85344" y="12192"/>
                  </a:lnTo>
                  <a:lnTo>
                    <a:pt x="88392" y="12192"/>
                  </a:lnTo>
                  <a:lnTo>
                    <a:pt x="91440" y="9143"/>
                  </a:lnTo>
                  <a:lnTo>
                    <a:pt x="91440" y="6095"/>
                  </a:lnTo>
                  <a:lnTo>
                    <a:pt x="88392" y="3048"/>
                  </a:lnTo>
                  <a:lnTo>
                    <a:pt x="155448" y="3048"/>
                  </a:lnTo>
                  <a:lnTo>
                    <a:pt x="124968" y="0"/>
                  </a:lnTo>
                  <a:close/>
                </a:path>
                <a:path w="189229" h="104139" extrusionOk="0">
                  <a:moveTo>
                    <a:pt x="155448" y="3048"/>
                  </a:moveTo>
                  <a:lnTo>
                    <a:pt x="88392" y="3048"/>
                  </a:lnTo>
                  <a:lnTo>
                    <a:pt x="91440" y="6095"/>
                  </a:lnTo>
                  <a:lnTo>
                    <a:pt x="91440" y="9143"/>
                  </a:lnTo>
                  <a:lnTo>
                    <a:pt x="88392" y="12192"/>
                  </a:lnTo>
                  <a:lnTo>
                    <a:pt x="123305" y="9282"/>
                  </a:lnTo>
                  <a:lnTo>
                    <a:pt x="121920" y="9143"/>
                  </a:lnTo>
                  <a:lnTo>
                    <a:pt x="121920" y="6095"/>
                  </a:lnTo>
                  <a:lnTo>
                    <a:pt x="161543" y="6095"/>
                  </a:lnTo>
                  <a:lnTo>
                    <a:pt x="155448" y="3048"/>
                  </a:lnTo>
                  <a:close/>
                </a:path>
                <a:path w="189229" h="10413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20" name="Google Shape;1620;g2ff6f630c79_0_1181"/>
            <p:cNvPicPr preferRelativeResize="0"/>
            <p:nvPr/>
          </p:nvPicPr>
          <p:blipFill rotWithShape="1">
            <a:blip r:embed="rId5">
              <a:alphaModFix/>
            </a:blip>
            <a:srcRect/>
            <a:stretch/>
          </p:blipFill>
          <p:spPr>
            <a:xfrm>
              <a:off x="6156959" y="4632959"/>
              <a:ext cx="185927" cy="94487"/>
            </a:xfrm>
            <a:prstGeom prst="rect">
              <a:avLst/>
            </a:prstGeom>
            <a:noFill/>
            <a:ln>
              <a:noFill/>
            </a:ln>
          </p:spPr>
        </p:pic>
        <p:sp>
          <p:nvSpPr>
            <p:cNvPr id="1621" name="Google Shape;1621;g2ff6f630c79_0_1181"/>
            <p:cNvSpPr/>
            <p:nvPr/>
          </p:nvSpPr>
          <p:spPr>
            <a:xfrm>
              <a:off x="6150863" y="4623815"/>
              <a:ext cx="192404" cy="104139"/>
            </a:xfrm>
            <a:custGeom>
              <a:avLst/>
              <a:gdLst/>
              <a:ahLst/>
              <a:cxnLst/>
              <a:rect l="l" t="t" r="r" b="b"/>
              <a:pathLst>
                <a:path w="192404" h="104139" extrusionOk="0">
                  <a:moveTo>
                    <a:pt x="85344" y="3047"/>
                  </a:moveTo>
                  <a:lnTo>
                    <a:pt x="24384" y="27431"/>
                  </a:lnTo>
                  <a:lnTo>
                    <a:pt x="0" y="60959"/>
                  </a:lnTo>
                  <a:lnTo>
                    <a:pt x="0" y="73151"/>
                  </a:lnTo>
                  <a:lnTo>
                    <a:pt x="36575" y="100583"/>
                  </a:lnTo>
                  <a:lnTo>
                    <a:pt x="67056" y="103631"/>
                  </a:lnTo>
                  <a:lnTo>
                    <a:pt x="70103" y="103631"/>
                  </a:lnTo>
                  <a:lnTo>
                    <a:pt x="106680" y="100583"/>
                  </a:lnTo>
                  <a:lnTo>
                    <a:pt x="70103" y="100583"/>
                  </a:lnTo>
                  <a:lnTo>
                    <a:pt x="67056" y="94487"/>
                  </a:lnTo>
                  <a:lnTo>
                    <a:pt x="68718" y="94349"/>
                  </a:lnTo>
                  <a:lnTo>
                    <a:pt x="39624" y="91439"/>
                  </a:lnTo>
                  <a:lnTo>
                    <a:pt x="18287" y="82295"/>
                  </a:lnTo>
                  <a:lnTo>
                    <a:pt x="13715" y="79247"/>
                  </a:lnTo>
                  <a:lnTo>
                    <a:pt x="9144" y="79247"/>
                  </a:lnTo>
                  <a:lnTo>
                    <a:pt x="9144" y="76199"/>
                  </a:lnTo>
                  <a:lnTo>
                    <a:pt x="11175" y="76199"/>
                  </a:lnTo>
                  <a:lnTo>
                    <a:pt x="9144" y="70103"/>
                  </a:lnTo>
                  <a:lnTo>
                    <a:pt x="9144" y="64007"/>
                  </a:lnTo>
                  <a:lnTo>
                    <a:pt x="6096" y="60959"/>
                  </a:lnTo>
                  <a:lnTo>
                    <a:pt x="10668" y="60959"/>
                  </a:lnTo>
                  <a:lnTo>
                    <a:pt x="15239" y="51815"/>
                  </a:lnTo>
                  <a:lnTo>
                    <a:pt x="19303" y="45719"/>
                  </a:lnTo>
                  <a:lnTo>
                    <a:pt x="18287" y="45719"/>
                  </a:lnTo>
                  <a:lnTo>
                    <a:pt x="15239" y="42671"/>
                  </a:lnTo>
                  <a:lnTo>
                    <a:pt x="21336" y="42671"/>
                  </a:lnTo>
                  <a:lnTo>
                    <a:pt x="27432" y="36575"/>
                  </a:lnTo>
                  <a:lnTo>
                    <a:pt x="54863" y="21335"/>
                  </a:lnTo>
                  <a:lnTo>
                    <a:pt x="88391" y="12191"/>
                  </a:lnTo>
                  <a:lnTo>
                    <a:pt x="85344" y="12191"/>
                  </a:lnTo>
                  <a:lnTo>
                    <a:pt x="82296" y="9143"/>
                  </a:lnTo>
                  <a:lnTo>
                    <a:pt x="82296" y="6095"/>
                  </a:lnTo>
                  <a:lnTo>
                    <a:pt x="85344" y="3047"/>
                  </a:lnTo>
                  <a:close/>
                </a:path>
                <a:path w="192404" h="104139" extrusionOk="0">
                  <a:moveTo>
                    <a:pt x="68718" y="94349"/>
                  </a:moveTo>
                  <a:lnTo>
                    <a:pt x="67056" y="94487"/>
                  </a:lnTo>
                  <a:lnTo>
                    <a:pt x="70103" y="100583"/>
                  </a:lnTo>
                  <a:lnTo>
                    <a:pt x="70103" y="94487"/>
                  </a:lnTo>
                  <a:lnTo>
                    <a:pt x="68718" y="94349"/>
                  </a:lnTo>
                  <a:close/>
                </a:path>
                <a:path w="192404" h="104139" extrusionOk="0">
                  <a:moveTo>
                    <a:pt x="173736" y="60959"/>
                  </a:moveTo>
                  <a:lnTo>
                    <a:pt x="167639" y="67055"/>
                  </a:lnTo>
                  <a:lnTo>
                    <a:pt x="140208" y="82295"/>
                  </a:lnTo>
                  <a:lnTo>
                    <a:pt x="103632" y="91439"/>
                  </a:lnTo>
                  <a:lnTo>
                    <a:pt x="68718" y="94349"/>
                  </a:lnTo>
                  <a:lnTo>
                    <a:pt x="70103" y="94487"/>
                  </a:lnTo>
                  <a:lnTo>
                    <a:pt x="70103" y="100583"/>
                  </a:lnTo>
                  <a:lnTo>
                    <a:pt x="106680" y="100583"/>
                  </a:lnTo>
                  <a:lnTo>
                    <a:pt x="143256" y="91439"/>
                  </a:lnTo>
                  <a:lnTo>
                    <a:pt x="170687" y="76199"/>
                  </a:lnTo>
                  <a:lnTo>
                    <a:pt x="182880" y="64007"/>
                  </a:lnTo>
                  <a:lnTo>
                    <a:pt x="176784" y="64007"/>
                  </a:lnTo>
                  <a:lnTo>
                    <a:pt x="173736" y="60959"/>
                  </a:lnTo>
                  <a:close/>
                </a:path>
                <a:path w="192404" h="104139" extrusionOk="0">
                  <a:moveTo>
                    <a:pt x="9144" y="76199"/>
                  </a:moveTo>
                  <a:lnTo>
                    <a:pt x="9144" y="79247"/>
                  </a:lnTo>
                  <a:lnTo>
                    <a:pt x="12191" y="79247"/>
                  </a:lnTo>
                  <a:lnTo>
                    <a:pt x="11756" y="77941"/>
                  </a:lnTo>
                  <a:lnTo>
                    <a:pt x="9144" y="76199"/>
                  </a:lnTo>
                  <a:close/>
                </a:path>
                <a:path w="192404" h="104139" extrusionOk="0">
                  <a:moveTo>
                    <a:pt x="11756" y="77941"/>
                  </a:moveTo>
                  <a:lnTo>
                    <a:pt x="12191" y="79247"/>
                  </a:lnTo>
                  <a:lnTo>
                    <a:pt x="13715" y="79247"/>
                  </a:lnTo>
                  <a:lnTo>
                    <a:pt x="11756" y="77941"/>
                  </a:lnTo>
                  <a:close/>
                </a:path>
                <a:path w="192404" h="104139" extrusionOk="0">
                  <a:moveTo>
                    <a:pt x="11175" y="76199"/>
                  </a:moveTo>
                  <a:lnTo>
                    <a:pt x="9144" y="76199"/>
                  </a:lnTo>
                  <a:lnTo>
                    <a:pt x="11756" y="77941"/>
                  </a:lnTo>
                  <a:lnTo>
                    <a:pt x="11175" y="76199"/>
                  </a:lnTo>
                  <a:close/>
                </a:path>
                <a:path w="192404" h="104139" extrusionOk="0">
                  <a:moveTo>
                    <a:pt x="9144" y="60959"/>
                  </a:moveTo>
                  <a:lnTo>
                    <a:pt x="6096" y="60959"/>
                  </a:lnTo>
                  <a:lnTo>
                    <a:pt x="9144" y="64007"/>
                  </a:lnTo>
                  <a:lnTo>
                    <a:pt x="9144" y="60959"/>
                  </a:lnTo>
                  <a:close/>
                </a:path>
                <a:path w="192404" h="104139" extrusionOk="0">
                  <a:moveTo>
                    <a:pt x="10668" y="60959"/>
                  </a:moveTo>
                  <a:lnTo>
                    <a:pt x="9144" y="60959"/>
                  </a:lnTo>
                  <a:lnTo>
                    <a:pt x="9144" y="64007"/>
                  </a:lnTo>
                  <a:lnTo>
                    <a:pt x="10668" y="60959"/>
                  </a:lnTo>
                  <a:close/>
                </a:path>
                <a:path w="192404" h="104139" extrusionOk="0">
                  <a:moveTo>
                    <a:pt x="176784" y="57911"/>
                  </a:moveTo>
                  <a:lnTo>
                    <a:pt x="173736" y="60959"/>
                  </a:lnTo>
                  <a:lnTo>
                    <a:pt x="176784" y="64007"/>
                  </a:lnTo>
                  <a:lnTo>
                    <a:pt x="176784" y="57911"/>
                  </a:lnTo>
                  <a:close/>
                </a:path>
                <a:path w="192404" h="104139" extrusionOk="0">
                  <a:moveTo>
                    <a:pt x="186944" y="57911"/>
                  </a:moveTo>
                  <a:lnTo>
                    <a:pt x="176784" y="57911"/>
                  </a:lnTo>
                  <a:lnTo>
                    <a:pt x="176784" y="64007"/>
                  </a:lnTo>
                  <a:lnTo>
                    <a:pt x="182880" y="64007"/>
                  </a:lnTo>
                  <a:lnTo>
                    <a:pt x="186944" y="57911"/>
                  </a:lnTo>
                  <a:close/>
                </a:path>
                <a:path w="192404" h="104139" extrusionOk="0">
                  <a:moveTo>
                    <a:pt x="182880" y="42671"/>
                  </a:moveTo>
                  <a:lnTo>
                    <a:pt x="179832" y="51815"/>
                  </a:lnTo>
                  <a:lnTo>
                    <a:pt x="173736" y="60959"/>
                  </a:lnTo>
                  <a:lnTo>
                    <a:pt x="176784" y="57911"/>
                  </a:lnTo>
                  <a:lnTo>
                    <a:pt x="186944" y="57911"/>
                  </a:lnTo>
                  <a:lnTo>
                    <a:pt x="188975" y="54863"/>
                  </a:lnTo>
                  <a:lnTo>
                    <a:pt x="192024" y="45719"/>
                  </a:lnTo>
                  <a:lnTo>
                    <a:pt x="182880" y="45719"/>
                  </a:lnTo>
                  <a:lnTo>
                    <a:pt x="182880" y="42671"/>
                  </a:lnTo>
                  <a:close/>
                </a:path>
                <a:path w="192404" h="104139" extrusionOk="0">
                  <a:moveTo>
                    <a:pt x="21336" y="42671"/>
                  </a:moveTo>
                  <a:lnTo>
                    <a:pt x="15239" y="42671"/>
                  </a:lnTo>
                  <a:lnTo>
                    <a:pt x="18287" y="45719"/>
                  </a:lnTo>
                  <a:lnTo>
                    <a:pt x="21336" y="42671"/>
                  </a:lnTo>
                  <a:close/>
                </a:path>
                <a:path w="192404" h="104139" extrusionOk="0">
                  <a:moveTo>
                    <a:pt x="21336" y="42671"/>
                  </a:moveTo>
                  <a:lnTo>
                    <a:pt x="18287" y="45719"/>
                  </a:lnTo>
                  <a:lnTo>
                    <a:pt x="19303" y="45719"/>
                  </a:lnTo>
                  <a:lnTo>
                    <a:pt x="21336" y="42671"/>
                  </a:lnTo>
                  <a:close/>
                </a:path>
                <a:path w="192404" h="104139" extrusionOk="0">
                  <a:moveTo>
                    <a:pt x="182880" y="42671"/>
                  </a:moveTo>
                  <a:lnTo>
                    <a:pt x="182880" y="45719"/>
                  </a:lnTo>
                  <a:lnTo>
                    <a:pt x="188975" y="45719"/>
                  </a:lnTo>
                  <a:lnTo>
                    <a:pt x="182880" y="42671"/>
                  </a:lnTo>
                  <a:close/>
                </a:path>
                <a:path w="192404" h="104139" extrusionOk="0">
                  <a:moveTo>
                    <a:pt x="182880" y="18287"/>
                  </a:moveTo>
                  <a:lnTo>
                    <a:pt x="176784" y="18287"/>
                  </a:lnTo>
                  <a:lnTo>
                    <a:pt x="176784" y="24383"/>
                  </a:lnTo>
                  <a:lnTo>
                    <a:pt x="179832" y="27431"/>
                  </a:lnTo>
                  <a:lnTo>
                    <a:pt x="182880" y="36575"/>
                  </a:lnTo>
                  <a:lnTo>
                    <a:pt x="182880" y="42671"/>
                  </a:lnTo>
                  <a:lnTo>
                    <a:pt x="188975" y="45719"/>
                  </a:lnTo>
                  <a:lnTo>
                    <a:pt x="192024" y="45719"/>
                  </a:lnTo>
                  <a:lnTo>
                    <a:pt x="192024" y="33527"/>
                  </a:lnTo>
                  <a:lnTo>
                    <a:pt x="188975" y="24383"/>
                  </a:lnTo>
                  <a:lnTo>
                    <a:pt x="182880" y="18287"/>
                  </a:lnTo>
                  <a:close/>
                </a:path>
                <a:path w="192404" h="104139" extrusionOk="0">
                  <a:moveTo>
                    <a:pt x="164591" y="6095"/>
                  </a:moveTo>
                  <a:lnTo>
                    <a:pt x="124968" y="6095"/>
                  </a:lnTo>
                  <a:lnTo>
                    <a:pt x="124968" y="9143"/>
                  </a:lnTo>
                  <a:lnTo>
                    <a:pt x="123377" y="9276"/>
                  </a:lnTo>
                  <a:lnTo>
                    <a:pt x="155448" y="12191"/>
                  </a:lnTo>
                  <a:lnTo>
                    <a:pt x="167639" y="18287"/>
                  </a:lnTo>
                  <a:lnTo>
                    <a:pt x="176784" y="24383"/>
                  </a:lnTo>
                  <a:lnTo>
                    <a:pt x="173736" y="21335"/>
                  </a:lnTo>
                  <a:lnTo>
                    <a:pt x="176784" y="18287"/>
                  </a:lnTo>
                  <a:lnTo>
                    <a:pt x="182880" y="18287"/>
                  </a:lnTo>
                  <a:lnTo>
                    <a:pt x="179832" y="15239"/>
                  </a:lnTo>
                  <a:lnTo>
                    <a:pt x="170687" y="9143"/>
                  </a:lnTo>
                  <a:lnTo>
                    <a:pt x="164591" y="6095"/>
                  </a:lnTo>
                  <a:close/>
                </a:path>
                <a:path w="192404" h="104139" extrusionOk="0">
                  <a:moveTo>
                    <a:pt x="176784" y="18287"/>
                  </a:moveTo>
                  <a:lnTo>
                    <a:pt x="173736" y="21335"/>
                  </a:lnTo>
                  <a:lnTo>
                    <a:pt x="176784" y="24383"/>
                  </a:lnTo>
                  <a:lnTo>
                    <a:pt x="176784" y="18287"/>
                  </a:lnTo>
                  <a:close/>
                </a:path>
                <a:path w="192404" h="104139" extrusionOk="0">
                  <a:moveTo>
                    <a:pt x="124968" y="0"/>
                  </a:moveTo>
                  <a:lnTo>
                    <a:pt x="121920" y="0"/>
                  </a:lnTo>
                  <a:lnTo>
                    <a:pt x="85344" y="3047"/>
                  </a:lnTo>
                  <a:lnTo>
                    <a:pt x="82296" y="6095"/>
                  </a:lnTo>
                  <a:lnTo>
                    <a:pt x="82296" y="9143"/>
                  </a:lnTo>
                  <a:lnTo>
                    <a:pt x="85344" y="12191"/>
                  </a:lnTo>
                  <a:lnTo>
                    <a:pt x="88391" y="12191"/>
                  </a:lnTo>
                  <a:lnTo>
                    <a:pt x="91439" y="9143"/>
                  </a:lnTo>
                  <a:lnTo>
                    <a:pt x="91439" y="6095"/>
                  </a:lnTo>
                  <a:lnTo>
                    <a:pt x="88391" y="3047"/>
                  </a:lnTo>
                  <a:lnTo>
                    <a:pt x="158496" y="3047"/>
                  </a:lnTo>
                  <a:lnTo>
                    <a:pt x="124968" y="0"/>
                  </a:lnTo>
                  <a:close/>
                </a:path>
                <a:path w="192404" h="104139" extrusionOk="0">
                  <a:moveTo>
                    <a:pt x="158496" y="3047"/>
                  </a:moveTo>
                  <a:lnTo>
                    <a:pt x="88391" y="3047"/>
                  </a:lnTo>
                  <a:lnTo>
                    <a:pt x="91439" y="6095"/>
                  </a:lnTo>
                  <a:lnTo>
                    <a:pt x="91439" y="9143"/>
                  </a:lnTo>
                  <a:lnTo>
                    <a:pt x="88391" y="12191"/>
                  </a:lnTo>
                  <a:lnTo>
                    <a:pt x="123377" y="9276"/>
                  </a:lnTo>
                  <a:lnTo>
                    <a:pt x="121920" y="9143"/>
                  </a:lnTo>
                  <a:lnTo>
                    <a:pt x="124968" y="6095"/>
                  </a:lnTo>
                  <a:lnTo>
                    <a:pt x="164591" y="6095"/>
                  </a:lnTo>
                  <a:lnTo>
                    <a:pt x="158496" y="3047"/>
                  </a:lnTo>
                  <a:close/>
                </a:path>
                <a:path w="192404" h="104139" extrusionOk="0">
                  <a:moveTo>
                    <a:pt x="124968" y="6095"/>
                  </a:moveTo>
                  <a:lnTo>
                    <a:pt x="121920" y="9143"/>
                  </a:lnTo>
                  <a:lnTo>
                    <a:pt x="123377" y="9276"/>
                  </a:lnTo>
                  <a:lnTo>
                    <a:pt x="124968" y="9143"/>
                  </a:lnTo>
                  <a:lnTo>
                    <a:pt x="124968"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22" name="Google Shape;1622;g2ff6f630c79_0_1181"/>
            <p:cNvPicPr preferRelativeResize="0"/>
            <p:nvPr/>
          </p:nvPicPr>
          <p:blipFill rotWithShape="1">
            <a:blip r:embed="rId6">
              <a:alphaModFix/>
            </a:blip>
            <a:srcRect/>
            <a:stretch/>
          </p:blipFill>
          <p:spPr>
            <a:xfrm>
              <a:off x="5879591" y="4504943"/>
              <a:ext cx="182879" cy="94487"/>
            </a:xfrm>
            <a:prstGeom prst="rect">
              <a:avLst/>
            </a:prstGeom>
            <a:noFill/>
            <a:ln>
              <a:noFill/>
            </a:ln>
          </p:spPr>
        </p:pic>
        <p:sp>
          <p:nvSpPr>
            <p:cNvPr id="1623" name="Google Shape;1623;g2ff6f630c79_0_1181"/>
            <p:cNvSpPr/>
            <p:nvPr/>
          </p:nvSpPr>
          <p:spPr>
            <a:xfrm>
              <a:off x="5873495" y="4495799"/>
              <a:ext cx="192404" cy="106679"/>
            </a:xfrm>
            <a:custGeom>
              <a:avLst/>
              <a:gdLst/>
              <a:ahLst/>
              <a:cxnLst/>
              <a:rect l="l" t="t" r="r" b="b"/>
              <a:pathLst>
                <a:path w="192404" h="106679" extrusionOk="0">
                  <a:moveTo>
                    <a:pt x="85343" y="3048"/>
                  </a:moveTo>
                  <a:lnTo>
                    <a:pt x="48767" y="15239"/>
                  </a:lnTo>
                  <a:lnTo>
                    <a:pt x="9143" y="42672"/>
                  </a:lnTo>
                  <a:lnTo>
                    <a:pt x="0" y="60960"/>
                  </a:lnTo>
                  <a:lnTo>
                    <a:pt x="0" y="73151"/>
                  </a:lnTo>
                  <a:lnTo>
                    <a:pt x="33527" y="103631"/>
                  </a:lnTo>
                  <a:lnTo>
                    <a:pt x="64007" y="106680"/>
                  </a:lnTo>
                  <a:lnTo>
                    <a:pt x="67055" y="106680"/>
                  </a:lnTo>
                  <a:lnTo>
                    <a:pt x="103631" y="103631"/>
                  </a:lnTo>
                  <a:lnTo>
                    <a:pt x="67055" y="103631"/>
                  </a:lnTo>
                  <a:lnTo>
                    <a:pt x="64007" y="97536"/>
                  </a:lnTo>
                  <a:lnTo>
                    <a:pt x="65670" y="97397"/>
                  </a:lnTo>
                  <a:lnTo>
                    <a:pt x="36575" y="94487"/>
                  </a:lnTo>
                  <a:lnTo>
                    <a:pt x="24383" y="88392"/>
                  </a:lnTo>
                  <a:lnTo>
                    <a:pt x="15239" y="88392"/>
                  </a:lnTo>
                  <a:lnTo>
                    <a:pt x="15239" y="82295"/>
                  </a:lnTo>
                  <a:lnTo>
                    <a:pt x="12191" y="79248"/>
                  </a:lnTo>
                  <a:lnTo>
                    <a:pt x="9143" y="70104"/>
                  </a:lnTo>
                  <a:lnTo>
                    <a:pt x="9143" y="64007"/>
                  </a:lnTo>
                  <a:lnTo>
                    <a:pt x="3048" y="60960"/>
                  </a:lnTo>
                  <a:lnTo>
                    <a:pt x="10159" y="60960"/>
                  </a:lnTo>
                  <a:lnTo>
                    <a:pt x="12191" y="54863"/>
                  </a:lnTo>
                  <a:lnTo>
                    <a:pt x="16255" y="48768"/>
                  </a:lnTo>
                  <a:lnTo>
                    <a:pt x="15239" y="48768"/>
                  </a:lnTo>
                  <a:lnTo>
                    <a:pt x="15239" y="42672"/>
                  </a:lnTo>
                  <a:lnTo>
                    <a:pt x="21335" y="42672"/>
                  </a:lnTo>
                  <a:lnTo>
                    <a:pt x="24383" y="39624"/>
                  </a:lnTo>
                  <a:lnTo>
                    <a:pt x="51815" y="24384"/>
                  </a:lnTo>
                  <a:lnTo>
                    <a:pt x="88391" y="12191"/>
                  </a:lnTo>
                  <a:lnTo>
                    <a:pt x="85343" y="12191"/>
                  </a:lnTo>
                  <a:lnTo>
                    <a:pt x="82295" y="9144"/>
                  </a:lnTo>
                  <a:lnTo>
                    <a:pt x="82295" y="6096"/>
                  </a:lnTo>
                  <a:lnTo>
                    <a:pt x="85343" y="3048"/>
                  </a:lnTo>
                  <a:close/>
                </a:path>
                <a:path w="192404" h="106679" extrusionOk="0">
                  <a:moveTo>
                    <a:pt x="65670" y="97397"/>
                  </a:moveTo>
                  <a:lnTo>
                    <a:pt x="64007" y="97536"/>
                  </a:lnTo>
                  <a:lnTo>
                    <a:pt x="67055" y="103631"/>
                  </a:lnTo>
                  <a:lnTo>
                    <a:pt x="67055" y="97536"/>
                  </a:lnTo>
                  <a:lnTo>
                    <a:pt x="65670" y="97397"/>
                  </a:lnTo>
                  <a:close/>
                </a:path>
                <a:path w="192404" h="106679" extrusionOk="0">
                  <a:moveTo>
                    <a:pt x="170688" y="60960"/>
                  </a:moveTo>
                  <a:lnTo>
                    <a:pt x="164591" y="67056"/>
                  </a:lnTo>
                  <a:lnTo>
                    <a:pt x="137159" y="82295"/>
                  </a:lnTo>
                  <a:lnTo>
                    <a:pt x="100583" y="94487"/>
                  </a:lnTo>
                  <a:lnTo>
                    <a:pt x="65670" y="97397"/>
                  </a:lnTo>
                  <a:lnTo>
                    <a:pt x="67055" y="97536"/>
                  </a:lnTo>
                  <a:lnTo>
                    <a:pt x="67055" y="103631"/>
                  </a:lnTo>
                  <a:lnTo>
                    <a:pt x="103631" y="103631"/>
                  </a:lnTo>
                  <a:lnTo>
                    <a:pt x="140207" y="91439"/>
                  </a:lnTo>
                  <a:lnTo>
                    <a:pt x="167639" y="76200"/>
                  </a:lnTo>
                  <a:lnTo>
                    <a:pt x="179831" y="64007"/>
                  </a:lnTo>
                  <a:lnTo>
                    <a:pt x="176783" y="64007"/>
                  </a:lnTo>
                  <a:lnTo>
                    <a:pt x="170688" y="60960"/>
                  </a:lnTo>
                  <a:close/>
                </a:path>
                <a:path w="192404" h="106679" extrusionOk="0">
                  <a:moveTo>
                    <a:pt x="15239" y="82295"/>
                  </a:moveTo>
                  <a:lnTo>
                    <a:pt x="15239" y="88392"/>
                  </a:lnTo>
                  <a:lnTo>
                    <a:pt x="18287" y="85343"/>
                  </a:lnTo>
                  <a:lnTo>
                    <a:pt x="15239" y="82295"/>
                  </a:lnTo>
                  <a:close/>
                </a:path>
                <a:path w="192404" h="106679" extrusionOk="0">
                  <a:moveTo>
                    <a:pt x="15239" y="82295"/>
                  </a:moveTo>
                  <a:lnTo>
                    <a:pt x="18287" y="85343"/>
                  </a:lnTo>
                  <a:lnTo>
                    <a:pt x="15239" y="88392"/>
                  </a:lnTo>
                  <a:lnTo>
                    <a:pt x="24383" y="88392"/>
                  </a:lnTo>
                  <a:lnTo>
                    <a:pt x="15239" y="82295"/>
                  </a:lnTo>
                  <a:close/>
                </a:path>
                <a:path w="192404" h="106679" extrusionOk="0">
                  <a:moveTo>
                    <a:pt x="9143" y="60960"/>
                  </a:moveTo>
                  <a:lnTo>
                    <a:pt x="3048" y="60960"/>
                  </a:lnTo>
                  <a:lnTo>
                    <a:pt x="9143" y="64007"/>
                  </a:lnTo>
                  <a:lnTo>
                    <a:pt x="9143" y="60960"/>
                  </a:lnTo>
                  <a:close/>
                </a:path>
                <a:path w="192404" h="106679" extrusionOk="0">
                  <a:moveTo>
                    <a:pt x="10159" y="60960"/>
                  </a:moveTo>
                  <a:lnTo>
                    <a:pt x="9143" y="60960"/>
                  </a:lnTo>
                  <a:lnTo>
                    <a:pt x="9143" y="64007"/>
                  </a:lnTo>
                  <a:lnTo>
                    <a:pt x="10159" y="60960"/>
                  </a:lnTo>
                  <a:close/>
                </a:path>
                <a:path w="192404" h="106679" extrusionOk="0">
                  <a:moveTo>
                    <a:pt x="173736" y="57912"/>
                  </a:moveTo>
                  <a:lnTo>
                    <a:pt x="170688" y="60960"/>
                  </a:lnTo>
                  <a:lnTo>
                    <a:pt x="176783" y="64007"/>
                  </a:lnTo>
                  <a:lnTo>
                    <a:pt x="173736" y="57912"/>
                  </a:lnTo>
                  <a:close/>
                </a:path>
                <a:path w="192404" h="106679" extrusionOk="0">
                  <a:moveTo>
                    <a:pt x="183895" y="57912"/>
                  </a:moveTo>
                  <a:lnTo>
                    <a:pt x="173736" y="57912"/>
                  </a:lnTo>
                  <a:lnTo>
                    <a:pt x="176783" y="64007"/>
                  </a:lnTo>
                  <a:lnTo>
                    <a:pt x="179831" y="64007"/>
                  </a:lnTo>
                  <a:lnTo>
                    <a:pt x="183895" y="57912"/>
                  </a:lnTo>
                  <a:close/>
                </a:path>
                <a:path w="192404" h="106679" extrusionOk="0">
                  <a:moveTo>
                    <a:pt x="182879" y="42672"/>
                  </a:moveTo>
                  <a:lnTo>
                    <a:pt x="170687" y="60960"/>
                  </a:lnTo>
                  <a:lnTo>
                    <a:pt x="173736" y="57912"/>
                  </a:lnTo>
                  <a:lnTo>
                    <a:pt x="183895" y="57912"/>
                  </a:lnTo>
                  <a:lnTo>
                    <a:pt x="192024" y="45719"/>
                  </a:lnTo>
                  <a:lnTo>
                    <a:pt x="182879" y="45719"/>
                  </a:lnTo>
                  <a:lnTo>
                    <a:pt x="182879" y="42672"/>
                  </a:lnTo>
                  <a:close/>
                </a:path>
                <a:path w="192404" h="106679" extrusionOk="0">
                  <a:moveTo>
                    <a:pt x="15239" y="42672"/>
                  </a:moveTo>
                  <a:lnTo>
                    <a:pt x="15239" y="48768"/>
                  </a:lnTo>
                  <a:lnTo>
                    <a:pt x="18287" y="45719"/>
                  </a:lnTo>
                  <a:lnTo>
                    <a:pt x="15239" y="42672"/>
                  </a:lnTo>
                  <a:close/>
                </a:path>
                <a:path w="192404" h="106679" extrusionOk="0">
                  <a:moveTo>
                    <a:pt x="18287" y="45719"/>
                  </a:moveTo>
                  <a:lnTo>
                    <a:pt x="15239" y="48768"/>
                  </a:lnTo>
                  <a:lnTo>
                    <a:pt x="16255" y="48768"/>
                  </a:lnTo>
                  <a:lnTo>
                    <a:pt x="18287" y="45719"/>
                  </a:lnTo>
                  <a:close/>
                </a:path>
                <a:path w="192404" h="106679" extrusionOk="0">
                  <a:moveTo>
                    <a:pt x="21335" y="42672"/>
                  </a:moveTo>
                  <a:lnTo>
                    <a:pt x="15239" y="42672"/>
                  </a:lnTo>
                  <a:lnTo>
                    <a:pt x="18287" y="45719"/>
                  </a:lnTo>
                  <a:lnTo>
                    <a:pt x="21335" y="42672"/>
                  </a:lnTo>
                  <a:close/>
                </a:path>
                <a:path w="192404" h="106679" extrusionOk="0">
                  <a:moveTo>
                    <a:pt x="182879" y="42672"/>
                  </a:moveTo>
                  <a:lnTo>
                    <a:pt x="182879" y="45719"/>
                  </a:lnTo>
                  <a:lnTo>
                    <a:pt x="185927" y="45719"/>
                  </a:lnTo>
                  <a:lnTo>
                    <a:pt x="182879" y="42672"/>
                  </a:lnTo>
                  <a:close/>
                </a:path>
                <a:path w="192404" h="106679" extrusionOk="0">
                  <a:moveTo>
                    <a:pt x="180267" y="28738"/>
                  </a:moveTo>
                  <a:lnTo>
                    <a:pt x="182879" y="36575"/>
                  </a:lnTo>
                  <a:lnTo>
                    <a:pt x="182879" y="42672"/>
                  </a:lnTo>
                  <a:lnTo>
                    <a:pt x="185927" y="45719"/>
                  </a:lnTo>
                  <a:lnTo>
                    <a:pt x="192024" y="45719"/>
                  </a:lnTo>
                  <a:lnTo>
                    <a:pt x="192024" y="33527"/>
                  </a:lnTo>
                  <a:lnTo>
                    <a:pt x="191008" y="30480"/>
                  </a:lnTo>
                  <a:lnTo>
                    <a:pt x="182879" y="30480"/>
                  </a:lnTo>
                  <a:lnTo>
                    <a:pt x="180267" y="28738"/>
                  </a:lnTo>
                  <a:close/>
                </a:path>
                <a:path w="192404" h="106679" extrusionOk="0">
                  <a:moveTo>
                    <a:pt x="182879" y="27431"/>
                  </a:moveTo>
                  <a:lnTo>
                    <a:pt x="179831" y="27431"/>
                  </a:lnTo>
                  <a:lnTo>
                    <a:pt x="180267" y="28738"/>
                  </a:lnTo>
                  <a:lnTo>
                    <a:pt x="182879" y="30480"/>
                  </a:lnTo>
                  <a:lnTo>
                    <a:pt x="182879" y="27431"/>
                  </a:lnTo>
                  <a:close/>
                </a:path>
                <a:path w="192404" h="106679" extrusionOk="0">
                  <a:moveTo>
                    <a:pt x="189991" y="27431"/>
                  </a:moveTo>
                  <a:lnTo>
                    <a:pt x="182879" y="27431"/>
                  </a:lnTo>
                  <a:lnTo>
                    <a:pt x="182879" y="30480"/>
                  </a:lnTo>
                  <a:lnTo>
                    <a:pt x="191008" y="30480"/>
                  </a:lnTo>
                  <a:lnTo>
                    <a:pt x="189991" y="27431"/>
                  </a:lnTo>
                  <a:close/>
                </a:path>
                <a:path w="192404" h="106679" extrusionOk="0">
                  <a:moveTo>
                    <a:pt x="160782" y="6096"/>
                  </a:moveTo>
                  <a:lnTo>
                    <a:pt x="121919" y="6096"/>
                  </a:lnTo>
                  <a:lnTo>
                    <a:pt x="124967" y="9144"/>
                  </a:lnTo>
                  <a:lnTo>
                    <a:pt x="123305" y="9282"/>
                  </a:lnTo>
                  <a:lnTo>
                    <a:pt x="152400" y="12191"/>
                  </a:lnTo>
                  <a:lnTo>
                    <a:pt x="173736" y="24384"/>
                  </a:lnTo>
                  <a:lnTo>
                    <a:pt x="180267" y="28738"/>
                  </a:lnTo>
                  <a:lnTo>
                    <a:pt x="179831" y="27431"/>
                  </a:lnTo>
                  <a:lnTo>
                    <a:pt x="189991" y="27431"/>
                  </a:lnTo>
                  <a:lnTo>
                    <a:pt x="188975" y="24384"/>
                  </a:lnTo>
                  <a:lnTo>
                    <a:pt x="185927" y="21336"/>
                  </a:lnTo>
                  <a:lnTo>
                    <a:pt x="176783" y="15239"/>
                  </a:lnTo>
                  <a:lnTo>
                    <a:pt x="160782" y="6096"/>
                  </a:lnTo>
                  <a:close/>
                </a:path>
                <a:path w="192404" h="106679" extrusionOk="0">
                  <a:moveTo>
                    <a:pt x="124967" y="0"/>
                  </a:moveTo>
                  <a:lnTo>
                    <a:pt x="121919" y="0"/>
                  </a:lnTo>
                  <a:lnTo>
                    <a:pt x="85343" y="3048"/>
                  </a:lnTo>
                  <a:lnTo>
                    <a:pt x="82295" y="6096"/>
                  </a:lnTo>
                  <a:lnTo>
                    <a:pt x="82295" y="9144"/>
                  </a:lnTo>
                  <a:lnTo>
                    <a:pt x="85343" y="12191"/>
                  </a:lnTo>
                  <a:lnTo>
                    <a:pt x="88391" y="12191"/>
                  </a:lnTo>
                  <a:lnTo>
                    <a:pt x="91439" y="9144"/>
                  </a:lnTo>
                  <a:lnTo>
                    <a:pt x="91439" y="6096"/>
                  </a:lnTo>
                  <a:lnTo>
                    <a:pt x="88391" y="3048"/>
                  </a:lnTo>
                  <a:lnTo>
                    <a:pt x="155448" y="3048"/>
                  </a:lnTo>
                  <a:lnTo>
                    <a:pt x="124967" y="0"/>
                  </a:lnTo>
                  <a:close/>
                </a:path>
                <a:path w="192404" h="106679" extrusionOk="0">
                  <a:moveTo>
                    <a:pt x="155448" y="3048"/>
                  </a:moveTo>
                  <a:lnTo>
                    <a:pt x="88391" y="3048"/>
                  </a:lnTo>
                  <a:lnTo>
                    <a:pt x="91439" y="6096"/>
                  </a:lnTo>
                  <a:lnTo>
                    <a:pt x="91439" y="9144"/>
                  </a:lnTo>
                  <a:lnTo>
                    <a:pt x="88391" y="12191"/>
                  </a:lnTo>
                  <a:lnTo>
                    <a:pt x="123305" y="9282"/>
                  </a:lnTo>
                  <a:lnTo>
                    <a:pt x="121919" y="9144"/>
                  </a:lnTo>
                  <a:lnTo>
                    <a:pt x="121919" y="6096"/>
                  </a:lnTo>
                  <a:lnTo>
                    <a:pt x="160782" y="6096"/>
                  </a:lnTo>
                  <a:lnTo>
                    <a:pt x="155448" y="3048"/>
                  </a:lnTo>
                  <a:close/>
                </a:path>
                <a:path w="192404" h="106679" extrusionOk="0">
                  <a:moveTo>
                    <a:pt x="121919" y="6096"/>
                  </a:moveTo>
                  <a:lnTo>
                    <a:pt x="121919" y="9144"/>
                  </a:lnTo>
                  <a:lnTo>
                    <a:pt x="123305" y="9282"/>
                  </a:lnTo>
                  <a:lnTo>
                    <a:pt x="124967" y="9144"/>
                  </a:lnTo>
                  <a:lnTo>
                    <a:pt x="121919"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24" name="Google Shape;1624;g2ff6f630c79_0_1181"/>
            <p:cNvPicPr preferRelativeResize="0"/>
            <p:nvPr/>
          </p:nvPicPr>
          <p:blipFill rotWithShape="1">
            <a:blip r:embed="rId7">
              <a:alphaModFix/>
            </a:blip>
            <a:srcRect/>
            <a:stretch/>
          </p:blipFill>
          <p:spPr>
            <a:xfrm>
              <a:off x="6068567" y="4440935"/>
              <a:ext cx="185927" cy="94487"/>
            </a:xfrm>
            <a:prstGeom prst="rect">
              <a:avLst/>
            </a:prstGeom>
            <a:noFill/>
            <a:ln>
              <a:noFill/>
            </a:ln>
          </p:spPr>
        </p:pic>
        <p:sp>
          <p:nvSpPr>
            <p:cNvPr id="1625" name="Google Shape;1625;g2ff6f630c79_0_1181"/>
            <p:cNvSpPr/>
            <p:nvPr/>
          </p:nvSpPr>
          <p:spPr>
            <a:xfrm>
              <a:off x="6062471" y="4431791"/>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6"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2" y="59435"/>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2" y="59435"/>
                  </a:lnTo>
                  <a:close/>
                </a:path>
                <a:path w="192404" h="106679" extrusionOk="0">
                  <a:moveTo>
                    <a:pt x="17907" y="83058"/>
                  </a:moveTo>
                  <a:lnTo>
                    <a:pt x="15239" y="88392"/>
                  </a:lnTo>
                  <a:lnTo>
                    <a:pt x="21336" y="85344"/>
                  </a:lnTo>
                  <a:lnTo>
                    <a:pt x="17907" y="83058"/>
                  </a:lnTo>
                  <a:close/>
                </a:path>
                <a:path w="192404" h="106679" extrusionOk="0">
                  <a:moveTo>
                    <a:pt x="18287" y="82296"/>
                  </a:moveTo>
                  <a:lnTo>
                    <a:pt x="17907" y="83058"/>
                  </a:lnTo>
                  <a:lnTo>
                    <a:pt x="21336" y="85344"/>
                  </a:lnTo>
                  <a:lnTo>
                    <a:pt x="15239" y="88392"/>
                  </a:lnTo>
                  <a:lnTo>
                    <a:pt x="28956"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2" y="59435"/>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2" y="59435"/>
                  </a:lnTo>
                  <a:lnTo>
                    <a:pt x="176783" y="57912"/>
                  </a:lnTo>
                  <a:lnTo>
                    <a:pt x="186943" y="57912"/>
                  </a:lnTo>
                  <a:lnTo>
                    <a:pt x="188975" y="54863"/>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7"/>
                  </a:moveTo>
                  <a:lnTo>
                    <a:pt x="176783" y="18287"/>
                  </a:lnTo>
                  <a:lnTo>
                    <a:pt x="174116" y="23622"/>
                  </a:lnTo>
                  <a:lnTo>
                    <a:pt x="179831" y="27432"/>
                  </a:lnTo>
                  <a:lnTo>
                    <a:pt x="182879" y="36575"/>
                  </a:lnTo>
                  <a:lnTo>
                    <a:pt x="182879" y="42672"/>
                  </a:lnTo>
                  <a:lnTo>
                    <a:pt x="188975" y="45720"/>
                  </a:lnTo>
                  <a:lnTo>
                    <a:pt x="192024" y="45720"/>
                  </a:lnTo>
                  <a:lnTo>
                    <a:pt x="192024" y="33528"/>
                  </a:lnTo>
                  <a:lnTo>
                    <a:pt x="188975" y="24384"/>
                  </a:lnTo>
                  <a:lnTo>
                    <a:pt x="179831" y="18287"/>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7"/>
                  </a:lnTo>
                  <a:lnTo>
                    <a:pt x="179831" y="18287"/>
                  </a:lnTo>
                  <a:lnTo>
                    <a:pt x="176783" y="15240"/>
                  </a:lnTo>
                  <a:lnTo>
                    <a:pt x="155448" y="6096"/>
                  </a:lnTo>
                  <a:close/>
                </a:path>
                <a:path w="192404" h="106679" extrusionOk="0">
                  <a:moveTo>
                    <a:pt x="176783" y="18287"/>
                  </a:moveTo>
                  <a:lnTo>
                    <a:pt x="170687" y="21336"/>
                  </a:lnTo>
                  <a:lnTo>
                    <a:pt x="174116" y="23622"/>
                  </a:lnTo>
                  <a:lnTo>
                    <a:pt x="176783" y="18287"/>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26" name="Google Shape;1626;g2ff6f630c79_0_1181"/>
            <p:cNvPicPr preferRelativeResize="0"/>
            <p:nvPr/>
          </p:nvPicPr>
          <p:blipFill rotWithShape="1">
            <a:blip r:embed="rId8">
              <a:alphaModFix/>
            </a:blip>
            <a:srcRect/>
            <a:stretch/>
          </p:blipFill>
          <p:spPr>
            <a:xfrm>
              <a:off x="6220967" y="4517135"/>
              <a:ext cx="185927" cy="94487"/>
            </a:xfrm>
            <a:prstGeom prst="rect">
              <a:avLst/>
            </a:prstGeom>
            <a:noFill/>
            <a:ln>
              <a:noFill/>
            </a:ln>
          </p:spPr>
        </p:pic>
        <p:sp>
          <p:nvSpPr>
            <p:cNvPr id="1627" name="Google Shape;1627;g2ff6f630c79_0_1181"/>
            <p:cNvSpPr/>
            <p:nvPr/>
          </p:nvSpPr>
          <p:spPr>
            <a:xfrm>
              <a:off x="6214871" y="4507991"/>
              <a:ext cx="192404" cy="106679"/>
            </a:xfrm>
            <a:custGeom>
              <a:avLst/>
              <a:gdLst/>
              <a:ahLst/>
              <a:cxnLst/>
              <a:rect l="l" t="t" r="r" b="b"/>
              <a:pathLst>
                <a:path w="192404" h="106679" extrusionOk="0">
                  <a:moveTo>
                    <a:pt x="85343" y="6096"/>
                  </a:moveTo>
                  <a:lnTo>
                    <a:pt x="51815" y="15240"/>
                  </a:lnTo>
                  <a:lnTo>
                    <a:pt x="24383" y="30480"/>
                  </a:lnTo>
                  <a:lnTo>
                    <a:pt x="12191" y="42672"/>
                  </a:lnTo>
                  <a:lnTo>
                    <a:pt x="0" y="60960"/>
                  </a:lnTo>
                  <a:lnTo>
                    <a:pt x="0" y="73152"/>
                  </a:lnTo>
                  <a:lnTo>
                    <a:pt x="3048" y="82296"/>
                  </a:lnTo>
                  <a:lnTo>
                    <a:pt x="12191" y="88392"/>
                  </a:lnTo>
                  <a:lnTo>
                    <a:pt x="15239" y="91440"/>
                  </a:lnTo>
                  <a:lnTo>
                    <a:pt x="36575" y="103632"/>
                  </a:lnTo>
                  <a:lnTo>
                    <a:pt x="67055" y="106680"/>
                  </a:lnTo>
                  <a:lnTo>
                    <a:pt x="70103" y="106680"/>
                  </a:lnTo>
                  <a:lnTo>
                    <a:pt x="106679" y="103632"/>
                  </a:lnTo>
                  <a:lnTo>
                    <a:pt x="67055" y="103632"/>
                  </a:lnTo>
                  <a:lnTo>
                    <a:pt x="67055" y="97536"/>
                  </a:lnTo>
                  <a:lnTo>
                    <a:pt x="68718" y="97397"/>
                  </a:lnTo>
                  <a:lnTo>
                    <a:pt x="39624" y="94488"/>
                  </a:lnTo>
                  <a:lnTo>
                    <a:pt x="28955" y="88392"/>
                  </a:lnTo>
                  <a:lnTo>
                    <a:pt x="15239" y="88392"/>
                  </a:lnTo>
                  <a:lnTo>
                    <a:pt x="17906" y="83058"/>
                  </a:lnTo>
                  <a:lnTo>
                    <a:pt x="12191" y="79248"/>
                  </a:lnTo>
                  <a:lnTo>
                    <a:pt x="9143" y="70104"/>
                  </a:lnTo>
                  <a:lnTo>
                    <a:pt x="9143" y="64008"/>
                  </a:lnTo>
                  <a:lnTo>
                    <a:pt x="6095" y="60960"/>
                  </a:lnTo>
                  <a:lnTo>
                    <a:pt x="11175" y="60960"/>
                  </a:lnTo>
                  <a:lnTo>
                    <a:pt x="19303" y="48768"/>
                  </a:lnTo>
                  <a:lnTo>
                    <a:pt x="18287" y="48768"/>
                  </a:lnTo>
                  <a:lnTo>
                    <a:pt x="15239" y="42672"/>
                  </a:lnTo>
                  <a:lnTo>
                    <a:pt x="24383" y="42672"/>
                  </a:lnTo>
                  <a:lnTo>
                    <a:pt x="27431" y="39624"/>
                  </a:lnTo>
                  <a:lnTo>
                    <a:pt x="54863" y="24384"/>
                  </a:lnTo>
                  <a:lnTo>
                    <a:pt x="88391" y="15240"/>
                  </a:lnTo>
                  <a:lnTo>
                    <a:pt x="85343" y="15240"/>
                  </a:lnTo>
                  <a:lnTo>
                    <a:pt x="82295" y="12192"/>
                  </a:lnTo>
                  <a:lnTo>
                    <a:pt x="82295" y="9144"/>
                  </a:lnTo>
                  <a:lnTo>
                    <a:pt x="85343" y="6096"/>
                  </a:lnTo>
                  <a:close/>
                </a:path>
                <a:path w="192404" h="106679" extrusionOk="0">
                  <a:moveTo>
                    <a:pt x="68718" y="97397"/>
                  </a:moveTo>
                  <a:lnTo>
                    <a:pt x="67055" y="97536"/>
                  </a:lnTo>
                  <a:lnTo>
                    <a:pt x="67055" y="103632"/>
                  </a:lnTo>
                  <a:lnTo>
                    <a:pt x="70103" y="97536"/>
                  </a:lnTo>
                  <a:lnTo>
                    <a:pt x="68718" y="97397"/>
                  </a:lnTo>
                  <a:close/>
                </a:path>
                <a:path w="192404" h="106679" extrusionOk="0">
                  <a:moveTo>
                    <a:pt x="174751" y="59436"/>
                  </a:moveTo>
                  <a:lnTo>
                    <a:pt x="164591" y="67056"/>
                  </a:lnTo>
                  <a:lnTo>
                    <a:pt x="137160" y="82296"/>
                  </a:lnTo>
                  <a:lnTo>
                    <a:pt x="103631" y="94488"/>
                  </a:lnTo>
                  <a:lnTo>
                    <a:pt x="68718" y="97397"/>
                  </a:lnTo>
                  <a:lnTo>
                    <a:pt x="70103" y="97536"/>
                  </a:lnTo>
                  <a:lnTo>
                    <a:pt x="67055" y="103632"/>
                  </a:lnTo>
                  <a:lnTo>
                    <a:pt x="106679" y="103632"/>
                  </a:lnTo>
                  <a:lnTo>
                    <a:pt x="140207" y="91440"/>
                  </a:lnTo>
                  <a:lnTo>
                    <a:pt x="167639" y="76200"/>
                  </a:lnTo>
                  <a:lnTo>
                    <a:pt x="179831" y="67056"/>
                  </a:lnTo>
                  <a:lnTo>
                    <a:pt x="182879" y="64008"/>
                  </a:lnTo>
                  <a:lnTo>
                    <a:pt x="176783" y="64008"/>
                  </a:lnTo>
                  <a:lnTo>
                    <a:pt x="173736" y="60960"/>
                  </a:lnTo>
                  <a:lnTo>
                    <a:pt x="174751" y="59436"/>
                  </a:lnTo>
                  <a:close/>
                </a:path>
                <a:path w="192404" h="106679" extrusionOk="0">
                  <a:moveTo>
                    <a:pt x="17906" y="83058"/>
                  </a:moveTo>
                  <a:lnTo>
                    <a:pt x="15239" y="88392"/>
                  </a:lnTo>
                  <a:lnTo>
                    <a:pt x="21336" y="85344"/>
                  </a:lnTo>
                  <a:lnTo>
                    <a:pt x="17906" y="83058"/>
                  </a:lnTo>
                  <a:close/>
                </a:path>
                <a:path w="192404" h="106679" extrusionOk="0">
                  <a:moveTo>
                    <a:pt x="18287" y="82296"/>
                  </a:moveTo>
                  <a:lnTo>
                    <a:pt x="17906" y="83058"/>
                  </a:lnTo>
                  <a:lnTo>
                    <a:pt x="21336" y="85344"/>
                  </a:lnTo>
                  <a:lnTo>
                    <a:pt x="15239" y="88392"/>
                  </a:lnTo>
                  <a:lnTo>
                    <a:pt x="28955" y="88392"/>
                  </a:lnTo>
                  <a:lnTo>
                    <a:pt x="18287" y="82296"/>
                  </a:lnTo>
                  <a:close/>
                </a:path>
                <a:path w="192404" h="106679" extrusionOk="0">
                  <a:moveTo>
                    <a:pt x="9143" y="60960"/>
                  </a:moveTo>
                  <a:lnTo>
                    <a:pt x="6095" y="60960"/>
                  </a:lnTo>
                  <a:lnTo>
                    <a:pt x="9143" y="64008"/>
                  </a:lnTo>
                  <a:lnTo>
                    <a:pt x="9143" y="60960"/>
                  </a:lnTo>
                  <a:close/>
                </a:path>
                <a:path w="192404" h="106679" extrusionOk="0">
                  <a:moveTo>
                    <a:pt x="11175" y="60960"/>
                  </a:moveTo>
                  <a:lnTo>
                    <a:pt x="9143" y="60960"/>
                  </a:lnTo>
                  <a:lnTo>
                    <a:pt x="9143" y="64008"/>
                  </a:lnTo>
                  <a:lnTo>
                    <a:pt x="11175" y="60960"/>
                  </a:lnTo>
                  <a:close/>
                </a:path>
                <a:path w="192404" h="106679" extrusionOk="0">
                  <a:moveTo>
                    <a:pt x="176783" y="57912"/>
                  </a:moveTo>
                  <a:lnTo>
                    <a:pt x="174751" y="59436"/>
                  </a:lnTo>
                  <a:lnTo>
                    <a:pt x="173736" y="60960"/>
                  </a:lnTo>
                  <a:lnTo>
                    <a:pt x="176783" y="64008"/>
                  </a:lnTo>
                  <a:lnTo>
                    <a:pt x="176783" y="57912"/>
                  </a:lnTo>
                  <a:close/>
                </a:path>
                <a:path w="192404" h="106679" extrusionOk="0">
                  <a:moveTo>
                    <a:pt x="186943" y="57912"/>
                  </a:moveTo>
                  <a:lnTo>
                    <a:pt x="176783" y="57912"/>
                  </a:lnTo>
                  <a:lnTo>
                    <a:pt x="176783" y="64008"/>
                  </a:lnTo>
                  <a:lnTo>
                    <a:pt x="182879" y="64008"/>
                  </a:lnTo>
                  <a:lnTo>
                    <a:pt x="186943" y="57912"/>
                  </a:lnTo>
                  <a:close/>
                </a:path>
                <a:path w="192404" h="106679" extrusionOk="0">
                  <a:moveTo>
                    <a:pt x="182879" y="42672"/>
                  </a:moveTo>
                  <a:lnTo>
                    <a:pt x="179831" y="51816"/>
                  </a:lnTo>
                  <a:lnTo>
                    <a:pt x="174751" y="59436"/>
                  </a:lnTo>
                  <a:lnTo>
                    <a:pt x="176783" y="57912"/>
                  </a:lnTo>
                  <a:lnTo>
                    <a:pt x="186943" y="57912"/>
                  </a:lnTo>
                  <a:lnTo>
                    <a:pt x="188975" y="54864"/>
                  </a:lnTo>
                  <a:lnTo>
                    <a:pt x="192024" y="45720"/>
                  </a:lnTo>
                  <a:lnTo>
                    <a:pt x="182879" y="45720"/>
                  </a:lnTo>
                  <a:lnTo>
                    <a:pt x="182879" y="42672"/>
                  </a:lnTo>
                  <a:close/>
                </a:path>
                <a:path w="192404" h="106679" extrusionOk="0">
                  <a:moveTo>
                    <a:pt x="15239" y="42672"/>
                  </a:moveTo>
                  <a:lnTo>
                    <a:pt x="18287" y="48768"/>
                  </a:lnTo>
                  <a:lnTo>
                    <a:pt x="21336" y="45720"/>
                  </a:lnTo>
                  <a:lnTo>
                    <a:pt x="15239" y="42672"/>
                  </a:lnTo>
                  <a:close/>
                </a:path>
                <a:path w="192404" h="106679" extrusionOk="0">
                  <a:moveTo>
                    <a:pt x="21336" y="45720"/>
                  </a:moveTo>
                  <a:lnTo>
                    <a:pt x="18287" y="48768"/>
                  </a:lnTo>
                  <a:lnTo>
                    <a:pt x="19303" y="48768"/>
                  </a:lnTo>
                  <a:lnTo>
                    <a:pt x="21336" y="45720"/>
                  </a:lnTo>
                  <a:close/>
                </a:path>
                <a:path w="192404" h="106679" extrusionOk="0">
                  <a:moveTo>
                    <a:pt x="24383" y="42672"/>
                  </a:moveTo>
                  <a:lnTo>
                    <a:pt x="15239" y="42672"/>
                  </a:lnTo>
                  <a:lnTo>
                    <a:pt x="21336" y="45720"/>
                  </a:lnTo>
                  <a:lnTo>
                    <a:pt x="24383" y="42672"/>
                  </a:lnTo>
                  <a:close/>
                </a:path>
                <a:path w="192404" h="106679" extrusionOk="0">
                  <a:moveTo>
                    <a:pt x="182879" y="42672"/>
                  </a:moveTo>
                  <a:lnTo>
                    <a:pt x="182879" y="45720"/>
                  </a:lnTo>
                  <a:lnTo>
                    <a:pt x="188975" y="45720"/>
                  </a:lnTo>
                  <a:lnTo>
                    <a:pt x="182879" y="42672"/>
                  </a:lnTo>
                  <a:close/>
                </a:path>
                <a:path w="192404" h="106679" extrusionOk="0">
                  <a:moveTo>
                    <a:pt x="179831" y="18288"/>
                  </a:moveTo>
                  <a:lnTo>
                    <a:pt x="176783" y="18288"/>
                  </a:lnTo>
                  <a:lnTo>
                    <a:pt x="174116" y="23622"/>
                  </a:lnTo>
                  <a:lnTo>
                    <a:pt x="179831" y="27432"/>
                  </a:lnTo>
                  <a:lnTo>
                    <a:pt x="182879" y="36576"/>
                  </a:lnTo>
                  <a:lnTo>
                    <a:pt x="182879" y="42672"/>
                  </a:lnTo>
                  <a:lnTo>
                    <a:pt x="188975" y="45720"/>
                  </a:lnTo>
                  <a:lnTo>
                    <a:pt x="192024" y="45720"/>
                  </a:lnTo>
                  <a:lnTo>
                    <a:pt x="192024" y="33528"/>
                  </a:lnTo>
                  <a:lnTo>
                    <a:pt x="188975" y="24384"/>
                  </a:lnTo>
                  <a:lnTo>
                    <a:pt x="179831" y="18288"/>
                  </a:lnTo>
                  <a:close/>
                </a:path>
                <a:path w="192404" h="106679" extrusionOk="0">
                  <a:moveTo>
                    <a:pt x="155448" y="6096"/>
                  </a:moveTo>
                  <a:lnTo>
                    <a:pt x="124967" y="6096"/>
                  </a:lnTo>
                  <a:lnTo>
                    <a:pt x="124967" y="9144"/>
                  </a:lnTo>
                  <a:lnTo>
                    <a:pt x="123305" y="9421"/>
                  </a:lnTo>
                  <a:lnTo>
                    <a:pt x="152400" y="15240"/>
                  </a:lnTo>
                  <a:lnTo>
                    <a:pt x="173736" y="24384"/>
                  </a:lnTo>
                  <a:lnTo>
                    <a:pt x="174116" y="23622"/>
                  </a:lnTo>
                  <a:lnTo>
                    <a:pt x="170687" y="21336"/>
                  </a:lnTo>
                  <a:lnTo>
                    <a:pt x="176783" y="18288"/>
                  </a:lnTo>
                  <a:lnTo>
                    <a:pt x="179831" y="18288"/>
                  </a:lnTo>
                  <a:lnTo>
                    <a:pt x="176783" y="15240"/>
                  </a:lnTo>
                  <a:lnTo>
                    <a:pt x="155448" y="6096"/>
                  </a:lnTo>
                  <a:close/>
                </a:path>
                <a:path w="192404" h="106679" extrusionOk="0">
                  <a:moveTo>
                    <a:pt x="176783" y="18288"/>
                  </a:moveTo>
                  <a:lnTo>
                    <a:pt x="170687" y="21336"/>
                  </a:lnTo>
                  <a:lnTo>
                    <a:pt x="174116" y="23622"/>
                  </a:lnTo>
                  <a:lnTo>
                    <a:pt x="176783" y="18288"/>
                  </a:lnTo>
                  <a:close/>
                </a:path>
                <a:path w="192404" h="106679" extrusionOk="0">
                  <a:moveTo>
                    <a:pt x="124967" y="0"/>
                  </a:moveTo>
                  <a:lnTo>
                    <a:pt x="121919" y="0"/>
                  </a:lnTo>
                  <a:lnTo>
                    <a:pt x="85343" y="6096"/>
                  </a:lnTo>
                  <a:lnTo>
                    <a:pt x="82295" y="9144"/>
                  </a:lnTo>
                  <a:lnTo>
                    <a:pt x="82295" y="12192"/>
                  </a:lnTo>
                  <a:lnTo>
                    <a:pt x="85343" y="15240"/>
                  </a:lnTo>
                  <a:lnTo>
                    <a:pt x="88391" y="15240"/>
                  </a:lnTo>
                  <a:lnTo>
                    <a:pt x="91439" y="12192"/>
                  </a:lnTo>
                  <a:lnTo>
                    <a:pt x="91439" y="9144"/>
                  </a:lnTo>
                  <a:lnTo>
                    <a:pt x="88391" y="6096"/>
                  </a:lnTo>
                  <a:lnTo>
                    <a:pt x="155448" y="6096"/>
                  </a:lnTo>
                  <a:lnTo>
                    <a:pt x="124967" y="0"/>
                  </a:lnTo>
                  <a:close/>
                </a:path>
                <a:path w="192404" h="106679" extrusionOk="0">
                  <a:moveTo>
                    <a:pt x="124967" y="6096"/>
                  </a:moveTo>
                  <a:lnTo>
                    <a:pt x="88391" y="6096"/>
                  </a:lnTo>
                  <a:lnTo>
                    <a:pt x="91439" y="9144"/>
                  </a:lnTo>
                  <a:lnTo>
                    <a:pt x="91439" y="12192"/>
                  </a:lnTo>
                  <a:lnTo>
                    <a:pt x="88391" y="15240"/>
                  </a:lnTo>
                  <a:lnTo>
                    <a:pt x="123305" y="9421"/>
                  </a:lnTo>
                  <a:lnTo>
                    <a:pt x="121919" y="9144"/>
                  </a:lnTo>
                  <a:lnTo>
                    <a:pt x="124967" y="6096"/>
                  </a:lnTo>
                  <a:close/>
                </a:path>
                <a:path w="192404" h="106679" extrusionOk="0">
                  <a:moveTo>
                    <a:pt x="124967" y="6096"/>
                  </a:moveTo>
                  <a:lnTo>
                    <a:pt x="121919" y="9144"/>
                  </a:lnTo>
                  <a:lnTo>
                    <a:pt x="123305" y="9421"/>
                  </a:lnTo>
                  <a:lnTo>
                    <a:pt x="124967" y="9144"/>
                  </a:lnTo>
                  <a:lnTo>
                    <a:pt x="124967"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28" name="Google Shape;1628;g2ff6f630c79_0_1181"/>
            <p:cNvPicPr preferRelativeResize="0"/>
            <p:nvPr/>
          </p:nvPicPr>
          <p:blipFill rotWithShape="1">
            <a:blip r:embed="rId9">
              <a:alphaModFix/>
            </a:blip>
            <a:srcRect/>
            <a:stretch/>
          </p:blipFill>
          <p:spPr>
            <a:xfrm>
              <a:off x="6019800" y="4568951"/>
              <a:ext cx="182879" cy="94487"/>
            </a:xfrm>
            <a:prstGeom prst="rect">
              <a:avLst/>
            </a:prstGeom>
            <a:noFill/>
            <a:ln>
              <a:noFill/>
            </a:ln>
          </p:spPr>
        </p:pic>
        <p:sp>
          <p:nvSpPr>
            <p:cNvPr id="1629" name="Google Shape;1629;g2ff6f630c79_0_1181"/>
            <p:cNvSpPr/>
            <p:nvPr/>
          </p:nvSpPr>
          <p:spPr>
            <a:xfrm>
              <a:off x="6013703" y="4559807"/>
              <a:ext cx="189229" cy="106679"/>
            </a:xfrm>
            <a:custGeom>
              <a:avLst/>
              <a:gdLst/>
              <a:ahLst/>
              <a:cxnLst/>
              <a:rect l="l" t="t" r="r" b="b"/>
              <a:pathLst>
                <a:path w="189229" h="106679" extrusionOk="0">
                  <a:moveTo>
                    <a:pt x="85344" y="3048"/>
                  </a:moveTo>
                  <a:lnTo>
                    <a:pt x="21336" y="30480"/>
                  </a:lnTo>
                  <a:lnTo>
                    <a:pt x="0" y="60960"/>
                  </a:lnTo>
                  <a:lnTo>
                    <a:pt x="0" y="73152"/>
                  </a:lnTo>
                  <a:lnTo>
                    <a:pt x="33528" y="103632"/>
                  </a:lnTo>
                  <a:lnTo>
                    <a:pt x="64008" y="106680"/>
                  </a:lnTo>
                  <a:lnTo>
                    <a:pt x="67056" y="106680"/>
                  </a:lnTo>
                  <a:lnTo>
                    <a:pt x="103632" y="100584"/>
                  </a:lnTo>
                  <a:lnTo>
                    <a:pt x="67056" y="100584"/>
                  </a:lnTo>
                  <a:lnTo>
                    <a:pt x="64008" y="97536"/>
                  </a:lnTo>
                  <a:lnTo>
                    <a:pt x="65151" y="97345"/>
                  </a:lnTo>
                  <a:lnTo>
                    <a:pt x="36575" y="94488"/>
                  </a:lnTo>
                  <a:lnTo>
                    <a:pt x="24384" y="88392"/>
                  </a:lnTo>
                  <a:lnTo>
                    <a:pt x="15240" y="88392"/>
                  </a:lnTo>
                  <a:lnTo>
                    <a:pt x="15240" y="82296"/>
                  </a:lnTo>
                  <a:lnTo>
                    <a:pt x="12192" y="79248"/>
                  </a:lnTo>
                  <a:lnTo>
                    <a:pt x="9144" y="70104"/>
                  </a:lnTo>
                  <a:lnTo>
                    <a:pt x="9144" y="64008"/>
                  </a:lnTo>
                  <a:lnTo>
                    <a:pt x="3048" y="60960"/>
                  </a:lnTo>
                  <a:lnTo>
                    <a:pt x="10160" y="60960"/>
                  </a:lnTo>
                  <a:lnTo>
                    <a:pt x="12192" y="54864"/>
                  </a:lnTo>
                  <a:lnTo>
                    <a:pt x="16256" y="48768"/>
                  </a:lnTo>
                  <a:lnTo>
                    <a:pt x="15240" y="48768"/>
                  </a:lnTo>
                  <a:lnTo>
                    <a:pt x="15240" y="42672"/>
                  </a:lnTo>
                  <a:lnTo>
                    <a:pt x="21336" y="42672"/>
                  </a:lnTo>
                  <a:lnTo>
                    <a:pt x="24384" y="39624"/>
                  </a:lnTo>
                  <a:lnTo>
                    <a:pt x="51816" y="21336"/>
                  </a:lnTo>
                  <a:lnTo>
                    <a:pt x="88392" y="12192"/>
                  </a:lnTo>
                  <a:lnTo>
                    <a:pt x="85344" y="12192"/>
                  </a:lnTo>
                  <a:lnTo>
                    <a:pt x="82296" y="9144"/>
                  </a:lnTo>
                  <a:lnTo>
                    <a:pt x="82296" y="6096"/>
                  </a:lnTo>
                  <a:lnTo>
                    <a:pt x="85344" y="3048"/>
                  </a:lnTo>
                  <a:close/>
                </a:path>
                <a:path w="189229" h="106679" extrusionOk="0">
                  <a:moveTo>
                    <a:pt x="65151" y="97345"/>
                  </a:moveTo>
                  <a:lnTo>
                    <a:pt x="64008" y="97536"/>
                  </a:lnTo>
                  <a:lnTo>
                    <a:pt x="67056" y="100584"/>
                  </a:lnTo>
                  <a:lnTo>
                    <a:pt x="67056" y="97536"/>
                  </a:lnTo>
                  <a:lnTo>
                    <a:pt x="65151" y="97345"/>
                  </a:lnTo>
                  <a:close/>
                </a:path>
                <a:path w="189229" h="106679" extrusionOk="0">
                  <a:moveTo>
                    <a:pt x="170688" y="60960"/>
                  </a:moveTo>
                  <a:lnTo>
                    <a:pt x="164592" y="67056"/>
                  </a:lnTo>
                  <a:lnTo>
                    <a:pt x="137160" y="82296"/>
                  </a:lnTo>
                  <a:lnTo>
                    <a:pt x="100584" y="91440"/>
                  </a:lnTo>
                  <a:lnTo>
                    <a:pt x="65151" y="97345"/>
                  </a:lnTo>
                  <a:lnTo>
                    <a:pt x="67056" y="97536"/>
                  </a:lnTo>
                  <a:lnTo>
                    <a:pt x="67056" y="100584"/>
                  </a:lnTo>
                  <a:lnTo>
                    <a:pt x="103632" y="100584"/>
                  </a:lnTo>
                  <a:lnTo>
                    <a:pt x="140208" y="91440"/>
                  </a:lnTo>
                  <a:lnTo>
                    <a:pt x="167640" y="76200"/>
                  </a:lnTo>
                  <a:lnTo>
                    <a:pt x="179832" y="64008"/>
                  </a:lnTo>
                  <a:lnTo>
                    <a:pt x="173736" y="64008"/>
                  </a:lnTo>
                  <a:lnTo>
                    <a:pt x="170688" y="60960"/>
                  </a:lnTo>
                  <a:close/>
                </a:path>
                <a:path w="189229" h="106679" extrusionOk="0">
                  <a:moveTo>
                    <a:pt x="15239" y="82296"/>
                  </a:moveTo>
                  <a:lnTo>
                    <a:pt x="15240" y="88392"/>
                  </a:lnTo>
                  <a:lnTo>
                    <a:pt x="18287" y="85344"/>
                  </a:lnTo>
                  <a:lnTo>
                    <a:pt x="15239" y="82296"/>
                  </a:lnTo>
                  <a:close/>
                </a:path>
                <a:path w="189229" h="106679" extrusionOk="0">
                  <a:moveTo>
                    <a:pt x="15240" y="82296"/>
                  </a:moveTo>
                  <a:lnTo>
                    <a:pt x="18287" y="85344"/>
                  </a:lnTo>
                  <a:lnTo>
                    <a:pt x="15240" y="88392"/>
                  </a:lnTo>
                  <a:lnTo>
                    <a:pt x="24384" y="88392"/>
                  </a:lnTo>
                  <a:lnTo>
                    <a:pt x="15240" y="82296"/>
                  </a:lnTo>
                  <a:close/>
                </a:path>
                <a:path w="189229" h="106679" extrusionOk="0">
                  <a:moveTo>
                    <a:pt x="9144" y="60960"/>
                  </a:moveTo>
                  <a:lnTo>
                    <a:pt x="3048" y="60960"/>
                  </a:lnTo>
                  <a:lnTo>
                    <a:pt x="9144" y="64008"/>
                  </a:lnTo>
                  <a:lnTo>
                    <a:pt x="9144" y="60960"/>
                  </a:lnTo>
                  <a:close/>
                </a:path>
                <a:path w="189229" h="106679" extrusionOk="0">
                  <a:moveTo>
                    <a:pt x="10160" y="60960"/>
                  </a:moveTo>
                  <a:lnTo>
                    <a:pt x="9144" y="60960"/>
                  </a:lnTo>
                  <a:lnTo>
                    <a:pt x="9144" y="64008"/>
                  </a:lnTo>
                  <a:lnTo>
                    <a:pt x="10160" y="60960"/>
                  </a:lnTo>
                  <a:close/>
                </a:path>
                <a:path w="189229" h="106679" extrusionOk="0">
                  <a:moveTo>
                    <a:pt x="173736" y="57912"/>
                  </a:moveTo>
                  <a:lnTo>
                    <a:pt x="170688" y="60960"/>
                  </a:lnTo>
                  <a:lnTo>
                    <a:pt x="173736" y="64008"/>
                  </a:lnTo>
                  <a:lnTo>
                    <a:pt x="173736" y="57912"/>
                  </a:lnTo>
                  <a:close/>
                </a:path>
                <a:path w="189229" h="106679" extrusionOk="0">
                  <a:moveTo>
                    <a:pt x="183896" y="57912"/>
                  </a:moveTo>
                  <a:lnTo>
                    <a:pt x="173736" y="57912"/>
                  </a:lnTo>
                  <a:lnTo>
                    <a:pt x="173736" y="64008"/>
                  </a:lnTo>
                  <a:lnTo>
                    <a:pt x="179832" y="64008"/>
                  </a:lnTo>
                  <a:lnTo>
                    <a:pt x="183896" y="57912"/>
                  </a:lnTo>
                  <a:close/>
                </a:path>
                <a:path w="189229" h="106679" extrusionOk="0">
                  <a:moveTo>
                    <a:pt x="179832" y="42672"/>
                  </a:moveTo>
                  <a:lnTo>
                    <a:pt x="176784" y="51816"/>
                  </a:lnTo>
                  <a:lnTo>
                    <a:pt x="170687" y="60960"/>
                  </a:lnTo>
                  <a:lnTo>
                    <a:pt x="173736" y="57912"/>
                  </a:lnTo>
                  <a:lnTo>
                    <a:pt x="183896" y="57912"/>
                  </a:lnTo>
                  <a:lnTo>
                    <a:pt x="185928" y="54864"/>
                  </a:lnTo>
                  <a:lnTo>
                    <a:pt x="188975" y="45720"/>
                  </a:lnTo>
                  <a:lnTo>
                    <a:pt x="179832" y="45720"/>
                  </a:lnTo>
                  <a:lnTo>
                    <a:pt x="179832" y="42672"/>
                  </a:lnTo>
                  <a:close/>
                </a:path>
                <a:path w="189229" h="106679" extrusionOk="0">
                  <a:moveTo>
                    <a:pt x="15240" y="42672"/>
                  </a:moveTo>
                  <a:lnTo>
                    <a:pt x="15240" y="48768"/>
                  </a:lnTo>
                  <a:lnTo>
                    <a:pt x="18287" y="45720"/>
                  </a:lnTo>
                  <a:lnTo>
                    <a:pt x="15240" y="42672"/>
                  </a:lnTo>
                  <a:close/>
                </a:path>
                <a:path w="189229" h="106679" extrusionOk="0">
                  <a:moveTo>
                    <a:pt x="18288" y="45720"/>
                  </a:moveTo>
                  <a:lnTo>
                    <a:pt x="15240" y="48768"/>
                  </a:lnTo>
                  <a:lnTo>
                    <a:pt x="16256" y="48768"/>
                  </a:lnTo>
                  <a:lnTo>
                    <a:pt x="18288" y="45720"/>
                  </a:lnTo>
                  <a:close/>
                </a:path>
                <a:path w="189229" h="106679" extrusionOk="0">
                  <a:moveTo>
                    <a:pt x="21336" y="42672"/>
                  </a:moveTo>
                  <a:lnTo>
                    <a:pt x="15240" y="42672"/>
                  </a:lnTo>
                  <a:lnTo>
                    <a:pt x="18288" y="45720"/>
                  </a:lnTo>
                  <a:lnTo>
                    <a:pt x="21336" y="42672"/>
                  </a:lnTo>
                  <a:close/>
                </a:path>
                <a:path w="189229" h="106679" extrusionOk="0">
                  <a:moveTo>
                    <a:pt x="179832" y="42672"/>
                  </a:moveTo>
                  <a:lnTo>
                    <a:pt x="179832" y="45720"/>
                  </a:lnTo>
                  <a:lnTo>
                    <a:pt x="185928" y="45720"/>
                  </a:lnTo>
                  <a:lnTo>
                    <a:pt x="179832" y="42672"/>
                  </a:lnTo>
                  <a:close/>
                </a:path>
                <a:path w="189229" h="106679" extrusionOk="0">
                  <a:moveTo>
                    <a:pt x="179832" y="18288"/>
                  </a:moveTo>
                  <a:lnTo>
                    <a:pt x="173736" y="18288"/>
                  </a:lnTo>
                  <a:lnTo>
                    <a:pt x="173736" y="24384"/>
                  </a:lnTo>
                  <a:lnTo>
                    <a:pt x="176784" y="27432"/>
                  </a:lnTo>
                  <a:lnTo>
                    <a:pt x="179832" y="36576"/>
                  </a:lnTo>
                  <a:lnTo>
                    <a:pt x="179832" y="42672"/>
                  </a:lnTo>
                  <a:lnTo>
                    <a:pt x="185928" y="45720"/>
                  </a:lnTo>
                  <a:lnTo>
                    <a:pt x="188975" y="45720"/>
                  </a:lnTo>
                  <a:lnTo>
                    <a:pt x="188975" y="33528"/>
                  </a:lnTo>
                  <a:lnTo>
                    <a:pt x="185928" y="24384"/>
                  </a:lnTo>
                  <a:lnTo>
                    <a:pt x="179832" y="18288"/>
                  </a:lnTo>
                  <a:close/>
                </a:path>
                <a:path w="189229" h="106679" extrusionOk="0">
                  <a:moveTo>
                    <a:pt x="161544" y="6096"/>
                  </a:moveTo>
                  <a:lnTo>
                    <a:pt x="121920" y="6096"/>
                  </a:lnTo>
                  <a:lnTo>
                    <a:pt x="124968" y="9144"/>
                  </a:lnTo>
                  <a:lnTo>
                    <a:pt x="123305" y="9282"/>
                  </a:lnTo>
                  <a:lnTo>
                    <a:pt x="152400" y="12192"/>
                  </a:lnTo>
                  <a:lnTo>
                    <a:pt x="164592" y="18288"/>
                  </a:lnTo>
                  <a:lnTo>
                    <a:pt x="173736" y="24384"/>
                  </a:lnTo>
                  <a:lnTo>
                    <a:pt x="170687" y="21336"/>
                  </a:lnTo>
                  <a:lnTo>
                    <a:pt x="173736" y="18288"/>
                  </a:lnTo>
                  <a:lnTo>
                    <a:pt x="179832" y="18288"/>
                  </a:lnTo>
                  <a:lnTo>
                    <a:pt x="176784" y="15240"/>
                  </a:lnTo>
                  <a:lnTo>
                    <a:pt x="167640" y="9144"/>
                  </a:lnTo>
                  <a:lnTo>
                    <a:pt x="161544" y="6096"/>
                  </a:lnTo>
                  <a:close/>
                </a:path>
                <a:path w="189229" h="106679" extrusionOk="0">
                  <a:moveTo>
                    <a:pt x="173736" y="18288"/>
                  </a:moveTo>
                  <a:lnTo>
                    <a:pt x="170687" y="21336"/>
                  </a:lnTo>
                  <a:lnTo>
                    <a:pt x="173736" y="24384"/>
                  </a:lnTo>
                  <a:lnTo>
                    <a:pt x="173736" y="18288"/>
                  </a:lnTo>
                  <a:close/>
                </a:path>
                <a:path w="189229" h="106679" extrusionOk="0">
                  <a:moveTo>
                    <a:pt x="124968" y="0"/>
                  </a:moveTo>
                  <a:lnTo>
                    <a:pt x="121920" y="0"/>
                  </a:lnTo>
                  <a:lnTo>
                    <a:pt x="85344" y="3048"/>
                  </a:lnTo>
                  <a:lnTo>
                    <a:pt x="82296" y="6096"/>
                  </a:lnTo>
                  <a:lnTo>
                    <a:pt x="82296" y="9144"/>
                  </a:lnTo>
                  <a:lnTo>
                    <a:pt x="85344" y="12192"/>
                  </a:lnTo>
                  <a:lnTo>
                    <a:pt x="88392" y="12192"/>
                  </a:lnTo>
                  <a:lnTo>
                    <a:pt x="91440" y="9144"/>
                  </a:lnTo>
                  <a:lnTo>
                    <a:pt x="91440" y="6096"/>
                  </a:lnTo>
                  <a:lnTo>
                    <a:pt x="88392" y="3048"/>
                  </a:lnTo>
                  <a:lnTo>
                    <a:pt x="155448" y="3048"/>
                  </a:lnTo>
                  <a:lnTo>
                    <a:pt x="124968" y="0"/>
                  </a:lnTo>
                  <a:close/>
                </a:path>
                <a:path w="189229" h="106679" extrusionOk="0">
                  <a:moveTo>
                    <a:pt x="155448" y="3048"/>
                  </a:moveTo>
                  <a:lnTo>
                    <a:pt x="88392" y="3048"/>
                  </a:lnTo>
                  <a:lnTo>
                    <a:pt x="91440" y="6096"/>
                  </a:lnTo>
                  <a:lnTo>
                    <a:pt x="91440" y="9144"/>
                  </a:lnTo>
                  <a:lnTo>
                    <a:pt x="88392" y="12192"/>
                  </a:lnTo>
                  <a:lnTo>
                    <a:pt x="123305" y="9282"/>
                  </a:lnTo>
                  <a:lnTo>
                    <a:pt x="121920" y="9144"/>
                  </a:lnTo>
                  <a:lnTo>
                    <a:pt x="121920" y="6096"/>
                  </a:lnTo>
                  <a:lnTo>
                    <a:pt x="161544" y="6096"/>
                  </a:lnTo>
                  <a:lnTo>
                    <a:pt x="155448" y="3048"/>
                  </a:lnTo>
                  <a:close/>
                </a:path>
                <a:path w="189229"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30" name="Google Shape;1630;g2ff6f630c79_0_1181"/>
            <p:cNvPicPr preferRelativeResize="0"/>
            <p:nvPr/>
          </p:nvPicPr>
          <p:blipFill rotWithShape="1">
            <a:blip r:embed="rId10">
              <a:alphaModFix/>
            </a:blip>
            <a:srcRect/>
            <a:stretch/>
          </p:blipFill>
          <p:spPr>
            <a:xfrm>
              <a:off x="5730239" y="4846319"/>
              <a:ext cx="185927" cy="94487"/>
            </a:xfrm>
            <a:prstGeom prst="rect">
              <a:avLst/>
            </a:prstGeom>
            <a:noFill/>
            <a:ln>
              <a:noFill/>
            </a:ln>
          </p:spPr>
        </p:pic>
        <p:pic>
          <p:nvPicPr>
            <p:cNvPr id="1631" name="Google Shape;1631;g2ff6f630c79_0_1181"/>
            <p:cNvPicPr preferRelativeResize="0"/>
            <p:nvPr/>
          </p:nvPicPr>
          <p:blipFill rotWithShape="1">
            <a:blip r:embed="rId11">
              <a:alphaModFix/>
            </a:blip>
            <a:srcRect/>
            <a:stretch/>
          </p:blipFill>
          <p:spPr>
            <a:xfrm>
              <a:off x="5724143" y="4837175"/>
              <a:ext cx="192023" cy="106680"/>
            </a:xfrm>
            <a:prstGeom prst="rect">
              <a:avLst/>
            </a:prstGeom>
            <a:noFill/>
            <a:ln>
              <a:noFill/>
            </a:ln>
          </p:spPr>
        </p:pic>
        <p:pic>
          <p:nvPicPr>
            <p:cNvPr id="1632" name="Google Shape;1632;g2ff6f630c79_0_1181"/>
            <p:cNvPicPr preferRelativeResize="0"/>
            <p:nvPr/>
          </p:nvPicPr>
          <p:blipFill rotWithShape="1">
            <a:blip r:embed="rId12">
              <a:alphaModFix/>
            </a:blip>
            <a:srcRect/>
            <a:stretch/>
          </p:blipFill>
          <p:spPr>
            <a:xfrm>
              <a:off x="5547359" y="4693919"/>
              <a:ext cx="185927" cy="94487"/>
            </a:xfrm>
            <a:prstGeom prst="rect">
              <a:avLst/>
            </a:prstGeom>
            <a:noFill/>
            <a:ln>
              <a:noFill/>
            </a:ln>
          </p:spPr>
        </p:pic>
        <p:pic>
          <p:nvPicPr>
            <p:cNvPr id="1633" name="Google Shape;1633;g2ff6f630c79_0_1181"/>
            <p:cNvPicPr preferRelativeResize="0"/>
            <p:nvPr/>
          </p:nvPicPr>
          <p:blipFill rotWithShape="1">
            <a:blip r:embed="rId13">
              <a:alphaModFix/>
            </a:blip>
            <a:srcRect/>
            <a:stretch/>
          </p:blipFill>
          <p:spPr>
            <a:xfrm>
              <a:off x="5541263" y="4684775"/>
              <a:ext cx="192024" cy="106680"/>
            </a:xfrm>
            <a:prstGeom prst="rect">
              <a:avLst/>
            </a:prstGeom>
            <a:noFill/>
            <a:ln>
              <a:noFill/>
            </a:ln>
          </p:spPr>
        </p:pic>
        <p:pic>
          <p:nvPicPr>
            <p:cNvPr id="1634" name="Google Shape;1634;g2ff6f630c79_0_1181"/>
            <p:cNvPicPr preferRelativeResize="0"/>
            <p:nvPr/>
          </p:nvPicPr>
          <p:blipFill rotWithShape="1">
            <a:blip r:embed="rId14">
              <a:alphaModFix/>
            </a:blip>
            <a:srcRect/>
            <a:stretch/>
          </p:blipFill>
          <p:spPr>
            <a:xfrm>
              <a:off x="5562599" y="4492751"/>
              <a:ext cx="182879" cy="94487"/>
            </a:xfrm>
            <a:prstGeom prst="rect">
              <a:avLst/>
            </a:prstGeom>
            <a:noFill/>
            <a:ln>
              <a:noFill/>
            </a:ln>
          </p:spPr>
        </p:pic>
        <p:pic>
          <p:nvPicPr>
            <p:cNvPr id="1635" name="Google Shape;1635;g2ff6f630c79_0_1181"/>
            <p:cNvPicPr preferRelativeResize="0"/>
            <p:nvPr/>
          </p:nvPicPr>
          <p:blipFill rotWithShape="1">
            <a:blip r:embed="rId15">
              <a:alphaModFix/>
            </a:blip>
            <a:srcRect/>
            <a:stretch/>
          </p:blipFill>
          <p:spPr>
            <a:xfrm>
              <a:off x="5556503" y="4483607"/>
              <a:ext cx="188975" cy="106679"/>
            </a:xfrm>
            <a:prstGeom prst="rect">
              <a:avLst/>
            </a:prstGeom>
            <a:noFill/>
            <a:ln>
              <a:noFill/>
            </a:ln>
          </p:spPr>
        </p:pic>
        <p:pic>
          <p:nvPicPr>
            <p:cNvPr id="1636" name="Google Shape;1636;g2ff6f630c79_0_1181"/>
            <p:cNvPicPr preferRelativeResize="0"/>
            <p:nvPr/>
          </p:nvPicPr>
          <p:blipFill rotWithShape="1">
            <a:blip r:embed="rId16">
              <a:alphaModFix/>
            </a:blip>
            <a:srcRect/>
            <a:stretch/>
          </p:blipFill>
          <p:spPr>
            <a:xfrm>
              <a:off x="5769863" y="4352543"/>
              <a:ext cx="182879" cy="94487"/>
            </a:xfrm>
            <a:prstGeom prst="rect">
              <a:avLst/>
            </a:prstGeom>
            <a:noFill/>
            <a:ln>
              <a:noFill/>
            </a:ln>
          </p:spPr>
        </p:pic>
        <p:sp>
          <p:nvSpPr>
            <p:cNvPr id="1637" name="Google Shape;1637;g2ff6f630c79_0_1181"/>
            <p:cNvSpPr/>
            <p:nvPr/>
          </p:nvSpPr>
          <p:spPr>
            <a:xfrm>
              <a:off x="5763767" y="4343399"/>
              <a:ext cx="192404" cy="106679"/>
            </a:xfrm>
            <a:custGeom>
              <a:avLst/>
              <a:gdLst/>
              <a:ahLst/>
              <a:cxnLst/>
              <a:rect l="l" t="t" r="r" b="b"/>
              <a:pathLst>
                <a:path w="192404" h="106679" extrusionOk="0">
                  <a:moveTo>
                    <a:pt x="85344" y="3048"/>
                  </a:moveTo>
                  <a:lnTo>
                    <a:pt x="48768" y="15239"/>
                  </a:lnTo>
                  <a:lnTo>
                    <a:pt x="9144" y="42672"/>
                  </a:lnTo>
                  <a:lnTo>
                    <a:pt x="0" y="60960"/>
                  </a:lnTo>
                  <a:lnTo>
                    <a:pt x="0" y="73151"/>
                  </a:lnTo>
                  <a:lnTo>
                    <a:pt x="36576" y="103632"/>
                  </a:lnTo>
                  <a:lnTo>
                    <a:pt x="67056" y="106679"/>
                  </a:lnTo>
                  <a:lnTo>
                    <a:pt x="70104" y="106679"/>
                  </a:lnTo>
                  <a:lnTo>
                    <a:pt x="106680" y="103632"/>
                  </a:lnTo>
                  <a:lnTo>
                    <a:pt x="67056" y="103632"/>
                  </a:lnTo>
                  <a:lnTo>
                    <a:pt x="67056" y="97536"/>
                  </a:lnTo>
                  <a:lnTo>
                    <a:pt x="68718" y="97397"/>
                  </a:lnTo>
                  <a:lnTo>
                    <a:pt x="39624" y="94487"/>
                  </a:lnTo>
                  <a:lnTo>
                    <a:pt x="24384" y="88391"/>
                  </a:lnTo>
                  <a:lnTo>
                    <a:pt x="15240" y="88391"/>
                  </a:lnTo>
                  <a:lnTo>
                    <a:pt x="15240" y="82296"/>
                  </a:lnTo>
                  <a:lnTo>
                    <a:pt x="12192" y="79248"/>
                  </a:lnTo>
                  <a:lnTo>
                    <a:pt x="9144" y="70103"/>
                  </a:lnTo>
                  <a:lnTo>
                    <a:pt x="9144" y="64008"/>
                  </a:lnTo>
                  <a:lnTo>
                    <a:pt x="3048" y="60960"/>
                  </a:lnTo>
                  <a:lnTo>
                    <a:pt x="10160" y="60960"/>
                  </a:lnTo>
                  <a:lnTo>
                    <a:pt x="12192" y="54863"/>
                  </a:lnTo>
                  <a:lnTo>
                    <a:pt x="16256" y="48767"/>
                  </a:lnTo>
                  <a:lnTo>
                    <a:pt x="15240" y="48767"/>
                  </a:lnTo>
                  <a:lnTo>
                    <a:pt x="15240" y="42672"/>
                  </a:lnTo>
                  <a:lnTo>
                    <a:pt x="21336" y="42672"/>
                  </a:lnTo>
                  <a:lnTo>
                    <a:pt x="24384" y="39624"/>
                  </a:lnTo>
                  <a:lnTo>
                    <a:pt x="51816" y="24384"/>
                  </a:lnTo>
                  <a:lnTo>
                    <a:pt x="88392" y="12191"/>
                  </a:lnTo>
                  <a:lnTo>
                    <a:pt x="85344" y="12191"/>
                  </a:lnTo>
                  <a:lnTo>
                    <a:pt x="82296" y="9144"/>
                  </a:lnTo>
                  <a:lnTo>
                    <a:pt x="82296" y="6096"/>
                  </a:lnTo>
                  <a:lnTo>
                    <a:pt x="85344" y="3048"/>
                  </a:lnTo>
                  <a:close/>
                </a:path>
                <a:path w="192404" h="106679" extrusionOk="0">
                  <a:moveTo>
                    <a:pt x="68718" y="97397"/>
                  </a:moveTo>
                  <a:lnTo>
                    <a:pt x="67056" y="97536"/>
                  </a:lnTo>
                  <a:lnTo>
                    <a:pt x="67056" y="103632"/>
                  </a:lnTo>
                  <a:lnTo>
                    <a:pt x="70104" y="97536"/>
                  </a:lnTo>
                  <a:lnTo>
                    <a:pt x="68718" y="97397"/>
                  </a:lnTo>
                  <a:close/>
                </a:path>
                <a:path w="192404" h="106679" extrusionOk="0">
                  <a:moveTo>
                    <a:pt x="170687" y="60960"/>
                  </a:moveTo>
                  <a:lnTo>
                    <a:pt x="164592" y="67055"/>
                  </a:lnTo>
                  <a:lnTo>
                    <a:pt x="137160" y="82296"/>
                  </a:lnTo>
                  <a:lnTo>
                    <a:pt x="103632" y="94487"/>
                  </a:lnTo>
                  <a:lnTo>
                    <a:pt x="68718" y="97397"/>
                  </a:lnTo>
                  <a:lnTo>
                    <a:pt x="70104" y="97536"/>
                  </a:lnTo>
                  <a:lnTo>
                    <a:pt x="67056" y="103632"/>
                  </a:lnTo>
                  <a:lnTo>
                    <a:pt x="106680" y="103632"/>
                  </a:lnTo>
                  <a:lnTo>
                    <a:pt x="140208" y="91439"/>
                  </a:lnTo>
                  <a:lnTo>
                    <a:pt x="167640" y="76200"/>
                  </a:lnTo>
                  <a:lnTo>
                    <a:pt x="179832" y="64008"/>
                  </a:lnTo>
                  <a:lnTo>
                    <a:pt x="176784" y="64008"/>
                  </a:lnTo>
                  <a:lnTo>
                    <a:pt x="170687" y="60960"/>
                  </a:lnTo>
                  <a:close/>
                </a:path>
                <a:path w="192404" h="106679" extrusionOk="0">
                  <a:moveTo>
                    <a:pt x="15239" y="82296"/>
                  </a:moveTo>
                  <a:lnTo>
                    <a:pt x="15240" y="88391"/>
                  </a:lnTo>
                  <a:lnTo>
                    <a:pt x="18287" y="85344"/>
                  </a:lnTo>
                  <a:lnTo>
                    <a:pt x="15239" y="82296"/>
                  </a:lnTo>
                  <a:close/>
                </a:path>
                <a:path w="192404" h="106679" extrusionOk="0">
                  <a:moveTo>
                    <a:pt x="15240" y="82296"/>
                  </a:moveTo>
                  <a:lnTo>
                    <a:pt x="18287" y="85344"/>
                  </a:lnTo>
                  <a:lnTo>
                    <a:pt x="15240" y="88391"/>
                  </a:lnTo>
                  <a:lnTo>
                    <a:pt x="24384" y="88391"/>
                  </a:lnTo>
                  <a:lnTo>
                    <a:pt x="15240" y="82296"/>
                  </a:lnTo>
                  <a:close/>
                </a:path>
                <a:path w="192404" h="106679" extrusionOk="0">
                  <a:moveTo>
                    <a:pt x="9144" y="60960"/>
                  </a:moveTo>
                  <a:lnTo>
                    <a:pt x="3048" y="60960"/>
                  </a:lnTo>
                  <a:lnTo>
                    <a:pt x="9144" y="64008"/>
                  </a:lnTo>
                  <a:lnTo>
                    <a:pt x="9144" y="60960"/>
                  </a:lnTo>
                  <a:close/>
                </a:path>
                <a:path w="192404" h="106679" extrusionOk="0">
                  <a:moveTo>
                    <a:pt x="10160" y="60960"/>
                  </a:moveTo>
                  <a:lnTo>
                    <a:pt x="9144" y="60960"/>
                  </a:lnTo>
                  <a:lnTo>
                    <a:pt x="9144" y="64008"/>
                  </a:lnTo>
                  <a:lnTo>
                    <a:pt x="10160" y="60960"/>
                  </a:lnTo>
                  <a:close/>
                </a:path>
                <a:path w="192404" h="106679" extrusionOk="0">
                  <a:moveTo>
                    <a:pt x="173736" y="57912"/>
                  </a:moveTo>
                  <a:lnTo>
                    <a:pt x="170687" y="60960"/>
                  </a:lnTo>
                  <a:lnTo>
                    <a:pt x="176784" y="64008"/>
                  </a:lnTo>
                  <a:lnTo>
                    <a:pt x="173736" y="57912"/>
                  </a:lnTo>
                  <a:close/>
                </a:path>
                <a:path w="192404" h="106679" extrusionOk="0">
                  <a:moveTo>
                    <a:pt x="183896" y="57912"/>
                  </a:moveTo>
                  <a:lnTo>
                    <a:pt x="173736" y="57912"/>
                  </a:lnTo>
                  <a:lnTo>
                    <a:pt x="176784" y="64008"/>
                  </a:lnTo>
                  <a:lnTo>
                    <a:pt x="179832" y="64008"/>
                  </a:lnTo>
                  <a:lnTo>
                    <a:pt x="183896" y="57912"/>
                  </a:lnTo>
                  <a:close/>
                </a:path>
                <a:path w="192404" h="106679" extrusionOk="0">
                  <a:moveTo>
                    <a:pt x="182880" y="42672"/>
                  </a:moveTo>
                  <a:lnTo>
                    <a:pt x="170687" y="60960"/>
                  </a:lnTo>
                  <a:lnTo>
                    <a:pt x="173736" y="57912"/>
                  </a:lnTo>
                  <a:lnTo>
                    <a:pt x="183896" y="57912"/>
                  </a:lnTo>
                  <a:lnTo>
                    <a:pt x="192024" y="45720"/>
                  </a:lnTo>
                  <a:lnTo>
                    <a:pt x="182880" y="45720"/>
                  </a:lnTo>
                  <a:lnTo>
                    <a:pt x="182880" y="42672"/>
                  </a:lnTo>
                  <a:close/>
                </a:path>
                <a:path w="192404" h="106679" extrusionOk="0">
                  <a:moveTo>
                    <a:pt x="15240" y="42672"/>
                  </a:moveTo>
                  <a:lnTo>
                    <a:pt x="15240" y="48767"/>
                  </a:lnTo>
                  <a:lnTo>
                    <a:pt x="18287" y="45720"/>
                  </a:lnTo>
                  <a:lnTo>
                    <a:pt x="15240" y="42672"/>
                  </a:lnTo>
                  <a:close/>
                </a:path>
                <a:path w="192404" h="106679" extrusionOk="0">
                  <a:moveTo>
                    <a:pt x="18287" y="45720"/>
                  </a:moveTo>
                  <a:lnTo>
                    <a:pt x="15240" y="48767"/>
                  </a:lnTo>
                  <a:lnTo>
                    <a:pt x="16256" y="48767"/>
                  </a:lnTo>
                  <a:lnTo>
                    <a:pt x="18287" y="45720"/>
                  </a:lnTo>
                  <a:close/>
                </a:path>
                <a:path w="192404" h="106679" extrusionOk="0">
                  <a:moveTo>
                    <a:pt x="21336" y="42672"/>
                  </a:moveTo>
                  <a:lnTo>
                    <a:pt x="15240" y="42672"/>
                  </a:lnTo>
                  <a:lnTo>
                    <a:pt x="18287" y="45720"/>
                  </a:lnTo>
                  <a:lnTo>
                    <a:pt x="21336" y="42672"/>
                  </a:lnTo>
                  <a:close/>
                </a:path>
                <a:path w="192404" h="106679" extrusionOk="0">
                  <a:moveTo>
                    <a:pt x="182880" y="42672"/>
                  </a:moveTo>
                  <a:lnTo>
                    <a:pt x="182880" y="45720"/>
                  </a:lnTo>
                  <a:lnTo>
                    <a:pt x="185928" y="45720"/>
                  </a:lnTo>
                  <a:lnTo>
                    <a:pt x="182880" y="42672"/>
                  </a:lnTo>
                  <a:close/>
                </a:path>
                <a:path w="192404" h="106679" extrusionOk="0">
                  <a:moveTo>
                    <a:pt x="180267" y="28738"/>
                  </a:moveTo>
                  <a:lnTo>
                    <a:pt x="182880" y="36575"/>
                  </a:lnTo>
                  <a:lnTo>
                    <a:pt x="182880" y="42672"/>
                  </a:lnTo>
                  <a:lnTo>
                    <a:pt x="185928" y="45720"/>
                  </a:lnTo>
                  <a:lnTo>
                    <a:pt x="192024" y="45720"/>
                  </a:lnTo>
                  <a:lnTo>
                    <a:pt x="192024" y="33527"/>
                  </a:lnTo>
                  <a:lnTo>
                    <a:pt x="191008" y="30479"/>
                  </a:lnTo>
                  <a:lnTo>
                    <a:pt x="182880" y="30479"/>
                  </a:lnTo>
                  <a:lnTo>
                    <a:pt x="180267" y="28738"/>
                  </a:lnTo>
                  <a:close/>
                </a:path>
                <a:path w="192404" h="106679" extrusionOk="0">
                  <a:moveTo>
                    <a:pt x="182880" y="27432"/>
                  </a:moveTo>
                  <a:lnTo>
                    <a:pt x="179832" y="27432"/>
                  </a:lnTo>
                  <a:lnTo>
                    <a:pt x="180267" y="28738"/>
                  </a:lnTo>
                  <a:lnTo>
                    <a:pt x="182880" y="30479"/>
                  </a:lnTo>
                  <a:lnTo>
                    <a:pt x="182880" y="27432"/>
                  </a:lnTo>
                  <a:close/>
                </a:path>
                <a:path w="192404" h="106679" extrusionOk="0">
                  <a:moveTo>
                    <a:pt x="189992" y="27432"/>
                  </a:moveTo>
                  <a:lnTo>
                    <a:pt x="182880" y="27432"/>
                  </a:lnTo>
                  <a:lnTo>
                    <a:pt x="182880" y="30479"/>
                  </a:lnTo>
                  <a:lnTo>
                    <a:pt x="191008" y="30479"/>
                  </a:lnTo>
                  <a:lnTo>
                    <a:pt x="189992" y="27432"/>
                  </a:lnTo>
                  <a:close/>
                </a:path>
                <a:path w="192404" h="106679" extrusionOk="0">
                  <a:moveTo>
                    <a:pt x="160782" y="6096"/>
                  </a:moveTo>
                  <a:lnTo>
                    <a:pt x="121920" y="6096"/>
                  </a:lnTo>
                  <a:lnTo>
                    <a:pt x="124968" y="9144"/>
                  </a:lnTo>
                  <a:lnTo>
                    <a:pt x="123305" y="9282"/>
                  </a:lnTo>
                  <a:lnTo>
                    <a:pt x="152400" y="12191"/>
                  </a:lnTo>
                  <a:lnTo>
                    <a:pt x="173736" y="24384"/>
                  </a:lnTo>
                  <a:lnTo>
                    <a:pt x="180267" y="28738"/>
                  </a:lnTo>
                  <a:lnTo>
                    <a:pt x="179832" y="27432"/>
                  </a:lnTo>
                  <a:lnTo>
                    <a:pt x="189992" y="27432"/>
                  </a:lnTo>
                  <a:lnTo>
                    <a:pt x="188976" y="24384"/>
                  </a:lnTo>
                  <a:lnTo>
                    <a:pt x="185928" y="21336"/>
                  </a:lnTo>
                  <a:lnTo>
                    <a:pt x="176784" y="15239"/>
                  </a:lnTo>
                  <a:lnTo>
                    <a:pt x="160782" y="6096"/>
                  </a:lnTo>
                  <a:close/>
                </a:path>
                <a:path w="192404" h="106679" extrusionOk="0">
                  <a:moveTo>
                    <a:pt x="124968" y="0"/>
                  </a:moveTo>
                  <a:lnTo>
                    <a:pt x="121920" y="0"/>
                  </a:lnTo>
                  <a:lnTo>
                    <a:pt x="85344" y="3048"/>
                  </a:lnTo>
                  <a:lnTo>
                    <a:pt x="82296" y="6096"/>
                  </a:lnTo>
                  <a:lnTo>
                    <a:pt x="82296" y="9144"/>
                  </a:lnTo>
                  <a:lnTo>
                    <a:pt x="85344" y="12191"/>
                  </a:lnTo>
                  <a:lnTo>
                    <a:pt x="88392" y="12191"/>
                  </a:lnTo>
                  <a:lnTo>
                    <a:pt x="91440" y="9144"/>
                  </a:lnTo>
                  <a:lnTo>
                    <a:pt x="91440" y="6096"/>
                  </a:lnTo>
                  <a:lnTo>
                    <a:pt x="88392" y="3048"/>
                  </a:lnTo>
                  <a:lnTo>
                    <a:pt x="155448" y="3048"/>
                  </a:lnTo>
                  <a:lnTo>
                    <a:pt x="124968" y="0"/>
                  </a:lnTo>
                  <a:close/>
                </a:path>
                <a:path w="192404" h="106679" extrusionOk="0">
                  <a:moveTo>
                    <a:pt x="155448" y="3048"/>
                  </a:moveTo>
                  <a:lnTo>
                    <a:pt x="88392" y="3048"/>
                  </a:lnTo>
                  <a:lnTo>
                    <a:pt x="91440" y="6096"/>
                  </a:lnTo>
                  <a:lnTo>
                    <a:pt x="91440" y="9144"/>
                  </a:lnTo>
                  <a:lnTo>
                    <a:pt x="88392" y="12191"/>
                  </a:lnTo>
                  <a:lnTo>
                    <a:pt x="123305" y="9282"/>
                  </a:lnTo>
                  <a:lnTo>
                    <a:pt x="121920" y="9144"/>
                  </a:lnTo>
                  <a:lnTo>
                    <a:pt x="121920" y="6096"/>
                  </a:lnTo>
                  <a:lnTo>
                    <a:pt x="160782" y="6096"/>
                  </a:lnTo>
                  <a:lnTo>
                    <a:pt x="155448" y="3048"/>
                  </a:lnTo>
                  <a:close/>
                </a:path>
                <a:path w="192404" h="106679" extrusionOk="0">
                  <a:moveTo>
                    <a:pt x="121920" y="6096"/>
                  </a:moveTo>
                  <a:lnTo>
                    <a:pt x="121920" y="9144"/>
                  </a:lnTo>
                  <a:lnTo>
                    <a:pt x="123305" y="9282"/>
                  </a:lnTo>
                  <a:lnTo>
                    <a:pt x="124968" y="9144"/>
                  </a:lnTo>
                  <a:lnTo>
                    <a:pt x="121920" y="609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38" name="Google Shape;1638;g2ff6f630c79_0_1181"/>
            <p:cNvPicPr preferRelativeResize="0"/>
            <p:nvPr/>
          </p:nvPicPr>
          <p:blipFill rotWithShape="1">
            <a:blip r:embed="rId17">
              <a:alphaModFix/>
            </a:blip>
            <a:srcRect/>
            <a:stretch/>
          </p:blipFill>
          <p:spPr>
            <a:xfrm>
              <a:off x="5224271" y="4492751"/>
              <a:ext cx="182879" cy="94487"/>
            </a:xfrm>
            <a:prstGeom prst="rect">
              <a:avLst/>
            </a:prstGeom>
            <a:noFill/>
            <a:ln>
              <a:noFill/>
            </a:ln>
          </p:spPr>
        </p:pic>
        <p:pic>
          <p:nvPicPr>
            <p:cNvPr id="1639" name="Google Shape;1639;g2ff6f630c79_0_1181"/>
            <p:cNvPicPr preferRelativeResize="0"/>
            <p:nvPr/>
          </p:nvPicPr>
          <p:blipFill rotWithShape="1">
            <a:blip r:embed="rId15">
              <a:alphaModFix/>
            </a:blip>
            <a:srcRect/>
            <a:stretch/>
          </p:blipFill>
          <p:spPr>
            <a:xfrm>
              <a:off x="5218175" y="4483607"/>
              <a:ext cx="188975" cy="106679"/>
            </a:xfrm>
            <a:prstGeom prst="rect">
              <a:avLst/>
            </a:prstGeom>
            <a:noFill/>
            <a:ln>
              <a:noFill/>
            </a:ln>
          </p:spPr>
        </p:pic>
        <p:pic>
          <p:nvPicPr>
            <p:cNvPr id="1640" name="Google Shape;1640;g2ff6f630c79_0_1181"/>
            <p:cNvPicPr preferRelativeResize="0"/>
            <p:nvPr/>
          </p:nvPicPr>
          <p:blipFill rotWithShape="1">
            <a:blip r:embed="rId18">
              <a:alphaModFix/>
            </a:blip>
            <a:srcRect/>
            <a:stretch/>
          </p:blipFill>
          <p:spPr>
            <a:xfrm>
              <a:off x="4876799" y="4392167"/>
              <a:ext cx="182879" cy="91439"/>
            </a:xfrm>
            <a:prstGeom prst="rect">
              <a:avLst/>
            </a:prstGeom>
            <a:noFill/>
            <a:ln>
              <a:noFill/>
            </a:ln>
          </p:spPr>
        </p:pic>
        <p:pic>
          <p:nvPicPr>
            <p:cNvPr id="1641" name="Google Shape;1641;g2ff6f630c79_0_1181"/>
            <p:cNvPicPr preferRelativeResize="0"/>
            <p:nvPr/>
          </p:nvPicPr>
          <p:blipFill rotWithShape="1">
            <a:blip r:embed="rId19">
              <a:alphaModFix/>
            </a:blip>
            <a:srcRect/>
            <a:stretch/>
          </p:blipFill>
          <p:spPr>
            <a:xfrm>
              <a:off x="4870703" y="4383023"/>
              <a:ext cx="188975" cy="103631"/>
            </a:xfrm>
            <a:prstGeom prst="rect">
              <a:avLst/>
            </a:prstGeom>
            <a:noFill/>
            <a:ln>
              <a:noFill/>
            </a:ln>
          </p:spPr>
        </p:pic>
        <p:pic>
          <p:nvPicPr>
            <p:cNvPr id="1642" name="Google Shape;1642;g2ff6f630c79_0_1181"/>
            <p:cNvPicPr preferRelativeResize="0"/>
            <p:nvPr/>
          </p:nvPicPr>
          <p:blipFill rotWithShape="1">
            <a:blip r:embed="rId20">
              <a:alphaModFix/>
            </a:blip>
            <a:srcRect/>
            <a:stretch/>
          </p:blipFill>
          <p:spPr>
            <a:xfrm>
              <a:off x="5410199" y="4264151"/>
              <a:ext cx="182879" cy="94487"/>
            </a:xfrm>
            <a:prstGeom prst="rect">
              <a:avLst/>
            </a:prstGeom>
            <a:noFill/>
            <a:ln>
              <a:noFill/>
            </a:ln>
          </p:spPr>
        </p:pic>
        <p:pic>
          <p:nvPicPr>
            <p:cNvPr id="1643" name="Google Shape;1643;g2ff6f630c79_0_1181"/>
            <p:cNvPicPr preferRelativeResize="0"/>
            <p:nvPr/>
          </p:nvPicPr>
          <p:blipFill rotWithShape="1">
            <a:blip r:embed="rId15">
              <a:alphaModFix/>
            </a:blip>
            <a:srcRect/>
            <a:stretch/>
          </p:blipFill>
          <p:spPr>
            <a:xfrm>
              <a:off x="5404103" y="4255007"/>
              <a:ext cx="188975" cy="106679"/>
            </a:xfrm>
            <a:prstGeom prst="rect">
              <a:avLst/>
            </a:prstGeom>
            <a:noFill/>
            <a:ln>
              <a:noFill/>
            </a:ln>
          </p:spPr>
        </p:pic>
        <p:pic>
          <p:nvPicPr>
            <p:cNvPr id="1644" name="Google Shape;1644;g2ff6f630c79_0_1181"/>
            <p:cNvPicPr preferRelativeResize="0"/>
            <p:nvPr/>
          </p:nvPicPr>
          <p:blipFill rotWithShape="1">
            <a:blip r:embed="rId21">
              <a:alphaModFix/>
            </a:blip>
            <a:srcRect/>
            <a:stretch/>
          </p:blipFill>
          <p:spPr>
            <a:xfrm>
              <a:off x="5998463" y="4123943"/>
              <a:ext cx="182879" cy="94487"/>
            </a:xfrm>
            <a:prstGeom prst="rect">
              <a:avLst/>
            </a:prstGeom>
            <a:noFill/>
            <a:ln>
              <a:noFill/>
            </a:ln>
          </p:spPr>
        </p:pic>
        <p:pic>
          <p:nvPicPr>
            <p:cNvPr id="1645" name="Google Shape;1645;g2ff6f630c79_0_1181"/>
            <p:cNvPicPr preferRelativeResize="0"/>
            <p:nvPr/>
          </p:nvPicPr>
          <p:blipFill rotWithShape="1">
            <a:blip r:embed="rId22">
              <a:alphaModFix/>
            </a:blip>
            <a:srcRect/>
            <a:stretch/>
          </p:blipFill>
          <p:spPr>
            <a:xfrm>
              <a:off x="5992367" y="4114799"/>
              <a:ext cx="192024" cy="106679"/>
            </a:xfrm>
            <a:prstGeom prst="rect">
              <a:avLst/>
            </a:prstGeom>
            <a:noFill/>
            <a:ln>
              <a:noFill/>
            </a:ln>
          </p:spPr>
        </p:pic>
        <p:pic>
          <p:nvPicPr>
            <p:cNvPr id="1646" name="Google Shape;1646;g2ff6f630c79_0_1181"/>
            <p:cNvPicPr preferRelativeResize="0"/>
            <p:nvPr/>
          </p:nvPicPr>
          <p:blipFill rotWithShape="1">
            <a:blip r:embed="rId23">
              <a:alphaModFix/>
            </a:blip>
            <a:srcRect/>
            <a:stretch/>
          </p:blipFill>
          <p:spPr>
            <a:xfrm>
              <a:off x="5529071" y="5087111"/>
              <a:ext cx="182879" cy="94487"/>
            </a:xfrm>
            <a:prstGeom prst="rect">
              <a:avLst/>
            </a:prstGeom>
            <a:noFill/>
            <a:ln>
              <a:noFill/>
            </a:ln>
          </p:spPr>
        </p:pic>
        <p:pic>
          <p:nvPicPr>
            <p:cNvPr id="1647" name="Google Shape;1647;g2ff6f630c79_0_1181"/>
            <p:cNvPicPr preferRelativeResize="0"/>
            <p:nvPr/>
          </p:nvPicPr>
          <p:blipFill rotWithShape="1">
            <a:blip r:embed="rId24">
              <a:alphaModFix/>
            </a:blip>
            <a:srcRect/>
            <a:stretch/>
          </p:blipFill>
          <p:spPr>
            <a:xfrm>
              <a:off x="5522975" y="5077967"/>
              <a:ext cx="188975" cy="106680"/>
            </a:xfrm>
            <a:prstGeom prst="rect">
              <a:avLst/>
            </a:prstGeom>
            <a:noFill/>
            <a:ln>
              <a:noFill/>
            </a:ln>
          </p:spPr>
        </p:pic>
        <p:pic>
          <p:nvPicPr>
            <p:cNvPr id="1648" name="Google Shape;1648;g2ff6f630c79_0_1181"/>
            <p:cNvPicPr preferRelativeResize="0"/>
            <p:nvPr/>
          </p:nvPicPr>
          <p:blipFill rotWithShape="1">
            <a:blip r:embed="rId25">
              <a:alphaModFix/>
            </a:blip>
            <a:srcRect/>
            <a:stretch/>
          </p:blipFill>
          <p:spPr>
            <a:xfrm>
              <a:off x="5910071" y="5483351"/>
              <a:ext cx="182879" cy="94487"/>
            </a:xfrm>
            <a:prstGeom prst="rect">
              <a:avLst/>
            </a:prstGeom>
            <a:noFill/>
            <a:ln>
              <a:noFill/>
            </a:ln>
          </p:spPr>
        </p:pic>
        <p:pic>
          <p:nvPicPr>
            <p:cNvPr id="1649" name="Google Shape;1649;g2ff6f630c79_0_1181"/>
            <p:cNvPicPr preferRelativeResize="0"/>
            <p:nvPr/>
          </p:nvPicPr>
          <p:blipFill rotWithShape="1">
            <a:blip r:embed="rId26">
              <a:alphaModFix/>
            </a:blip>
            <a:srcRect/>
            <a:stretch/>
          </p:blipFill>
          <p:spPr>
            <a:xfrm>
              <a:off x="5903975" y="5468111"/>
              <a:ext cx="188975" cy="112775"/>
            </a:xfrm>
            <a:prstGeom prst="rect">
              <a:avLst/>
            </a:prstGeom>
            <a:noFill/>
            <a:ln>
              <a:noFill/>
            </a:ln>
          </p:spPr>
        </p:pic>
        <p:sp>
          <p:nvSpPr>
            <p:cNvPr id="1650" name="Google Shape;1650;g2ff6f630c79_0_1181"/>
            <p:cNvSpPr/>
            <p:nvPr/>
          </p:nvSpPr>
          <p:spPr>
            <a:xfrm>
              <a:off x="5903975" y="5458967"/>
              <a:ext cx="189229" cy="106679"/>
            </a:xfrm>
            <a:custGeom>
              <a:avLst/>
              <a:gdLst/>
              <a:ahLst/>
              <a:cxnLst/>
              <a:rect l="l" t="t" r="r" b="b"/>
              <a:pathLst>
                <a:path w="189229" h="106679" extrusionOk="0">
                  <a:moveTo>
                    <a:pt x="85344" y="6095"/>
                  </a:moveTo>
                  <a:lnTo>
                    <a:pt x="21336" y="30479"/>
                  </a:lnTo>
                  <a:lnTo>
                    <a:pt x="0" y="60960"/>
                  </a:lnTo>
                  <a:lnTo>
                    <a:pt x="0" y="73151"/>
                  </a:lnTo>
                  <a:lnTo>
                    <a:pt x="33527" y="103631"/>
                  </a:lnTo>
                  <a:lnTo>
                    <a:pt x="64008" y="106679"/>
                  </a:lnTo>
                  <a:lnTo>
                    <a:pt x="67056" y="106679"/>
                  </a:lnTo>
                  <a:lnTo>
                    <a:pt x="103632" y="103631"/>
                  </a:lnTo>
                  <a:lnTo>
                    <a:pt x="67056" y="103631"/>
                  </a:lnTo>
                  <a:lnTo>
                    <a:pt x="64008" y="97535"/>
                  </a:lnTo>
                  <a:lnTo>
                    <a:pt x="65670" y="97397"/>
                  </a:lnTo>
                  <a:lnTo>
                    <a:pt x="36575" y="94487"/>
                  </a:lnTo>
                  <a:lnTo>
                    <a:pt x="24384" y="88391"/>
                  </a:lnTo>
                  <a:lnTo>
                    <a:pt x="15239" y="88391"/>
                  </a:lnTo>
                  <a:lnTo>
                    <a:pt x="15239" y="82295"/>
                  </a:lnTo>
                  <a:lnTo>
                    <a:pt x="12191" y="79247"/>
                  </a:lnTo>
                  <a:lnTo>
                    <a:pt x="9144" y="70103"/>
                  </a:lnTo>
                  <a:lnTo>
                    <a:pt x="9144" y="64007"/>
                  </a:lnTo>
                  <a:lnTo>
                    <a:pt x="3048" y="60960"/>
                  </a:lnTo>
                  <a:lnTo>
                    <a:pt x="10160" y="60960"/>
                  </a:lnTo>
                  <a:lnTo>
                    <a:pt x="12191" y="54863"/>
                  </a:lnTo>
                  <a:lnTo>
                    <a:pt x="16255" y="48767"/>
                  </a:lnTo>
                  <a:lnTo>
                    <a:pt x="15239" y="48767"/>
                  </a:lnTo>
                  <a:lnTo>
                    <a:pt x="15239" y="42671"/>
                  </a:lnTo>
                  <a:lnTo>
                    <a:pt x="21336" y="42671"/>
                  </a:lnTo>
                  <a:lnTo>
                    <a:pt x="24384" y="39623"/>
                  </a:lnTo>
                  <a:lnTo>
                    <a:pt x="51815" y="24383"/>
                  </a:lnTo>
                  <a:lnTo>
                    <a:pt x="88391" y="15239"/>
                  </a:lnTo>
                  <a:lnTo>
                    <a:pt x="85344" y="15239"/>
                  </a:lnTo>
                  <a:lnTo>
                    <a:pt x="82296" y="12191"/>
                  </a:lnTo>
                  <a:lnTo>
                    <a:pt x="82296" y="9143"/>
                  </a:lnTo>
                  <a:lnTo>
                    <a:pt x="85344" y="6095"/>
                  </a:lnTo>
                  <a:close/>
                </a:path>
                <a:path w="189229" h="106679" extrusionOk="0">
                  <a:moveTo>
                    <a:pt x="65670" y="97397"/>
                  </a:moveTo>
                  <a:lnTo>
                    <a:pt x="64008" y="97535"/>
                  </a:lnTo>
                  <a:lnTo>
                    <a:pt x="67056" y="103631"/>
                  </a:lnTo>
                  <a:lnTo>
                    <a:pt x="67056" y="97535"/>
                  </a:lnTo>
                  <a:lnTo>
                    <a:pt x="65670" y="97397"/>
                  </a:lnTo>
                  <a:close/>
                </a:path>
                <a:path w="189229" h="106679" extrusionOk="0">
                  <a:moveTo>
                    <a:pt x="170688" y="60960"/>
                  </a:moveTo>
                  <a:lnTo>
                    <a:pt x="164591" y="67055"/>
                  </a:lnTo>
                  <a:lnTo>
                    <a:pt x="137160" y="82295"/>
                  </a:lnTo>
                  <a:lnTo>
                    <a:pt x="100584" y="94487"/>
                  </a:lnTo>
                  <a:lnTo>
                    <a:pt x="65670" y="97397"/>
                  </a:lnTo>
                  <a:lnTo>
                    <a:pt x="67056" y="97535"/>
                  </a:lnTo>
                  <a:lnTo>
                    <a:pt x="67056" y="103631"/>
                  </a:lnTo>
                  <a:lnTo>
                    <a:pt x="103632" y="103631"/>
                  </a:lnTo>
                  <a:lnTo>
                    <a:pt x="140208" y="91439"/>
                  </a:lnTo>
                  <a:lnTo>
                    <a:pt x="167639" y="76199"/>
                  </a:lnTo>
                  <a:lnTo>
                    <a:pt x="179832" y="64007"/>
                  </a:lnTo>
                  <a:lnTo>
                    <a:pt x="173736" y="64007"/>
                  </a:lnTo>
                  <a:lnTo>
                    <a:pt x="170688" y="60960"/>
                  </a:lnTo>
                  <a:close/>
                </a:path>
                <a:path w="189229" h="106679" extrusionOk="0">
                  <a:moveTo>
                    <a:pt x="15239" y="82295"/>
                  </a:moveTo>
                  <a:lnTo>
                    <a:pt x="15239" y="88391"/>
                  </a:lnTo>
                  <a:lnTo>
                    <a:pt x="18287" y="85343"/>
                  </a:lnTo>
                  <a:lnTo>
                    <a:pt x="15239" y="82295"/>
                  </a:lnTo>
                  <a:close/>
                </a:path>
                <a:path w="189229" h="106679" extrusionOk="0">
                  <a:moveTo>
                    <a:pt x="15239" y="82295"/>
                  </a:moveTo>
                  <a:lnTo>
                    <a:pt x="18287" y="85343"/>
                  </a:lnTo>
                  <a:lnTo>
                    <a:pt x="15239" y="88391"/>
                  </a:lnTo>
                  <a:lnTo>
                    <a:pt x="24384" y="88391"/>
                  </a:lnTo>
                  <a:lnTo>
                    <a:pt x="15239" y="82295"/>
                  </a:lnTo>
                  <a:close/>
                </a:path>
                <a:path w="189229" h="106679" extrusionOk="0">
                  <a:moveTo>
                    <a:pt x="9144" y="60960"/>
                  </a:moveTo>
                  <a:lnTo>
                    <a:pt x="3048" y="60960"/>
                  </a:lnTo>
                  <a:lnTo>
                    <a:pt x="9144" y="64007"/>
                  </a:lnTo>
                  <a:lnTo>
                    <a:pt x="9144" y="60960"/>
                  </a:lnTo>
                  <a:close/>
                </a:path>
                <a:path w="189229" h="106679" extrusionOk="0">
                  <a:moveTo>
                    <a:pt x="10160" y="60960"/>
                  </a:moveTo>
                  <a:lnTo>
                    <a:pt x="9144" y="60960"/>
                  </a:lnTo>
                  <a:lnTo>
                    <a:pt x="9144" y="64007"/>
                  </a:lnTo>
                  <a:lnTo>
                    <a:pt x="10160" y="60960"/>
                  </a:lnTo>
                  <a:close/>
                </a:path>
                <a:path w="189229" h="106679" extrusionOk="0">
                  <a:moveTo>
                    <a:pt x="173736" y="57911"/>
                  </a:moveTo>
                  <a:lnTo>
                    <a:pt x="170688" y="60960"/>
                  </a:lnTo>
                  <a:lnTo>
                    <a:pt x="173736" y="64007"/>
                  </a:lnTo>
                  <a:lnTo>
                    <a:pt x="173736" y="57911"/>
                  </a:lnTo>
                  <a:close/>
                </a:path>
                <a:path w="189229" h="106679" extrusionOk="0">
                  <a:moveTo>
                    <a:pt x="183896" y="57911"/>
                  </a:moveTo>
                  <a:lnTo>
                    <a:pt x="173736" y="57911"/>
                  </a:lnTo>
                  <a:lnTo>
                    <a:pt x="173736" y="64007"/>
                  </a:lnTo>
                  <a:lnTo>
                    <a:pt x="179832" y="64007"/>
                  </a:lnTo>
                  <a:lnTo>
                    <a:pt x="183896" y="57911"/>
                  </a:lnTo>
                  <a:close/>
                </a:path>
                <a:path w="189229" h="106679" extrusionOk="0">
                  <a:moveTo>
                    <a:pt x="179832" y="42671"/>
                  </a:moveTo>
                  <a:lnTo>
                    <a:pt x="176784" y="51815"/>
                  </a:lnTo>
                  <a:lnTo>
                    <a:pt x="170687" y="60960"/>
                  </a:lnTo>
                  <a:lnTo>
                    <a:pt x="173736" y="57911"/>
                  </a:lnTo>
                  <a:lnTo>
                    <a:pt x="183896" y="57911"/>
                  </a:lnTo>
                  <a:lnTo>
                    <a:pt x="185927" y="54863"/>
                  </a:lnTo>
                  <a:lnTo>
                    <a:pt x="188975" y="45719"/>
                  </a:lnTo>
                  <a:lnTo>
                    <a:pt x="179832" y="45719"/>
                  </a:lnTo>
                  <a:lnTo>
                    <a:pt x="179832" y="42671"/>
                  </a:lnTo>
                  <a:close/>
                </a:path>
                <a:path w="189229" h="106679" extrusionOk="0">
                  <a:moveTo>
                    <a:pt x="15239" y="42671"/>
                  </a:moveTo>
                  <a:lnTo>
                    <a:pt x="15239" y="48767"/>
                  </a:lnTo>
                  <a:lnTo>
                    <a:pt x="18287" y="45719"/>
                  </a:lnTo>
                  <a:lnTo>
                    <a:pt x="15239" y="42671"/>
                  </a:lnTo>
                  <a:close/>
                </a:path>
                <a:path w="189229" h="106679" extrusionOk="0">
                  <a:moveTo>
                    <a:pt x="18287" y="45719"/>
                  </a:moveTo>
                  <a:lnTo>
                    <a:pt x="15239" y="48767"/>
                  </a:lnTo>
                  <a:lnTo>
                    <a:pt x="16255" y="48767"/>
                  </a:lnTo>
                  <a:lnTo>
                    <a:pt x="18287" y="45719"/>
                  </a:lnTo>
                  <a:close/>
                </a:path>
                <a:path w="189229" h="106679" extrusionOk="0">
                  <a:moveTo>
                    <a:pt x="21336" y="42671"/>
                  </a:moveTo>
                  <a:lnTo>
                    <a:pt x="15239"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3"/>
                  </a:lnTo>
                  <a:lnTo>
                    <a:pt x="176784" y="27431"/>
                  </a:lnTo>
                  <a:lnTo>
                    <a:pt x="179832" y="36575"/>
                  </a:lnTo>
                  <a:lnTo>
                    <a:pt x="179832" y="42671"/>
                  </a:lnTo>
                  <a:lnTo>
                    <a:pt x="185928" y="45719"/>
                  </a:lnTo>
                  <a:lnTo>
                    <a:pt x="188975" y="45719"/>
                  </a:lnTo>
                  <a:lnTo>
                    <a:pt x="188975" y="33527"/>
                  </a:lnTo>
                  <a:lnTo>
                    <a:pt x="185927" y="24383"/>
                  </a:lnTo>
                  <a:lnTo>
                    <a:pt x="179832" y="18287"/>
                  </a:lnTo>
                  <a:close/>
                </a:path>
                <a:path w="189229" h="106679" extrusionOk="0">
                  <a:moveTo>
                    <a:pt x="155448" y="6095"/>
                  </a:moveTo>
                  <a:lnTo>
                    <a:pt x="121920" y="6095"/>
                  </a:lnTo>
                  <a:lnTo>
                    <a:pt x="124968" y="9143"/>
                  </a:lnTo>
                  <a:lnTo>
                    <a:pt x="123305" y="9421"/>
                  </a:lnTo>
                  <a:lnTo>
                    <a:pt x="152400" y="15239"/>
                  </a:lnTo>
                  <a:lnTo>
                    <a:pt x="164591" y="18287"/>
                  </a:lnTo>
                  <a:lnTo>
                    <a:pt x="173736" y="24383"/>
                  </a:lnTo>
                  <a:lnTo>
                    <a:pt x="170687" y="21335"/>
                  </a:lnTo>
                  <a:lnTo>
                    <a:pt x="173736" y="18287"/>
                  </a:lnTo>
                  <a:lnTo>
                    <a:pt x="179832" y="18287"/>
                  </a:lnTo>
                  <a:lnTo>
                    <a:pt x="176784" y="15239"/>
                  </a:lnTo>
                  <a:lnTo>
                    <a:pt x="167639" y="9143"/>
                  </a:lnTo>
                  <a:lnTo>
                    <a:pt x="155448" y="6095"/>
                  </a:lnTo>
                  <a:close/>
                </a:path>
                <a:path w="189229" h="106679" extrusionOk="0">
                  <a:moveTo>
                    <a:pt x="173736" y="18287"/>
                  </a:moveTo>
                  <a:lnTo>
                    <a:pt x="170687" y="21335"/>
                  </a:lnTo>
                  <a:lnTo>
                    <a:pt x="173736" y="24383"/>
                  </a:lnTo>
                  <a:lnTo>
                    <a:pt x="173736" y="18287"/>
                  </a:lnTo>
                  <a:close/>
                </a:path>
                <a:path w="189229" h="106679" extrusionOk="0">
                  <a:moveTo>
                    <a:pt x="124968" y="0"/>
                  </a:moveTo>
                  <a:lnTo>
                    <a:pt x="121920" y="0"/>
                  </a:lnTo>
                  <a:lnTo>
                    <a:pt x="85344" y="6095"/>
                  </a:lnTo>
                  <a:lnTo>
                    <a:pt x="82296" y="9143"/>
                  </a:lnTo>
                  <a:lnTo>
                    <a:pt x="82296" y="12191"/>
                  </a:lnTo>
                  <a:lnTo>
                    <a:pt x="85344" y="15239"/>
                  </a:lnTo>
                  <a:lnTo>
                    <a:pt x="88391" y="15239"/>
                  </a:lnTo>
                  <a:lnTo>
                    <a:pt x="91439" y="12191"/>
                  </a:lnTo>
                  <a:lnTo>
                    <a:pt x="91439" y="9143"/>
                  </a:lnTo>
                  <a:lnTo>
                    <a:pt x="88391" y="6095"/>
                  </a:lnTo>
                  <a:lnTo>
                    <a:pt x="155448" y="6095"/>
                  </a:lnTo>
                  <a:lnTo>
                    <a:pt x="124968" y="0"/>
                  </a:lnTo>
                  <a:close/>
                </a:path>
                <a:path w="189229" h="106679" extrusionOk="0">
                  <a:moveTo>
                    <a:pt x="121920" y="6095"/>
                  </a:moveTo>
                  <a:lnTo>
                    <a:pt x="88391" y="6095"/>
                  </a:lnTo>
                  <a:lnTo>
                    <a:pt x="91439" y="9143"/>
                  </a:lnTo>
                  <a:lnTo>
                    <a:pt x="91439" y="12191"/>
                  </a:lnTo>
                  <a:lnTo>
                    <a:pt x="88391" y="15239"/>
                  </a:lnTo>
                  <a:lnTo>
                    <a:pt x="123305" y="9421"/>
                  </a:lnTo>
                  <a:lnTo>
                    <a:pt x="121920" y="9143"/>
                  </a:lnTo>
                  <a:lnTo>
                    <a:pt x="121920" y="6095"/>
                  </a:lnTo>
                  <a:close/>
                </a:path>
                <a:path w="189229" h="106679" extrusionOk="0">
                  <a:moveTo>
                    <a:pt x="121920" y="6095"/>
                  </a:moveTo>
                  <a:lnTo>
                    <a:pt x="121920" y="9143"/>
                  </a:lnTo>
                  <a:lnTo>
                    <a:pt x="123305" y="9421"/>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51" name="Google Shape;1651;g2ff6f630c79_0_1181"/>
            <p:cNvPicPr preferRelativeResize="0"/>
            <p:nvPr/>
          </p:nvPicPr>
          <p:blipFill rotWithShape="1">
            <a:blip r:embed="rId27">
              <a:alphaModFix/>
            </a:blip>
            <a:srcRect/>
            <a:stretch/>
          </p:blipFill>
          <p:spPr>
            <a:xfrm>
              <a:off x="6824472" y="5696711"/>
              <a:ext cx="182879" cy="94487"/>
            </a:xfrm>
            <a:prstGeom prst="rect">
              <a:avLst/>
            </a:prstGeom>
            <a:noFill/>
            <a:ln>
              <a:noFill/>
            </a:ln>
          </p:spPr>
        </p:pic>
        <p:pic>
          <p:nvPicPr>
            <p:cNvPr id="1652" name="Google Shape;1652;g2ff6f630c79_0_1181"/>
            <p:cNvPicPr preferRelativeResize="0"/>
            <p:nvPr/>
          </p:nvPicPr>
          <p:blipFill rotWithShape="1">
            <a:blip r:embed="rId24">
              <a:alphaModFix/>
            </a:blip>
            <a:srcRect/>
            <a:stretch/>
          </p:blipFill>
          <p:spPr>
            <a:xfrm>
              <a:off x="6818375" y="5687567"/>
              <a:ext cx="188975" cy="106680"/>
            </a:xfrm>
            <a:prstGeom prst="rect">
              <a:avLst/>
            </a:prstGeom>
            <a:noFill/>
            <a:ln>
              <a:noFill/>
            </a:ln>
          </p:spPr>
        </p:pic>
        <p:pic>
          <p:nvPicPr>
            <p:cNvPr id="1653" name="Google Shape;1653;g2ff6f630c79_0_1181"/>
            <p:cNvPicPr preferRelativeResize="0"/>
            <p:nvPr/>
          </p:nvPicPr>
          <p:blipFill rotWithShape="1">
            <a:blip r:embed="rId28">
              <a:alphaModFix/>
            </a:blip>
            <a:srcRect/>
            <a:stretch/>
          </p:blipFill>
          <p:spPr>
            <a:xfrm>
              <a:off x="6553200" y="5254751"/>
              <a:ext cx="182879" cy="94487"/>
            </a:xfrm>
            <a:prstGeom prst="rect">
              <a:avLst/>
            </a:prstGeom>
            <a:noFill/>
            <a:ln>
              <a:noFill/>
            </a:ln>
          </p:spPr>
        </p:pic>
        <p:pic>
          <p:nvPicPr>
            <p:cNvPr id="1654" name="Google Shape;1654;g2ff6f630c79_0_1181"/>
            <p:cNvPicPr preferRelativeResize="0"/>
            <p:nvPr/>
          </p:nvPicPr>
          <p:blipFill rotWithShape="1">
            <a:blip r:embed="rId15">
              <a:alphaModFix/>
            </a:blip>
            <a:srcRect/>
            <a:stretch/>
          </p:blipFill>
          <p:spPr>
            <a:xfrm>
              <a:off x="6547103" y="5245607"/>
              <a:ext cx="188975" cy="106680"/>
            </a:xfrm>
            <a:prstGeom prst="rect">
              <a:avLst/>
            </a:prstGeom>
            <a:noFill/>
            <a:ln>
              <a:noFill/>
            </a:ln>
          </p:spPr>
        </p:pic>
        <p:pic>
          <p:nvPicPr>
            <p:cNvPr id="1655" name="Google Shape;1655;g2ff6f630c79_0_1181"/>
            <p:cNvPicPr preferRelativeResize="0"/>
            <p:nvPr/>
          </p:nvPicPr>
          <p:blipFill rotWithShape="1">
            <a:blip r:embed="rId29">
              <a:alphaModFix/>
            </a:blip>
            <a:srcRect/>
            <a:stretch/>
          </p:blipFill>
          <p:spPr>
            <a:xfrm>
              <a:off x="6861047" y="4645151"/>
              <a:ext cx="182879" cy="94487"/>
            </a:xfrm>
            <a:prstGeom prst="rect">
              <a:avLst/>
            </a:prstGeom>
            <a:noFill/>
            <a:ln>
              <a:noFill/>
            </a:ln>
          </p:spPr>
        </p:pic>
        <p:pic>
          <p:nvPicPr>
            <p:cNvPr id="1656" name="Google Shape;1656;g2ff6f630c79_0_1181"/>
            <p:cNvPicPr preferRelativeResize="0"/>
            <p:nvPr/>
          </p:nvPicPr>
          <p:blipFill rotWithShape="1">
            <a:blip r:embed="rId30">
              <a:alphaModFix/>
            </a:blip>
            <a:srcRect/>
            <a:stretch/>
          </p:blipFill>
          <p:spPr>
            <a:xfrm>
              <a:off x="6854951" y="4636007"/>
              <a:ext cx="192024" cy="106680"/>
            </a:xfrm>
            <a:prstGeom prst="rect">
              <a:avLst/>
            </a:prstGeom>
            <a:noFill/>
            <a:ln>
              <a:noFill/>
            </a:ln>
          </p:spPr>
        </p:pic>
        <p:pic>
          <p:nvPicPr>
            <p:cNvPr id="1657" name="Google Shape;1657;g2ff6f630c79_0_1181"/>
            <p:cNvPicPr preferRelativeResize="0"/>
            <p:nvPr/>
          </p:nvPicPr>
          <p:blipFill rotWithShape="1">
            <a:blip r:embed="rId31">
              <a:alphaModFix/>
            </a:blip>
            <a:srcRect/>
            <a:stretch/>
          </p:blipFill>
          <p:spPr>
            <a:xfrm>
              <a:off x="7065263" y="4480559"/>
              <a:ext cx="182879" cy="94487"/>
            </a:xfrm>
            <a:prstGeom prst="rect">
              <a:avLst/>
            </a:prstGeom>
            <a:noFill/>
            <a:ln>
              <a:noFill/>
            </a:ln>
          </p:spPr>
        </p:pic>
        <p:pic>
          <p:nvPicPr>
            <p:cNvPr id="1658" name="Google Shape;1658;g2ff6f630c79_0_1181"/>
            <p:cNvPicPr preferRelativeResize="0"/>
            <p:nvPr/>
          </p:nvPicPr>
          <p:blipFill rotWithShape="1">
            <a:blip r:embed="rId32">
              <a:alphaModFix/>
            </a:blip>
            <a:srcRect/>
            <a:stretch/>
          </p:blipFill>
          <p:spPr>
            <a:xfrm>
              <a:off x="7059167" y="4471415"/>
              <a:ext cx="192024" cy="103632"/>
            </a:xfrm>
            <a:prstGeom prst="rect">
              <a:avLst/>
            </a:prstGeom>
            <a:noFill/>
            <a:ln>
              <a:noFill/>
            </a:ln>
          </p:spPr>
        </p:pic>
        <p:pic>
          <p:nvPicPr>
            <p:cNvPr id="1659" name="Google Shape;1659;g2ff6f630c79_0_1181"/>
            <p:cNvPicPr preferRelativeResize="0"/>
            <p:nvPr/>
          </p:nvPicPr>
          <p:blipFill rotWithShape="1">
            <a:blip r:embed="rId33">
              <a:alphaModFix/>
            </a:blip>
            <a:srcRect/>
            <a:stretch/>
          </p:blipFill>
          <p:spPr>
            <a:xfrm>
              <a:off x="7141463" y="4645151"/>
              <a:ext cx="182879" cy="94487"/>
            </a:xfrm>
            <a:prstGeom prst="rect">
              <a:avLst/>
            </a:prstGeom>
            <a:noFill/>
            <a:ln>
              <a:noFill/>
            </a:ln>
          </p:spPr>
        </p:pic>
        <p:pic>
          <p:nvPicPr>
            <p:cNvPr id="1660" name="Google Shape;1660;g2ff6f630c79_0_1181"/>
            <p:cNvPicPr preferRelativeResize="0"/>
            <p:nvPr/>
          </p:nvPicPr>
          <p:blipFill rotWithShape="1">
            <a:blip r:embed="rId34">
              <a:alphaModFix/>
            </a:blip>
            <a:srcRect/>
            <a:stretch/>
          </p:blipFill>
          <p:spPr>
            <a:xfrm>
              <a:off x="7135367" y="4636007"/>
              <a:ext cx="192024" cy="106680"/>
            </a:xfrm>
            <a:prstGeom prst="rect">
              <a:avLst/>
            </a:prstGeom>
            <a:noFill/>
            <a:ln>
              <a:noFill/>
            </a:ln>
          </p:spPr>
        </p:pic>
        <p:pic>
          <p:nvPicPr>
            <p:cNvPr id="1661" name="Google Shape;1661;g2ff6f630c79_0_1181"/>
            <p:cNvPicPr preferRelativeResize="0"/>
            <p:nvPr/>
          </p:nvPicPr>
          <p:blipFill rotWithShape="1">
            <a:blip r:embed="rId35">
              <a:alphaModFix/>
            </a:blip>
            <a:srcRect/>
            <a:stretch/>
          </p:blipFill>
          <p:spPr>
            <a:xfrm>
              <a:off x="7022591" y="4797551"/>
              <a:ext cx="182879" cy="94487"/>
            </a:xfrm>
            <a:prstGeom prst="rect">
              <a:avLst/>
            </a:prstGeom>
            <a:noFill/>
            <a:ln>
              <a:noFill/>
            </a:ln>
          </p:spPr>
        </p:pic>
        <p:pic>
          <p:nvPicPr>
            <p:cNvPr id="1662" name="Google Shape;1662;g2ff6f630c79_0_1181"/>
            <p:cNvPicPr preferRelativeResize="0"/>
            <p:nvPr/>
          </p:nvPicPr>
          <p:blipFill rotWithShape="1">
            <a:blip r:embed="rId36">
              <a:alphaModFix/>
            </a:blip>
            <a:srcRect/>
            <a:stretch/>
          </p:blipFill>
          <p:spPr>
            <a:xfrm>
              <a:off x="7016495" y="4788407"/>
              <a:ext cx="192024" cy="106680"/>
            </a:xfrm>
            <a:prstGeom prst="rect">
              <a:avLst/>
            </a:prstGeom>
            <a:noFill/>
            <a:ln>
              <a:noFill/>
            </a:ln>
          </p:spPr>
        </p:pic>
        <p:pic>
          <p:nvPicPr>
            <p:cNvPr id="1663" name="Google Shape;1663;g2ff6f630c79_0_1181"/>
            <p:cNvPicPr preferRelativeResize="0"/>
            <p:nvPr/>
          </p:nvPicPr>
          <p:blipFill rotWithShape="1">
            <a:blip r:embed="rId37">
              <a:alphaModFix/>
            </a:blip>
            <a:srcRect/>
            <a:stretch/>
          </p:blipFill>
          <p:spPr>
            <a:xfrm>
              <a:off x="7446263" y="4645151"/>
              <a:ext cx="182879" cy="94487"/>
            </a:xfrm>
            <a:prstGeom prst="rect">
              <a:avLst/>
            </a:prstGeom>
            <a:noFill/>
            <a:ln>
              <a:noFill/>
            </a:ln>
          </p:spPr>
        </p:pic>
        <p:pic>
          <p:nvPicPr>
            <p:cNvPr id="1664" name="Google Shape;1664;g2ff6f630c79_0_1181"/>
            <p:cNvPicPr preferRelativeResize="0"/>
            <p:nvPr/>
          </p:nvPicPr>
          <p:blipFill rotWithShape="1">
            <a:blip r:embed="rId34">
              <a:alphaModFix/>
            </a:blip>
            <a:srcRect/>
            <a:stretch/>
          </p:blipFill>
          <p:spPr>
            <a:xfrm>
              <a:off x="7440167" y="4636007"/>
              <a:ext cx="192024" cy="106680"/>
            </a:xfrm>
            <a:prstGeom prst="rect">
              <a:avLst/>
            </a:prstGeom>
            <a:noFill/>
            <a:ln>
              <a:noFill/>
            </a:ln>
          </p:spPr>
        </p:pic>
        <p:pic>
          <p:nvPicPr>
            <p:cNvPr id="1665" name="Google Shape;1665;g2ff6f630c79_0_1181"/>
            <p:cNvPicPr preferRelativeResize="0"/>
            <p:nvPr/>
          </p:nvPicPr>
          <p:blipFill rotWithShape="1">
            <a:blip r:embed="rId38">
              <a:alphaModFix/>
            </a:blip>
            <a:srcRect/>
            <a:stretch/>
          </p:blipFill>
          <p:spPr>
            <a:xfrm>
              <a:off x="7306055" y="4821935"/>
              <a:ext cx="182879" cy="94487"/>
            </a:xfrm>
            <a:prstGeom prst="rect">
              <a:avLst/>
            </a:prstGeom>
            <a:noFill/>
            <a:ln>
              <a:noFill/>
            </a:ln>
          </p:spPr>
        </p:pic>
        <p:pic>
          <p:nvPicPr>
            <p:cNvPr id="1666" name="Google Shape;1666;g2ff6f630c79_0_1181"/>
            <p:cNvPicPr preferRelativeResize="0"/>
            <p:nvPr/>
          </p:nvPicPr>
          <p:blipFill rotWithShape="1">
            <a:blip r:embed="rId39">
              <a:alphaModFix/>
            </a:blip>
            <a:srcRect/>
            <a:stretch/>
          </p:blipFill>
          <p:spPr>
            <a:xfrm>
              <a:off x="7299960" y="4812791"/>
              <a:ext cx="192024" cy="106680"/>
            </a:xfrm>
            <a:prstGeom prst="rect">
              <a:avLst/>
            </a:prstGeom>
            <a:noFill/>
            <a:ln>
              <a:noFill/>
            </a:ln>
          </p:spPr>
        </p:pic>
        <p:pic>
          <p:nvPicPr>
            <p:cNvPr id="1667" name="Google Shape;1667;g2ff6f630c79_0_1181"/>
            <p:cNvPicPr preferRelativeResize="0"/>
            <p:nvPr/>
          </p:nvPicPr>
          <p:blipFill rotWithShape="1">
            <a:blip r:embed="rId40">
              <a:alphaModFix/>
            </a:blip>
            <a:srcRect/>
            <a:stretch/>
          </p:blipFill>
          <p:spPr>
            <a:xfrm>
              <a:off x="7370063" y="4492751"/>
              <a:ext cx="182879" cy="94487"/>
            </a:xfrm>
            <a:prstGeom prst="rect">
              <a:avLst/>
            </a:prstGeom>
            <a:noFill/>
            <a:ln>
              <a:noFill/>
            </a:ln>
          </p:spPr>
        </p:pic>
        <p:pic>
          <p:nvPicPr>
            <p:cNvPr id="1668" name="Google Shape;1668;g2ff6f630c79_0_1181"/>
            <p:cNvPicPr preferRelativeResize="0"/>
            <p:nvPr/>
          </p:nvPicPr>
          <p:blipFill rotWithShape="1">
            <a:blip r:embed="rId34">
              <a:alphaModFix/>
            </a:blip>
            <a:srcRect/>
            <a:stretch/>
          </p:blipFill>
          <p:spPr>
            <a:xfrm>
              <a:off x="7363967" y="4483607"/>
              <a:ext cx="192024" cy="106679"/>
            </a:xfrm>
            <a:prstGeom prst="rect">
              <a:avLst/>
            </a:prstGeom>
            <a:noFill/>
            <a:ln>
              <a:noFill/>
            </a:ln>
          </p:spPr>
        </p:pic>
        <p:pic>
          <p:nvPicPr>
            <p:cNvPr id="1669" name="Google Shape;1669;g2ff6f630c79_0_1181"/>
            <p:cNvPicPr preferRelativeResize="0"/>
            <p:nvPr/>
          </p:nvPicPr>
          <p:blipFill rotWithShape="1">
            <a:blip r:embed="rId41">
              <a:alphaModFix/>
            </a:blip>
            <a:srcRect/>
            <a:stretch/>
          </p:blipFill>
          <p:spPr>
            <a:xfrm>
              <a:off x="5205983" y="4782311"/>
              <a:ext cx="182879" cy="94487"/>
            </a:xfrm>
            <a:prstGeom prst="rect">
              <a:avLst/>
            </a:prstGeom>
            <a:noFill/>
            <a:ln>
              <a:noFill/>
            </a:ln>
          </p:spPr>
        </p:pic>
        <p:pic>
          <p:nvPicPr>
            <p:cNvPr id="1670" name="Google Shape;1670;g2ff6f630c79_0_1181"/>
            <p:cNvPicPr preferRelativeResize="0"/>
            <p:nvPr/>
          </p:nvPicPr>
          <p:blipFill rotWithShape="1">
            <a:blip r:embed="rId42">
              <a:alphaModFix/>
            </a:blip>
            <a:srcRect/>
            <a:stretch/>
          </p:blipFill>
          <p:spPr>
            <a:xfrm>
              <a:off x="5199887" y="4773167"/>
              <a:ext cx="192024" cy="106680"/>
            </a:xfrm>
            <a:prstGeom prst="rect">
              <a:avLst/>
            </a:prstGeom>
            <a:noFill/>
            <a:ln>
              <a:noFill/>
            </a:ln>
          </p:spPr>
        </p:pic>
        <p:pic>
          <p:nvPicPr>
            <p:cNvPr id="1671" name="Google Shape;1671;g2ff6f630c79_0_1181"/>
            <p:cNvPicPr preferRelativeResize="0"/>
            <p:nvPr/>
          </p:nvPicPr>
          <p:blipFill rotWithShape="1">
            <a:blip r:embed="rId43">
              <a:alphaModFix/>
            </a:blip>
            <a:srcRect/>
            <a:stretch/>
          </p:blipFill>
          <p:spPr>
            <a:xfrm>
              <a:off x="6544055" y="4492751"/>
              <a:ext cx="182879" cy="94487"/>
            </a:xfrm>
            <a:prstGeom prst="rect">
              <a:avLst/>
            </a:prstGeom>
            <a:noFill/>
            <a:ln>
              <a:noFill/>
            </a:ln>
          </p:spPr>
        </p:pic>
        <p:pic>
          <p:nvPicPr>
            <p:cNvPr id="1672" name="Google Shape;1672;g2ff6f630c79_0_1181"/>
            <p:cNvPicPr preferRelativeResize="0"/>
            <p:nvPr/>
          </p:nvPicPr>
          <p:blipFill rotWithShape="1">
            <a:blip r:embed="rId44">
              <a:alphaModFix/>
            </a:blip>
            <a:srcRect/>
            <a:stretch/>
          </p:blipFill>
          <p:spPr>
            <a:xfrm>
              <a:off x="6537960" y="4483607"/>
              <a:ext cx="192024" cy="106679"/>
            </a:xfrm>
            <a:prstGeom prst="rect">
              <a:avLst/>
            </a:prstGeom>
            <a:noFill/>
            <a:ln>
              <a:noFill/>
            </a:ln>
          </p:spPr>
        </p:pic>
        <p:pic>
          <p:nvPicPr>
            <p:cNvPr id="1673" name="Google Shape;1673;g2ff6f630c79_0_1181"/>
            <p:cNvPicPr preferRelativeResize="0"/>
            <p:nvPr/>
          </p:nvPicPr>
          <p:blipFill rotWithShape="1">
            <a:blip r:embed="rId45">
              <a:alphaModFix/>
            </a:blip>
            <a:srcRect/>
            <a:stretch/>
          </p:blipFill>
          <p:spPr>
            <a:xfrm>
              <a:off x="6519672" y="4709159"/>
              <a:ext cx="182879" cy="94487"/>
            </a:xfrm>
            <a:prstGeom prst="rect">
              <a:avLst/>
            </a:prstGeom>
            <a:noFill/>
            <a:ln>
              <a:noFill/>
            </a:ln>
          </p:spPr>
        </p:pic>
        <p:pic>
          <p:nvPicPr>
            <p:cNvPr id="1674" name="Google Shape;1674;g2ff6f630c79_0_1181"/>
            <p:cNvPicPr preferRelativeResize="0"/>
            <p:nvPr/>
          </p:nvPicPr>
          <p:blipFill rotWithShape="1">
            <a:blip r:embed="rId46">
              <a:alphaModFix/>
            </a:blip>
            <a:srcRect/>
            <a:stretch/>
          </p:blipFill>
          <p:spPr>
            <a:xfrm>
              <a:off x="6513575" y="4700015"/>
              <a:ext cx="188975" cy="103631"/>
            </a:xfrm>
            <a:prstGeom prst="rect">
              <a:avLst/>
            </a:prstGeom>
            <a:noFill/>
            <a:ln>
              <a:noFill/>
            </a:ln>
          </p:spPr>
        </p:pic>
        <p:pic>
          <p:nvPicPr>
            <p:cNvPr id="1675" name="Google Shape;1675;g2ff6f630c79_0_1181"/>
            <p:cNvPicPr preferRelativeResize="0"/>
            <p:nvPr/>
          </p:nvPicPr>
          <p:blipFill rotWithShape="1">
            <a:blip r:embed="rId47">
              <a:alphaModFix/>
            </a:blip>
            <a:srcRect/>
            <a:stretch/>
          </p:blipFill>
          <p:spPr>
            <a:xfrm>
              <a:off x="7391400" y="4111751"/>
              <a:ext cx="182879" cy="94487"/>
            </a:xfrm>
            <a:prstGeom prst="rect">
              <a:avLst/>
            </a:prstGeom>
            <a:noFill/>
            <a:ln>
              <a:noFill/>
            </a:ln>
          </p:spPr>
        </p:pic>
        <p:pic>
          <p:nvPicPr>
            <p:cNvPr id="1676" name="Google Shape;1676;g2ff6f630c79_0_1181"/>
            <p:cNvPicPr preferRelativeResize="0"/>
            <p:nvPr/>
          </p:nvPicPr>
          <p:blipFill rotWithShape="1">
            <a:blip r:embed="rId15">
              <a:alphaModFix/>
            </a:blip>
            <a:srcRect/>
            <a:stretch/>
          </p:blipFill>
          <p:spPr>
            <a:xfrm>
              <a:off x="7385303" y="4102607"/>
              <a:ext cx="188975" cy="106679"/>
            </a:xfrm>
            <a:prstGeom prst="rect">
              <a:avLst/>
            </a:prstGeom>
            <a:noFill/>
            <a:ln>
              <a:noFill/>
            </a:ln>
          </p:spPr>
        </p:pic>
        <p:pic>
          <p:nvPicPr>
            <p:cNvPr id="1677" name="Google Shape;1677;g2ff6f630c79_0_1181"/>
            <p:cNvPicPr preferRelativeResize="0"/>
            <p:nvPr/>
          </p:nvPicPr>
          <p:blipFill rotWithShape="1">
            <a:blip r:embed="rId48">
              <a:alphaModFix/>
            </a:blip>
            <a:srcRect/>
            <a:stretch/>
          </p:blipFill>
          <p:spPr>
            <a:xfrm>
              <a:off x="6248400" y="4264151"/>
              <a:ext cx="182879" cy="94487"/>
            </a:xfrm>
            <a:prstGeom prst="rect">
              <a:avLst/>
            </a:prstGeom>
            <a:noFill/>
            <a:ln>
              <a:noFill/>
            </a:ln>
          </p:spPr>
        </p:pic>
        <p:sp>
          <p:nvSpPr>
            <p:cNvPr id="1678" name="Google Shape;1678;g2ff6f630c79_0_1181"/>
            <p:cNvSpPr/>
            <p:nvPr/>
          </p:nvSpPr>
          <p:spPr>
            <a:xfrm>
              <a:off x="6242303" y="4255007"/>
              <a:ext cx="189229" cy="106679"/>
            </a:xfrm>
            <a:custGeom>
              <a:avLst/>
              <a:gdLst/>
              <a:ahLst/>
              <a:cxnLst/>
              <a:rect l="l" t="t" r="r" b="b"/>
              <a:pathLst>
                <a:path w="189229" h="106679" extrusionOk="0">
                  <a:moveTo>
                    <a:pt x="85344" y="3047"/>
                  </a:moveTo>
                  <a:lnTo>
                    <a:pt x="21336" y="30479"/>
                  </a:lnTo>
                  <a:lnTo>
                    <a:pt x="0" y="60960"/>
                  </a:lnTo>
                  <a:lnTo>
                    <a:pt x="0" y="73151"/>
                  </a:lnTo>
                  <a:lnTo>
                    <a:pt x="33528" y="103631"/>
                  </a:lnTo>
                  <a:lnTo>
                    <a:pt x="64008" y="106679"/>
                  </a:lnTo>
                  <a:lnTo>
                    <a:pt x="67056" y="106679"/>
                  </a:lnTo>
                  <a:lnTo>
                    <a:pt x="103632" y="100583"/>
                  </a:lnTo>
                  <a:lnTo>
                    <a:pt x="67056" y="100583"/>
                  </a:lnTo>
                  <a:lnTo>
                    <a:pt x="64008" y="97536"/>
                  </a:lnTo>
                  <a:lnTo>
                    <a:pt x="65150" y="97345"/>
                  </a:lnTo>
                  <a:lnTo>
                    <a:pt x="36575" y="94487"/>
                  </a:lnTo>
                  <a:lnTo>
                    <a:pt x="24384" y="88391"/>
                  </a:lnTo>
                  <a:lnTo>
                    <a:pt x="15240" y="88391"/>
                  </a:lnTo>
                  <a:lnTo>
                    <a:pt x="15240" y="82295"/>
                  </a:lnTo>
                  <a:lnTo>
                    <a:pt x="12192" y="79247"/>
                  </a:lnTo>
                  <a:lnTo>
                    <a:pt x="9144" y="70103"/>
                  </a:lnTo>
                  <a:lnTo>
                    <a:pt x="9144" y="64007"/>
                  </a:lnTo>
                  <a:lnTo>
                    <a:pt x="3048" y="60960"/>
                  </a:lnTo>
                  <a:lnTo>
                    <a:pt x="10159" y="60960"/>
                  </a:lnTo>
                  <a:lnTo>
                    <a:pt x="12192" y="54863"/>
                  </a:lnTo>
                  <a:lnTo>
                    <a:pt x="16256" y="48767"/>
                  </a:lnTo>
                  <a:lnTo>
                    <a:pt x="15240" y="48767"/>
                  </a:lnTo>
                  <a:lnTo>
                    <a:pt x="15240" y="42671"/>
                  </a:lnTo>
                  <a:lnTo>
                    <a:pt x="21336" y="42671"/>
                  </a:lnTo>
                  <a:lnTo>
                    <a:pt x="24384" y="39624"/>
                  </a:lnTo>
                  <a:lnTo>
                    <a:pt x="51816" y="21336"/>
                  </a:lnTo>
                  <a:lnTo>
                    <a:pt x="88392" y="12191"/>
                  </a:lnTo>
                  <a:lnTo>
                    <a:pt x="85344" y="12191"/>
                  </a:lnTo>
                  <a:lnTo>
                    <a:pt x="82296" y="9143"/>
                  </a:lnTo>
                  <a:lnTo>
                    <a:pt x="82296" y="6095"/>
                  </a:lnTo>
                  <a:lnTo>
                    <a:pt x="85344" y="3047"/>
                  </a:lnTo>
                  <a:close/>
                </a:path>
                <a:path w="189229" h="106679" extrusionOk="0">
                  <a:moveTo>
                    <a:pt x="65150" y="97345"/>
                  </a:moveTo>
                  <a:lnTo>
                    <a:pt x="64008" y="97536"/>
                  </a:lnTo>
                  <a:lnTo>
                    <a:pt x="67056" y="100583"/>
                  </a:lnTo>
                  <a:lnTo>
                    <a:pt x="67056" y="97536"/>
                  </a:lnTo>
                  <a:lnTo>
                    <a:pt x="65150" y="97345"/>
                  </a:lnTo>
                  <a:close/>
                </a:path>
                <a:path w="189229" h="106679" extrusionOk="0">
                  <a:moveTo>
                    <a:pt x="170688" y="60960"/>
                  </a:moveTo>
                  <a:lnTo>
                    <a:pt x="164592" y="67055"/>
                  </a:lnTo>
                  <a:lnTo>
                    <a:pt x="137160" y="82295"/>
                  </a:lnTo>
                  <a:lnTo>
                    <a:pt x="100584" y="91439"/>
                  </a:lnTo>
                  <a:lnTo>
                    <a:pt x="65150" y="97345"/>
                  </a:lnTo>
                  <a:lnTo>
                    <a:pt x="67056" y="97536"/>
                  </a:lnTo>
                  <a:lnTo>
                    <a:pt x="67056" y="100583"/>
                  </a:lnTo>
                  <a:lnTo>
                    <a:pt x="103632" y="100583"/>
                  </a:lnTo>
                  <a:lnTo>
                    <a:pt x="140208" y="91439"/>
                  </a:lnTo>
                  <a:lnTo>
                    <a:pt x="167640" y="76200"/>
                  </a:lnTo>
                  <a:lnTo>
                    <a:pt x="179832" y="64007"/>
                  </a:lnTo>
                  <a:lnTo>
                    <a:pt x="173736" y="64007"/>
                  </a:lnTo>
                  <a:lnTo>
                    <a:pt x="170688" y="60960"/>
                  </a:lnTo>
                  <a:close/>
                </a:path>
                <a:path w="189229" h="106679" extrusionOk="0">
                  <a:moveTo>
                    <a:pt x="15240" y="82295"/>
                  </a:moveTo>
                  <a:lnTo>
                    <a:pt x="15240" y="88391"/>
                  </a:lnTo>
                  <a:lnTo>
                    <a:pt x="18287" y="85343"/>
                  </a:lnTo>
                  <a:lnTo>
                    <a:pt x="15240" y="82295"/>
                  </a:lnTo>
                  <a:close/>
                </a:path>
                <a:path w="189229" h="106679" extrusionOk="0">
                  <a:moveTo>
                    <a:pt x="15240" y="82295"/>
                  </a:moveTo>
                  <a:lnTo>
                    <a:pt x="18287" y="85343"/>
                  </a:lnTo>
                  <a:lnTo>
                    <a:pt x="15240" y="88391"/>
                  </a:lnTo>
                  <a:lnTo>
                    <a:pt x="24384" y="88391"/>
                  </a:lnTo>
                  <a:lnTo>
                    <a:pt x="15240" y="82295"/>
                  </a:lnTo>
                  <a:close/>
                </a:path>
                <a:path w="189229" h="106679" extrusionOk="0">
                  <a:moveTo>
                    <a:pt x="9144" y="60960"/>
                  </a:moveTo>
                  <a:lnTo>
                    <a:pt x="3048" y="60960"/>
                  </a:lnTo>
                  <a:lnTo>
                    <a:pt x="9144" y="64007"/>
                  </a:lnTo>
                  <a:lnTo>
                    <a:pt x="9144" y="60960"/>
                  </a:lnTo>
                  <a:close/>
                </a:path>
                <a:path w="189229" h="106679" extrusionOk="0">
                  <a:moveTo>
                    <a:pt x="10159" y="60960"/>
                  </a:moveTo>
                  <a:lnTo>
                    <a:pt x="9144" y="60960"/>
                  </a:lnTo>
                  <a:lnTo>
                    <a:pt x="9144" y="64007"/>
                  </a:lnTo>
                  <a:lnTo>
                    <a:pt x="10159" y="60960"/>
                  </a:lnTo>
                  <a:close/>
                </a:path>
                <a:path w="189229" h="106679" extrusionOk="0">
                  <a:moveTo>
                    <a:pt x="173736" y="57912"/>
                  </a:moveTo>
                  <a:lnTo>
                    <a:pt x="170688" y="60960"/>
                  </a:lnTo>
                  <a:lnTo>
                    <a:pt x="173736" y="64007"/>
                  </a:lnTo>
                  <a:lnTo>
                    <a:pt x="173736" y="57912"/>
                  </a:lnTo>
                  <a:close/>
                </a:path>
                <a:path w="189229" h="106679" extrusionOk="0">
                  <a:moveTo>
                    <a:pt x="183896" y="57912"/>
                  </a:moveTo>
                  <a:lnTo>
                    <a:pt x="173736" y="57912"/>
                  </a:lnTo>
                  <a:lnTo>
                    <a:pt x="173736" y="64007"/>
                  </a:lnTo>
                  <a:lnTo>
                    <a:pt x="179832" y="64007"/>
                  </a:lnTo>
                  <a:lnTo>
                    <a:pt x="183896" y="57912"/>
                  </a:lnTo>
                  <a:close/>
                </a:path>
                <a:path w="189229" h="106679" extrusionOk="0">
                  <a:moveTo>
                    <a:pt x="179832" y="42671"/>
                  </a:moveTo>
                  <a:lnTo>
                    <a:pt x="176784" y="51815"/>
                  </a:lnTo>
                  <a:lnTo>
                    <a:pt x="170687" y="60960"/>
                  </a:lnTo>
                  <a:lnTo>
                    <a:pt x="173736" y="57912"/>
                  </a:lnTo>
                  <a:lnTo>
                    <a:pt x="183896" y="57912"/>
                  </a:lnTo>
                  <a:lnTo>
                    <a:pt x="185928" y="54863"/>
                  </a:lnTo>
                  <a:lnTo>
                    <a:pt x="188975" y="45719"/>
                  </a:lnTo>
                  <a:lnTo>
                    <a:pt x="179832" y="45719"/>
                  </a:lnTo>
                  <a:lnTo>
                    <a:pt x="179832" y="42671"/>
                  </a:lnTo>
                  <a:close/>
                </a:path>
                <a:path w="189229" h="106679" extrusionOk="0">
                  <a:moveTo>
                    <a:pt x="15240" y="42671"/>
                  </a:moveTo>
                  <a:lnTo>
                    <a:pt x="15240" y="48767"/>
                  </a:lnTo>
                  <a:lnTo>
                    <a:pt x="18288" y="45719"/>
                  </a:lnTo>
                  <a:lnTo>
                    <a:pt x="15240" y="42671"/>
                  </a:lnTo>
                  <a:close/>
                </a:path>
                <a:path w="189229" h="106679" extrusionOk="0">
                  <a:moveTo>
                    <a:pt x="18288" y="45719"/>
                  </a:moveTo>
                  <a:lnTo>
                    <a:pt x="15240" y="48767"/>
                  </a:lnTo>
                  <a:lnTo>
                    <a:pt x="16256" y="48767"/>
                  </a:lnTo>
                  <a:lnTo>
                    <a:pt x="18288" y="45719"/>
                  </a:lnTo>
                  <a:close/>
                </a:path>
                <a:path w="189229" h="106679" extrusionOk="0">
                  <a:moveTo>
                    <a:pt x="21336" y="42671"/>
                  </a:moveTo>
                  <a:lnTo>
                    <a:pt x="15240" y="42671"/>
                  </a:lnTo>
                  <a:lnTo>
                    <a:pt x="18288" y="45719"/>
                  </a:lnTo>
                  <a:lnTo>
                    <a:pt x="21336" y="42671"/>
                  </a:lnTo>
                  <a:close/>
                </a:path>
                <a:path w="189229" h="106679" extrusionOk="0">
                  <a:moveTo>
                    <a:pt x="179832" y="42671"/>
                  </a:moveTo>
                  <a:lnTo>
                    <a:pt x="179832" y="45719"/>
                  </a:lnTo>
                  <a:lnTo>
                    <a:pt x="185928" y="45719"/>
                  </a:lnTo>
                  <a:lnTo>
                    <a:pt x="179832" y="42671"/>
                  </a:lnTo>
                  <a:close/>
                </a:path>
                <a:path w="189229" h="106679" extrusionOk="0">
                  <a:moveTo>
                    <a:pt x="179832" y="18287"/>
                  </a:moveTo>
                  <a:lnTo>
                    <a:pt x="173736" y="18287"/>
                  </a:lnTo>
                  <a:lnTo>
                    <a:pt x="173736" y="24384"/>
                  </a:lnTo>
                  <a:lnTo>
                    <a:pt x="176784" y="27431"/>
                  </a:lnTo>
                  <a:lnTo>
                    <a:pt x="179832" y="36575"/>
                  </a:lnTo>
                  <a:lnTo>
                    <a:pt x="179832" y="42671"/>
                  </a:lnTo>
                  <a:lnTo>
                    <a:pt x="185928" y="45719"/>
                  </a:lnTo>
                  <a:lnTo>
                    <a:pt x="188975" y="45719"/>
                  </a:lnTo>
                  <a:lnTo>
                    <a:pt x="188975" y="33527"/>
                  </a:lnTo>
                  <a:lnTo>
                    <a:pt x="185928" y="24384"/>
                  </a:lnTo>
                  <a:lnTo>
                    <a:pt x="179832" y="18287"/>
                  </a:lnTo>
                  <a:close/>
                </a:path>
                <a:path w="189229" h="106679" extrusionOk="0">
                  <a:moveTo>
                    <a:pt x="161544" y="6095"/>
                  </a:moveTo>
                  <a:lnTo>
                    <a:pt x="121920" y="6095"/>
                  </a:lnTo>
                  <a:lnTo>
                    <a:pt x="124968" y="9143"/>
                  </a:lnTo>
                  <a:lnTo>
                    <a:pt x="123305" y="9282"/>
                  </a:lnTo>
                  <a:lnTo>
                    <a:pt x="152400" y="12191"/>
                  </a:lnTo>
                  <a:lnTo>
                    <a:pt x="164592" y="18287"/>
                  </a:lnTo>
                  <a:lnTo>
                    <a:pt x="173736" y="24384"/>
                  </a:lnTo>
                  <a:lnTo>
                    <a:pt x="170687" y="21336"/>
                  </a:lnTo>
                  <a:lnTo>
                    <a:pt x="173736" y="18287"/>
                  </a:lnTo>
                  <a:lnTo>
                    <a:pt x="179832" y="18287"/>
                  </a:lnTo>
                  <a:lnTo>
                    <a:pt x="176784" y="15239"/>
                  </a:lnTo>
                  <a:lnTo>
                    <a:pt x="167640" y="9143"/>
                  </a:lnTo>
                  <a:lnTo>
                    <a:pt x="161544" y="6095"/>
                  </a:lnTo>
                  <a:close/>
                </a:path>
                <a:path w="189229" h="106679" extrusionOk="0">
                  <a:moveTo>
                    <a:pt x="173736" y="18287"/>
                  </a:moveTo>
                  <a:lnTo>
                    <a:pt x="170687" y="21336"/>
                  </a:lnTo>
                  <a:lnTo>
                    <a:pt x="173736" y="24384"/>
                  </a:lnTo>
                  <a:lnTo>
                    <a:pt x="173736" y="18287"/>
                  </a:lnTo>
                  <a:close/>
                </a:path>
                <a:path w="189229" h="106679" extrusionOk="0">
                  <a:moveTo>
                    <a:pt x="124968" y="0"/>
                  </a:moveTo>
                  <a:lnTo>
                    <a:pt x="121920" y="0"/>
                  </a:lnTo>
                  <a:lnTo>
                    <a:pt x="85344" y="3047"/>
                  </a:lnTo>
                  <a:lnTo>
                    <a:pt x="82296" y="6095"/>
                  </a:lnTo>
                  <a:lnTo>
                    <a:pt x="82296" y="9143"/>
                  </a:lnTo>
                  <a:lnTo>
                    <a:pt x="85344" y="12191"/>
                  </a:lnTo>
                  <a:lnTo>
                    <a:pt x="88392" y="12191"/>
                  </a:lnTo>
                  <a:lnTo>
                    <a:pt x="91440" y="9143"/>
                  </a:lnTo>
                  <a:lnTo>
                    <a:pt x="91440" y="6095"/>
                  </a:lnTo>
                  <a:lnTo>
                    <a:pt x="88392" y="3047"/>
                  </a:lnTo>
                  <a:lnTo>
                    <a:pt x="155448" y="3047"/>
                  </a:lnTo>
                  <a:lnTo>
                    <a:pt x="124968" y="0"/>
                  </a:lnTo>
                  <a:close/>
                </a:path>
                <a:path w="189229" h="106679" extrusionOk="0">
                  <a:moveTo>
                    <a:pt x="155448" y="3047"/>
                  </a:moveTo>
                  <a:lnTo>
                    <a:pt x="88392" y="3047"/>
                  </a:lnTo>
                  <a:lnTo>
                    <a:pt x="91440" y="6095"/>
                  </a:lnTo>
                  <a:lnTo>
                    <a:pt x="91440" y="9143"/>
                  </a:lnTo>
                  <a:lnTo>
                    <a:pt x="88392" y="12191"/>
                  </a:lnTo>
                  <a:lnTo>
                    <a:pt x="123305" y="9282"/>
                  </a:lnTo>
                  <a:lnTo>
                    <a:pt x="121920" y="9143"/>
                  </a:lnTo>
                  <a:lnTo>
                    <a:pt x="121920" y="6095"/>
                  </a:lnTo>
                  <a:lnTo>
                    <a:pt x="161544" y="6095"/>
                  </a:lnTo>
                  <a:lnTo>
                    <a:pt x="155448" y="3047"/>
                  </a:lnTo>
                  <a:close/>
                </a:path>
                <a:path w="189229" h="106679" extrusionOk="0">
                  <a:moveTo>
                    <a:pt x="121920" y="6095"/>
                  </a:moveTo>
                  <a:lnTo>
                    <a:pt x="121920" y="9143"/>
                  </a:lnTo>
                  <a:lnTo>
                    <a:pt x="123305" y="9282"/>
                  </a:lnTo>
                  <a:lnTo>
                    <a:pt x="124968" y="9143"/>
                  </a:lnTo>
                  <a:lnTo>
                    <a:pt x="121920" y="609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679" name="Google Shape;1679;g2ff6f630c79_0_1181"/>
            <p:cNvPicPr preferRelativeResize="0"/>
            <p:nvPr/>
          </p:nvPicPr>
          <p:blipFill rotWithShape="1">
            <a:blip r:embed="rId49">
              <a:alphaModFix/>
            </a:blip>
            <a:srcRect/>
            <a:stretch/>
          </p:blipFill>
          <p:spPr>
            <a:xfrm>
              <a:off x="6172200" y="4934711"/>
              <a:ext cx="182879" cy="94487"/>
            </a:xfrm>
            <a:prstGeom prst="rect">
              <a:avLst/>
            </a:prstGeom>
            <a:noFill/>
            <a:ln>
              <a:noFill/>
            </a:ln>
          </p:spPr>
        </p:pic>
        <p:pic>
          <p:nvPicPr>
            <p:cNvPr id="1680" name="Google Shape;1680;g2ff6f630c79_0_1181"/>
            <p:cNvPicPr preferRelativeResize="0"/>
            <p:nvPr/>
          </p:nvPicPr>
          <p:blipFill rotWithShape="1">
            <a:blip r:embed="rId24">
              <a:alphaModFix/>
            </a:blip>
            <a:srcRect/>
            <a:stretch/>
          </p:blipFill>
          <p:spPr>
            <a:xfrm>
              <a:off x="6166103" y="4925567"/>
              <a:ext cx="188975" cy="106680"/>
            </a:xfrm>
            <a:prstGeom prst="rect">
              <a:avLst/>
            </a:prstGeom>
            <a:noFill/>
            <a:ln>
              <a:noFill/>
            </a:ln>
          </p:spPr>
        </p:pic>
        <p:pic>
          <p:nvPicPr>
            <p:cNvPr id="1681" name="Google Shape;1681;g2ff6f630c79_0_1181"/>
            <p:cNvPicPr preferRelativeResize="0"/>
            <p:nvPr/>
          </p:nvPicPr>
          <p:blipFill rotWithShape="1">
            <a:blip r:embed="rId50">
              <a:alphaModFix/>
            </a:blip>
            <a:srcRect/>
            <a:stretch/>
          </p:blipFill>
          <p:spPr>
            <a:xfrm>
              <a:off x="6809232" y="4998719"/>
              <a:ext cx="185927" cy="94487"/>
            </a:xfrm>
            <a:prstGeom prst="rect">
              <a:avLst/>
            </a:prstGeom>
            <a:noFill/>
            <a:ln>
              <a:noFill/>
            </a:ln>
          </p:spPr>
        </p:pic>
        <p:pic>
          <p:nvPicPr>
            <p:cNvPr id="1682" name="Google Shape;1682;g2ff6f630c79_0_1181"/>
            <p:cNvPicPr preferRelativeResize="0"/>
            <p:nvPr/>
          </p:nvPicPr>
          <p:blipFill rotWithShape="1">
            <a:blip r:embed="rId51">
              <a:alphaModFix/>
            </a:blip>
            <a:srcRect/>
            <a:stretch/>
          </p:blipFill>
          <p:spPr>
            <a:xfrm>
              <a:off x="6803135" y="4989575"/>
              <a:ext cx="192024" cy="106680"/>
            </a:xfrm>
            <a:prstGeom prst="rect">
              <a:avLst/>
            </a:prstGeom>
            <a:noFill/>
            <a:ln>
              <a:noFill/>
            </a:ln>
          </p:spPr>
        </p:pic>
        <p:pic>
          <p:nvPicPr>
            <p:cNvPr id="1683" name="Google Shape;1683;g2ff6f630c79_0_1181"/>
            <p:cNvPicPr preferRelativeResize="0"/>
            <p:nvPr/>
          </p:nvPicPr>
          <p:blipFill rotWithShape="1">
            <a:blip r:embed="rId52">
              <a:alphaModFix/>
            </a:blip>
            <a:srcRect/>
            <a:stretch/>
          </p:blipFill>
          <p:spPr>
            <a:xfrm>
              <a:off x="7315200" y="5102351"/>
              <a:ext cx="182879" cy="94487"/>
            </a:xfrm>
            <a:prstGeom prst="rect">
              <a:avLst/>
            </a:prstGeom>
            <a:noFill/>
            <a:ln>
              <a:noFill/>
            </a:ln>
          </p:spPr>
        </p:pic>
        <p:pic>
          <p:nvPicPr>
            <p:cNvPr id="1684" name="Google Shape;1684;g2ff6f630c79_0_1181"/>
            <p:cNvPicPr preferRelativeResize="0"/>
            <p:nvPr/>
          </p:nvPicPr>
          <p:blipFill rotWithShape="1">
            <a:blip r:embed="rId15">
              <a:alphaModFix/>
            </a:blip>
            <a:srcRect/>
            <a:stretch/>
          </p:blipFill>
          <p:spPr>
            <a:xfrm>
              <a:off x="7309103" y="5093207"/>
              <a:ext cx="188975" cy="106680"/>
            </a:xfrm>
            <a:prstGeom prst="rect">
              <a:avLst/>
            </a:prstGeom>
            <a:noFill/>
            <a:ln>
              <a:noFill/>
            </a:ln>
          </p:spPr>
        </p:pic>
        <p:pic>
          <p:nvPicPr>
            <p:cNvPr id="1685" name="Google Shape;1685;g2ff6f630c79_0_1181"/>
            <p:cNvPicPr preferRelativeResize="0"/>
            <p:nvPr/>
          </p:nvPicPr>
          <p:blipFill rotWithShape="1">
            <a:blip r:embed="rId53">
              <a:alphaModFix/>
            </a:blip>
            <a:srcRect/>
            <a:stretch/>
          </p:blipFill>
          <p:spPr>
            <a:xfrm>
              <a:off x="8119871" y="5239511"/>
              <a:ext cx="182879" cy="94487"/>
            </a:xfrm>
            <a:prstGeom prst="rect">
              <a:avLst/>
            </a:prstGeom>
            <a:noFill/>
            <a:ln>
              <a:noFill/>
            </a:ln>
          </p:spPr>
        </p:pic>
        <p:pic>
          <p:nvPicPr>
            <p:cNvPr id="1686" name="Google Shape;1686;g2ff6f630c79_0_1181"/>
            <p:cNvPicPr preferRelativeResize="0"/>
            <p:nvPr/>
          </p:nvPicPr>
          <p:blipFill rotWithShape="1">
            <a:blip r:embed="rId24">
              <a:alphaModFix/>
            </a:blip>
            <a:srcRect/>
            <a:stretch/>
          </p:blipFill>
          <p:spPr>
            <a:xfrm>
              <a:off x="8113776" y="5230367"/>
              <a:ext cx="188975" cy="106680"/>
            </a:xfrm>
            <a:prstGeom prst="rect">
              <a:avLst/>
            </a:prstGeom>
            <a:noFill/>
            <a:ln>
              <a:noFill/>
            </a:ln>
          </p:spPr>
        </p:pic>
        <p:pic>
          <p:nvPicPr>
            <p:cNvPr id="1687" name="Google Shape;1687;g2ff6f630c79_0_1181"/>
            <p:cNvPicPr preferRelativeResize="0"/>
            <p:nvPr/>
          </p:nvPicPr>
          <p:blipFill rotWithShape="1">
            <a:blip r:embed="rId54">
              <a:alphaModFix/>
            </a:blip>
            <a:srcRect/>
            <a:stretch/>
          </p:blipFill>
          <p:spPr>
            <a:xfrm>
              <a:off x="8805671" y="5178551"/>
              <a:ext cx="182879" cy="94487"/>
            </a:xfrm>
            <a:prstGeom prst="rect">
              <a:avLst/>
            </a:prstGeom>
            <a:noFill/>
            <a:ln>
              <a:noFill/>
            </a:ln>
          </p:spPr>
        </p:pic>
        <p:pic>
          <p:nvPicPr>
            <p:cNvPr id="1688" name="Google Shape;1688;g2ff6f630c79_0_1181"/>
            <p:cNvPicPr preferRelativeResize="0"/>
            <p:nvPr/>
          </p:nvPicPr>
          <p:blipFill rotWithShape="1">
            <a:blip r:embed="rId15">
              <a:alphaModFix/>
            </a:blip>
            <a:srcRect/>
            <a:stretch/>
          </p:blipFill>
          <p:spPr>
            <a:xfrm>
              <a:off x="8799576" y="5169407"/>
              <a:ext cx="188975" cy="106680"/>
            </a:xfrm>
            <a:prstGeom prst="rect">
              <a:avLst/>
            </a:prstGeom>
            <a:noFill/>
            <a:ln>
              <a:noFill/>
            </a:ln>
          </p:spPr>
        </p:pic>
        <p:pic>
          <p:nvPicPr>
            <p:cNvPr id="1689" name="Google Shape;1689;g2ff6f630c79_0_1181"/>
            <p:cNvPicPr preferRelativeResize="0"/>
            <p:nvPr/>
          </p:nvPicPr>
          <p:blipFill rotWithShape="1">
            <a:blip r:embed="rId55">
              <a:alphaModFix/>
            </a:blip>
            <a:srcRect/>
            <a:stretch/>
          </p:blipFill>
          <p:spPr>
            <a:xfrm>
              <a:off x="8424671" y="4645151"/>
              <a:ext cx="182879" cy="94487"/>
            </a:xfrm>
            <a:prstGeom prst="rect">
              <a:avLst/>
            </a:prstGeom>
            <a:noFill/>
            <a:ln>
              <a:noFill/>
            </a:ln>
          </p:spPr>
        </p:pic>
        <p:pic>
          <p:nvPicPr>
            <p:cNvPr id="1690" name="Google Shape;1690;g2ff6f630c79_0_1181"/>
            <p:cNvPicPr preferRelativeResize="0"/>
            <p:nvPr/>
          </p:nvPicPr>
          <p:blipFill rotWithShape="1">
            <a:blip r:embed="rId15">
              <a:alphaModFix/>
            </a:blip>
            <a:srcRect/>
            <a:stretch/>
          </p:blipFill>
          <p:spPr>
            <a:xfrm>
              <a:off x="8418576" y="4636007"/>
              <a:ext cx="188975" cy="106680"/>
            </a:xfrm>
            <a:prstGeom prst="rect">
              <a:avLst/>
            </a:prstGeom>
            <a:noFill/>
            <a:ln>
              <a:noFill/>
            </a:ln>
          </p:spPr>
        </p:pic>
        <p:pic>
          <p:nvPicPr>
            <p:cNvPr id="1691" name="Google Shape;1691;g2ff6f630c79_0_1181"/>
            <p:cNvPicPr preferRelativeResize="0"/>
            <p:nvPr/>
          </p:nvPicPr>
          <p:blipFill rotWithShape="1">
            <a:blip r:embed="rId56">
              <a:alphaModFix/>
            </a:blip>
            <a:srcRect/>
            <a:stretch/>
          </p:blipFill>
          <p:spPr>
            <a:xfrm>
              <a:off x="7924800" y="4340351"/>
              <a:ext cx="182879" cy="94487"/>
            </a:xfrm>
            <a:prstGeom prst="rect">
              <a:avLst/>
            </a:prstGeom>
            <a:noFill/>
            <a:ln>
              <a:noFill/>
            </a:ln>
          </p:spPr>
        </p:pic>
        <p:pic>
          <p:nvPicPr>
            <p:cNvPr id="1692" name="Google Shape;1692;g2ff6f630c79_0_1181"/>
            <p:cNvPicPr preferRelativeResize="0"/>
            <p:nvPr/>
          </p:nvPicPr>
          <p:blipFill rotWithShape="1">
            <a:blip r:embed="rId15">
              <a:alphaModFix/>
            </a:blip>
            <a:srcRect/>
            <a:stretch/>
          </p:blipFill>
          <p:spPr>
            <a:xfrm>
              <a:off x="7918703" y="4331207"/>
              <a:ext cx="188975" cy="106679"/>
            </a:xfrm>
            <a:prstGeom prst="rect">
              <a:avLst/>
            </a:prstGeom>
            <a:noFill/>
            <a:ln>
              <a:noFill/>
            </a:ln>
          </p:spPr>
        </p:pic>
        <p:pic>
          <p:nvPicPr>
            <p:cNvPr id="1693" name="Google Shape;1693;g2ff6f630c79_0_1181"/>
            <p:cNvPicPr preferRelativeResize="0"/>
            <p:nvPr/>
          </p:nvPicPr>
          <p:blipFill rotWithShape="1">
            <a:blip r:embed="rId57">
              <a:alphaModFix/>
            </a:blip>
            <a:srcRect/>
            <a:stretch/>
          </p:blipFill>
          <p:spPr>
            <a:xfrm>
              <a:off x="7086600" y="3883151"/>
              <a:ext cx="182879" cy="94487"/>
            </a:xfrm>
            <a:prstGeom prst="rect">
              <a:avLst/>
            </a:prstGeom>
            <a:noFill/>
            <a:ln>
              <a:noFill/>
            </a:ln>
          </p:spPr>
        </p:pic>
        <p:pic>
          <p:nvPicPr>
            <p:cNvPr id="1694" name="Google Shape;1694;g2ff6f630c79_0_1181"/>
            <p:cNvPicPr preferRelativeResize="0"/>
            <p:nvPr/>
          </p:nvPicPr>
          <p:blipFill rotWithShape="1">
            <a:blip r:embed="rId15">
              <a:alphaModFix/>
            </a:blip>
            <a:srcRect/>
            <a:stretch/>
          </p:blipFill>
          <p:spPr>
            <a:xfrm>
              <a:off x="7080503" y="3874007"/>
              <a:ext cx="188975" cy="106679"/>
            </a:xfrm>
            <a:prstGeom prst="rect">
              <a:avLst/>
            </a:prstGeom>
            <a:noFill/>
            <a:ln>
              <a:noFill/>
            </a:ln>
          </p:spPr>
        </p:pic>
        <p:pic>
          <p:nvPicPr>
            <p:cNvPr id="1695" name="Google Shape;1695;g2ff6f630c79_0_1181"/>
            <p:cNvPicPr preferRelativeResize="0"/>
            <p:nvPr/>
          </p:nvPicPr>
          <p:blipFill rotWithShape="1">
            <a:blip r:embed="rId58">
              <a:alphaModFix/>
            </a:blip>
            <a:srcRect/>
            <a:stretch/>
          </p:blipFill>
          <p:spPr>
            <a:xfrm>
              <a:off x="7772400" y="4873751"/>
              <a:ext cx="182879" cy="94487"/>
            </a:xfrm>
            <a:prstGeom prst="rect">
              <a:avLst/>
            </a:prstGeom>
            <a:noFill/>
            <a:ln>
              <a:noFill/>
            </a:ln>
          </p:spPr>
        </p:pic>
        <p:pic>
          <p:nvPicPr>
            <p:cNvPr id="1696" name="Google Shape;1696;g2ff6f630c79_0_1181"/>
            <p:cNvPicPr preferRelativeResize="0"/>
            <p:nvPr/>
          </p:nvPicPr>
          <p:blipFill rotWithShape="1">
            <a:blip r:embed="rId15">
              <a:alphaModFix/>
            </a:blip>
            <a:srcRect/>
            <a:stretch/>
          </p:blipFill>
          <p:spPr>
            <a:xfrm>
              <a:off x="7766303" y="4864607"/>
              <a:ext cx="188975" cy="106680"/>
            </a:xfrm>
            <a:prstGeom prst="rect">
              <a:avLst/>
            </a:prstGeom>
            <a:noFill/>
            <a:ln>
              <a:noFill/>
            </a:ln>
          </p:spPr>
        </p:pic>
        <p:pic>
          <p:nvPicPr>
            <p:cNvPr id="1697" name="Google Shape;1697;g2ff6f630c79_0_1181"/>
            <p:cNvPicPr preferRelativeResize="0"/>
            <p:nvPr/>
          </p:nvPicPr>
          <p:blipFill rotWithShape="1">
            <a:blip r:embed="rId59">
              <a:alphaModFix/>
            </a:blip>
            <a:srcRect/>
            <a:stretch/>
          </p:blipFill>
          <p:spPr>
            <a:xfrm>
              <a:off x="6781800" y="4187951"/>
              <a:ext cx="182879" cy="94487"/>
            </a:xfrm>
            <a:prstGeom prst="rect">
              <a:avLst/>
            </a:prstGeom>
            <a:noFill/>
            <a:ln>
              <a:noFill/>
            </a:ln>
          </p:spPr>
        </p:pic>
        <p:pic>
          <p:nvPicPr>
            <p:cNvPr id="1698" name="Google Shape;1698;g2ff6f630c79_0_1181"/>
            <p:cNvPicPr preferRelativeResize="0"/>
            <p:nvPr/>
          </p:nvPicPr>
          <p:blipFill rotWithShape="1">
            <a:blip r:embed="rId15">
              <a:alphaModFix/>
            </a:blip>
            <a:srcRect/>
            <a:stretch/>
          </p:blipFill>
          <p:spPr>
            <a:xfrm>
              <a:off x="6775703" y="4178807"/>
              <a:ext cx="188975" cy="106679"/>
            </a:xfrm>
            <a:prstGeom prst="rect">
              <a:avLst/>
            </a:prstGeom>
            <a:noFill/>
            <a:ln>
              <a:noFill/>
            </a:ln>
          </p:spPr>
        </p:pic>
        <p:pic>
          <p:nvPicPr>
            <p:cNvPr id="1699" name="Google Shape;1699;g2ff6f630c79_0_1181"/>
            <p:cNvPicPr preferRelativeResize="0"/>
            <p:nvPr/>
          </p:nvPicPr>
          <p:blipFill rotWithShape="1">
            <a:blip r:embed="rId60">
              <a:alphaModFix/>
            </a:blip>
            <a:srcRect/>
            <a:stretch/>
          </p:blipFill>
          <p:spPr>
            <a:xfrm>
              <a:off x="7696200" y="3806951"/>
              <a:ext cx="182879" cy="94487"/>
            </a:xfrm>
            <a:prstGeom prst="rect">
              <a:avLst/>
            </a:prstGeom>
            <a:noFill/>
            <a:ln>
              <a:noFill/>
            </a:ln>
          </p:spPr>
        </p:pic>
        <p:pic>
          <p:nvPicPr>
            <p:cNvPr id="1700" name="Google Shape;1700;g2ff6f630c79_0_1181"/>
            <p:cNvPicPr preferRelativeResize="0"/>
            <p:nvPr/>
          </p:nvPicPr>
          <p:blipFill rotWithShape="1">
            <a:blip r:embed="rId15">
              <a:alphaModFix/>
            </a:blip>
            <a:srcRect/>
            <a:stretch/>
          </p:blipFill>
          <p:spPr>
            <a:xfrm>
              <a:off x="7690103" y="3797807"/>
              <a:ext cx="188975" cy="106679"/>
            </a:xfrm>
            <a:prstGeom prst="rect">
              <a:avLst/>
            </a:prstGeom>
            <a:noFill/>
            <a:ln>
              <a:noFill/>
            </a:ln>
          </p:spPr>
        </p:pic>
        <p:pic>
          <p:nvPicPr>
            <p:cNvPr id="1701" name="Google Shape;1701;g2ff6f630c79_0_1181"/>
            <p:cNvPicPr preferRelativeResize="0"/>
            <p:nvPr/>
          </p:nvPicPr>
          <p:blipFill rotWithShape="1">
            <a:blip r:embed="rId61">
              <a:alphaModFix/>
            </a:blip>
            <a:srcRect/>
            <a:stretch/>
          </p:blipFill>
          <p:spPr>
            <a:xfrm>
              <a:off x="7510272" y="5468111"/>
              <a:ext cx="182879" cy="94487"/>
            </a:xfrm>
            <a:prstGeom prst="rect">
              <a:avLst/>
            </a:prstGeom>
            <a:noFill/>
            <a:ln>
              <a:noFill/>
            </a:ln>
          </p:spPr>
        </p:pic>
        <p:pic>
          <p:nvPicPr>
            <p:cNvPr id="1702" name="Google Shape;1702;g2ff6f630c79_0_1181"/>
            <p:cNvPicPr preferRelativeResize="0"/>
            <p:nvPr/>
          </p:nvPicPr>
          <p:blipFill rotWithShape="1">
            <a:blip r:embed="rId24">
              <a:alphaModFix/>
            </a:blip>
            <a:srcRect/>
            <a:stretch/>
          </p:blipFill>
          <p:spPr>
            <a:xfrm>
              <a:off x="7504175" y="5458967"/>
              <a:ext cx="188975" cy="106680"/>
            </a:xfrm>
            <a:prstGeom prst="rect">
              <a:avLst/>
            </a:prstGeom>
            <a:noFill/>
            <a:ln>
              <a:noFill/>
            </a:ln>
          </p:spPr>
        </p:pic>
      </p:grpSp>
      <p:pic>
        <p:nvPicPr>
          <p:cNvPr id="1703" name="Google Shape;1703;g2ff6f630c79_0_1181"/>
          <p:cNvPicPr preferRelativeResize="0"/>
          <p:nvPr/>
        </p:nvPicPr>
        <p:blipFill rotWithShape="1">
          <a:blip r:embed="rId62">
            <a:alphaModFix/>
          </a:blip>
          <a:srcRect/>
          <a:stretch/>
        </p:blipFill>
        <p:spPr>
          <a:xfrm>
            <a:off x="874712" y="1868090"/>
            <a:ext cx="3024188" cy="1893093"/>
          </a:xfrm>
          <a:prstGeom prst="rect">
            <a:avLst/>
          </a:prstGeom>
          <a:noFill/>
          <a:ln>
            <a:noFill/>
          </a:ln>
        </p:spPr>
      </p:pic>
      <p:sp>
        <p:nvSpPr>
          <p:cNvPr id="1704" name="Google Shape;1704;g2ff6f630c79_0_1181"/>
          <p:cNvSpPr txBox="1"/>
          <p:nvPr/>
        </p:nvSpPr>
        <p:spPr>
          <a:xfrm>
            <a:off x="1143000" y="4089797"/>
            <a:ext cx="27735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Assumed Underlying PDF</a:t>
            </a:r>
            <a:endParaRPr/>
          </a:p>
        </p:txBody>
      </p:sp>
      <p:sp>
        <p:nvSpPr>
          <p:cNvPr id="1705" name="Google Shape;1705;g2ff6f630c79_0_1181"/>
          <p:cNvSpPr txBox="1"/>
          <p:nvPr/>
        </p:nvSpPr>
        <p:spPr>
          <a:xfrm>
            <a:off x="5362575" y="4089797"/>
            <a:ext cx="2019300" cy="271800"/>
          </a:xfrm>
          <a:prstGeom prst="rect">
            <a:avLst/>
          </a:prstGeom>
          <a:noFill/>
          <a:ln>
            <a:noFill/>
          </a:ln>
        </p:spPr>
        <p:txBody>
          <a:bodyPr spcFirstLastPara="1" wrap="square" lIns="0" tIns="10075" rIns="0" bIns="0" anchor="t" anchorCtr="0">
            <a:spAutoFit/>
          </a:bodyPr>
          <a:lstStyle/>
          <a:p>
            <a:pPr marL="11112" marR="0" lvl="0" indent="0" algn="l" rtl="0">
              <a:lnSpc>
                <a:spcPct val="100000"/>
              </a:lnSpc>
              <a:spcBef>
                <a:spcPts val="0"/>
              </a:spcBef>
              <a:spcAft>
                <a:spcPts val="0"/>
              </a:spcAft>
              <a:buClr>
                <a:srgbClr val="9900CC"/>
              </a:buClr>
              <a:buSzPts val="1700"/>
              <a:buFont typeface="Arial"/>
              <a:buNone/>
            </a:pPr>
            <a:r>
              <a:rPr lang="en-US" sz="1700" b="1" i="0" u="none">
                <a:solidFill>
                  <a:srgbClr val="9900CC"/>
                </a:solidFill>
                <a:latin typeface="Arial"/>
                <a:ea typeface="Arial"/>
                <a:cs typeface="Arial"/>
                <a:sym typeface="Arial"/>
              </a:rPr>
              <a:t>Real Data Samples</a:t>
            </a:r>
            <a:endParaRPr/>
          </a:p>
        </p:txBody>
      </p:sp>
      <p:pic>
        <p:nvPicPr>
          <p:cNvPr id="1706" name="Google Shape;1706;g2ff6f630c79_0_1181"/>
          <p:cNvPicPr preferRelativeResize="0"/>
          <p:nvPr/>
        </p:nvPicPr>
        <p:blipFill rotWithShape="1">
          <a:blip r:embed="rId63">
            <a:alphaModFix/>
          </a:blip>
          <a:srcRect/>
          <a:stretch/>
        </p:blipFill>
        <p:spPr>
          <a:xfrm>
            <a:off x="4787900" y="1902619"/>
            <a:ext cx="1148952" cy="1509712"/>
          </a:xfrm>
          <a:prstGeom prst="rect">
            <a:avLst/>
          </a:prstGeom>
          <a:noFill/>
          <a:ln>
            <a:noFill/>
          </a:ln>
        </p:spPr>
      </p:pic>
      <p:sp>
        <p:nvSpPr>
          <p:cNvPr id="1707" name="Google Shape;1707;g2ff6f630c79_0_1181"/>
          <p:cNvSpPr txBox="1">
            <a:spLocks noGrp="1"/>
          </p:cNvSpPr>
          <p:nvPr>
            <p:ph type="title"/>
          </p:nvPr>
        </p:nvSpPr>
        <p:spPr>
          <a:xfrm>
            <a:off x="620712" y="550069"/>
            <a:ext cx="7891500" cy="580800"/>
          </a:xfrm>
          <a:prstGeom prst="rect">
            <a:avLst/>
          </a:prstGeom>
          <a:noFill/>
          <a:ln>
            <a:noFill/>
          </a:ln>
        </p:spPr>
        <p:txBody>
          <a:bodyPr spcFirstLastPara="1" wrap="square" lIns="0" tIns="11200" rIns="0" bIns="0" anchor="ctr" anchorCtr="0">
            <a:spAutoFit/>
          </a:bodyPr>
          <a:lstStyle/>
          <a:p>
            <a:pPr marL="11112" lvl="0" indent="0" algn="ctr" rtl="0">
              <a:lnSpc>
                <a:spcPct val="100000"/>
              </a:lnSpc>
              <a:spcBef>
                <a:spcPts val="0"/>
              </a:spcBef>
              <a:spcAft>
                <a:spcPts val="0"/>
              </a:spcAft>
              <a:buClr>
                <a:schemeClr val="dk2"/>
              </a:buClr>
              <a:buSzPts val="3700"/>
              <a:buFont typeface="Arial"/>
              <a:buNone/>
            </a:pPr>
            <a:r>
              <a:rPr lang="en-US" sz="3700" b="0" i="0" u="none">
                <a:solidFill>
                  <a:schemeClr val="dk2"/>
                </a:solidFill>
                <a:latin typeface="Arial"/>
                <a:ea typeface="Arial"/>
                <a:cs typeface="Arial"/>
                <a:sym typeface="Arial"/>
              </a:rPr>
              <a:t>Non-Parametric Density Estimation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g2ff6f630c79_0_1278"/>
          <p:cNvSpPr txBox="1">
            <a:spLocks noGrp="1"/>
          </p:cNvSpPr>
          <p:nvPr>
            <p:ph type="title"/>
          </p:nvPr>
        </p:nvSpPr>
        <p:spPr>
          <a:xfrm>
            <a:off x="538162" y="108347"/>
            <a:ext cx="7261200" cy="1316100"/>
          </a:xfrm>
          <a:prstGeom prst="rect">
            <a:avLst/>
          </a:prstGeom>
          <a:noFill/>
          <a:ln>
            <a:noFill/>
          </a:ln>
        </p:spPr>
        <p:txBody>
          <a:bodyPr spcFirstLastPara="1" wrap="square" lIns="0" tIns="22950" rIns="0" bIns="0" anchor="ctr" anchorCtr="0">
            <a:spAutoFit/>
          </a:bodyPr>
          <a:lstStyle/>
          <a:p>
            <a:pPr marL="2109787" lvl="0" indent="-1123950" algn="ctr" rtl="0">
              <a:lnSpc>
                <a:spcPct val="121052"/>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Appearance via Color  Histograms</a:t>
            </a:r>
            <a:endParaRPr/>
          </a:p>
        </p:txBody>
      </p:sp>
      <p:pic>
        <p:nvPicPr>
          <p:cNvPr id="1713" name="Google Shape;1713;g2ff6f630c79_0_1278"/>
          <p:cNvPicPr preferRelativeResize="0"/>
          <p:nvPr/>
        </p:nvPicPr>
        <p:blipFill rotWithShape="1">
          <a:blip r:embed="rId3">
            <a:alphaModFix/>
          </a:blip>
          <a:srcRect/>
          <a:stretch/>
        </p:blipFill>
        <p:spPr>
          <a:xfrm>
            <a:off x="1419225" y="1354931"/>
            <a:ext cx="1166813" cy="1115615"/>
          </a:xfrm>
          <a:prstGeom prst="rect">
            <a:avLst/>
          </a:prstGeom>
          <a:noFill/>
          <a:ln>
            <a:noFill/>
          </a:ln>
        </p:spPr>
      </p:pic>
      <p:grpSp>
        <p:nvGrpSpPr>
          <p:cNvPr id="1714" name="Google Shape;1714;g2ff6f630c79_0_1278"/>
          <p:cNvGrpSpPr/>
          <p:nvPr/>
        </p:nvGrpSpPr>
        <p:grpSpPr>
          <a:xfrm>
            <a:off x="4222968" y="1452561"/>
            <a:ext cx="3448234" cy="997743"/>
            <a:chOff x="4632959" y="2194560"/>
            <a:chExt cx="3907790" cy="1508760"/>
          </a:xfrm>
        </p:grpSpPr>
        <p:pic>
          <p:nvPicPr>
            <p:cNvPr id="1715" name="Google Shape;1715;g2ff6f630c79_0_1278"/>
            <p:cNvPicPr preferRelativeResize="0"/>
            <p:nvPr/>
          </p:nvPicPr>
          <p:blipFill rotWithShape="1">
            <a:blip r:embed="rId4">
              <a:alphaModFix/>
            </a:blip>
            <a:srcRect/>
            <a:stretch/>
          </p:blipFill>
          <p:spPr>
            <a:xfrm>
              <a:off x="4645151" y="2407920"/>
              <a:ext cx="3624072" cy="1286256"/>
            </a:xfrm>
            <a:prstGeom prst="rect">
              <a:avLst/>
            </a:prstGeom>
            <a:noFill/>
            <a:ln>
              <a:noFill/>
            </a:ln>
          </p:spPr>
        </p:pic>
        <p:sp>
          <p:nvSpPr>
            <p:cNvPr id="1716" name="Google Shape;1716;g2ff6f630c79_0_1278"/>
            <p:cNvSpPr/>
            <p:nvPr/>
          </p:nvSpPr>
          <p:spPr>
            <a:xfrm>
              <a:off x="4632959" y="2194560"/>
              <a:ext cx="3907790" cy="1508760"/>
            </a:xfrm>
            <a:custGeom>
              <a:avLst/>
              <a:gdLst/>
              <a:ahLst/>
              <a:cxnLst/>
              <a:rect l="l" t="t" r="r" b="b"/>
              <a:pathLst>
                <a:path w="3907790" h="1508760" extrusionOk="0">
                  <a:moveTo>
                    <a:pt x="3904488" y="0"/>
                  </a:moveTo>
                  <a:lnTo>
                    <a:pt x="3048" y="0"/>
                  </a:lnTo>
                  <a:lnTo>
                    <a:pt x="0" y="3048"/>
                  </a:lnTo>
                  <a:lnTo>
                    <a:pt x="0" y="1505712"/>
                  </a:lnTo>
                  <a:lnTo>
                    <a:pt x="3048" y="1508760"/>
                  </a:lnTo>
                  <a:lnTo>
                    <a:pt x="3904488" y="1508760"/>
                  </a:lnTo>
                  <a:lnTo>
                    <a:pt x="3907536" y="1505712"/>
                  </a:lnTo>
                  <a:lnTo>
                    <a:pt x="6095" y="1505712"/>
                  </a:lnTo>
                  <a:lnTo>
                    <a:pt x="3048" y="1499615"/>
                  </a:lnTo>
                  <a:lnTo>
                    <a:pt x="9143" y="1499615"/>
                  </a:lnTo>
                  <a:lnTo>
                    <a:pt x="9143" y="9143"/>
                  </a:lnTo>
                  <a:lnTo>
                    <a:pt x="3048" y="9143"/>
                  </a:lnTo>
                  <a:lnTo>
                    <a:pt x="9143" y="3048"/>
                  </a:lnTo>
                  <a:lnTo>
                    <a:pt x="3907536" y="3048"/>
                  </a:lnTo>
                  <a:lnTo>
                    <a:pt x="3904488" y="0"/>
                  </a:lnTo>
                  <a:close/>
                </a:path>
                <a:path w="3907790" h="1508760" extrusionOk="0">
                  <a:moveTo>
                    <a:pt x="9143" y="1499615"/>
                  </a:moveTo>
                  <a:lnTo>
                    <a:pt x="3048" y="1499615"/>
                  </a:lnTo>
                  <a:lnTo>
                    <a:pt x="6095" y="1505712"/>
                  </a:lnTo>
                  <a:lnTo>
                    <a:pt x="9143" y="1502664"/>
                  </a:lnTo>
                  <a:lnTo>
                    <a:pt x="9143" y="1499615"/>
                  </a:lnTo>
                  <a:close/>
                </a:path>
                <a:path w="3907790" h="1508760" extrusionOk="0">
                  <a:moveTo>
                    <a:pt x="3898391" y="1499615"/>
                  </a:moveTo>
                  <a:lnTo>
                    <a:pt x="9143" y="1499615"/>
                  </a:lnTo>
                  <a:lnTo>
                    <a:pt x="9143" y="1502664"/>
                  </a:lnTo>
                  <a:lnTo>
                    <a:pt x="6095" y="1505712"/>
                  </a:lnTo>
                  <a:lnTo>
                    <a:pt x="3904488" y="1505712"/>
                  </a:lnTo>
                  <a:lnTo>
                    <a:pt x="3898391" y="1502664"/>
                  </a:lnTo>
                  <a:lnTo>
                    <a:pt x="3898391" y="1499615"/>
                  </a:lnTo>
                  <a:close/>
                </a:path>
                <a:path w="3907790" h="1508760" extrusionOk="0">
                  <a:moveTo>
                    <a:pt x="3898391" y="3048"/>
                  </a:moveTo>
                  <a:lnTo>
                    <a:pt x="3898391" y="1502664"/>
                  </a:lnTo>
                  <a:lnTo>
                    <a:pt x="3904488" y="1505712"/>
                  </a:lnTo>
                  <a:lnTo>
                    <a:pt x="3901440" y="1499615"/>
                  </a:lnTo>
                  <a:lnTo>
                    <a:pt x="3907536" y="1499615"/>
                  </a:lnTo>
                  <a:lnTo>
                    <a:pt x="3907536" y="9143"/>
                  </a:lnTo>
                  <a:lnTo>
                    <a:pt x="3901440" y="9143"/>
                  </a:lnTo>
                  <a:lnTo>
                    <a:pt x="3904488" y="6095"/>
                  </a:lnTo>
                  <a:lnTo>
                    <a:pt x="3898391" y="3048"/>
                  </a:lnTo>
                  <a:close/>
                </a:path>
                <a:path w="3907790" h="1508760" extrusionOk="0">
                  <a:moveTo>
                    <a:pt x="3907536" y="1499615"/>
                  </a:moveTo>
                  <a:lnTo>
                    <a:pt x="3901440" y="1499615"/>
                  </a:lnTo>
                  <a:lnTo>
                    <a:pt x="3904488" y="1505712"/>
                  </a:lnTo>
                  <a:lnTo>
                    <a:pt x="3907536" y="1505712"/>
                  </a:lnTo>
                  <a:lnTo>
                    <a:pt x="3907536" y="1499615"/>
                  </a:lnTo>
                  <a:close/>
                </a:path>
                <a:path w="3907790" h="1508760" extrusionOk="0">
                  <a:moveTo>
                    <a:pt x="9143" y="3048"/>
                  </a:moveTo>
                  <a:lnTo>
                    <a:pt x="3048" y="9143"/>
                  </a:lnTo>
                  <a:lnTo>
                    <a:pt x="9143" y="9143"/>
                  </a:lnTo>
                  <a:lnTo>
                    <a:pt x="9143" y="3048"/>
                  </a:lnTo>
                  <a:close/>
                </a:path>
                <a:path w="3907790" h="1508760" extrusionOk="0">
                  <a:moveTo>
                    <a:pt x="3898391" y="3048"/>
                  </a:moveTo>
                  <a:lnTo>
                    <a:pt x="9143" y="3048"/>
                  </a:lnTo>
                  <a:lnTo>
                    <a:pt x="9143" y="9143"/>
                  </a:lnTo>
                  <a:lnTo>
                    <a:pt x="3898391" y="9143"/>
                  </a:lnTo>
                  <a:lnTo>
                    <a:pt x="3898391" y="3048"/>
                  </a:lnTo>
                  <a:close/>
                </a:path>
                <a:path w="3907790" h="1508760" extrusionOk="0">
                  <a:moveTo>
                    <a:pt x="3907536" y="3048"/>
                  </a:moveTo>
                  <a:lnTo>
                    <a:pt x="3898391" y="3048"/>
                  </a:lnTo>
                  <a:lnTo>
                    <a:pt x="3904488" y="6095"/>
                  </a:lnTo>
                  <a:lnTo>
                    <a:pt x="3901440" y="9143"/>
                  </a:lnTo>
                  <a:lnTo>
                    <a:pt x="3907536" y="9143"/>
                  </a:lnTo>
                  <a:lnTo>
                    <a:pt x="3907536"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717" name="Google Shape;1717;g2ff6f630c79_0_1278"/>
          <p:cNvSpPr txBox="1"/>
          <p:nvPr/>
        </p:nvSpPr>
        <p:spPr>
          <a:xfrm>
            <a:off x="4549775" y="2487215"/>
            <a:ext cx="2735400" cy="473100"/>
          </a:xfrm>
          <a:prstGeom prst="rect">
            <a:avLst/>
          </a:prstGeom>
          <a:noFill/>
          <a:ln>
            <a:noFill/>
          </a:ln>
        </p:spPr>
        <p:txBody>
          <a:bodyPr spcFirstLastPara="1" wrap="square" lIns="0" tIns="11200" rIns="0" bIns="0" anchor="t" anchorCtr="0">
            <a:spAutoFit/>
          </a:bodyPr>
          <a:lstStyle/>
          <a:p>
            <a:pPr marL="101600" marR="0" lvl="0" indent="-90487"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Color distribution (1D histogram  normalized to have unit weight)</a:t>
            </a:r>
            <a:endParaRPr/>
          </a:p>
        </p:txBody>
      </p:sp>
      <p:sp>
        <p:nvSpPr>
          <p:cNvPr id="1718" name="Google Shape;1718;g2ff6f630c79_0_1278"/>
          <p:cNvSpPr txBox="1"/>
          <p:nvPr/>
        </p:nvSpPr>
        <p:spPr>
          <a:xfrm>
            <a:off x="1225550" y="1881188"/>
            <a:ext cx="2238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R’</a:t>
            </a:r>
            <a:endParaRPr/>
          </a:p>
        </p:txBody>
      </p:sp>
      <p:sp>
        <p:nvSpPr>
          <p:cNvPr id="1719" name="Google Shape;1719;g2ff6f630c79_0_1278"/>
          <p:cNvSpPr txBox="1"/>
          <p:nvPr/>
        </p:nvSpPr>
        <p:spPr>
          <a:xfrm>
            <a:off x="2890837" y="2284809"/>
            <a:ext cx="2238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B’</a:t>
            </a:r>
            <a:endParaRPr/>
          </a:p>
        </p:txBody>
      </p:sp>
      <p:sp>
        <p:nvSpPr>
          <p:cNvPr id="1720" name="Google Shape;1720;g2ff6f630c79_0_1278"/>
          <p:cNvSpPr txBox="1"/>
          <p:nvPr/>
        </p:nvSpPr>
        <p:spPr>
          <a:xfrm>
            <a:off x="1681162" y="2447925"/>
            <a:ext cx="795300" cy="704100"/>
          </a:xfrm>
          <a:prstGeom prst="rect">
            <a:avLst/>
          </a:prstGeom>
          <a:noFill/>
          <a:ln>
            <a:noFill/>
          </a:ln>
        </p:spPr>
        <p:txBody>
          <a:bodyPr spcFirstLastPara="1" wrap="square" lIns="0" tIns="11200" rIns="0" bIns="0" anchor="t" anchorCtr="0">
            <a:spAutoFit/>
          </a:bodyPr>
          <a:lstStyle/>
          <a:p>
            <a:pPr marL="330200"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G’</a:t>
            </a:r>
            <a:endParaRPr/>
          </a:p>
          <a:p>
            <a:pPr marL="330200"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discretize</a:t>
            </a:r>
            <a:endParaRPr/>
          </a:p>
        </p:txBody>
      </p:sp>
      <p:sp>
        <p:nvSpPr>
          <p:cNvPr id="1721" name="Google Shape;1721;g2ff6f630c79_0_1278"/>
          <p:cNvSpPr/>
          <p:nvPr/>
        </p:nvSpPr>
        <p:spPr>
          <a:xfrm>
            <a:off x="3157537" y="1857375"/>
            <a:ext cx="941451" cy="113164"/>
          </a:xfrm>
          <a:custGeom>
            <a:avLst/>
            <a:gdLst/>
            <a:ahLst/>
            <a:cxnLst/>
            <a:rect l="l" t="t" r="r" b="b"/>
            <a:pathLst>
              <a:path w="1066800" h="170814" extrusionOk="0">
                <a:moveTo>
                  <a:pt x="896112" y="0"/>
                </a:moveTo>
                <a:lnTo>
                  <a:pt x="896112" y="170687"/>
                </a:lnTo>
                <a:lnTo>
                  <a:pt x="1011935" y="112775"/>
                </a:lnTo>
                <a:lnTo>
                  <a:pt x="923544" y="112775"/>
                </a:lnTo>
                <a:lnTo>
                  <a:pt x="923544" y="57912"/>
                </a:lnTo>
                <a:lnTo>
                  <a:pt x="1011936" y="57912"/>
                </a:lnTo>
                <a:lnTo>
                  <a:pt x="896112" y="0"/>
                </a:lnTo>
                <a:close/>
              </a:path>
              <a:path w="1066800" h="170814" extrusionOk="0">
                <a:moveTo>
                  <a:pt x="896112" y="57912"/>
                </a:moveTo>
                <a:lnTo>
                  <a:pt x="0" y="57912"/>
                </a:lnTo>
                <a:lnTo>
                  <a:pt x="0" y="112775"/>
                </a:lnTo>
                <a:lnTo>
                  <a:pt x="896112" y="112775"/>
                </a:lnTo>
                <a:lnTo>
                  <a:pt x="896112" y="57912"/>
                </a:lnTo>
                <a:close/>
              </a:path>
              <a:path w="1066800" h="170814" extrusionOk="0">
                <a:moveTo>
                  <a:pt x="1011936" y="57912"/>
                </a:moveTo>
                <a:lnTo>
                  <a:pt x="923544" y="57912"/>
                </a:lnTo>
                <a:lnTo>
                  <a:pt x="923544" y="112775"/>
                </a:lnTo>
                <a:lnTo>
                  <a:pt x="1011935" y="112775"/>
                </a:lnTo>
                <a:lnTo>
                  <a:pt x="1066800" y="85343"/>
                </a:lnTo>
                <a:lnTo>
                  <a:pt x="1011936" y="579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22" name="Google Shape;1722;g2ff6f630c79_0_1278"/>
          <p:cNvSpPr txBox="1"/>
          <p:nvPr/>
        </p:nvSpPr>
        <p:spPr>
          <a:xfrm>
            <a:off x="1330325" y="3319463"/>
            <a:ext cx="1782900" cy="704100"/>
          </a:xfrm>
          <a:prstGeom prst="rect">
            <a:avLst/>
          </a:prstGeom>
          <a:noFill/>
          <a:ln>
            <a:noFill/>
          </a:ln>
        </p:spPr>
        <p:txBody>
          <a:bodyPr spcFirstLastPara="1" wrap="square" lIns="0" tIns="11200" rIns="0" bIns="0" anchor="t" anchorCtr="0">
            <a:spAutoFit/>
          </a:bodyPr>
          <a:lstStyle/>
          <a:p>
            <a:pPr marL="11112" marR="0" lvl="0" indent="0" algn="just" rtl="0">
              <a:lnSpc>
                <a:spcPct val="100000"/>
              </a:lnSpc>
              <a:spcBef>
                <a:spcPts val="0"/>
              </a:spcBef>
              <a:spcAft>
                <a:spcPts val="0"/>
              </a:spcAft>
              <a:buClr>
                <a:schemeClr val="dk1"/>
              </a:buClr>
              <a:buSzPts val="1500"/>
              <a:buFont typeface="Times New Roman"/>
              <a:buNone/>
            </a:pPr>
            <a:r>
              <a:rPr lang="en-US" sz="1500" b="1" i="0" u="none">
                <a:solidFill>
                  <a:schemeClr val="dk1"/>
                </a:solidFill>
                <a:latin typeface="Times New Roman"/>
                <a:ea typeface="Times New Roman"/>
                <a:cs typeface="Times New Roman"/>
                <a:sym typeface="Times New Roman"/>
              </a:rPr>
              <a:t>R’ = R &lt;&lt; (8 - nbits)  G’ = G &lt;&lt; (8 - nbits)  B’ = B &lt;&lt; (8-nbits)</a:t>
            </a:r>
            <a:endParaRPr/>
          </a:p>
        </p:txBody>
      </p:sp>
      <p:sp>
        <p:nvSpPr>
          <p:cNvPr id="1723" name="Google Shape;1723;g2ff6f630c79_0_1278"/>
          <p:cNvSpPr txBox="1"/>
          <p:nvPr/>
        </p:nvSpPr>
        <p:spPr>
          <a:xfrm>
            <a:off x="3832225" y="3293269"/>
            <a:ext cx="3860700" cy="9525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Total histogram size is	(2^(8-nbits))^3</a:t>
            </a:r>
            <a:endParaRPr/>
          </a:p>
          <a:p>
            <a:pPr marL="11112" marR="0" lvl="0" indent="0" algn="l" rtl="0">
              <a:lnSpc>
                <a:spcPct val="100000"/>
              </a:lnSpc>
              <a:spcBef>
                <a:spcPts val="0"/>
              </a:spcBef>
              <a:spcAft>
                <a:spcPts val="0"/>
              </a:spcAft>
              <a:buClr>
                <a:schemeClr val="dk1"/>
              </a:buClr>
              <a:buSzPts val="1600"/>
              <a:buFont typeface="Arial"/>
              <a:buNone/>
            </a:pPr>
            <a:endParaRPr sz="1600" b="0" i="0" u="none">
              <a:solidFill>
                <a:schemeClr val="dk1"/>
              </a:solidFill>
              <a:latin typeface="Times New Roman"/>
              <a:ea typeface="Times New Roman"/>
              <a:cs typeface="Times New Roman"/>
              <a:sym typeface="Times New Roman"/>
            </a:endParaRPr>
          </a:p>
          <a:p>
            <a:pPr marL="11112" marR="0" lvl="0" indent="0" algn="l" rtl="0">
              <a:lnSpc>
                <a:spcPct val="101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example, 4-bit encoding of R,G and B channels  yields a histogram of size 16*16*16 = 4096.</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727"/>
        <p:cNvGrpSpPr/>
        <p:nvPr/>
      </p:nvGrpSpPr>
      <p:grpSpPr>
        <a:xfrm>
          <a:off x="0" y="0"/>
          <a:ext cx="0" cy="0"/>
          <a:chOff x="0" y="0"/>
          <a:chExt cx="0" cy="0"/>
        </a:xfrm>
      </p:grpSpPr>
      <p:sp>
        <p:nvSpPr>
          <p:cNvPr id="1728" name="Google Shape;1728;g2ff6f630c79_0_1293"/>
          <p:cNvSpPr txBox="1">
            <a:spLocks noGrp="1"/>
          </p:cNvSpPr>
          <p:nvPr>
            <p:ph type="title"/>
          </p:nvPr>
        </p:nvSpPr>
        <p:spPr>
          <a:xfrm>
            <a:off x="1751012" y="622697"/>
            <a:ext cx="56277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Smaller Color Histograms</a:t>
            </a:r>
            <a:endParaRPr/>
          </a:p>
        </p:txBody>
      </p:sp>
      <p:grpSp>
        <p:nvGrpSpPr>
          <p:cNvPr id="1729" name="Google Shape;1729;g2ff6f630c79_0_1293"/>
          <p:cNvGrpSpPr/>
          <p:nvPr/>
        </p:nvGrpSpPr>
        <p:grpSpPr>
          <a:xfrm>
            <a:off x="4760963" y="1552538"/>
            <a:ext cx="1295414" cy="545293"/>
            <a:chOff x="5242559" y="2346960"/>
            <a:chExt cx="1469390" cy="822960"/>
          </a:xfrm>
        </p:grpSpPr>
        <p:pic>
          <p:nvPicPr>
            <p:cNvPr id="1730" name="Google Shape;1730;g2ff6f630c79_0_1293"/>
            <p:cNvPicPr preferRelativeResize="0"/>
            <p:nvPr/>
          </p:nvPicPr>
          <p:blipFill rotWithShape="1">
            <a:blip r:embed="rId3">
              <a:alphaModFix/>
            </a:blip>
            <a:srcRect/>
            <a:stretch/>
          </p:blipFill>
          <p:spPr>
            <a:xfrm>
              <a:off x="5254751" y="3005328"/>
              <a:ext cx="1447800" cy="155448"/>
            </a:xfrm>
            <a:prstGeom prst="rect">
              <a:avLst/>
            </a:prstGeom>
            <a:noFill/>
            <a:ln>
              <a:noFill/>
            </a:ln>
          </p:spPr>
        </p:pic>
        <p:sp>
          <p:nvSpPr>
            <p:cNvPr id="1731" name="Google Shape;1731;g2ff6f630c79_0_1293"/>
            <p:cNvSpPr/>
            <p:nvPr/>
          </p:nvSpPr>
          <p:spPr>
            <a:xfrm>
              <a:off x="5242559" y="2346960"/>
              <a:ext cx="1469390" cy="822960"/>
            </a:xfrm>
            <a:custGeom>
              <a:avLst/>
              <a:gdLst/>
              <a:ahLst/>
              <a:cxnLst/>
              <a:rect l="l" t="t" r="r" b="b"/>
              <a:pathLst>
                <a:path w="1469390" h="822960" extrusionOk="0">
                  <a:moveTo>
                    <a:pt x="1466088" y="0"/>
                  </a:moveTo>
                  <a:lnTo>
                    <a:pt x="3048" y="0"/>
                  </a:lnTo>
                  <a:lnTo>
                    <a:pt x="0" y="3048"/>
                  </a:lnTo>
                  <a:lnTo>
                    <a:pt x="0" y="819912"/>
                  </a:lnTo>
                  <a:lnTo>
                    <a:pt x="3048" y="822960"/>
                  </a:lnTo>
                  <a:lnTo>
                    <a:pt x="1466088" y="822960"/>
                  </a:lnTo>
                  <a:lnTo>
                    <a:pt x="1469136" y="819912"/>
                  </a:lnTo>
                  <a:lnTo>
                    <a:pt x="6095" y="819912"/>
                  </a:lnTo>
                  <a:lnTo>
                    <a:pt x="3048" y="813815"/>
                  </a:lnTo>
                  <a:lnTo>
                    <a:pt x="9143" y="813815"/>
                  </a:lnTo>
                  <a:lnTo>
                    <a:pt x="9143" y="9143"/>
                  </a:lnTo>
                  <a:lnTo>
                    <a:pt x="3048" y="9143"/>
                  </a:lnTo>
                  <a:lnTo>
                    <a:pt x="9143" y="3048"/>
                  </a:lnTo>
                  <a:lnTo>
                    <a:pt x="1469136" y="3048"/>
                  </a:lnTo>
                  <a:lnTo>
                    <a:pt x="1466088" y="0"/>
                  </a:lnTo>
                  <a:close/>
                </a:path>
                <a:path w="1469390" h="822960" extrusionOk="0">
                  <a:moveTo>
                    <a:pt x="9143" y="813815"/>
                  </a:moveTo>
                  <a:lnTo>
                    <a:pt x="3048" y="813815"/>
                  </a:lnTo>
                  <a:lnTo>
                    <a:pt x="6095" y="819912"/>
                  </a:lnTo>
                  <a:lnTo>
                    <a:pt x="9143" y="816863"/>
                  </a:lnTo>
                  <a:lnTo>
                    <a:pt x="9143" y="813815"/>
                  </a:lnTo>
                  <a:close/>
                </a:path>
                <a:path w="1469390" h="822960" extrusionOk="0">
                  <a:moveTo>
                    <a:pt x="1459991" y="813815"/>
                  </a:moveTo>
                  <a:lnTo>
                    <a:pt x="9143" y="813815"/>
                  </a:lnTo>
                  <a:lnTo>
                    <a:pt x="9143" y="816863"/>
                  </a:lnTo>
                  <a:lnTo>
                    <a:pt x="6095" y="819912"/>
                  </a:lnTo>
                  <a:lnTo>
                    <a:pt x="1466088" y="819912"/>
                  </a:lnTo>
                  <a:lnTo>
                    <a:pt x="1459991" y="816863"/>
                  </a:lnTo>
                  <a:lnTo>
                    <a:pt x="1459991" y="813815"/>
                  </a:lnTo>
                  <a:close/>
                </a:path>
                <a:path w="1469390" h="822960" extrusionOk="0">
                  <a:moveTo>
                    <a:pt x="1459991" y="3048"/>
                  </a:moveTo>
                  <a:lnTo>
                    <a:pt x="1459991" y="816863"/>
                  </a:lnTo>
                  <a:lnTo>
                    <a:pt x="1466088" y="819912"/>
                  </a:lnTo>
                  <a:lnTo>
                    <a:pt x="1463039" y="813815"/>
                  </a:lnTo>
                  <a:lnTo>
                    <a:pt x="1469136" y="813815"/>
                  </a:lnTo>
                  <a:lnTo>
                    <a:pt x="1469136" y="9143"/>
                  </a:lnTo>
                  <a:lnTo>
                    <a:pt x="1463039" y="9143"/>
                  </a:lnTo>
                  <a:lnTo>
                    <a:pt x="1466088" y="6095"/>
                  </a:lnTo>
                  <a:lnTo>
                    <a:pt x="1459991" y="3048"/>
                  </a:lnTo>
                  <a:close/>
                </a:path>
                <a:path w="1469390" h="822960" extrusionOk="0">
                  <a:moveTo>
                    <a:pt x="1469136" y="813815"/>
                  </a:moveTo>
                  <a:lnTo>
                    <a:pt x="1463039" y="813815"/>
                  </a:lnTo>
                  <a:lnTo>
                    <a:pt x="1466088" y="819912"/>
                  </a:lnTo>
                  <a:lnTo>
                    <a:pt x="1469136" y="819912"/>
                  </a:lnTo>
                  <a:lnTo>
                    <a:pt x="1469136" y="813815"/>
                  </a:lnTo>
                  <a:close/>
                </a:path>
                <a:path w="1469390" h="822960" extrusionOk="0">
                  <a:moveTo>
                    <a:pt x="9143" y="3048"/>
                  </a:moveTo>
                  <a:lnTo>
                    <a:pt x="3048" y="9143"/>
                  </a:lnTo>
                  <a:lnTo>
                    <a:pt x="9143" y="9143"/>
                  </a:lnTo>
                  <a:lnTo>
                    <a:pt x="9143" y="3048"/>
                  </a:lnTo>
                  <a:close/>
                </a:path>
                <a:path w="1469390" h="822960" extrusionOk="0">
                  <a:moveTo>
                    <a:pt x="1459991" y="3048"/>
                  </a:moveTo>
                  <a:lnTo>
                    <a:pt x="9143" y="3048"/>
                  </a:lnTo>
                  <a:lnTo>
                    <a:pt x="9143" y="9143"/>
                  </a:lnTo>
                  <a:lnTo>
                    <a:pt x="1459991" y="9143"/>
                  </a:lnTo>
                  <a:lnTo>
                    <a:pt x="1459991" y="3048"/>
                  </a:lnTo>
                  <a:close/>
                </a:path>
                <a:path w="1469390" h="822960" extrusionOk="0">
                  <a:moveTo>
                    <a:pt x="1469136" y="3048"/>
                  </a:moveTo>
                  <a:lnTo>
                    <a:pt x="1459991" y="3048"/>
                  </a:lnTo>
                  <a:lnTo>
                    <a:pt x="1466088" y="6095"/>
                  </a:lnTo>
                  <a:lnTo>
                    <a:pt x="1463039" y="9143"/>
                  </a:lnTo>
                  <a:lnTo>
                    <a:pt x="1469136" y="9143"/>
                  </a:lnTo>
                  <a:lnTo>
                    <a:pt x="1469136"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732" name="Google Shape;1732;g2ff6f630c79_0_1293"/>
          <p:cNvSpPr txBox="1"/>
          <p:nvPr/>
        </p:nvSpPr>
        <p:spPr>
          <a:xfrm>
            <a:off x="1225550" y="1881188"/>
            <a:ext cx="2238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R’</a:t>
            </a:r>
            <a:endParaRPr/>
          </a:p>
        </p:txBody>
      </p:sp>
      <p:sp>
        <p:nvSpPr>
          <p:cNvPr id="1733" name="Google Shape;1733;g2ff6f630c79_0_1293"/>
          <p:cNvSpPr txBox="1"/>
          <p:nvPr/>
        </p:nvSpPr>
        <p:spPr>
          <a:xfrm>
            <a:off x="2554287" y="1982390"/>
            <a:ext cx="2349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G’</a:t>
            </a:r>
            <a:endParaRPr/>
          </a:p>
        </p:txBody>
      </p:sp>
      <p:sp>
        <p:nvSpPr>
          <p:cNvPr id="1734" name="Google Shape;1734;g2ff6f630c79_0_1293"/>
          <p:cNvSpPr txBox="1"/>
          <p:nvPr/>
        </p:nvSpPr>
        <p:spPr>
          <a:xfrm>
            <a:off x="1747837" y="2688431"/>
            <a:ext cx="795300" cy="6270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B’</a:t>
            </a:r>
            <a:endParaRPr/>
          </a:p>
          <a:p>
            <a:pPr marL="11112" marR="0" lvl="0" indent="0" algn="l" rtl="0">
              <a:lnSpc>
                <a:spcPct val="100000"/>
              </a:lnSpc>
              <a:spcBef>
                <a:spcPts val="120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discretize</a:t>
            </a:r>
            <a:endParaRPr/>
          </a:p>
        </p:txBody>
      </p:sp>
      <p:sp>
        <p:nvSpPr>
          <p:cNvPr id="1735" name="Google Shape;1735;g2ff6f630c79_0_1293"/>
          <p:cNvSpPr/>
          <p:nvPr/>
        </p:nvSpPr>
        <p:spPr>
          <a:xfrm>
            <a:off x="2216150" y="1807369"/>
            <a:ext cx="2420874" cy="113164"/>
          </a:xfrm>
          <a:custGeom>
            <a:avLst/>
            <a:gdLst/>
            <a:ahLst/>
            <a:cxnLst/>
            <a:rect l="l" t="t" r="r" b="b"/>
            <a:pathLst>
              <a:path w="2743200" h="170814" extrusionOk="0">
                <a:moveTo>
                  <a:pt x="2572512" y="0"/>
                </a:moveTo>
                <a:lnTo>
                  <a:pt x="2572512" y="170687"/>
                </a:lnTo>
                <a:lnTo>
                  <a:pt x="2688335" y="112775"/>
                </a:lnTo>
                <a:lnTo>
                  <a:pt x="2599944" y="112775"/>
                </a:lnTo>
                <a:lnTo>
                  <a:pt x="2599944" y="57912"/>
                </a:lnTo>
                <a:lnTo>
                  <a:pt x="2688336" y="57912"/>
                </a:lnTo>
                <a:lnTo>
                  <a:pt x="2572512" y="0"/>
                </a:lnTo>
                <a:close/>
              </a:path>
              <a:path w="2743200" h="170814" extrusionOk="0">
                <a:moveTo>
                  <a:pt x="2572512" y="57912"/>
                </a:moveTo>
                <a:lnTo>
                  <a:pt x="0" y="57912"/>
                </a:lnTo>
                <a:lnTo>
                  <a:pt x="0" y="112775"/>
                </a:lnTo>
                <a:lnTo>
                  <a:pt x="2572512" y="112775"/>
                </a:lnTo>
                <a:lnTo>
                  <a:pt x="2572512" y="57912"/>
                </a:lnTo>
                <a:close/>
              </a:path>
              <a:path w="2743200" h="170814" extrusionOk="0">
                <a:moveTo>
                  <a:pt x="2688336" y="57912"/>
                </a:moveTo>
                <a:lnTo>
                  <a:pt x="2599944" y="57912"/>
                </a:lnTo>
                <a:lnTo>
                  <a:pt x="2599944" y="112775"/>
                </a:lnTo>
                <a:lnTo>
                  <a:pt x="2688335" y="112775"/>
                </a:lnTo>
                <a:lnTo>
                  <a:pt x="2743200" y="85343"/>
                </a:lnTo>
                <a:lnTo>
                  <a:pt x="2688336" y="579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36" name="Google Shape;1736;g2ff6f630c79_0_1293"/>
          <p:cNvSpPr txBox="1"/>
          <p:nvPr/>
        </p:nvSpPr>
        <p:spPr>
          <a:xfrm>
            <a:off x="1276350" y="3595688"/>
            <a:ext cx="1782900" cy="704100"/>
          </a:xfrm>
          <a:prstGeom prst="rect">
            <a:avLst/>
          </a:prstGeom>
          <a:noFill/>
          <a:ln>
            <a:noFill/>
          </a:ln>
        </p:spPr>
        <p:txBody>
          <a:bodyPr spcFirstLastPara="1" wrap="square" lIns="0" tIns="11200" rIns="0" bIns="0" anchor="t" anchorCtr="0">
            <a:spAutoFit/>
          </a:bodyPr>
          <a:lstStyle/>
          <a:p>
            <a:pPr marL="11112" marR="0" lvl="0" indent="0" algn="just" rtl="0">
              <a:lnSpc>
                <a:spcPct val="100000"/>
              </a:lnSpc>
              <a:spcBef>
                <a:spcPts val="0"/>
              </a:spcBef>
              <a:spcAft>
                <a:spcPts val="0"/>
              </a:spcAft>
              <a:buClr>
                <a:schemeClr val="dk1"/>
              </a:buClr>
              <a:buSzPts val="1500"/>
              <a:buFont typeface="Times New Roman"/>
              <a:buNone/>
            </a:pPr>
            <a:r>
              <a:rPr lang="en-US" sz="1500" b="1" i="0" u="none">
                <a:solidFill>
                  <a:schemeClr val="dk1"/>
                </a:solidFill>
                <a:latin typeface="Times New Roman"/>
                <a:ea typeface="Times New Roman"/>
                <a:cs typeface="Times New Roman"/>
                <a:sym typeface="Times New Roman"/>
              </a:rPr>
              <a:t>R’ = R &lt;&lt; (8 - nbits)  G’ = G &lt;&lt; (8 - nbits)  B’ = B &lt;&lt; (8-nbits)</a:t>
            </a:r>
            <a:endParaRPr/>
          </a:p>
        </p:txBody>
      </p:sp>
      <p:sp>
        <p:nvSpPr>
          <p:cNvPr id="1737" name="Google Shape;1737;g2ff6f630c79_0_1293"/>
          <p:cNvSpPr txBox="1"/>
          <p:nvPr/>
        </p:nvSpPr>
        <p:spPr>
          <a:xfrm>
            <a:off x="3832225" y="3696890"/>
            <a:ext cx="3860700" cy="9525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Total histogram size is	3*(2^(8-nbits))</a:t>
            </a:r>
            <a:endParaRPr/>
          </a:p>
          <a:p>
            <a:pPr marL="11112" marR="0" lvl="0" indent="0" algn="l" rtl="0">
              <a:lnSpc>
                <a:spcPct val="100000"/>
              </a:lnSpc>
              <a:spcBef>
                <a:spcPts val="0"/>
              </a:spcBef>
              <a:spcAft>
                <a:spcPts val="0"/>
              </a:spcAft>
              <a:buClr>
                <a:schemeClr val="dk1"/>
              </a:buClr>
              <a:buSzPts val="1600"/>
              <a:buFont typeface="Arial"/>
              <a:buNone/>
            </a:pPr>
            <a:endParaRPr sz="1600" b="0" i="0" u="none">
              <a:solidFill>
                <a:schemeClr val="dk1"/>
              </a:solidFill>
              <a:latin typeface="Times New Roman"/>
              <a:ea typeface="Times New Roman"/>
              <a:cs typeface="Times New Roman"/>
              <a:sym typeface="Times New Roman"/>
            </a:endParaRPr>
          </a:p>
          <a:p>
            <a:pPr marL="11112" marR="0" lvl="0" indent="0" algn="l" rtl="0">
              <a:lnSpc>
                <a:spcPct val="101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example, 4-bit encoding of R,G and B channels  yields a histogram of size 3*16 = 48.</a:t>
            </a:r>
            <a:endParaRPr/>
          </a:p>
        </p:txBody>
      </p:sp>
      <p:grpSp>
        <p:nvGrpSpPr>
          <p:cNvPr id="1738" name="Google Shape;1738;g2ff6f630c79_0_1293"/>
          <p:cNvGrpSpPr/>
          <p:nvPr/>
        </p:nvGrpSpPr>
        <p:grpSpPr>
          <a:xfrm>
            <a:off x="2009866" y="2212268"/>
            <a:ext cx="1303846" cy="220273"/>
            <a:chOff x="2124456" y="3343655"/>
            <a:chExt cx="1478787" cy="332739"/>
          </a:xfrm>
        </p:grpSpPr>
        <p:sp>
          <p:nvSpPr>
            <p:cNvPr id="1739" name="Google Shape;1739;g2ff6f630c79_0_1293"/>
            <p:cNvSpPr/>
            <p:nvPr/>
          </p:nvSpPr>
          <p:spPr>
            <a:xfrm>
              <a:off x="2130551" y="3349751"/>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0" name="Google Shape;1740;g2ff6f630c79_0_1293"/>
            <p:cNvSpPr/>
            <p:nvPr/>
          </p:nvSpPr>
          <p:spPr>
            <a:xfrm>
              <a:off x="2130551" y="3349751"/>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1" name="Google Shape;1741;g2ff6f630c79_0_1293"/>
            <p:cNvSpPr/>
            <p:nvPr/>
          </p:nvSpPr>
          <p:spPr>
            <a:xfrm>
              <a:off x="2389631" y="33497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2" name="Google Shape;1742;g2ff6f630c79_0_1293"/>
            <p:cNvSpPr/>
            <p:nvPr/>
          </p:nvSpPr>
          <p:spPr>
            <a:xfrm>
              <a:off x="2124456" y="33436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3" name="Google Shape;1743;g2ff6f630c79_0_1293"/>
            <p:cNvSpPr/>
            <p:nvPr/>
          </p:nvSpPr>
          <p:spPr>
            <a:xfrm>
              <a:off x="2414015" y="3349751"/>
              <a:ext cx="338455" cy="323214"/>
            </a:xfrm>
            <a:custGeom>
              <a:avLst/>
              <a:gdLst/>
              <a:ahLst/>
              <a:cxnLst/>
              <a:rect l="l" t="t" r="r" b="b"/>
              <a:pathLst>
                <a:path w="338455" h="323214" extrusionOk="0">
                  <a:moveTo>
                    <a:pt x="338327" y="0"/>
                  </a:moveTo>
                  <a:lnTo>
                    <a:pt x="79247" y="0"/>
                  </a:lnTo>
                  <a:lnTo>
                    <a:pt x="0" y="79248"/>
                  </a:lnTo>
                  <a:lnTo>
                    <a:pt x="0" y="323088"/>
                  </a:lnTo>
                  <a:lnTo>
                    <a:pt x="259079" y="323088"/>
                  </a:lnTo>
                  <a:lnTo>
                    <a:pt x="338327" y="240792"/>
                  </a:lnTo>
                  <a:lnTo>
                    <a:pt x="338327"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4" name="Google Shape;1744;g2ff6f630c79_0_1293"/>
            <p:cNvSpPr/>
            <p:nvPr/>
          </p:nvSpPr>
          <p:spPr>
            <a:xfrm>
              <a:off x="2414015" y="3349751"/>
              <a:ext cx="338455" cy="79375"/>
            </a:xfrm>
            <a:custGeom>
              <a:avLst/>
              <a:gdLst/>
              <a:ahLst/>
              <a:cxnLst/>
              <a:rect l="l" t="t" r="r" b="b"/>
              <a:pathLst>
                <a:path w="338455" h="79375" extrusionOk="0">
                  <a:moveTo>
                    <a:pt x="338327" y="0"/>
                  </a:moveTo>
                  <a:lnTo>
                    <a:pt x="79247" y="0"/>
                  </a:lnTo>
                  <a:lnTo>
                    <a:pt x="0" y="79248"/>
                  </a:lnTo>
                  <a:lnTo>
                    <a:pt x="259079" y="79248"/>
                  </a:lnTo>
                  <a:lnTo>
                    <a:pt x="338327"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5" name="Google Shape;1745;g2ff6f630c79_0_1293"/>
            <p:cNvSpPr/>
            <p:nvPr/>
          </p:nvSpPr>
          <p:spPr>
            <a:xfrm>
              <a:off x="2673095" y="33497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6" name="Google Shape;1746;g2ff6f630c79_0_1293"/>
            <p:cNvSpPr/>
            <p:nvPr/>
          </p:nvSpPr>
          <p:spPr>
            <a:xfrm>
              <a:off x="2407920" y="33436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7" name="Google Shape;1747;g2ff6f630c79_0_1293"/>
            <p:cNvSpPr/>
            <p:nvPr/>
          </p:nvSpPr>
          <p:spPr>
            <a:xfrm>
              <a:off x="2694431" y="3349751"/>
              <a:ext cx="341630" cy="323214"/>
            </a:xfrm>
            <a:custGeom>
              <a:avLst/>
              <a:gdLst/>
              <a:ahLst/>
              <a:cxnLst/>
              <a:rect l="l" t="t" r="r" b="b"/>
              <a:pathLst>
                <a:path w="341630" h="323214" extrusionOk="0">
                  <a:moveTo>
                    <a:pt x="341375" y="0"/>
                  </a:moveTo>
                  <a:lnTo>
                    <a:pt x="82295" y="0"/>
                  </a:lnTo>
                  <a:lnTo>
                    <a:pt x="0" y="79248"/>
                  </a:lnTo>
                  <a:lnTo>
                    <a:pt x="0" y="323088"/>
                  </a:lnTo>
                  <a:lnTo>
                    <a:pt x="259080" y="323088"/>
                  </a:lnTo>
                  <a:lnTo>
                    <a:pt x="341375" y="240792"/>
                  </a:lnTo>
                  <a:lnTo>
                    <a:pt x="341375"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8" name="Google Shape;1748;g2ff6f630c79_0_1293"/>
            <p:cNvSpPr/>
            <p:nvPr/>
          </p:nvSpPr>
          <p:spPr>
            <a:xfrm>
              <a:off x="2694431" y="3349751"/>
              <a:ext cx="341630" cy="79375"/>
            </a:xfrm>
            <a:custGeom>
              <a:avLst/>
              <a:gdLst/>
              <a:ahLst/>
              <a:cxnLst/>
              <a:rect l="l" t="t" r="r" b="b"/>
              <a:pathLst>
                <a:path w="341630" h="79375" extrusionOk="0">
                  <a:moveTo>
                    <a:pt x="341375" y="0"/>
                  </a:moveTo>
                  <a:lnTo>
                    <a:pt x="82295" y="0"/>
                  </a:lnTo>
                  <a:lnTo>
                    <a:pt x="0" y="79248"/>
                  </a:lnTo>
                  <a:lnTo>
                    <a:pt x="259080" y="79248"/>
                  </a:lnTo>
                  <a:lnTo>
                    <a:pt x="341375"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49" name="Google Shape;1749;g2ff6f630c79_0_1293"/>
            <p:cNvSpPr/>
            <p:nvPr/>
          </p:nvSpPr>
          <p:spPr>
            <a:xfrm>
              <a:off x="2953511" y="3349751"/>
              <a:ext cx="82550" cy="323214"/>
            </a:xfrm>
            <a:custGeom>
              <a:avLst/>
              <a:gdLst/>
              <a:ahLst/>
              <a:cxnLst/>
              <a:rect l="l" t="t" r="r" b="b"/>
              <a:pathLst>
                <a:path w="82550" h="323214" extrusionOk="0">
                  <a:moveTo>
                    <a:pt x="82295" y="0"/>
                  </a:moveTo>
                  <a:lnTo>
                    <a:pt x="0" y="79248"/>
                  </a:lnTo>
                  <a:lnTo>
                    <a:pt x="0" y="323088"/>
                  </a:lnTo>
                  <a:lnTo>
                    <a:pt x="82295" y="240792"/>
                  </a:lnTo>
                  <a:lnTo>
                    <a:pt x="82295"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0" name="Google Shape;1750;g2ff6f630c79_0_1293"/>
            <p:cNvSpPr/>
            <p:nvPr/>
          </p:nvSpPr>
          <p:spPr>
            <a:xfrm>
              <a:off x="2688336" y="3343655"/>
              <a:ext cx="350519" cy="332739"/>
            </a:xfrm>
            <a:custGeom>
              <a:avLst/>
              <a:gdLst/>
              <a:ahLst/>
              <a:cxnLst/>
              <a:rect l="l" t="t" r="r" b="b"/>
              <a:pathLst>
                <a:path w="350519" h="332739" extrusionOk="0">
                  <a:moveTo>
                    <a:pt x="350520" y="3048"/>
                  </a:moveTo>
                  <a:lnTo>
                    <a:pt x="347472" y="0"/>
                  </a:lnTo>
                  <a:lnTo>
                    <a:pt x="344424" y="0"/>
                  </a:lnTo>
                  <a:lnTo>
                    <a:pt x="341376" y="0"/>
                  </a:lnTo>
                  <a:lnTo>
                    <a:pt x="341376" y="14922"/>
                  </a:lnTo>
                  <a:lnTo>
                    <a:pt x="341376" y="243840"/>
                  </a:lnTo>
                  <a:lnTo>
                    <a:pt x="268224" y="316992"/>
                  </a:lnTo>
                  <a:lnTo>
                    <a:pt x="268224" y="85458"/>
                  </a:lnTo>
                  <a:lnTo>
                    <a:pt x="341376" y="14922"/>
                  </a:lnTo>
                  <a:lnTo>
                    <a:pt x="341376" y="0"/>
                  </a:lnTo>
                  <a:lnTo>
                    <a:pt x="334924" y="0"/>
                  </a:lnTo>
                  <a:lnTo>
                    <a:pt x="334924" y="9144"/>
                  </a:lnTo>
                  <a:lnTo>
                    <a:pt x="262128" y="79248"/>
                  </a:lnTo>
                  <a:lnTo>
                    <a:pt x="259080" y="79248"/>
                  </a:lnTo>
                  <a:lnTo>
                    <a:pt x="259080" y="88392"/>
                  </a:lnTo>
                  <a:lnTo>
                    <a:pt x="259080" y="323088"/>
                  </a:lnTo>
                  <a:lnTo>
                    <a:pt x="9144" y="323088"/>
                  </a:lnTo>
                  <a:lnTo>
                    <a:pt x="9144" y="88392"/>
                  </a:lnTo>
                  <a:lnTo>
                    <a:pt x="259080" y="88392"/>
                  </a:lnTo>
                  <a:lnTo>
                    <a:pt x="259080" y="79248"/>
                  </a:lnTo>
                  <a:lnTo>
                    <a:pt x="15582" y="79248"/>
                  </a:lnTo>
                  <a:lnTo>
                    <a:pt x="88392" y="9144"/>
                  </a:lnTo>
                  <a:lnTo>
                    <a:pt x="334924" y="9144"/>
                  </a:lnTo>
                  <a:lnTo>
                    <a:pt x="334924" y="0"/>
                  </a:lnTo>
                  <a:lnTo>
                    <a:pt x="85344" y="0"/>
                  </a:lnTo>
                  <a:lnTo>
                    <a:pt x="3048" y="79248"/>
                  </a:lnTo>
                  <a:lnTo>
                    <a:pt x="0" y="82296"/>
                  </a:lnTo>
                  <a:lnTo>
                    <a:pt x="0" y="85344"/>
                  </a:lnTo>
                  <a:lnTo>
                    <a:pt x="0" y="329184"/>
                  </a:lnTo>
                  <a:lnTo>
                    <a:pt x="3048" y="332232"/>
                  </a:lnTo>
                  <a:lnTo>
                    <a:pt x="262128" y="332232"/>
                  </a:lnTo>
                  <a:lnTo>
                    <a:pt x="265176" y="332232"/>
                  </a:lnTo>
                  <a:lnTo>
                    <a:pt x="268224" y="329184"/>
                  </a:lnTo>
                  <a:lnTo>
                    <a:pt x="274307" y="323088"/>
                  </a:lnTo>
                  <a:lnTo>
                    <a:pt x="350520" y="246888"/>
                  </a:lnTo>
                  <a:lnTo>
                    <a:pt x="350520" y="240792"/>
                  </a:lnTo>
                  <a:lnTo>
                    <a:pt x="350520" y="9144"/>
                  </a:lnTo>
                  <a:lnTo>
                    <a:pt x="350520" y="6096"/>
                  </a:lnTo>
                  <a:lnTo>
                    <a:pt x="350520"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1" name="Google Shape;1751;g2ff6f630c79_0_1293"/>
            <p:cNvSpPr/>
            <p:nvPr/>
          </p:nvSpPr>
          <p:spPr>
            <a:xfrm>
              <a:off x="2977895" y="3349751"/>
              <a:ext cx="341629" cy="323214"/>
            </a:xfrm>
            <a:custGeom>
              <a:avLst/>
              <a:gdLst/>
              <a:ahLst/>
              <a:cxnLst/>
              <a:rect l="l" t="t" r="r" b="b"/>
              <a:pathLst>
                <a:path w="341629" h="323214" extrusionOk="0">
                  <a:moveTo>
                    <a:pt x="341376" y="0"/>
                  </a:moveTo>
                  <a:lnTo>
                    <a:pt x="82296" y="0"/>
                  </a:lnTo>
                  <a:lnTo>
                    <a:pt x="0" y="79248"/>
                  </a:lnTo>
                  <a:lnTo>
                    <a:pt x="0" y="323088"/>
                  </a:lnTo>
                  <a:lnTo>
                    <a:pt x="259080" y="323088"/>
                  </a:lnTo>
                  <a:lnTo>
                    <a:pt x="341376" y="240792"/>
                  </a:lnTo>
                  <a:lnTo>
                    <a:pt x="341376"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2" name="Google Shape;1752;g2ff6f630c79_0_1293"/>
            <p:cNvSpPr/>
            <p:nvPr/>
          </p:nvSpPr>
          <p:spPr>
            <a:xfrm>
              <a:off x="2977895" y="3349751"/>
              <a:ext cx="341629" cy="79375"/>
            </a:xfrm>
            <a:custGeom>
              <a:avLst/>
              <a:gdLst/>
              <a:ahLst/>
              <a:cxnLst/>
              <a:rect l="l" t="t" r="r" b="b"/>
              <a:pathLst>
                <a:path w="341629" h="79375" extrusionOk="0">
                  <a:moveTo>
                    <a:pt x="341376" y="0"/>
                  </a:moveTo>
                  <a:lnTo>
                    <a:pt x="82296" y="0"/>
                  </a:lnTo>
                  <a:lnTo>
                    <a:pt x="0" y="79248"/>
                  </a:lnTo>
                  <a:lnTo>
                    <a:pt x="259080" y="79248"/>
                  </a:lnTo>
                  <a:lnTo>
                    <a:pt x="341376"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3" name="Google Shape;1753;g2ff6f630c79_0_1293"/>
            <p:cNvSpPr/>
            <p:nvPr/>
          </p:nvSpPr>
          <p:spPr>
            <a:xfrm>
              <a:off x="3236975" y="3349751"/>
              <a:ext cx="82550" cy="323214"/>
            </a:xfrm>
            <a:custGeom>
              <a:avLst/>
              <a:gdLst/>
              <a:ahLst/>
              <a:cxnLst/>
              <a:rect l="l" t="t" r="r" b="b"/>
              <a:pathLst>
                <a:path w="82550" h="323214" extrusionOk="0">
                  <a:moveTo>
                    <a:pt x="82296" y="0"/>
                  </a:moveTo>
                  <a:lnTo>
                    <a:pt x="0" y="79248"/>
                  </a:lnTo>
                  <a:lnTo>
                    <a:pt x="0" y="323088"/>
                  </a:lnTo>
                  <a:lnTo>
                    <a:pt x="82296" y="240792"/>
                  </a:lnTo>
                  <a:lnTo>
                    <a:pt x="82296"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4" name="Google Shape;1754;g2ff6f630c79_0_1293"/>
            <p:cNvSpPr/>
            <p:nvPr/>
          </p:nvSpPr>
          <p:spPr>
            <a:xfrm>
              <a:off x="2971800" y="3343655"/>
              <a:ext cx="350520" cy="332739"/>
            </a:xfrm>
            <a:custGeom>
              <a:avLst/>
              <a:gdLst/>
              <a:ahLst/>
              <a:cxnLst/>
              <a:rect l="l" t="t" r="r" b="b"/>
              <a:pathLst>
                <a:path w="350520" h="332739" extrusionOk="0">
                  <a:moveTo>
                    <a:pt x="350520" y="3048"/>
                  </a:moveTo>
                  <a:lnTo>
                    <a:pt x="347472" y="0"/>
                  </a:lnTo>
                  <a:lnTo>
                    <a:pt x="344424" y="0"/>
                  </a:lnTo>
                  <a:lnTo>
                    <a:pt x="341376" y="0"/>
                  </a:lnTo>
                  <a:lnTo>
                    <a:pt x="341376" y="14922"/>
                  </a:lnTo>
                  <a:lnTo>
                    <a:pt x="341376" y="243840"/>
                  </a:lnTo>
                  <a:lnTo>
                    <a:pt x="268224" y="316992"/>
                  </a:lnTo>
                  <a:lnTo>
                    <a:pt x="268224" y="85458"/>
                  </a:lnTo>
                  <a:lnTo>
                    <a:pt x="341376" y="14922"/>
                  </a:lnTo>
                  <a:lnTo>
                    <a:pt x="341376" y="0"/>
                  </a:lnTo>
                  <a:lnTo>
                    <a:pt x="334924" y="0"/>
                  </a:lnTo>
                  <a:lnTo>
                    <a:pt x="334924" y="9144"/>
                  </a:lnTo>
                  <a:lnTo>
                    <a:pt x="262128" y="79248"/>
                  </a:lnTo>
                  <a:lnTo>
                    <a:pt x="259080" y="79248"/>
                  </a:lnTo>
                  <a:lnTo>
                    <a:pt x="259080" y="88392"/>
                  </a:lnTo>
                  <a:lnTo>
                    <a:pt x="259080" y="323088"/>
                  </a:lnTo>
                  <a:lnTo>
                    <a:pt x="9144" y="323088"/>
                  </a:lnTo>
                  <a:lnTo>
                    <a:pt x="9144" y="88392"/>
                  </a:lnTo>
                  <a:lnTo>
                    <a:pt x="259080" y="88392"/>
                  </a:lnTo>
                  <a:lnTo>
                    <a:pt x="259080" y="79248"/>
                  </a:lnTo>
                  <a:lnTo>
                    <a:pt x="15582" y="79248"/>
                  </a:lnTo>
                  <a:lnTo>
                    <a:pt x="88392" y="9144"/>
                  </a:lnTo>
                  <a:lnTo>
                    <a:pt x="334924" y="9144"/>
                  </a:lnTo>
                  <a:lnTo>
                    <a:pt x="334924" y="0"/>
                  </a:lnTo>
                  <a:lnTo>
                    <a:pt x="85344" y="0"/>
                  </a:lnTo>
                  <a:lnTo>
                    <a:pt x="3048" y="79248"/>
                  </a:lnTo>
                  <a:lnTo>
                    <a:pt x="0" y="82296"/>
                  </a:lnTo>
                  <a:lnTo>
                    <a:pt x="0" y="85344"/>
                  </a:lnTo>
                  <a:lnTo>
                    <a:pt x="0" y="329184"/>
                  </a:lnTo>
                  <a:lnTo>
                    <a:pt x="3048" y="332232"/>
                  </a:lnTo>
                  <a:lnTo>
                    <a:pt x="262128" y="332232"/>
                  </a:lnTo>
                  <a:lnTo>
                    <a:pt x="265176" y="332232"/>
                  </a:lnTo>
                  <a:lnTo>
                    <a:pt x="268224" y="329184"/>
                  </a:lnTo>
                  <a:lnTo>
                    <a:pt x="274307" y="323088"/>
                  </a:lnTo>
                  <a:lnTo>
                    <a:pt x="350520" y="246888"/>
                  </a:lnTo>
                  <a:lnTo>
                    <a:pt x="350520" y="240792"/>
                  </a:lnTo>
                  <a:lnTo>
                    <a:pt x="350520" y="9144"/>
                  </a:lnTo>
                  <a:lnTo>
                    <a:pt x="350520" y="6096"/>
                  </a:lnTo>
                  <a:lnTo>
                    <a:pt x="350520"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5" name="Google Shape;1755;g2ff6f630c79_0_1293"/>
            <p:cNvSpPr/>
            <p:nvPr/>
          </p:nvSpPr>
          <p:spPr>
            <a:xfrm>
              <a:off x="3261359" y="3349751"/>
              <a:ext cx="338454" cy="323214"/>
            </a:xfrm>
            <a:custGeom>
              <a:avLst/>
              <a:gdLst/>
              <a:ahLst/>
              <a:cxnLst/>
              <a:rect l="l" t="t" r="r" b="b"/>
              <a:pathLst>
                <a:path w="338454" h="323214" extrusionOk="0">
                  <a:moveTo>
                    <a:pt x="338327" y="0"/>
                  </a:moveTo>
                  <a:lnTo>
                    <a:pt x="79248" y="0"/>
                  </a:lnTo>
                  <a:lnTo>
                    <a:pt x="0" y="79248"/>
                  </a:lnTo>
                  <a:lnTo>
                    <a:pt x="0" y="323088"/>
                  </a:lnTo>
                  <a:lnTo>
                    <a:pt x="259079" y="323088"/>
                  </a:lnTo>
                  <a:lnTo>
                    <a:pt x="338327" y="240792"/>
                  </a:lnTo>
                  <a:lnTo>
                    <a:pt x="338327"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6" name="Google Shape;1756;g2ff6f630c79_0_1293"/>
            <p:cNvSpPr/>
            <p:nvPr/>
          </p:nvSpPr>
          <p:spPr>
            <a:xfrm>
              <a:off x="3261359" y="3349751"/>
              <a:ext cx="338454" cy="79375"/>
            </a:xfrm>
            <a:custGeom>
              <a:avLst/>
              <a:gdLst/>
              <a:ahLst/>
              <a:cxnLst/>
              <a:rect l="l" t="t" r="r" b="b"/>
              <a:pathLst>
                <a:path w="338454" h="79375" extrusionOk="0">
                  <a:moveTo>
                    <a:pt x="338327" y="0"/>
                  </a:moveTo>
                  <a:lnTo>
                    <a:pt x="79248" y="0"/>
                  </a:lnTo>
                  <a:lnTo>
                    <a:pt x="0" y="79248"/>
                  </a:lnTo>
                  <a:lnTo>
                    <a:pt x="259079" y="79248"/>
                  </a:lnTo>
                  <a:lnTo>
                    <a:pt x="338327"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7" name="Google Shape;1757;g2ff6f630c79_0_1293"/>
            <p:cNvSpPr/>
            <p:nvPr/>
          </p:nvSpPr>
          <p:spPr>
            <a:xfrm>
              <a:off x="3520439" y="33497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58" name="Google Shape;1758;g2ff6f630c79_0_1293"/>
            <p:cNvSpPr/>
            <p:nvPr/>
          </p:nvSpPr>
          <p:spPr>
            <a:xfrm>
              <a:off x="3255264" y="3343655"/>
              <a:ext cx="347979" cy="332739"/>
            </a:xfrm>
            <a:custGeom>
              <a:avLst/>
              <a:gdLst/>
              <a:ahLst/>
              <a:cxnLst/>
              <a:rect l="l" t="t" r="r" b="b"/>
              <a:pathLst>
                <a:path w="347979"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27" y="79248"/>
                  </a:lnTo>
                  <a:lnTo>
                    <a:pt x="85331"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nvGrpSpPr>
          <p:cNvPr id="1759" name="Google Shape;1759;g2ff6f630c79_0_1293"/>
          <p:cNvGrpSpPr/>
          <p:nvPr/>
        </p:nvGrpSpPr>
        <p:grpSpPr>
          <a:xfrm>
            <a:off x="1604902" y="1607354"/>
            <a:ext cx="307962" cy="825107"/>
            <a:chOff x="1667256" y="2429255"/>
            <a:chExt cx="347980" cy="1247139"/>
          </a:xfrm>
        </p:grpSpPr>
        <p:sp>
          <p:nvSpPr>
            <p:cNvPr id="1760" name="Google Shape;1760;g2ff6f630c79_0_1293"/>
            <p:cNvSpPr/>
            <p:nvPr/>
          </p:nvSpPr>
          <p:spPr>
            <a:xfrm>
              <a:off x="1673351" y="3349752"/>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1" name="Google Shape;1761;g2ff6f630c79_0_1293"/>
            <p:cNvSpPr/>
            <p:nvPr/>
          </p:nvSpPr>
          <p:spPr>
            <a:xfrm>
              <a:off x="1673351" y="3349752"/>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2" name="Google Shape;1762;g2ff6f630c79_0_1293"/>
            <p:cNvSpPr/>
            <p:nvPr/>
          </p:nvSpPr>
          <p:spPr>
            <a:xfrm>
              <a:off x="1932431" y="3349752"/>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3" name="Google Shape;1763;g2ff6f630c79_0_1293"/>
            <p:cNvSpPr/>
            <p:nvPr/>
          </p:nvSpPr>
          <p:spPr>
            <a:xfrm>
              <a:off x="1667256" y="33436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4" name="Google Shape;1764;g2ff6f630c79_0_1293"/>
            <p:cNvSpPr/>
            <p:nvPr/>
          </p:nvSpPr>
          <p:spPr>
            <a:xfrm>
              <a:off x="1673351" y="3121151"/>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5" name="Google Shape;1765;g2ff6f630c79_0_1293"/>
            <p:cNvSpPr/>
            <p:nvPr/>
          </p:nvSpPr>
          <p:spPr>
            <a:xfrm>
              <a:off x="1673351" y="3121151"/>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6" name="Google Shape;1766;g2ff6f630c79_0_1293"/>
            <p:cNvSpPr/>
            <p:nvPr/>
          </p:nvSpPr>
          <p:spPr>
            <a:xfrm>
              <a:off x="1932431" y="31211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7" name="Google Shape;1767;g2ff6f630c79_0_1293"/>
            <p:cNvSpPr/>
            <p:nvPr/>
          </p:nvSpPr>
          <p:spPr>
            <a:xfrm>
              <a:off x="1667256" y="31150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8" name="Google Shape;1768;g2ff6f630c79_0_1293"/>
            <p:cNvSpPr/>
            <p:nvPr/>
          </p:nvSpPr>
          <p:spPr>
            <a:xfrm>
              <a:off x="1673351" y="2892551"/>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69" name="Google Shape;1769;g2ff6f630c79_0_1293"/>
            <p:cNvSpPr/>
            <p:nvPr/>
          </p:nvSpPr>
          <p:spPr>
            <a:xfrm>
              <a:off x="1673351" y="2892551"/>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0" name="Google Shape;1770;g2ff6f630c79_0_1293"/>
            <p:cNvSpPr/>
            <p:nvPr/>
          </p:nvSpPr>
          <p:spPr>
            <a:xfrm>
              <a:off x="1932431" y="28925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1" name="Google Shape;1771;g2ff6f630c79_0_1293"/>
            <p:cNvSpPr/>
            <p:nvPr/>
          </p:nvSpPr>
          <p:spPr>
            <a:xfrm>
              <a:off x="1667256" y="28864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2" name="Google Shape;1772;g2ff6f630c79_0_1293"/>
            <p:cNvSpPr/>
            <p:nvPr/>
          </p:nvSpPr>
          <p:spPr>
            <a:xfrm>
              <a:off x="1673351" y="2663951"/>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3" name="Google Shape;1773;g2ff6f630c79_0_1293"/>
            <p:cNvSpPr/>
            <p:nvPr/>
          </p:nvSpPr>
          <p:spPr>
            <a:xfrm>
              <a:off x="1673351" y="2663951"/>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4" name="Google Shape;1774;g2ff6f630c79_0_1293"/>
            <p:cNvSpPr/>
            <p:nvPr/>
          </p:nvSpPr>
          <p:spPr>
            <a:xfrm>
              <a:off x="1932431" y="26639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5" name="Google Shape;1775;g2ff6f630c79_0_1293"/>
            <p:cNvSpPr/>
            <p:nvPr/>
          </p:nvSpPr>
          <p:spPr>
            <a:xfrm>
              <a:off x="1667256" y="26578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6" name="Google Shape;1776;g2ff6f630c79_0_1293"/>
            <p:cNvSpPr/>
            <p:nvPr/>
          </p:nvSpPr>
          <p:spPr>
            <a:xfrm>
              <a:off x="1673351" y="2435351"/>
              <a:ext cx="338455" cy="323214"/>
            </a:xfrm>
            <a:custGeom>
              <a:avLst/>
              <a:gdLst/>
              <a:ahLst/>
              <a:cxnLst/>
              <a:rect l="l" t="t" r="r" b="b"/>
              <a:pathLst>
                <a:path w="338455" h="323214" extrusionOk="0">
                  <a:moveTo>
                    <a:pt x="338328" y="0"/>
                  </a:moveTo>
                  <a:lnTo>
                    <a:pt x="79248" y="0"/>
                  </a:lnTo>
                  <a:lnTo>
                    <a:pt x="0" y="79248"/>
                  </a:lnTo>
                  <a:lnTo>
                    <a:pt x="0" y="323088"/>
                  </a:lnTo>
                  <a:lnTo>
                    <a:pt x="259080"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7" name="Google Shape;1777;g2ff6f630c79_0_1293"/>
            <p:cNvSpPr/>
            <p:nvPr/>
          </p:nvSpPr>
          <p:spPr>
            <a:xfrm>
              <a:off x="1673351" y="2435351"/>
              <a:ext cx="338455" cy="79375"/>
            </a:xfrm>
            <a:custGeom>
              <a:avLst/>
              <a:gdLst/>
              <a:ahLst/>
              <a:cxnLst/>
              <a:rect l="l" t="t" r="r" b="b"/>
              <a:pathLst>
                <a:path w="338455" h="79375" extrusionOk="0">
                  <a:moveTo>
                    <a:pt x="338328" y="0"/>
                  </a:moveTo>
                  <a:lnTo>
                    <a:pt x="79248" y="0"/>
                  </a:lnTo>
                  <a:lnTo>
                    <a:pt x="0" y="79248"/>
                  </a:lnTo>
                  <a:lnTo>
                    <a:pt x="259080"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8" name="Google Shape;1778;g2ff6f630c79_0_1293"/>
            <p:cNvSpPr/>
            <p:nvPr/>
          </p:nvSpPr>
          <p:spPr>
            <a:xfrm>
              <a:off x="1932431" y="24353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79" name="Google Shape;1779;g2ff6f630c79_0_1293"/>
            <p:cNvSpPr/>
            <p:nvPr/>
          </p:nvSpPr>
          <p:spPr>
            <a:xfrm>
              <a:off x="1667256" y="24292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nvGrpSpPr>
          <p:cNvPr id="1780" name="Google Shape;1780;g2ff6f630c79_0_1293"/>
          <p:cNvGrpSpPr/>
          <p:nvPr/>
        </p:nvGrpSpPr>
        <p:grpSpPr>
          <a:xfrm>
            <a:off x="1135084" y="2565775"/>
            <a:ext cx="576274" cy="421477"/>
            <a:chOff x="1133856" y="3877055"/>
            <a:chExt cx="652780" cy="637539"/>
          </a:xfrm>
        </p:grpSpPr>
        <p:sp>
          <p:nvSpPr>
            <p:cNvPr id="1781" name="Google Shape;1781;g2ff6f630c79_0_1293"/>
            <p:cNvSpPr/>
            <p:nvPr/>
          </p:nvSpPr>
          <p:spPr>
            <a:xfrm>
              <a:off x="1444751" y="3883151"/>
              <a:ext cx="338455" cy="323214"/>
            </a:xfrm>
            <a:custGeom>
              <a:avLst/>
              <a:gdLst/>
              <a:ahLst/>
              <a:cxnLst/>
              <a:rect l="l" t="t" r="r" b="b"/>
              <a:pathLst>
                <a:path w="338455" h="323214" extrusionOk="0">
                  <a:moveTo>
                    <a:pt x="338328" y="0"/>
                  </a:moveTo>
                  <a:lnTo>
                    <a:pt x="79247" y="0"/>
                  </a:lnTo>
                  <a:lnTo>
                    <a:pt x="0" y="79248"/>
                  </a:lnTo>
                  <a:lnTo>
                    <a:pt x="0" y="323088"/>
                  </a:lnTo>
                  <a:lnTo>
                    <a:pt x="259079"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2" name="Google Shape;1782;g2ff6f630c79_0_1293"/>
            <p:cNvSpPr/>
            <p:nvPr/>
          </p:nvSpPr>
          <p:spPr>
            <a:xfrm>
              <a:off x="1444751" y="3883151"/>
              <a:ext cx="338455" cy="79375"/>
            </a:xfrm>
            <a:custGeom>
              <a:avLst/>
              <a:gdLst/>
              <a:ahLst/>
              <a:cxnLst/>
              <a:rect l="l" t="t" r="r" b="b"/>
              <a:pathLst>
                <a:path w="338455" h="79375" extrusionOk="0">
                  <a:moveTo>
                    <a:pt x="338328" y="0"/>
                  </a:moveTo>
                  <a:lnTo>
                    <a:pt x="79247" y="0"/>
                  </a:lnTo>
                  <a:lnTo>
                    <a:pt x="0" y="79248"/>
                  </a:lnTo>
                  <a:lnTo>
                    <a:pt x="259079"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3" name="Google Shape;1783;g2ff6f630c79_0_1293"/>
            <p:cNvSpPr/>
            <p:nvPr/>
          </p:nvSpPr>
          <p:spPr>
            <a:xfrm>
              <a:off x="1703831" y="38831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4" name="Google Shape;1784;g2ff6f630c79_0_1293"/>
            <p:cNvSpPr/>
            <p:nvPr/>
          </p:nvSpPr>
          <p:spPr>
            <a:xfrm>
              <a:off x="1438656" y="38770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5" name="Google Shape;1785;g2ff6f630c79_0_1293"/>
            <p:cNvSpPr/>
            <p:nvPr/>
          </p:nvSpPr>
          <p:spPr>
            <a:xfrm>
              <a:off x="1368551" y="3959351"/>
              <a:ext cx="338455" cy="323214"/>
            </a:xfrm>
            <a:custGeom>
              <a:avLst/>
              <a:gdLst/>
              <a:ahLst/>
              <a:cxnLst/>
              <a:rect l="l" t="t" r="r" b="b"/>
              <a:pathLst>
                <a:path w="338455" h="323214" extrusionOk="0">
                  <a:moveTo>
                    <a:pt x="338328" y="0"/>
                  </a:moveTo>
                  <a:lnTo>
                    <a:pt x="79247" y="0"/>
                  </a:lnTo>
                  <a:lnTo>
                    <a:pt x="0" y="79248"/>
                  </a:lnTo>
                  <a:lnTo>
                    <a:pt x="0" y="323088"/>
                  </a:lnTo>
                  <a:lnTo>
                    <a:pt x="259079"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6" name="Google Shape;1786;g2ff6f630c79_0_1293"/>
            <p:cNvSpPr/>
            <p:nvPr/>
          </p:nvSpPr>
          <p:spPr>
            <a:xfrm>
              <a:off x="1368551" y="3959351"/>
              <a:ext cx="338455" cy="79375"/>
            </a:xfrm>
            <a:custGeom>
              <a:avLst/>
              <a:gdLst/>
              <a:ahLst/>
              <a:cxnLst/>
              <a:rect l="l" t="t" r="r" b="b"/>
              <a:pathLst>
                <a:path w="338455" h="79375" extrusionOk="0">
                  <a:moveTo>
                    <a:pt x="338328" y="0"/>
                  </a:moveTo>
                  <a:lnTo>
                    <a:pt x="79247" y="0"/>
                  </a:lnTo>
                  <a:lnTo>
                    <a:pt x="0" y="79248"/>
                  </a:lnTo>
                  <a:lnTo>
                    <a:pt x="259079"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7" name="Google Shape;1787;g2ff6f630c79_0_1293"/>
            <p:cNvSpPr/>
            <p:nvPr/>
          </p:nvSpPr>
          <p:spPr>
            <a:xfrm>
              <a:off x="1627631" y="39593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8" name="Google Shape;1788;g2ff6f630c79_0_1293"/>
            <p:cNvSpPr/>
            <p:nvPr/>
          </p:nvSpPr>
          <p:spPr>
            <a:xfrm>
              <a:off x="1362456" y="39532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9" name="Google Shape;1789;g2ff6f630c79_0_1293"/>
            <p:cNvSpPr/>
            <p:nvPr/>
          </p:nvSpPr>
          <p:spPr>
            <a:xfrm>
              <a:off x="1292351" y="4035551"/>
              <a:ext cx="338455" cy="323214"/>
            </a:xfrm>
            <a:custGeom>
              <a:avLst/>
              <a:gdLst/>
              <a:ahLst/>
              <a:cxnLst/>
              <a:rect l="l" t="t" r="r" b="b"/>
              <a:pathLst>
                <a:path w="338455" h="323214" extrusionOk="0">
                  <a:moveTo>
                    <a:pt x="338328" y="0"/>
                  </a:moveTo>
                  <a:lnTo>
                    <a:pt x="79247" y="0"/>
                  </a:lnTo>
                  <a:lnTo>
                    <a:pt x="0" y="79248"/>
                  </a:lnTo>
                  <a:lnTo>
                    <a:pt x="0" y="323088"/>
                  </a:lnTo>
                  <a:lnTo>
                    <a:pt x="259079"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0" name="Google Shape;1790;g2ff6f630c79_0_1293"/>
            <p:cNvSpPr/>
            <p:nvPr/>
          </p:nvSpPr>
          <p:spPr>
            <a:xfrm>
              <a:off x="1292351" y="4035551"/>
              <a:ext cx="338455" cy="79375"/>
            </a:xfrm>
            <a:custGeom>
              <a:avLst/>
              <a:gdLst/>
              <a:ahLst/>
              <a:cxnLst/>
              <a:rect l="l" t="t" r="r" b="b"/>
              <a:pathLst>
                <a:path w="338455" h="79375" extrusionOk="0">
                  <a:moveTo>
                    <a:pt x="338328" y="0"/>
                  </a:moveTo>
                  <a:lnTo>
                    <a:pt x="79247" y="0"/>
                  </a:lnTo>
                  <a:lnTo>
                    <a:pt x="0" y="79248"/>
                  </a:lnTo>
                  <a:lnTo>
                    <a:pt x="259079"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1" name="Google Shape;1791;g2ff6f630c79_0_1293"/>
            <p:cNvSpPr/>
            <p:nvPr/>
          </p:nvSpPr>
          <p:spPr>
            <a:xfrm>
              <a:off x="1551431" y="40355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2" name="Google Shape;1792;g2ff6f630c79_0_1293"/>
            <p:cNvSpPr/>
            <p:nvPr/>
          </p:nvSpPr>
          <p:spPr>
            <a:xfrm>
              <a:off x="1286256" y="4029455"/>
              <a:ext cx="347980" cy="332739"/>
            </a:xfrm>
            <a:custGeom>
              <a:avLst/>
              <a:gdLst/>
              <a:ahLst/>
              <a:cxnLst/>
              <a:rect l="l" t="t" r="r" b="b"/>
              <a:pathLst>
                <a:path w="347980" h="332739" extrusionOk="0">
                  <a:moveTo>
                    <a:pt x="347459"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59" y="246888"/>
                  </a:lnTo>
                  <a:lnTo>
                    <a:pt x="347459" y="9144"/>
                  </a:lnTo>
                  <a:lnTo>
                    <a:pt x="347459" y="6096"/>
                  </a:lnTo>
                  <a:lnTo>
                    <a:pt x="347459"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3" name="Google Shape;1793;g2ff6f630c79_0_1293"/>
            <p:cNvSpPr/>
            <p:nvPr/>
          </p:nvSpPr>
          <p:spPr>
            <a:xfrm>
              <a:off x="1216151" y="4111751"/>
              <a:ext cx="338455" cy="323214"/>
            </a:xfrm>
            <a:custGeom>
              <a:avLst/>
              <a:gdLst/>
              <a:ahLst/>
              <a:cxnLst/>
              <a:rect l="l" t="t" r="r" b="b"/>
              <a:pathLst>
                <a:path w="338455" h="323214" extrusionOk="0">
                  <a:moveTo>
                    <a:pt x="338328" y="0"/>
                  </a:moveTo>
                  <a:lnTo>
                    <a:pt x="79247" y="0"/>
                  </a:lnTo>
                  <a:lnTo>
                    <a:pt x="0" y="79248"/>
                  </a:lnTo>
                  <a:lnTo>
                    <a:pt x="0" y="323088"/>
                  </a:lnTo>
                  <a:lnTo>
                    <a:pt x="259079"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4" name="Google Shape;1794;g2ff6f630c79_0_1293"/>
            <p:cNvSpPr/>
            <p:nvPr/>
          </p:nvSpPr>
          <p:spPr>
            <a:xfrm>
              <a:off x="1216151" y="4111751"/>
              <a:ext cx="338455" cy="79375"/>
            </a:xfrm>
            <a:custGeom>
              <a:avLst/>
              <a:gdLst/>
              <a:ahLst/>
              <a:cxnLst/>
              <a:rect l="l" t="t" r="r" b="b"/>
              <a:pathLst>
                <a:path w="338455" h="79375" extrusionOk="0">
                  <a:moveTo>
                    <a:pt x="338328" y="0"/>
                  </a:moveTo>
                  <a:lnTo>
                    <a:pt x="79247" y="0"/>
                  </a:lnTo>
                  <a:lnTo>
                    <a:pt x="0" y="79248"/>
                  </a:lnTo>
                  <a:lnTo>
                    <a:pt x="259079"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5" name="Google Shape;1795;g2ff6f630c79_0_1293"/>
            <p:cNvSpPr/>
            <p:nvPr/>
          </p:nvSpPr>
          <p:spPr>
            <a:xfrm>
              <a:off x="1475231" y="41117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6" name="Google Shape;1796;g2ff6f630c79_0_1293"/>
            <p:cNvSpPr/>
            <p:nvPr/>
          </p:nvSpPr>
          <p:spPr>
            <a:xfrm>
              <a:off x="1210056" y="41056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49"/>
                  </a:lnTo>
                  <a:lnTo>
                    <a:pt x="268224" y="85344"/>
                  </a:lnTo>
                  <a:lnTo>
                    <a:pt x="338328" y="15240"/>
                  </a:lnTo>
                  <a:lnTo>
                    <a:pt x="338328" y="0"/>
                  </a:lnTo>
                  <a:lnTo>
                    <a:pt x="332232" y="0"/>
                  </a:lnTo>
                  <a:lnTo>
                    <a:pt x="332232" y="9144"/>
                  </a:lnTo>
                  <a:lnTo>
                    <a:pt x="262128" y="79248"/>
                  </a:lnTo>
                  <a:lnTo>
                    <a:pt x="259080" y="79248"/>
                  </a:lnTo>
                  <a:lnTo>
                    <a:pt x="259080" y="88392"/>
                  </a:lnTo>
                  <a:lnTo>
                    <a:pt x="259080" y="323088"/>
                  </a:lnTo>
                  <a:lnTo>
                    <a:pt x="9144" y="323088"/>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088"/>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7" name="Google Shape;1797;g2ff6f630c79_0_1293"/>
            <p:cNvSpPr/>
            <p:nvPr/>
          </p:nvSpPr>
          <p:spPr>
            <a:xfrm>
              <a:off x="1139951" y="4187951"/>
              <a:ext cx="338455" cy="323214"/>
            </a:xfrm>
            <a:custGeom>
              <a:avLst/>
              <a:gdLst/>
              <a:ahLst/>
              <a:cxnLst/>
              <a:rect l="l" t="t" r="r" b="b"/>
              <a:pathLst>
                <a:path w="338455" h="323214" extrusionOk="0">
                  <a:moveTo>
                    <a:pt x="338328" y="0"/>
                  </a:moveTo>
                  <a:lnTo>
                    <a:pt x="79247" y="0"/>
                  </a:lnTo>
                  <a:lnTo>
                    <a:pt x="0" y="79248"/>
                  </a:lnTo>
                  <a:lnTo>
                    <a:pt x="0" y="323088"/>
                  </a:lnTo>
                  <a:lnTo>
                    <a:pt x="259079" y="323088"/>
                  </a:lnTo>
                  <a:lnTo>
                    <a:pt x="338328" y="240792"/>
                  </a:lnTo>
                  <a:lnTo>
                    <a:pt x="338328" y="0"/>
                  </a:lnTo>
                  <a:close/>
                </a:path>
              </a:pathLst>
            </a:custGeom>
            <a:solidFill>
              <a:srgbClr val="BADFE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8" name="Google Shape;1798;g2ff6f630c79_0_1293"/>
            <p:cNvSpPr/>
            <p:nvPr/>
          </p:nvSpPr>
          <p:spPr>
            <a:xfrm>
              <a:off x="1139951" y="4187951"/>
              <a:ext cx="338455" cy="79375"/>
            </a:xfrm>
            <a:custGeom>
              <a:avLst/>
              <a:gdLst/>
              <a:ahLst/>
              <a:cxnLst/>
              <a:rect l="l" t="t" r="r" b="b"/>
              <a:pathLst>
                <a:path w="338455" h="79375" extrusionOk="0">
                  <a:moveTo>
                    <a:pt x="338328" y="0"/>
                  </a:moveTo>
                  <a:lnTo>
                    <a:pt x="79247" y="0"/>
                  </a:lnTo>
                  <a:lnTo>
                    <a:pt x="0" y="79248"/>
                  </a:lnTo>
                  <a:lnTo>
                    <a:pt x="259079" y="79248"/>
                  </a:lnTo>
                  <a:lnTo>
                    <a:pt x="338328" y="0"/>
                  </a:lnTo>
                  <a:close/>
                </a:path>
              </a:pathLst>
            </a:custGeom>
            <a:solidFill>
              <a:srgbClr val="C8E6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9" name="Google Shape;1799;g2ff6f630c79_0_1293"/>
            <p:cNvSpPr/>
            <p:nvPr/>
          </p:nvSpPr>
          <p:spPr>
            <a:xfrm>
              <a:off x="1399031" y="4187951"/>
              <a:ext cx="79375" cy="323214"/>
            </a:xfrm>
            <a:custGeom>
              <a:avLst/>
              <a:gdLst/>
              <a:ahLst/>
              <a:cxnLst/>
              <a:rect l="l" t="t" r="r" b="b"/>
              <a:pathLst>
                <a:path w="79375" h="323214" extrusionOk="0">
                  <a:moveTo>
                    <a:pt x="79248" y="0"/>
                  </a:moveTo>
                  <a:lnTo>
                    <a:pt x="0" y="79248"/>
                  </a:lnTo>
                  <a:lnTo>
                    <a:pt x="0" y="323088"/>
                  </a:lnTo>
                  <a:lnTo>
                    <a:pt x="79248" y="240792"/>
                  </a:lnTo>
                  <a:lnTo>
                    <a:pt x="79248" y="0"/>
                  </a:lnTo>
                  <a:close/>
                </a:path>
              </a:pathLst>
            </a:custGeom>
            <a:solidFill>
              <a:srgbClr val="95B4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00" name="Google Shape;1800;g2ff6f630c79_0_1293"/>
            <p:cNvSpPr/>
            <p:nvPr/>
          </p:nvSpPr>
          <p:spPr>
            <a:xfrm>
              <a:off x="1133856" y="4181855"/>
              <a:ext cx="347980" cy="332739"/>
            </a:xfrm>
            <a:custGeom>
              <a:avLst/>
              <a:gdLst/>
              <a:ahLst/>
              <a:cxnLst/>
              <a:rect l="l" t="t" r="r" b="b"/>
              <a:pathLst>
                <a:path w="347980" h="332739" extrusionOk="0">
                  <a:moveTo>
                    <a:pt x="347472" y="3048"/>
                  </a:moveTo>
                  <a:lnTo>
                    <a:pt x="344424" y="0"/>
                  </a:lnTo>
                  <a:lnTo>
                    <a:pt x="341376" y="0"/>
                  </a:lnTo>
                  <a:lnTo>
                    <a:pt x="338328" y="0"/>
                  </a:lnTo>
                  <a:lnTo>
                    <a:pt x="338328" y="15240"/>
                  </a:lnTo>
                  <a:lnTo>
                    <a:pt x="338328" y="243840"/>
                  </a:lnTo>
                  <a:lnTo>
                    <a:pt x="268224" y="316661"/>
                  </a:lnTo>
                  <a:lnTo>
                    <a:pt x="268224" y="85344"/>
                  </a:lnTo>
                  <a:lnTo>
                    <a:pt x="338328" y="15240"/>
                  </a:lnTo>
                  <a:lnTo>
                    <a:pt x="338328" y="0"/>
                  </a:lnTo>
                  <a:lnTo>
                    <a:pt x="332232" y="0"/>
                  </a:lnTo>
                  <a:lnTo>
                    <a:pt x="332232" y="9144"/>
                  </a:lnTo>
                  <a:lnTo>
                    <a:pt x="262128" y="79248"/>
                  </a:lnTo>
                  <a:lnTo>
                    <a:pt x="259080" y="79248"/>
                  </a:lnTo>
                  <a:lnTo>
                    <a:pt x="259080" y="88392"/>
                  </a:lnTo>
                  <a:lnTo>
                    <a:pt x="259080" y="323100"/>
                  </a:lnTo>
                  <a:lnTo>
                    <a:pt x="9144" y="323100"/>
                  </a:lnTo>
                  <a:lnTo>
                    <a:pt x="9144" y="88392"/>
                  </a:lnTo>
                  <a:lnTo>
                    <a:pt x="259080" y="88392"/>
                  </a:lnTo>
                  <a:lnTo>
                    <a:pt x="259080" y="79248"/>
                  </a:lnTo>
                  <a:lnTo>
                    <a:pt x="15240" y="79248"/>
                  </a:lnTo>
                  <a:lnTo>
                    <a:pt x="85344" y="9144"/>
                  </a:lnTo>
                  <a:lnTo>
                    <a:pt x="332232" y="9144"/>
                  </a:lnTo>
                  <a:lnTo>
                    <a:pt x="332232" y="0"/>
                  </a:lnTo>
                  <a:lnTo>
                    <a:pt x="82296" y="0"/>
                  </a:lnTo>
                  <a:lnTo>
                    <a:pt x="3048" y="79248"/>
                  </a:lnTo>
                  <a:lnTo>
                    <a:pt x="0" y="82296"/>
                  </a:lnTo>
                  <a:lnTo>
                    <a:pt x="0" y="85344"/>
                  </a:lnTo>
                  <a:lnTo>
                    <a:pt x="0" y="329184"/>
                  </a:lnTo>
                  <a:lnTo>
                    <a:pt x="3048" y="332232"/>
                  </a:lnTo>
                  <a:lnTo>
                    <a:pt x="262128" y="332232"/>
                  </a:lnTo>
                  <a:lnTo>
                    <a:pt x="265176" y="332232"/>
                  </a:lnTo>
                  <a:lnTo>
                    <a:pt x="268224" y="329184"/>
                  </a:lnTo>
                  <a:lnTo>
                    <a:pt x="274091" y="323100"/>
                  </a:lnTo>
                  <a:lnTo>
                    <a:pt x="347472" y="246888"/>
                  </a:lnTo>
                  <a:lnTo>
                    <a:pt x="347472" y="9144"/>
                  </a:lnTo>
                  <a:lnTo>
                    <a:pt x="347472" y="6096"/>
                  </a:lnTo>
                  <a:lnTo>
                    <a:pt x="347472"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801" name="Google Shape;1801;g2ff6f630c79_0_1293"/>
          <p:cNvSpPr txBox="1"/>
          <p:nvPr/>
        </p:nvSpPr>
        <p:spPr>
          <a:xfrm>
            <a:off x="2352675" y="1023938"/>
            <a:ext cx="5826000" cy="11580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Histogram information can be much much smaller if we  are willing to accept a loss in color resolvability.</a:t>
            </a:r>
            <a:endParaRPr/>
          </a:p>
          <a:p>
            <a:pPr marL="11112" marR="0" lvl="0" indent="0" algn="l" rtl="0">
              <a:lnSpc>
                <a:spcPct val="100000"/>
              </a:lnSpc>
              <a:spcBef>
                <a:spcPts val="0"/>
              </a:spcBef>
              <a:spcAft>
                <a:spcPts val="0"/>
              </a:spcAft>
              <a:buClr>
                <a:schemeClr val="dk1"/>
              </a:buClr>
              <a:buSzPts val="1700"/>
              <a:buFont typeface="Arial"/>
              <a:buNone/>
            </a:pPr>
            <a:endParaRPr sz="1700" b="0" i="0" u="none">
              <a:solidFill>
                <a:schemeClr val="dk1"/>
              </a:solidFill>
              <a:latin typeface="Times New Roman"/>
              <a:ea typeface="Times New Roman"/>
              <a:cs typeface="Times New Roman"/>
              <a:sym typeface="Times New Roman"/>
            </a:endParaRPr>
          </a:p>
          <a:p>
            <a:pPr marL="11112" marR="0" lvl="0" indent="0" algn="r" rtl="0">
              <a:lnSpc>
                <a:spcPct val="100000"/>
              </a:lnSpc>
              <a:spcBef>
                <a:spcPts val="150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Marginal R distribution</a:t>
            </a:r>
            <a:endParaRPr/>
          </a:p>
        </p:txBody>
      </p:sp>
      <p:grpSp>
        <p:nvGrpSpPr>
          <p:cNvPr id="1802" name="Google Shape;1802;g2ff6f630c79_0_1293"/>
          <p:cNvGrpSpPr/>
          <p:nvPr/>
        </p:nvGrpSpPr>
        <p:grpSpPr>
          <a:xfrm>
            <a:off x="4760963" y="2763572"/>
            <a:ext cx="1295414" cy="544141"/>
            <a:chOff x="5242559" y="4175759"/>
            <a:chExt cx="1469390" cy="822960"/>
          </a:xfrm>
        </p:grpSpPr>
        <p:pic>
          <p:nvPicPr>
            <p:cNvPr id="1803" name="Google Shape;1803;g2ff6f630c79_0_1293"/>
            <p:cNvPicPr preferRelativeResize="0"/>
            <p:nvPr/>
          </p:nvPicPr>
          <p:blipFill rotWithShape="1">
            <a:blip r:embed="rId4">
              <a:alphaModFix/>
            </a:blip>
            <a:srcRect/>
            <a:stretch/>
          </p:blipFill>
          <p:spPr>
            <a:xfrm>
              <a:off x="5434583" y="4294631"/>
              <a:ext cx="923543" cy="694944"/>
            </a:xfrm>
            <a:prstGeom prst="rect">
              <a:avLst/>
            </a:prstGeom>
            <a:noFill/>
            <a:ln>
              <a:noFill/>
            </a:ln>
          </p:spPr>
        </p:pic>
        <p:sp>
          <p:nvSpPr>
            <p:cNvPr id="1804" name="Google Shape;1804;g2ff6f630c79_0_1293"/>
            <p:cNvSpPr/>
            <p:nvPr/>
          </p:nvSpPr>
          <p:spPr>
            <a:xfrm>
              <a:off x="5242559" y="4175759"/>
              <a:ext cx="1469390" cy="822960"/>
            </a:xfrm>
            <a:custGeom>
              <a:avLst/>
              <a:gdLst/>
              <a:ahLst/>
              <a:cxnLst/>
              <a:rect l="l" t="t" r="r" b="b"/>
              <a:pathLst>
                <a:path w="1469390" h="822960" extrusionOk="0">
                  <a:moveTo>
                    <a:pt x="1466088" y="0"/>
                  </a:moveTo>
                  <a:lnTo>
                    <a:pt x="3048" y="0"/>
                  </a:lnTo>
                  <a:lnTo>
                    <a:pt x="0" y="3048"/>
                  </a:lnTo>
                  <a:lnTo>
                    <a:pt x="0" y="819912"/>
                  </a:lnTo>
                  <a:lnTo>
                    <a:pt x="3048" y="822959"/>
                  </a:lnTo>
                  <a:lnTo>
                    <a:pt x="1466088" y="822959"/>
                  </a:lnTo>
                  <a:lnTo>
                    <a:pt x="1469136" y="819912"/>
                  </a:lnTo>
                  <a:lnTo>
                    <a:pt x="6095" y="819912"/>
                  </a:lnTo>
                  <a:lnTo>
                    <a:pt x="3048" y="813815"/>
                  </a:lnTo>
                  <a:lnTo>
                    <a:pt x="9143" y="813815"/>
                  </a:lnTo>
                  <a:lnTo>
                    <a:pt x="9143" y="9143"/>
                  </a:lnTo>
                  <a:lnTo>
                    <a:pt x="3048" y="9143"/>
                  </a:lnTo>
                  <a:lnTo>
                    <a:pt x="9143" y="3048"/>
                  </a:lnTo>
                  <a:lnTo>
                    <a:pt x="1469136" y="3048"/>
                  </a:lnTo>
                  <a:lnTo>
                    <a:pt x="1466088" y="0"/>
                  </a:lnTo>
                  <a:close/>
                </a:path>
                <a:path w="1469390" h="822960" extrusionOk="0">
                  <a:moveTo>
                    <a:pt x="9143" y="813815"/>
                  </a:moveTo>
                  <a:lnTo>
                    <a:pt x="3048" y="813815"/>
                  </a:lnTo>
                  <a:lnTo>
                    <a:pt x="6095" y="819912"/>
                  </a:lnTo>
                  <a:lnTo>
                    <a:pt x="9143" y="816863"/>
                  </a:lnTo>
                  <a:lnTo>
                    <a:pt x="9143" y="813815"/>
                  </a:lnTo>
                  <a:close/>
                </a:path>
                <a:path w="1469390" h="822960" extrusionOk="0">
                  <a:moveTo>
                    <a:pt x="1459991" y="813815"/>
                  </a:moveTo>
                  <a:lnTo>
                    <a:pt x="9143" y="813815"/>
                  </a:lnTo>
                  <a:lnTo>
                    <a:pt x="9143" y="816863"/>
                  </a:lnTo>
                  <a:lnTo>
                    <a:pt x="6095" y="819912"/>
                  </a:lnTo>
                  <a:lnTo>
                    <a:pt x="1466088" y="819912"/>
                  </a:lnTo>
                  <a:lnTo>
                    <a:pt x="1459991" y="816863"/>
                  </a:lnTo>
                  <a:lnTo>
                    <a:pt x="1459991" y="813815"/>
                  </a:lnTo>
                  <a:close/>
                </a:path>
                <a:path w="1469390" h="822960" extrusionOk="0">
                  <a:moveTo>
                    <a:pt x="1459991" y="3048"/>
                  </a:moveTo>
                  <a:lnTo>
                    <a:pt x="1459991" y="816863"/>
                  </a:lnTo>
                  <a:lnTo>
                    <a:pt x="1466088" y="819912"/>
                  </a:lnTo>
                  <a:lnTo>
                    <a:pt x="1463039" y="813815"/>
                  </a:lnTo>
                  <a:lnTo>
                    <a:pt x="1469136" y="813815"/>
                  </a:lnTo>
                  <a:lnTo>
                    <a:pt x="1469136" y="9143"/>
                  </a:lnTo>
                  <a:lnTo>
                    <a:pt x="1463039" y="9143"/>
                  </a:lnTo>
                  <a:lnTo>
                    <a:pt x="1466088" y="6095"/>
                  </a:lnTo>
                  <a:lnTo>
                    <a:pt x="1459991" y="3048"/>
                  </a:lnTo>
                  <a:close/>
                </a:path>
                <a:path w="1469390" h="822960" extrusionOk="0">
                  <a:moveTo>
                    <a:pt x="1469136" y="813815"/>
                  </a:moveTo>
                  <a:lnTo>
                    <a:pt x="1463039" y="813815"/>
                  </a:lnTo>
                  <a:lnTo>
                    <a:pt x="1466088" y="819912"/>
                  </a:lnTo>
                  <a:lnTo>
                    <a:pt x="1469136" y="819912"/>
                  </a:lnTo>
                  <a:lnTo>
                    <a:pt x="1469136" y="813815"/>
                  </a:lnTo>
                  <a:close/>
                </a:path>
                <a:path w="1469390" h="822960" extrusionOk="0">
                  <a:moveTo>
                    <a:pt x="9143" y="3048"/>
                  </a:moveTo>
                  <a:lnTo>
                    <a:pt x="3048" y="9143"/>
                  </a:lnTo>
                  <a:lnTo>
                    <a:pt x="9143" y="9143"/>
                  </a:lnTo>
                  <a:lnTo>
                    <a:pt x="9143" y="3048"/>
                  </a:lnTo>
                  <a:close/>
                </a:path>
                <a:path w="1469390" h="822960" extrusionOk="0">
                  <a:moveTo>
                    <a:pt x="1459991" y="3048"/>
                  </a:moveTo>
                  <a:lnTo>
                    <a:pt x="9143" y="3048"/>
                  </a:lnTo>
                  <a:lnTo>
                    <a:pt x="9143" y="9143"/>
                  </a:lnTo>
                  <a:lnTo>
                    <a:pt x="1459991" y="9143"/>
                  </a:lnTo>
                  <a:lnTo>
                    <a:pt x="1459991" y="3048"/>
                  </a:lnTo>
                  <a:close/>
                </a:path>
                <a:path w="1469390" h="822960" extrusionOk="0">
                  <a:moveTo>
                    <a:pt x="1469136" y="3048"/>
                  </a:moveTo>
                  <a:lnTo>
                    <a:pt x="1459991" y="3048"/>
                  </a:lnTo>
                  <a:lnTo>
                    <a:pt x="1466088" y="6095"/>
                  </a:lnTo>
                  <a:lnTo>
                    <a:pt x="1463039" y="9143"/>
                  </a:lnTo>
                  <a:lnTo>
                    <a:pt x="1469136" y="9143"/>
                  </a:lnTo>
                  <a:lnTo>
                    <a:pt x="1469136"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nvGrpSpPr>
          <p:cNvPr id="1805" name="Google Shape;1805;g2ff6f630c79_0_1293"/>
          <p:cNvGrpSpPr/>
          <p:nvPr/>
        </p:nvGrpSpPr>
        <p:grpSpPr>
          <a:xfrm>
            <a:off x="4760963" y="2158705"/>
            <a:ext cx="1295414" cy="544141"/>
            <a:chOff x="5242559" y="3261359"/>
            <a:chExt cx="1469390" cy="822960"/>
          </a:xfrm>
        </p:grpSpPr>
        <p:pic>
          <p:nvPicPr>
            <p:cNvPr id="1806" name="Google Shape;1806;g2ff6f630c79_0_1293"/>
            <p:cNvPicPr preferRelativeResize="0"/>
            <p:nvPr/>
          </p:nvPicPr>
          <p:blipFill rotWithShape="1">
            <a:blip r:embed="rId5">
              <a:alphaModFix/>
            </a:blip>
            <a:srcRect/>
            <a:stretch/>
          </p:blipFill>
          <p:spPr>
            <a:xfrm>
              <a:off x="5254751" y="3425951"/>
              <a:ext cx="1447800" cy="649224"/>
            </a:xfrm>
            <a:prstGeom prst="rect">
              <a:avLst/>
            </a:prstGeom>
            <a:noFill/>
            <a:ln>
              <a:noFill/>
            </a:ln>
          </p:spPr>
        </p:pic>
        <p:sp>
          <p:nvSpPr>
            <p:cNvPr id="1807" name="Google Shape;1807;g2ff6f630c79_0_1293"/>
            <p:cNvSpPr/>
            <p:nvPr/>
          </p:nvSpPr>
          <p:spPr>
            <a:xfrm>
              <a:off x="5242559" y="3261359"/>
              <a:ext cx="1469390" cy="822960"/>
            </a:xfrm>
            <a:custGeom>
              <a:avLst/>
              <a:gdLst/>
              <a:ahLst/>
              <a:cxnLst/>
              <a:rect l="l" t="t" r="r" b="b"/>
              <a:pathLst>
                <a:path w="1469390" h="822960" extrusionOk="0">
                  <a:moveTo>
                    <a:pt x="1466088" y="0"/>
                  </a:moveTo>
                  <a:lnTo>
                    <a:pt x="3048" y="0"/>
                  </a:lnTo>
                  <a:lnTo>
                    <a:pt x="0" y="3048"/>
                  </a:lnTo>
                  <a:lnTo>
                    <a:pt x="0" y="819912"/>
                  </a:lnTo>
                  <a:lnTo>
                    <a:pt x="3048" y="822960"/>
                  </a:lnTo>
                  <a:lnTo>
                    <a:pt x="1466088" y="822960"/>
                  </a:lnTo>
                  <a:lnTo>
                    <a:pt x="1469136" y="819912"/>
                  </a:lnTo>
                  <a:lnTo>
                    <a:pt x="6095" y="819912"/>
                  </a:lnTo>
                  <a:lnTo>
                    <a:pt x="3048" y="813815"/>
                  </a:lnTo>
                  <a:lnTo>
                    <a:pt x="9143" y="813815"/>
                  </a:lnTo>
                  <a:lnTo>
                    <a:pt x="9143" y="9143"/>
                  </a:lnTo>
                  <a:lnTo>
                    <a:pt x="3048" y="9143"/>
                  </a:lnTo>
                  <a:lnTo>
                    <a:pt x="9143" y="3048"/>
                  </a:lnTo>
                  <a:lnTo>
                    <a:pt x="1469136" y="3048"/>
                  </a:lnTo>
                  <a:lnTo>
                    <a:pt x="1466088" y="0"/>
                  </a:lnTo>
                  <a:close/>
                </a:path>
                <a:path w="1469390" h="822960" extrusionOk="0">
                  <a:moveTo>
                    <a:pt x="9143" y="813815"/>
                  </a:moveTo>
                  <a:lnTo>
                    <a:pt x="3048" y="813815"/>
                  </a:lnTo>
                  <a:lnTo>
                    <a:pt x="6095" y="819912"/>
                  </a:lnTo>
                  <a:lnTo>
                    <a:pt x="9143" y="816863"/>
                  </a:lnTo>
                  <a:lnTo>
                    <a:pt x="9143" y="813815"/>
                  </a:lnTo>
                  <a:close/>
                </a:path>
                <a:path w="1469390" h="822960" extrusionOk="0">
                  <a:moveTo>
                    <a:pt x="1459991" y="813815"/>
                  </a:moveTo>
                  <a:lnTo>
                    <a:pt x="9143" y="813815"/>
                  </a:lnTo>
                  <a:lnTo>
                    <a:pt x="9143" y="816863"/>
                  </a:lnTo>
                  <a:lnTo>
                    <a:pt x="6095" y="819912"/>
                  </a:lnTo>
                  <a:lnTo>
                    <a:pt x="1466088" y="819912"/>
                  </a:lnTo>
                  <a:lnTo>
                    <a:pt x="1459991" y="816863"/>
                  </a:lnTo>
                  <a:lnTo>
                    <a:pt x="1459991" y="813815"/>
                  </a:lnTo>
                  <a:close/>
                </a:path>
                <a:path w="1469390" h="822960" extrusionOk="0">
                  <a:moveTo>
                    <a:pt x="1459991" y="3048"/>
                  </a:moveTo>
                  <a:lnTo>
                    <a:pt x="1459991" y="816863"/>
                  </a:lnTo>
                  <a:lnTo>
                    <a:pt x="1466088" y="819912"/>
                  </a:lnTo>
                  <a:lnTo>
                    <a:pt x="1463039" y="813815"/>
                  </a:lnTo>
                  <a:lnTo>
                    <a:pt x="1469136" y="813815"/>
                  </a:lnTo>
                  <a:lnTo>
                    <a:pt x="1469136" y="9143"/>
                  </a:lnTo>
                  <a:lnTo>
                    <a:pt x="1463039" y="9143"/>
                  </a:lnTo>
                  <a:lnTo>
                    <a:pt x="1466088" y="6095"/>
                  </a:lnTo>
                  <a:lnTo>
                    <a:pt x="1459991" y="3048"/>
                  </a:lnTo>
                  <a:close/>
                </a:path>
                <a:path w="1469390" h="822960" extrusionOk="0">
                  <a:moveTo>
                    <a:pt x="1469136" y="813815"/>
                  </a:moveTo>
                  <a:lnTo>
                    <a:pt x="1463039" y="813815"/>
                  </a:lnTo>
                  <a:lnTo>
                    <a:pt x="1466088" y="819912"/>
                  </a:lnTo>
                  <a:lnTo>
                    <a:pt x="1469136" y="819912"/>
                  </a:lnTo>
                  <a:lnTo>
                    <a:pt x="1469136" y="813815"/>
                  </a:lnTo>
                  <a:close/>
                </a:path>
                <a:path w="1469390" h="822960" extrusionOk="0">
                  <a:moveTo>
                    <a:pt x="9143" y="3048"/>
                  </a:moveTo>
                  <a:lnTo>
                    <a:pt x="3048" y="9143"/>
                  </a:lnTo>
                  <a:lnTo>
                    <a:pt x="9143" y="9143"/>
                  </a:lnTo>
                  <a:lnTo>
                    <a:pt x="9143" y="3048"/>
                  </a:lnTo>
                  <a:close/>
                </a:path>
                <a:path w="1469390" h="822960" extrusionOk="0">
                  <a:moveTo>
                    <a:pt x="1459991" y="3048"/>
                  </a:moveTo>
                  <a:lnTo>
                    <a:pt x="9143" y="3048"/>
                  </a:lnTo>
                  <a:lnTo>
                    <a:pt x="9143" y="9143"/>
                  </a:lnTo>
                  <a:lnTo>
                    <a:pt x="1459991" y="9143"/>
                  </a:lnTo>
                  <a:lnTo>
                    <a:pt x="1459991" y="3048"/>
                  </a:lnTo>
                  <a:close/>
                </a:path>
                <a:path w="1469390" h="822960" extrusionOk="0">
                  <a:moveTo>
                    <a:pt x="1469136" y="3048"/>
                  </a:moveTo>
                  <a:lnTo>
                    <a:pt x="1459991" y="3048"/>
                  </a:lnTo>
                  <a:lnTo>
                    <a:pt x="1466088" y="6095"/>
                  </a:lnTo>
                  <a:lnTo>
                    <a:pt x="1463039" y="9143"/>
                  </a:lnTo>
                  <a:lnTo>
                    <a:pt x="1469136" y="9143"/>
                  </a:lnTo>
                  <a:lnTo>
                    <a:pt x="1469136"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808" name="Google Shape;1808;g2ff6f630c79_0_1293"/>
          <p:cNvSpPr/>
          <p:nvPr/>
        </p:nvSpPr>
        <p:spPr>
          <a:xfrm>
            <a:off x="2081212" y="2865834"/>
            <a:ext cx="2555367" cy="113164"/>
          </a:xfrm>
          <a:custGeom>
            <a:avLst/>
            <a:gdLst/>
            <a:ahLst/>
            <a:cxnLst/>
            <a:rect l="l" t="t" r="r" b="b"/>
            <a:pathLst>
              <a:path w="2895600" h="170814" extrusionOk="0">
                <a:moveTo>
                  <a:pt x="2724912" y="0"/>
                </a:moveTo>
                <a:lnTo>
                  <a:pt x="2724912" y="170687"/>
                </a:lnTo>
                <a:lnTo>
                  <a:pt x="2840735" y="112775"/>
                </a:lnTo>
                <a:lnTo>
                  <a:pt x="2752344" y="112775"/>
                </a:lnTo>
                <a:lnTo>
                  <a:pt x="2752344" y="57912"/>
                </a:lnTo>
                <a:lnTo>
                  <a:pt x="2840736" y="57912"/>
                </a:lnTo>
                <a:lnTo>
                  <a:pt x="2724912" y="0"/>
                </a:lnTo>
                <a:close/>
              </a:path>
              <a:path w="2895600" h="170814" extrusionOk="0">
                <a:moveTo>
                  <a:pt x="2724912" y="57912"/>
                </a:moveTo>
                <a:lnTo>
                  <a:pt x="0" y="57912"/>
                </a:lnTo>
                <a:lnTo>
                  <a:pt x="0" y="112775"/>
                </a:lnTo>
                <a:lnTo>
                  <a:pt x="2724912" y="112775"/>
                </a:lnTo>
                <a:lnTo>
                  <a:pt x="2724912" y="57912"/>
                </a:lnTo>
                <a:close/>
              </a:path>
              <a:path w="2895600" h="170814" extrusionOk="0">
                <a:moveTo>
                  <a:pt x="2840736" y="57912"/>
                </a:moveTo>
                <a:lnTo>
                  <a:pt x="2752344" y="57912"/>
                </a:lnTo>
                <a:lnTo>
                  <a:pt x="2752344" y="112775"/>
                </a:lnTo>
                <a:lnTo>
                  <a:pt x="2840735" y="112775"/>
                </a:lnTo>
                <a:lnTo>
                  <a:pt x="2895600" y="85343"/>
                </a:lnTo>
                <a:lnTo>
                  <a:pt x="2840736" y="579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09" name="Google Shape;1809;g2ff6f630c79_0_1293"/>
          <p:cNvSpPr/>
          <p:nvPr/>
        </p:nvSpPr>
        <p:spPr>
          <a:xfrm>
            <a:off x="3425825" y="2260997"/>
            <a:ext cx="1210437" cy="113164"/>
          </a:xfrm>
          <a:custGeom>
            <a:avLst/>
            <a:gdLst/>
            <a:ahLst/>
            <a:cxnLst/>
            <a:rect l="l" t="t" r="r" b="b"/>
            <a:pathLst>
              <a:path w="1371600" h="170814" extrusionOk="0">
                <a:moveTo>
                  <a:pt x="1200912" y="0"/>
                </a:moveTo>
                <a:lnTo>
                  <a:pt x="1200912" y="170687"/>
                </a:lnTo>
                <a:lnTo>
                  <a:pt x="1316735" y="112775"/>
                </a:lnTo>
                <a:lnTo>
                  <a:pt x="1228344" y="112775"/>
                </a:lnTo>
                <a:lnTo>
                  <a:pt x="1228344" y="57912"/>
                </a:lnTo>
                <a:lnTo>
                  <a:pt x="1316736" y="57912"/>
                </a:lnTo>
                <a:lnTo>
                  <a:pt x="1200912" y="0"/>
                </a:lnTo>
                <a:close/>
              </a:path>
              <a:path w="1371600" h="170814" extrusionOk="0">
                <a:moveTo>
                  <a:pt x="1200912" y="57912"/>
                </a:moveTo>
                <a:lnTo>
                  <a:pt x="0" y="57912"/>
                </a:lnTo>
                <a:lnTo>
                  <a:pt x="0" y="112775"/>
                </a:lnTo>
                <a:lnTo>
                  <a:pt x="1200912" y="112775"/>
                </a:lnTo>
                <a:lnTo>
                  <a:pt x="1200912" y="57912"/>
                </a:lnTo>
                <a:close/>
              </a:path>
              <a:path w="1371600" h="170814" extrusionOk="0">
                <a:moveTo>
                  <a:pt x="1316736" y="57912"/>
                </a:moveTo>
                <a:lnTo>
                  <a:pt x="1228344" y="57912"/>
                </a:lnTo>
                <a:lnTo>
                  <a:pt x="1228344" y="112775"/>
                </a:lnTo>
                <a:lnTo>
                  <a:pt x="1316735" y="112775"/>
                </a:lnTo>
                <a:lnTo>
                  <a:pt x="1371600" y="85343"/>
                </a:lnTo>
                <a:lnTo>
                  <a:pt x="1316736" y="579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10" name="Google Shape;1810;g2ff6f630c79_0_1293"/>
          <p:cNvSpPr txBox="1"/>
          <p:nvPr/>
        </p:nvSpPr>
        <p:spPr>
          <a:xfrm>
            <a:off x="6253162" y="2336006"/>
            <a:ext cx="19368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Marginal G distribution</a:t>
            </a:r>
            <a:endParaRPr/>
          </a:p>
        </p:txBody>
      </p:sp>
      <p:sp>
        <p:nvSpPr>
          <p:cNvPr id="1811" name="Google Shape;1811;g2ff6f630c79_0_1293"/>
          <p:cNvSpPr txBox="1"/>
          <p:nvPr/>
        </p:nvSpPr>
        <p:spPr>
          <a:xfrm>
            <a:off x="6253162" y="2940844"/>
            <a:ext cx="19257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Marginal B distribution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815"/>
        <p:cNvGrpSpPr/>
        <p:nvPr/>
      </p:nvGrpSpPr>
      <p:grpSpPr>
        <a:xfrm>
          <a:off x="0" y="0"/>
          <a:ext cx="0" cy="0"/>
          <a:chOff x="0" y="0"/>
          <a:chExt cx="0" cy="0"/>
        </a:xfrm>
      </p:grpSpPr>
      <p:sp>
        <p:nvSpPr>
          <p:cNvPr id="1816" name="Google Shape;1816;g2ff6f630c79_0_1380"/>
          <p:cNvSpPr txBox="1">
            <a:spLocks noGrp="1"/>
          </p:cNvSpPr>
          <p:nvPr>
            <p:ph type="title"/>
          </p:nvPr>
        </p:nvSpPr>
        <p:spPr>
          <a:xfrm>
            <a:off x="1747837" y="622697"/>
            <a:ext cx="56388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Color Histogram Example</a:t>
            </a:r>
            <a:endParaRPr/>
          </a:p>
        </p:txBody>
      </p:sp>
      <p:grpSp>
        <p:nvGrpSpPr>
          <p:cNvPr id="1817" name="Google Shape;1817;g2ff6f630c79_0_1380"/>
          <p:cNvGrpSpPr/>
          <p:nvPr/>
        </p:nvGrpSpPr>
        <p:grpSpPr>
          <a:xfrm>
            <a:off x="1947915" y="1409632"/>
            <a:ext cx="5246728" cy="2809488"/>
            <a:chOff x="2054351" y="2130551"/>
            <a:chExt cx="5946648" cy="4245864"/>
          </a:xfrm>
        </p:grpSpPr>
        <p:pic>
          <p:nvPicPr>
            <p:cNvPr id="1818" name="Google Shape;1818;g2ff6f630c79_0_1380"/>
            <p:cNvPicPr preferRelativeResize="0"/>
            <p:nvPr/>
          </p:nvPicPr>
          <p:blipFill rotWithShape="1">
            <a:blip r:embed="rId3">
              <a:alphaModFix/>
            </a:blip>
            <a:srcRect/>
            <a:stretch/>
          </p:blipFill>
          <p:spPr>
            <a:xfrm>
              <a:off x="2435351" y="4492751"/>
              <a:ext cx="5041392" cy="1883664"/>
            </a:xfrm>
            <a:prstGeom prst="rect">
              <a:avLst/>
            </a:prstGeom>
            <a:noFill/>
            <a:ln>
              <a:noFill/>
            </a:ln>
          </p:spPr>
        </p:pic>
        <p:sp>
          <p:nvSpPr>
            <p:cNvPr id="1819" name="Google Shape;1819;g2ff6f630c79_0_1380"/>
            <p:cNvSpPr/>
            <p:nvPr/>
          </p:nvSpPr>
          <p:spPr>
            <a:xfrm>
              <a:off x="5669280" y="5312409"/>
              <a:ext cx="234950" cy="450850"/>
            </a:xfrm>
            <a:custGeom>
              <a:avLst/>
              <a:gdLst/>
              <a:ahLst/>
              <a:cxnLst/>
              <a:rect l="l" t="t" r="r" b="b"/>
              <a:pathLst>
                <a:path w="234950" h="450850" extrusionOk="0">
                  <a:moveTo>
                    <a:pt x="234696" y="0"/>
                  </a:moveTo>
                  <a:lnTo>
                    <a:pt x="176784" y="0"/>
                  </a:lnTo>
                  <a:lnTo>
                    <a:pt x="176784" y="30480"/>
                  </a:lnTo>
                  <a:lnTo>
                    <a:pt x="176784" y="30734"/>
                  </a:lnTo>
                  <a:lnTo>
                    <a:pt x="176784" y="424180"/>
                  </a:lnTo>
                  <a:lnTo>
                    <a:pt x="30480" y="424180"/>
                  </a:lnTo>
                  <a:lnTo>
                    <a:pt x="30480" y="423926"/>
                  </a:lnTo>
                  <a:lnTo>
                    <a:pt x="57912" y="423926"/>
                  </a:lnTo>
                  <a:lnTo>
                    <a:pt x="176784" y="423926"/>
                  </a:lnTo>
                  <a:lnTo>
                    <a:pt x="176784" y="393446"/>
                  </a:lnTo>
                  <a:lnTo>
                    <a:pt x="57912" y="393446"/>
                  </a:lnTo>
                  <a:lnTo>
                    <a:pt x="57912" y="58420"/>
                  </a:lnTo>
                  <a:lnTo>
                    <a:pt x="30480" y="58420"/>
                  </a:lnTo>
                  <a:lnTo>
                    <a:pt x="30480" y="58166"/>
                  </a:lnTo>
                  <a:lnTo>
                    <a:pt x="57912" y="58166"/>
                  </a:lnTo>
                  <a:lnTo>
                    <a:pt x="176784" y="58166"/>
                  </a:lnTo>
                  <a:lnTo>
                    <a:pt x="176784" y="30734"/>
                  </a:lnTo>
                  <a:lnTo>
                    <a:pt x="57912" y="30734"/>
                  </a:lnTo>
                  <a:lnTo>
                    <a:pt x="30480" y="30734"/>
                  </a:lnTo>
                  <a:lnTo>
                    <a:pt x="30480" y="30480"/>
                  </a:lnTo>
                  <a:lnTo>
                    <a:pt x="176784" y="30480"/>
                  </a:lnTo>
                  <a:lnTo>
                    <a:pt x="176784" y="0"/>
                  </a:lnTo>
                  <a:lnTo>
                    <a:pt x="0" y="0"/>
                  </a:lnTo>
                  <a:lnTo>
                    <a:pt x="0" y="30480"/>
                  </a:lnTo>
                  <a:lnTo>
                    <a:pt x="0" y="58420"/>
                  </a:lnTo>
                  <a:lnTo>
                    <a:pt x="0" y="393700"/>
                  </a:lnTo>
                  <a:lnTo>
                    <a:pt x="0" y="424180"/>
                  </a:lnTo>
                  <a:lnTo>
                    <a:pt x="0" y="450850"/>
                  </a:lnTo>
                  <a:lnTo>
                    <a:pt x="234696" y="450850"/>
                  </a:lnTo>
                  <a:lnTo>
                    <a:pt x="234696" y="424180"/>
                  </a:lnTo>
                  <a:lnTo>
                    <a:pt x="207264" y="424180"/>
                  </a:lnTo>
                  <a:lnTo>
                    <a:pt x="207264" y="423926"/>
                  </a:lnTo>
                  <a:lnTo>
                    <a:pt x="234696" y="423926"/>
                  </a:lnTo>
                  <a:lnTo>
                    <a:pt x="234696" y="393700"/>
                  </a:lnTo>
                  <a:lnTo>
                    <a:pt x="234696" y="393446"/>
                  </a:lnTo>
                  <a:lnTo>
                    <a:pt x="234696" y="58420"/>
                  </a:lnTo>
                  <a:lnTo>
                    <a:pt x="207264" y="58420"/>
                  </a:lnTo>
                  <a:lnTo>
                    <a:pt x="207264" y="58166"/>
                  </a:lnTo>
                  <a:lnTo>
                    <a:pt x="234696" y="58166"/>
                  </a:lnTo>
                  <a:lnTo>
                    <a:pt x="234696" y="30734"/>
                  </a:lnTo>
                  <a:lnTo>
                    <a:pt x="207264" y="30734"/>
                  </a:lnTo>
                  <a:lnTo>
                    <a:pt x="207264" y="30480"/>
                  </a:lnTo>
                  <a:lnTo>
                    <a:pt x="234696" y="30480"/>
                  </a:lnTo>
                  <a:lnTo>
                    <a:pt x="234696" y="0"/>
                  </a:lnTo>
                  <a:close/>
                </a:path>
              </a:pathLst>
            </a:custGeom>
            <a:solidFill>
              <a:srgbClr val="66FF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20" name="Google Shape;1820;g2ff6f630c79_0_1380"/>
            <p:cNvSpPr/>
            <p:nvPr/>
          </p:nvSpPr>
          <p:spPr>
            <a:xfrm>
              <a:off x="5413248" y="5834379"/>
              <a:ext cx="210820" cy="527050"/>
            </a:xfrm>
            <a:custGeom>
              <a:avLst/>
              <a:gdLst/>
              <a:ahLst/>
              <a:cxnLst/>
              <a:rect l="l" t="t" r="r" b="b"/>
              <a:pathLst>
                <a:path w="210820" h="527050" extrusionOk="0">
                  <a:moveTo>
                    <a:pt x="210312" y="0"/>
                  </a:moveTo>
                  <a:lnTo>
                    <a:pt x="152400" y="0"/>
                  </a:lnTo>
                  <a:lnTo>
                    <a:pt x="152400" y="57404"/>
                  </a:lnTo>
                  <a:lnTo>
                    <a:pt x="152400" y="468630"/>
                  </a:lnTo>
                  <a:lnTo>
                    <a:pt x="152400" y="468884"/>
                  </a:lnTo>
                  <a:lnTo>
                    <a:pt x="57912" y="468884"/>
                  </a:lnTo>
                  <a:lnTo>
                    <a:pt x="30480" y="468884"/>
                  </a:lnTo>
                  <a:lnTo>
                    <a:pt x="30480" y="468630"/>
                  </a:lnTo>
                  <a:lnTo>
                    <a:pt x="57912" y="468630"/>
                  </a:lnTo>
                  <a:lnTo>
                    <a:pt x="57912" y="57404"/>
                  </a:lnTo>
                  <a:lnTo>
                    <a:pt x="152400" y="57404"/>
                  </a:lnTo>
                  <a:lnTo>
                    <a:pt x="152400" y="0"/>
                  </a:lnTo>
                  <a:lnTo>
                    <a:pt x="0" y="0"/>
                  </a:lnTo>
                  <a:lnTo>
                    <a:pt x="0" y="30480"/>
                  </a:lnTo>
                  <a:lnTo>
                    <a:pt x="0" y="57150"/>
                  </a:lnTo>
                  <a:lnTo>
                    <a:pt x="0" y="468630"/>
                  </a:lnTo>
                  <a:lnTo>
                    <a:pt x="0" y="499110"/>
                  </a:lnTo>
                  <a:lnTo>
                    <a:pt x="0" y="527050"/>
                  </a:lnTo>
                  <a:lnTo>
                    <a:pt x="210312" y="527050"/>
                  </a:lnTo>
                  <a:lnTo>
                    <a:pt x="210312" y="499364"/>
                  </a:lnTo>
                  <a:lnTo>
                    <a:pt x="210312" y="499110"/>
                  </a:lnTo>
                  <a:lnTo>
                    <a:pt x="210312" y="468884"/>
                  </a:lnTo>
                  <a:lnTo>
                    <a:pt x="182880" y="468884"/>
                  </a:lnTo>
                  <a:lnTo>
                    <a:pt x="182880" y="468630"/>
                  </a:lnTo>
                  <a:lnTo>
                    <a:pt x="210312" y="468630"/>
                  </a:lnTo>
                  <a:lnTo>
                    <a:pt x="210312" y="57404"/>
                  </a:lnTo>
                  <a:lnTo>
                    <a:pt x="210312" y="57150"/>
                  </a:lnTo>
                  <a:lnTo>
                    <a:pt x="210312" y="30480"/>
                  </a:lnTo>
                  <a:lnTo>
                    <a:pt x="210312" y="29972"/>
                  </a:lnTo>
                  <a:lnTo>
                    <a:pt x="210312"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21" name="Google Shape;1821;g2ff6f630c79_0_1380"/>
            <p:cNvSpPr/>
            <p:nvPr/>
          </p:nvSpPr>
          <p:spPr>
            <a:xfrm>
              <a:off x="6431280" y="5184139"/>
              <a:ext cx="984884" cy="378460"/>
            </a:xfrm>
            <a:custGeom>
              <a:avLst/>
              <a:gdLst/>
              <a:ahLst/>
              <a:cxnLst/>
              <a:rect l="l" t="t" r="r" b="b"/>
              <a:pathLst>
                <a:path w="984884" h="378460" extrusionOk="0">
                  <a:moveTo>
                    <a:pt x="984504" y="0"/>
                  </a:moveTo>
                  <a:lnTo>
                    <a:pt x="926592" y="0"/>
                  </a:lnTo>
                  <a:lnTo>
                    <a:pt x="926592" y="30480"/>
                  </a:lnTo>
                  <a:lnTo>
                    <a:pt x="926592" y="30988"/>
                  </a:lnTo>
                  <a:lnTo>
                    <a:pt x="926592" y="58420"/>
                  </a:lnTo>
                  <a:lnTo>
                    <a:pt x="926592" y="320040"/>
                  </a:lnTo>
                  <a:lnTo>
                    <a:pt x="926592" y="320548"/>
                  </a:lnTo>
                  <a:lnTo>
                    <a:pt x="57912" y="320548"/>
                  </a:lnTo>
                  <a:lnTo>
                    <a:pt x="30480" y="320548"/>
                  </a:lnTo>
                  <a:lnTo>
                    <a:pt x="30480" y="320040"/>
                  </a:lnTo>
                  <a:lnTo>
                    <a:pt x="57912" y="320040"/>
                  </a:lnTo>
                  <a:lnTo>
                    <a:pt x="57912" y="58420"/>
                  </a:lnTo>
                  <a:lnTo>
                    <a:pt x="926592" y="58420"/>
                  </a:lnTo>
                  <a:lnTo>
                    <a:pt x="926592" y="30988"/>
                  </a:lnTo>
                  <a:lnTo>
                    <a:pt x="57912" y="30988"/>
                  </a:lnTo>
                  <a:lnTo>
                    <a:pt x="30480" y="30988"/>
                  </a:lnTo>
                  <a:lnTo>
                    <a:pt x="30480" y="30480"/>
                  </a:lnTo>
                  <a:lnTo>
                    <a:pt x="926592" y="30480"/>
                  </a:lnTo>
                  <a:lnTo>
                    <a:pt x="926592" y="0"/>
                  </a:lnTo>
                  <a:lnTo>
                    <a:pt x="0" y="0"/>
                  </a:lnTo>
                  <a:lnTo>
                    <a:pt x="0" y="30480"/>
                  </a:lnTo>
                  <a:lnTo>
                    <a:pt x="0" y="58420"/>
                  </a:lnTo>
                  <a:lnTo>
                    <a:pt x="0" y="320040"/>
                  </a:lnTo>
                  <a:lnTo>
                    <a:pt x="0" y="350520"/>
                  </a:lnTo>
                  <a:lnTo>
                    <a:pt x="0" y="378460"/>
                  </a:lnTo>
                  <a:lnTo>
                    <a:pt x="984504" y="378460"/>
                  </a:lnTo>
                  <a:lnTo>
                    <a:pt x="984504" y="351028"/>
                  </a:lnTo>
                  <a:lnTo>
                    <a:pt x="984504" y="350520"/>
                  </a:lnTo>
                  <a:lnTo>
                    <a:pt x="984504" y="320548"/>
                  </a:lnTo>
                  <a:lnTo>
                    <a:pt x="957072" y="320548"/>
                  </a:lnTo>
                  <a:lnTo>
                    <a:pt x="957072" y="320040"/>
                  </a:lnTo>
                  <a:lnTo>
                    <a:pt x="984504" y="320040"/>
                  </a:lnTo>
                  <a:lnTo>
                    <a:pt x="984504" y="58420"/>
                  </a:lnTo>
                  <a:lnTo>
                    <a:pt x="984504" y="30988"/>
                  </a:lnTo>
                  <a:lnTo>
                    <a:pt x="957072" y="30988"/>
                  </a:lnTo>
                  <a:lnTo>
                    <a:pt x="957072" y="30480"/>
                  </a:lnTo>
                  <a:lnTo>
                    <a:pt x="984504" y="30480"/>
                  </a:lnTo>
                  <a:lnTo>
                    <a:pt x="984504" y="0"/>
                  </a:lnTo>
                  <a:close/>
                </a:path>
              </a:pathLst>
            </a:custGeom>
            <a:solidFill>
              <a:srgbClr val="3333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822" name="Google Shape;1822;g2ff6f630c79_0_1380"/>
            <p:cNvPicPr preferRelativeResize="0"/>
            <p:nvPr/>
          </p:nvPicPr>
          <p:blipFill rotWithShape="1">
            <a:blip r:embed="rId4">
              <a:alphaModFix/>
            </a:blip>
            <a:srcRect/>
            <a:stretch/>
          </p:blipFill>
          <p:spPr>
            <a:xfrm>
              <a:off x="2054351" y="2130551"/>
              <a:ext cx="5946648" cy="2121408"/>
            </a:xfrm>
            <a:prstGeom prst="rect">
              <a:avLst/>
            </a:prstGeom>
            <a:noFill/>
            <a:ln>
              <a:noFill/>
            </a:ln>
          </p:spPr>
        </p:pic>
        <p:sp>
          <p:nvSpPr>
            <p:cNvPr id="1823" name="Google Shape;1823;g2ff6f630c79_0_1380"/>
            <p:cNvSpPr/>
            <p:nvPr/>
          </p:nvSpPr>
          <p:spPr>
            <a:xfrm>
              <a:off x="4181856" y="2157983"/>
              <a:ext cx="1914525" cy="2066925"/>
            </a:xfrm>
            <a:custGeom>
              <a:avLst/>
              <a:gdLst/>
              <a:ahLst/>
              <a:cxnLst/>
              <a:rect l="l" t="t" r="r" b="b"/>
              <a:pathLst>
                <a:path w="1914525" h="2066925" extrusionOk="0">
                  <a:moveTo>
                    <a:pt x="9144" y="3048"/>
                  </a:moveTo>
                  <a:lnTo>
                    <a:pt x="6096" y="0"/>
                  </a:lnTo>
                  <a:lnTo>
                    <a:pt x="3048" y="0"/>
                  </a:lnTo>
                  <a:lnTo>
                    <a:pt x="0" y="3048"/>
                  </a:lnTo>
                  <a:lnTo>
                    <a:pt x="0" y="2063496"/>
                  </a:lnTo>
                  <a:lnTo>
                    <a:pt x="3048" y="2066544"/>
                  </a:lnTo>
                  <a:lnTo>
                    <a:pt x="6096" y="2066544"/>
                  </a:lnTo>
                  <a:lnTo>
                    <a:pt x="9144" y="2063496"/>
                  </a:lnTo>
                  <a:lnTo>
                    <a:pt x="9144" y="6096"/>
                  </a:lnTo>
                  <a:lnTo>
                    <a:pt x="9144" y="3048"/>
                  </a:lnTo>
                  <a:close/>
                </a:path>
                <a:path w="1914525" h="2066925" extrusionOk="0">
                  <a:moveTo>
                    <a:pt x="1914144" y="3048"/>
                  </a:moveTo>
                  <a:lnTo>
                    <a:pt x="1911096" y="0"/>
                  </a:lnTo>
                  <a:lnTo>
                    <a:pt x="1908048" y="0"/>
                  </a:lnTo>
                  <a:lnTo>
                    <a:pt x="1905000" y="3048"/>
                  </a:lnTo>
                  <a:lnTo>
                    <a:pt x="1905000" y="2063496"/>
                  </a:lnTo>
                  <a:lnTo>
                    <a:pt x="1908048" y="2066544"/>
                  </a:lnTo>
                  <a:lnTo>
                    <a:pt x="1911096" y="2066544"/>
                  </a:lnTo>
                  <a:lnTo>
                    <a:pt x="1914144" y="2063496"/>
                  </a:lnTo>
                  <a:lnTo>
                    <a:pt x="1914144" y="6096"/>
                  </a:lnTo>
                  <a:lnTo>
                    <a:pt x="1914144"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824" name="Google Shape;1824;g2ff6f630c79_0_1380"/>
          <p:cNvSpPr txBox="1"/>
          <p:nvPr/>
        </p:nvSpPr>
        <p:spPr>
          <a:xfrm>
            <a:off x="2705100" y="1478756"/>
            <a:ext cx="3144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1" i="0" u="none">
                <a:solidFill>
                  <a:schemeClr val="dk1"/>
                </a:solidFill>
                <a:latin typeface="Times New Roman"/>
                <a:ea typeface="Times New Roman"/>
                <a:cs typeface="Times New Roman"/>
                <a:sym typeface="Times New Roman"/>
              </a:rPr>
              <a:t>red</a:t>
            </a:r>
            <a:endParaRPr/>
          </a:p>
        </p:txBody>
      </p:sp>
      <p:sp>
        <p:nvSpPr>
          <p:cNvPr id="1825" name="Google Shape;1825;g2ff6f630c79_0_1380"/>
          <p:cNvSpPr txBox="1"/>
          <p:nvPr/>
        </p:nvSpPr>
        <p:spPr>
          <a:xfrm>
            <a:off x="4437062" y="1478756"/>
            <a:ext cx="5049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1" i="0" u="none">
                <a:solidFill>
                  <a:schemeClr val="dk1"/>
                </a:solidFill>
                <a:latin typeface="Times New Roman"/>
                <a:ea typeface="Times New Roman"/>
                <a:cs typeface="Times New Roman"/>
                <a:sym typeface="Times New Roman"/>
              </a:rPr>
              <a:t>green</a:t>
            </a:r>
            <a:endParaRPr/>
          </a:p>
        </p:txBody>
      </p:sp>
      <p:sp>
        <p:nvSpPr>
          <p:cNvPr id="1826" name="Google Shape;1826;g2ff6f630c79_0_1380"/>
          <p:cNvSpPr txBox="1"/>
          <p:nvPr/>
        </p:nvSpPr>
        <p:spPr>
          <a:xfrm>
            <a:off x="6200775" y="1478756"/>
            <a:ext cx="3936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1" i="0" u="none">
                <a:solidFill>
                  <a:schemeClr val="dk1"/>
                </a:solidFill>
                <a:latin typeface="Times New Roman"/>
                <a:ea typeface="Times New Roman"/>
                <a:cs typeface="Times New Roman"/>
                <a:sym typeface="Times New Roman"/>
              </a:rPr>
              <a:t>blue</a:t>
            </a:r>
            <a:endParaRPr/>
          </a:p>
        </p:txBody>
      </p:sp>
      <p:grpSp>
        <p:nvGrpSpPr>
          <p:cNvPr id="1827" name="Google Shape;1827;g2ff6f630c79_0_1380"/>
          <p:cNvGrpSpPr/>
          <p:nvPr/>
        </p:nvGrpSpPr>
        <p:grpSpPr>
          <a:xfrm>
            <a:off x="5107034" y="1914564"/>
            <a:ext cx="2689250" cy="2165791"/>
            <a:chOff x="5635752" y="2892551"/>
            <a:chExt cx="3048000" cy="3274060"/>
          </a:xfrm>
        </p:grpSpPr>
        <p:sp>
          <p:nvSpPr>
            <p:cNvPr id="1828" name="Google Shape;1828;g2ff6f630c79_0_1380"/>
            <p:cNvSpPr/>
            <p:nvPr/>
          </p:nvSpPr>
          <p:spPr>
            <a:xfrm>
              <a:off x="7455408" y="3959351"/>
              <a:ext cx="494029" cy="1466214"/>
            </a:xfrm>
            <a:custGeom>
              <a:avLst/>
              <a:gdLst/>
              <a:ahLst/>
              <a:cxnLst/>
              <a:rect l="l" t="t" r="r" b="b"/>
              <a:pathLst>
                <a:path w="494029" h="1466214" extrusionOk="0">
                  <a:moveTo>
                    <a:pt x="311612" y="89585"/>
                  </a:moveTo>
                  <a:lnTo>
                    <a:pt x="278800" y="109067"/>
                  </a:lnTo>
                  <a:lnTo>
                    <a:pt x="295656" y="137160"/>
                  </a:lnTo>
                  <a:lnTo>
                    <a:pt x="332232" y="201168"/>
                  </a:lnTo>
                  <a:lnTo>
                    <a:pt x="362712" y="268224"/>
                  </a:lnTo>
                  <a:lnTo>
                    <a:pt x="393192" y="332232"/>
                  </a:lnTo>
                  <a:lnTo>
                    <a:pt x="405384" y="365760"/>
                  </a:lnTo>
                  <a:lnTo>
                    <a:pt x="414527" y="399288"/>
                  </a:lnTo>
                  <a:lnTo>
                    <a:pt x="426720" y="432815"/>
                  </a:lnTo>
                  <a:lnTo>
                    <a:pt x="435864" y="466344"/>
                  </a:lnTo>
                  <a:lnTo>
                    <a:pt x="441960" y="499872"/>
                  </a:lnTo>
                  <a:lnTo>
                    <a:pt x="448056" y="536448"/>
                  </a:lnTo>
                  <a:lnTo>
                    <a:pt x="451103" y="569976"/>
                  </a:lnTo>
                  <a:lnTo>
                    <a:pt x="454151" y="609600"/>
                  </a:lnTo>
                  <a:lnTo>
                    <a:pt x="457200" y="646176"/>
                  </a:lnTo>
                  <a:lnTo>
                    <a:pt x="457200" y="728472"/>
                  </a:lnTo>
                  <a:lnTo>
                    <a:pt x="451103" y="807720"/>
                  </a:lnTo>
                  <a:lnTo>
                    <a:pt x="448056" y="850392"/>
                  </a:lnTo>
                  <a:lnTo>
                    <a:pt x="435864" y="929640"/>
                  </a:lnTo>
                  <a:lnTo>
                    <a:pt x="426720" y="969264"/>
                  </a:lnTo>
                  <a:lnTo>
                    <a:pt x="420624" y="1005840"/>
                  </a:lnTo>
                  <a:lnTo>
                    <a:pt x="408432" y="1039368"/>
                  </a:lnTo>
                  <a:lnTo>
                    <a:pt x="399288" y="1072896"/>
                  </a:lnTo>
                  <a:lnTo>
                    <a:pt x="387096" y="1106424"/>
                  </a:lnTo>
                  <a:lnTo>
                    <a:pt x="371856" y="1133856"/>
                  </a:lnTo>
                  <a:lnTo>
                    <a:pt x="359664" y="1161288"/>
                  </a:lnTo>
                  <a:lnTo>
                    <a:pt x="341375" y="1185672"/>
                  </a:lnTo>
                  <a:lnTo>
                    <a:pt x="326136" y="1210056"/>
                  </a:lnTo>
                  <a:lnTo>
                    <a:pt x="304800" y="1231392"/>
                  </a:lnTo>
                  <a:lnTo>
                    <a:pt x="286512" y="1252728"/>
                  </a:lnTo>
                  <a:lnTo>
                    <a:pt x="216408" y="1307592"/>
                  </a:lnTo>
                  <a:lnTo>
                    <a:pt x="167640" y="1341120"/>
                  </a:lnTo>
                  <a:lnTo>
                    <a:pt x="57912" y="1402080"/>
                  </a:lnTo>
                  <a:lnTo>
                    <a:pt x="0" y="1429512"/>
                  </a:lnTo>
                  <a:lnTo>
                    <a:pt x="18288" y="1466088"/>
                  </a:lnTo>
                  <a:lnTo>
                    <a:pt x="73151" y="1435608"/>
                  </a:lnTo>
                  <a:lnTo>
                    <a:pt x="131064" y="1405128"/>
                  </a:lnTo>
                  <a:lnTo>
                    <a:pt x="185927" y="1374648"/>
                  </a:lnTo>
                  <a:lnTo>
                    <a:pt x="237744" y="1341120"/>
                  </a:lnTo>
                  <a:lnTo>
                    <a:pt x="286512" y="1301496"/>
                  </a:lnTo>
                  <a:lnTo>
                    <a:pt x="332232" y="1258824"/>
                  </a:lnTo>
                  <a:lnTo>
                    <a:pt x="390144" y="1179576"/>
                  </a:lnTo>
                  <a:lnTo>
                    <a:pt x="420624" y="1121664"/>
                  </a:lnTo>
                  <a:lnTo>
                    <a:pt x="457200" y="1014984"/>
                  </a:lnTo>
                  <a:lnTo>
                    <a:pt x="466344" y="975360"/>
                  </a:lnTo>
                  <a:lnTo>
                    <a:pt x="478536" y="896112"/>
                  </a:lnTo>
                  <a:lnTo>
                    <a:pt x="484632" y="853440"/>
                  </a:lnTo>
                  <a:lnTo>
                    <a:pt x="490727" y="813816"/>
                  </a:lnTo>
                  <a:lnTo>
                    <a:pt x="493775" y="771144"/>
                  </a:lnTo>
                  <a:lnTo>
                    <a:pt x="493775" y="606552"/>
                  </a:lnTo>
                  <a:lnTo>
                    <a:pt x="490727" y="566928"/>
                  </a:lnTo>
                  <a:lnTo>
                    <a:pt x="478536" y="493775"/>
                  </a:lnTo>
                  <a:lnTo>
                    <a:pt x="463296" y="423672"/>
                  </a:lnTo>
                  <a:lnTo>
                    <a:pt x="451103" y="387096"/>
                  </a:lnTo>
                  <a:lnTo>
                    <a:pt x="441960" y="353568"/>
                  </a:lnTo>
                  <a:lnTo>
                    <a:pt x="426720" y="320039"/>
                  </a:lnTo>
                  <a:lnTo>
                    <a:pt x="399288" y="252984"/>
                  </a:lnTo>
                  <a:lnTo>
                    <a:pt x="365760" y="185927"/>
                  </a:lnTo>
                  <a:lnTo>
                    <a:pt x="329184" y="118872"/>
                  </a:lnTo>
                  <a:lnTo>
                    <a:pt x="311612" y="89585"/>
                  </a:lnTo>
                  <a:close/>
                </a:path>
                <a:path w="494029" h="1466214" extrusionOk="0">
                  <a:moveTo>
                    <a:pt x="237744" y="0"/>
                  </a:moveTo>
                  <a:lnTo>
                    <a:pt x="246888" y="128015"/>
                  </a:lnTo>
                  <a:lnTo>
                    <a:pt x="278800" y="109067"/>
                  </a:lnTo>
                  <a:lnTo>
                    <a:pt x="268224" y="91439"/>
                  </a:lnTo>
                  <a:lnTo>
                    <a:pt x="301751" y="73151"/>
                  </a:lnTo>
                  <a:lnTo>
                    <a:pt x="339290" y="73151"/>
                  </a:lnTo>
                  <a:lnTo>
                    <a:pt x="344424" y="70103"/>
                  </a:lnTo>
                  <a:lnTo>
                    <a:pt x="237744" y="0"/>
                  </a:lnTo>
                  <a:close/>
                </a:path>
                <a:path w="494029" h="1466214" extrusionOk="0">
                  <a:moveTo>
                    <a:pt x="301751" y="73151"/>
                  </a:moveTo>
                  <a:lnTo>
                    <a:pt x="268224" y="91439"/>
                  </a:lnTo>
                  <a:lnTo>
                    <a:pt x="278800" y="109067"/>
                  </a:lnTo>
                  <a:lnTo>
                    <a:pt x="311612" y="89585"/>
                  </a:lnTo>
                  <a:lnTo>
                    <a:pt x="301751" y="73151"/>
                  </a:lnTo>
                  <a:close/>
                </a:path>
                <a:path w="494029" h="1466214" extrusionOk="0">
                  <a:moveTo>
                    <a:pt x="339290" y="73151"/>
                  </a:moveTo>
                  <a:lnTo>
                    <a:pt x="301751" y="73151"/>
                  </a:lnTo>
                  <a:lnTo>
                    <a:pt x="311612" y="89585"/>
                  </a:lnTo>
                  <a:lnTo>
                    <a:pt x="339290" y="73151"/>
                  </a:lnTo>
                  <a:close/>
                </a:path>
              </a:pathLst>
            </a:custGeom>
            <a:solidFill>
              <a:srgbClr val="3333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29" name="Google Shape;1829;g2ff6f630c79_0_1380"/>
            <p:cNvSpPr/>
            <p:nvPr/>
          </p:nvSpPr>
          <p:spPr>
            <a:xfrm>
              <a:off x="5635752" y="2892551"/>
              <a:ext cx="3048000" cy="3274060"/>
            </a:xfrm>
            <a:custGeom>
              <a:avLst/>
              <a:gdLst/>
              <a:ahLst/>
              <a:cxnLst/>
              <a:rect l="l" t="t" r="r" b="b"/>
              <a:pathLst>
                <a:path w="3048000" h="3274060" extrusionOk="0">
                  <a:moveTo>
                    <a:pt x="877824" y="3221736"/>
                  </a:moveTo>
                  <a:lnTo>
                    <a:pt x="45720" y="3221736"/>
                  </a:lnTo>
                  <a:lnTo>
                    <a:pt x="73151" y="3224784"/>
                  </a:lnTo>
                  <a:lnTo>
                    <a:pt x="170687" y="3233928"/>
                  </a:lnTo>
                  <a:lnTo>
                    <a:pt x="249936" y="3240024"/>
                  </a:lnTo>
                  <a:lnTo>
                    <a:pt x="499872" y="3255264"/>
                  </a:lnTo>
                  <a:lnTo>
                    <a:pt x="557784" y="3255264"/>
                  </a:lnTo>
                  <a:lnTo>
                    <a:pt x="621792" y="3258312"/>
                  </a:lnTo>
                  <a:lnTo>
                    <a:pt x="835151" y="3258312"/>
                  </a:lnTo>
                  <a:lnTo>
                    <a:pt x="874776" y="3261360"/>
                  </a:lnTo>
                  <a:lnTo>
                    <a:pt x="920496" y="3261360"/>
                  </a:lnTo>
                  <a:lnTo>
                    <a:pt x="963168" y="3264408"/>
                  </a:lnTo>
                  <a:lnTo>
                    <a:pt x="1008888" y="3264408"/>
                  </a:lnTo>
                  <a:lnTo>
                    <a:pt x="1301496" y="3273552"/>
                  </a:lnTo>
                  <a:lnTo>
                    <a:pt x="1606296" y="3273552"/>
                  </a:lnTo>
                  <a:lnTo>
                    <a:pt x="1706879" y="3270504"/>
                  </a:lnTo>
                  <a:lnTo>
                    <a:pt x="1895855" y="3258312"/>
                  </a:lnTo>
                  <a:lnTo>
                    <a:pt x="1938527" y="3252216"/>
                  </a:lnTo>
                  <a:lnTo>
                    <a:pt x="1981200" y="3249168"/>
                  </a:lnTo>
                  <a:lnTo>
                    <a:pt x="2023872" y="3243072"/>
                  </a:lnTo>
                  <a:lnTo>
                    <a:pt x="2050288" y="3236976"/>
                  </a:lnTo>
                  <a:lnTo>
                    <a:pt x="1405127" y="3236976"/>
                  </a:lnTo>
                  <a:lnTo>
                    <a:pt x="1304544" y="3233928"/>
                  </a:lnTo>
                  <a:lnTo>
                    <a:pt x="1203959" y="3233928"/>
                  </a:lnTo>
                  <a:lnTo>
                    <a:pt x="1011936" y="3227832"/>
                  </a:lnTo>
                  <a:lnTo>
                    <a:pt x="966216" y="3224784"/>
                  </a:lnTo>
                  <a:lnTo>
                    <a:pt x="920496" y="3224784"/>
                  </a:lnTo>
                  <a:lnTo>
                    <a:pt x="877824" y="3221736"/>
                  </a:lnTo>
                  <a:close/>
                </a:path>
                <a:path w="3048000" h="3274060" extrusionOk="0">
                  <a:moveTo>
                    <a:pt x="2240046" y="47080"/>
                  </a:moveTo>
                  <a:lnTo>
                    <a:pt x="2218643" y="78675"/>
                  </a:lnTo>
                  <a:lnTo>
                    <a:pt x="2231136" y="88392"/>
                  </a:lnTo>
                  <a:lnTo>
                    <a:pt x="2267712" y="112775"/>
                  </a:lnTo>
                  <a:lnTo>
                    <a:pt x="2304288" y="140208"/>
                  </a:lnTo>
                  <a:lnTo>
                    <a:pt x="2404872" y="231648"/>
                  </a:lnTo>
                  <a:lnTo>
                    <a:pt x="2471928" y="298703"/>
                  </a:lnTo>
                  <a:lnTo>
                    <a:pt x="2502407" y="335280"/>
                  </a:lnTo>
                  <a:lnTo>
                    <a:pt x="2535936" y="371856"/>
                  </a:lnTo>
                  <a:lnTo>
                    <a:pt x="2563368" y="411480"/>
                  </a:lnTo>
                  <a:lnTo>
                    <a:pt x="2593848" y="454151"/>
                  </a:lnTo>
                  <a:lnTo>
                    <a:pt x="2621279" y="496824"/>
                  </a:lnTo>
                  <a:lnTo>
                    <a:pt x="2651759" y="542544"/>
                  </a:lnTo>
                  <a:lnTo>
                    <a:pt x="2676144" y="591312"/>
                  </a:lnTo>
                  <a:lnTo>
                    <a:pt x="2703576" y="640080"/>
                  </a:lnTo>
                  <a:lnTo>
                    <a:pt x="2785872" y="804672"/>
                  </a:lnTo>
                  <a:lnTo>
                    <a:pt x="2813304" y="865632"/>
                  </a:lnTo>
                  <a:lnTo>
                    <a:pt x="2837688" y="923544"/>
                  </a:lnTo>
                  <a:lnTo>
                    <a:pt x="2862072" y="987551"/>
                  </a:lnTo>
                  <a:lnTo>
                    <a:pt x="2883407" y="1048512"/>
                  </a:lnTo>
                  <a:lnTo>
                    <a:pt x="2904744" y="1112520"/>
                  </a:lnTo>
                  <a:lnTo>
                    <a:pt x="2923031" y="1176527"/>
                  </a:lnTo>
                  <a:lnTo>
                    <a:pt x="2941320" y="1243584"/>
                  </a:lnTo>
                  <a:lnTo>
                    <a:pt x="2956559" y="1307592"/>
                  </a:lnTo>
                  <a:lnTo>
                    <a:pt x="2971800" y="1374648"/>
                  </a:lnTo>
                  <a:lnTo>
                    <a:pt x="2980944" y="1441703"/>
                  </a:lnTo>
                  <a:lnTo>
                    <a:pt x="2990088" y="1505712"/>
                  </a:lnTo>
                  <a:lnTo>
                    <a:pt x="3002279" y="1645920"/>
                  </a:lnTo>
                  <a:lnTo>
                    <a:pt x="3005328" y="1719072"/>
                  </a:lnTo>
                  <a:lnTo>
                    <a:pt x="3008376" y="1798320"/>
                  </a:lnTo>
                  <a:lnTo>
                    <a:pt x="3011424" y="1874520"/>
                  </a:lnTo>
                  <a:lnTo>
                    <a:pt x="3008376" y="1953768"/>
                  </a:lnTo>
                  <a:lnTo>
                    <a:pt x="3008376" y="2033016"/>
                  </a:lnTo>
                  <a:lnTo>
                    <a:pt x="3002279" y="2112264"/>
                  </a:lnTo>
                  <a:lnTo>
                    <a:pt x="2996183" y="2188464"/>
                  </a:lnTo>
                  <a:lnTo>
                    <a:pt x="2987040" y="2264664"/>
                  </a:lnTo>
                  <a:lnTo>
                    <a:pt x="2974848" y="2340864"/>
                  </a:lnTo>
                  <a:lnTo>
                    <a:pt x="2962655" y="2410968"/>
                  </a:lnTo>
                  <a:lnTo>
                    <a:pt x="2944368" y="2481072"/>
                  </a:lnTo>
                  <a:lnTo>
                    <a:pt x="2926079" y="2545080"/>
                  </a:lnTo>
                  <a:lnTo>
                    <a:pt x="2913888" y="2575560"/>
                  </a:lnTo>
                  <a:lnTo>
                    <a:pt x="2904744" y="2602992"/>
                  </a:lnTo>
                  <a:lnTo>
                    <a:pt x="2880359" y="2657856"/>
                  </a:lnTo>
                  <a:lnTo>
                    <a:pt x="2849879" y="2709672"/>
                  </a:lnTo>
                  <a:lnTo>
                    <a:pt x="2788920" y="2801112"/>
                  </a:lnTo>
                  <a:lnTo>
                    <a:pt x="2752344" y="2843784"/>
                  </a:lnTo>
                  <a:lnTo>
                    <a:pt x="2715768" y="2883408"/>
                  </a:lnTo>
                  <a:lnTo>
                    <a:pt x="2676144" y="2919984"/>
                  </a:lnTo>
                  <a:lnTo>
                    <a:pt x="2633472" y="2956560"/>
                  </a:lnTo>
                  <a:lnTo>
                    <a:pt x="2587752" y="2987040"/>
                  </a:lnTo>
                  <a:lnTo>
                    <a:pt x="2490216" y="3048000"/>
                  </a:lnTo>
                  <a:lnTo>
                    <a:pt x="2435352" y="3075432"/>
                  </a:lnTo>
                  <a:lnTo>
                    <a:pt x="2380488" y="3099816"/>
                  </a:lnTo>
                  <a:lnTo>
                    <a:pt x="2322576" y="3121152"/>
                  </a:lnTo>
                  <a:lnTo>
                    <a:pt x="2261616" y="3142488"/>
                  </a:lnTo>
                  <a:lnTo>
                    <a:pt x="2194559" y="3163824"/>
                  </a:lnTo>
                  <a:lnTo>
                    <a:pt x="2130552" y="3182112"/>
                  </a:lnTo>
                  <a:lnTo>
                    <a:pt x="2057400" y="3197352"/>
                  </a:lnTo>
                  <a:lnTo>
                    <a:pt x="1978152" y="3209544"/>
                  </a:lnTo>
                  <a:lnTo>
                    <a:pt x="1935479" y="3215640"/>
                  </a:lnTo>
                  <a:lnTo>
                    <a:pt x="1892807" y="3218688"/>
                  </a:lnTo>
                  <a:lnTo>
                    <a:pt x="1847088" y="3224784"/>
                  </a:lnTo>
                  <a:lnTo>
                    <a:pt x="1801368" y="3227832"/>
                  </a:lnTo>
                  <a:lnTo>
                    <a:pt x="1505712" y="3236976"/>
                  </a:lnTo>
                  <a:lnTo>
                    <a:pt x="2050288" y="3236976"/>
                  </a:lnTo>
                  <a:lnTo>
                    <a:pt x="2063496" y="3233928"/>
                  </a:lnTo>
                  <a:lnTo>
                    <a:pt x="2103120" y="3227832"/>
                  </a:lnTo>
                  <a:lnTo>
                    <a:pt x="2136648" y="3218688"/>
                  </a:lnTo>
                  <a:lnTo>
                    <a:pt x="2206752" y="3200400"/>
                  </a:lnTo>
                  <a:lnTo>
                    <a:pt x="2334768" y="3157728"/>
                  </a:lnTo>
                  <a:lnTo>
                    <a:pt x="2395728" y="3133344"/>
                  </a:lnTo>
                  <a:lnTo>
                    <a:pt x="2450592" y="3108960"/>
                  </a:lnTo>
                  <a:lnTo>
                    <a:pt x="2505455" y="3081528"/>
                  </a:lnTo>
                  <a:lnTo>
                    <a:pt x="2609088" y="3020568"/>
                  </a:lnTo>
                  <a:lnTo>
                    <a:pt x="2654807" y="2987040"/>
                  </a:lnTo>
                  <a:lnTo>
                    <a:pt x="2700528" y="2950464"/>
                  </a:lnTo>
                  <a:lnTo>
                    <a:pt x="2740152" y="2910840"/>
                  </a:lnTo>
                  <a:lnTo>
                    <a:pt x="2779776" y="2868168"/>
                  </a:lnTo>
                  <a:lnTo>
                    <a:pt x="2816352" y="2825496"/>
                  </a:lnTo>
                  <a:lnTo>
                    <a:pt x="2852928" y="2779776"/>
                  </a:lnTo>
                  <a:lnTo>
                    <a:pt x="2883407" y="2727960"/>
                  </a:lnTo>
                  <a:lnTo>
                    <a:pt x="2910840" y="2676144"/>
                  </a:lnTo>
                  <a:lnTo>
                    <a:pt x="2926079" y="2648712"/>
                  </a:lnTo>
                  <a:lnTo>
                    <a:pt x="2962655" y="2557272"/>
                  </a:lnTo>
                  <a:lnTo>
                    <a:pt x="2980944" y="2490216"/>
                  </a:lnTo>
                  <a:lnTo>
                    <a:pt x="2999231" y="2420112"/>
                  </a:lnTo>
                  <a:lnTo>
                    <a:pt x="3014472" y="2346960"/>
                  </a:lnTo>
                  <a:lnTo>
                    <a:pt x="3032759" y="2194560"/>
                  </a:lnTo>
                  <a:lnTo>
                    <a:pt x="3041904" y="2115312"/>
                  </a:lnTo>
                  <a:lnTo>
                    <a:pt x="3045064" y="2033016"/>
                  </a:lnTo>
                  <a:lnTo>
                    <a:pt x="3048000" y="1953768"/>
                  </a:lnTo>
                  <a:lnTo>
                    <a:pt x="3048000" y="1795272"/>
                  </a:lnTo>
                  <a:lnTo>
                    <a:pt x="3041904" y="1642872"/>
                  </a:lnTo>
                  <a:lnTo>
                    <a:pt x="3029712" y="1502664"/>
                  </a:lnTo>
                  <a:lnTo>
                    <a:pt x="3020568" y="1435608"/>
                  </a:lnTo>
                  <a:lnTo>
                    <a:pt x="2996183" y="1301496"/>
                  </a:lnTo>
                  <a:lnTo>
                    <a:pt x="2959607" y="1167384"/>
                  </a:lnTo>
                  <a:lnTo>
                    <a:pt x="2941320" y="1103376"/>
                  </a:lnTo>
                  <a:lnTo>
                    <a:pt x="2919983" y="1036320"/>
                  </a:lnTo>
                  <a:lnTo>
                    <a:pt x="2895600" y="972312"/>
                  </a:lnTo>
                  <a:lnTo>
                    <a:pt x="2846831" y="850392"/>
                  </a:lnTo>
                  <a:lnTo>
                    <a:pt x="2819400" y="789432"/>
                  </a:lnTo>
                  <a:lnTo>
                    <a:pt x="2795016" y="731520"/>
                  </a:lnTo>
                  <a:lnTo>
                    <a:pt x="2767583" y="676656"/>
                  </a:lnTo>
                  <a:lnTo>
                    <a:pt x="2740152" y="624839"/>
                  </a:lnTo>
                  <a:lnTo>
                    <a:pt x="2709672" y="573024"/>
                  </a:lnTo>
                  <a:lnTo>
                    <a:pt x="2682240" y="524256"/>
                  </a:lnTo>
                  <a:lnTo>
                    <a:pt x="2627376" y="432815"/>
                  </a:lnTo>
                  <a:lnTo>
                    <a:pt x="2596896" y="390144"/>
                  </a:lnTo>
                  <a:lnTo>
                    <a:pt x="2563368" y="350520"/>
                  </a:lnTo>
                  <a:lnTo>
                    <a:pt x="2532888" y="310896"/>
                  </a:lnTo>
                  <a:lnTo>
                    <a:pt x="2465831" y="237744"/>
                  </a:lnTo>
                  <a:lnTo>
                    <a:pt x="2398776" y="170687"/>
                  </a:lnTo>
                  <a:lnTo>
                    <a:pt x="2362200" y="140208"/>
                  </a:lnTo>
                  <a:lnTo>
                    <a:pt x="2328672" y="112775"/>
                  </a:lnTo>
                  <a:lnTo>
                    <a:pt x="2255520" y="57912"/>
                  </a:lnTo>
                  <a:lnTo>
                    <a:pt x="2240046" y="47080"/>
                  </a:lnTo>
                  <a:close/>
                </a:path>
                <a:path w="3048000" h="3274060" extrusionOk="0">
                  <a:moveTo>
                    <a:pt x="24384" y="3182112"/>
                  </a:moveTo>
                  <a:lnTo>
                    <a:pt x="0" y="3182112"/>
                  </a:lnTo>
                  <a:lnTo>
                    <a:pt x="0" y="3218688"/>
                  </a:lnTo>
                  <a:lnTo>
                    <a:pt x="21336" y="3221736"/>
                  </a:lnTo>
                  <a:lnTo>
                    <a:pt x="795527" y="3221736"/>
                  </a:lnTo>
                  <a:lnTo>
                    <a:pt x="755903" y="3218688"/>
                  </a:lnTo>
                  <a:lnTo>
                    <a:pt x="560832" y="3218688"/>
                  </a:lnTo>
                  <a:lnTo>
                    <a:pt x="499872" y="3215640"/>
                  </a:lnTo>
                  <a:lnTo>
                    <a:pt x="445008" y="3215640"/>
                  </a:lnTo>
                  <a:lnTo>
                    <a:pt x="252984" y="3203448"/>
                  </a:lnTo>
                  <a:lnTo>
                    <a:pt x="173736" y="3197352"/>
                  </a:lnTo>
                  <a:lnTo>
                    <a:pt x="76200" y="3188208"/>
                  </a:lnTo>
                  <a:lnTo>
                    <a:pt x="48768" y="3185160"/>
                  </a:lnTo>
                  <a:lnTo>
                    <a:pt x="24384" y="3182112"/>
                  </a:lnTo>
                  <a:close/>
                </a:path>
                <a:path w="3048000" h="3274060" extrusionOk="0">
                  <a:moveTo>
                    <a:pt x="2133600" y="0"/>
                  </a:moveTo>
                  <a:lnTo>
                    <a:pt x="2197607" y="109727"/>
                  </a:lnTo>
                  <a:lnTo>
                    <a:pt x="2218643" y="78675"/>
                  </a:lnTo>
                  <a:lnTo>
                    <a:pt x="2203704" y="67056"/>
                  </a:lnTo>
                  <a:lnTo>
                    <a:pt x="2225040" y="36575"/>
                  </a:lnTo>
                  <a:lnTo>
                    <a:pt x="2247162" y="36575"/>
                  </a:lnTo>
                  <a:lnTo>
                    <a:pt x="2261616" y="15239"/>
                  </a:lnTo>
                  <a:lnTo>
                    <a:pt x="2133600" y="0"/>
                  </a:lnTo>
                  <a:close/>
                </a:path>
                <a:path w="3048000" h="3274060" extrusionOk="0">
                  <a:moveTo>
                    <a:pt x="2225040" y="36575"/>
                  </a:moveTo>
                  <a:lnTo>
                    <a:pt x="2203704" y="67056"/>
                  </a:lnTo>
                  <a:lnTo>
                    <a:pt x="2218643" y="78675"/>
                  </a:lnTo>
                  <a:lnTo>
                    <a:pt x="2240046" y="47080"/>
                  </a:lnTo>
                  <a:lnTo>
                    <a:pt x="2225040" y="36575"/>
                  </a:lnTo>
                  <a:close/>
                </a:path>
                <a:path w="3048000" h="3274060" extrusionOk="0">
                  <a:moveTo>
                    <a:pt x="2247162" y="36575"/>
                  </a:moveTo>
                  <a:lnTo>
                    <a:pt x="2225040" y="36575"/>
                  </a:lnTo>
                  <a:lnTo>
                    <a:pt x="2240046" y="47080"/>
                  </a:lnTo>
                  <a:lnTo>
                    <a:pt x="2247162" y="36575"/>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30" name="Google Shape;1830;g2ff6f630c79_0_1380"/>
            <p:cNvSpPr/>
            <p:nvPr/>
          </p:nvSpPr>
          <p:spPr>
            <a:xfrm>
              <a:off x="5779008" y="4264151"/>
              <a:ext cx="1685925" cy="1082039"/>
            </a:xfrm>
            <a:custGeom>
              <a:avLst/>
              <a:gdLst/>
              <a:ahLst/>
              <a:cxnLst/>
              <a:rect l="l" t="t" r="r" b="b"/>
              <a:pathLst>
                <a:path w="1685925" h="1082039" extrusionOk="0">
                  <a:moveTo>
                    <a:pt x="1577503" y="44152"/>
                  </a:moveTo>
                  <a:lnTo>
                    <a:pt x="1133856" y="329184"/>
                  </a:lnTo>
                  <a:lnTo>
                    <a:pt x="914399" y="466344"/>
                  </a:lnTo>
                  <a:lnTo>
                    <a:pt x="844295" y="512064"/>
                  </a:lnTo>
                  <a:lnTo>
                    <a:pt x="710183" y="597408"/>
                  </a:lnTo>
                  <a:lnTo>
                    <a:pt x="646176" y="640080"/>
                  </a:lnTo>
                  <a:lnTo>
                    <a:pt x="582167" y="679704"/>
                  </a:lnTo>
                  <a:lnTo>
                    <a:pt x="521207" y="716280"/>
                  </a:lnTo>
                  <a:lnTo>
                    <a:pt x="466343" y="752856"/>
                  </a:lnTo>
                  <a:lnTo>
                    <a:pt x="408431" y="789432"/>
                  </a:lnTo>
                  <a:lnTo>
                    <a:pt x="356615" y="822960"/>
                  </a:lnTo>
                  <a:lnTo>
                    <a:pt x="307847" y="853440"/>
                  </a:lnTo>
                  <a:lnTo>
                    <a:pt x="262127" y="883920"/>
                  </a:lnTo>
                  <a:lnTo>
                    <a:pt x="219455" y="911352"/>
                  </a:lnTo>
                  <a:lnTo>
                    <a:pt x="179831" y="935736"/>
                  </a:lnTo>
                  <a:lnTo>
                    <a:pt x="143255" y="960120"/>
                  </a:lnTo>
                  <a:lnTo>
                    <a:pt x="109727" y="978408"/>
                  </a:lnTo>
                  <a:lnTo>
                    <a:pt x="82295" y="996696"/>
                  </a:lnTo>
                  <a:lnTo>
                    <a:pt x="57912" y="1014984"/>
                  </a:lnTo>
                  <a:lnTo>
                    <a:pt x="36575" y="1027176"/>
                  </a:lnTo>
                  <a:lnTo>
                    <a:pt x="21336" y="1036320"/>
                  </a:lnTo>
                  <a:lnTo>
                    <a:pt x="12191" y="1042416"/>
                  </a:lnTo>
                  <a:lnTo>
                    <a:pt x="9143" y="1045464"/>
                  </a:lnTo>
                  <a:lnTo>
                    <a:pt x="3047" y="1048512"/>
                  </a:lnTo>
                  <a:lnTo>
                    <a:pt x="0" y="1051560"/>
                  </a:lnTo>
                  <a:lnTo>
                    <a:pt x="18287" y="1082040"/>
                  </a:lnTo>
                  <a:lnTo>
                    <a:pt x="21336" y="1082040"/>
                  </a:lnTo>
                  <a:lnTo>
                    <a:pt x="24383" y="1078992"/>
                  </a:lnTo>
                  <a:lnTo>
                    <a:pt x="30479" y="1075944"/>
                  </a:lnTo>
                  <a:lnTo>
                    <a:pt x="33527" y="1072896"/>
                  </a:lnTo>
                  <a:lnTo>
                    <a:pt x="39624" y="1069848"/>
                  </a:lnTo>
                  <a:lnTo>
                    <a:pt x="76200" y="1045464"/>
                  </a:lnTo>
                  <a:lnTo>
                    <a:pt x="103631" y="1030224"/>
                  </a:lnTo>
                  <a:lnTo>
                    <a:pt x="131063" y="1011936"/>
                  </a:lnTo>
                  <a:lnTo>
                    <a:pt x="283463" y="914400"/>
                  </a:lnTo>
                  <a:lnTo>
                    <a:pt x="329183" y="886968"/>
                  </a:lnTo>
                  <a:lnTo>
                    <a:pt x="377951" y="853440"/>
                  </a:lnTo>
                  <a:lnTo>
                    <a:pt x="429767" y="819912"/>
                  </a:lnTo>
                  <a:lnTo>
                    <a:pt x="484631" y="786384"/>
                  </a:lnTo>
                  <a:lnTo>
                    <a:pt x="542543" y="749808"/>
                  </a:lnTo>
                  <a:lnTo>
                    <a:pt x="664463" y="670560"/>
                  </a:lnTo>
                  <a:lnTo>
                    <a:pt x="731519" y="630936"/>
                  </a:lnTo>
                  <a:lnTo>
                    <a:pt x="795527" y="588264"/>
                  </a:lnTo>
                  <a:lnTo>
                    <a:pt x="865632" y="545592"/>
                  </a:lnTo>
                  <a:lnTo>
                    <a:pt x="1005839" y="454152"/>
                  </a:lnTo>
                  <a:lnTo>
                    <a:pt x="1078991" y="408431"/>
                  </a:lnTo>
                  <a:lnTo>
                    <a:pt x="1155191" y="359664"/>
                  </a:lnTo>
                  <a:lnTo>
                    <a:pt x="1383791" y="216408"/>
                  </a:lnTo>
                  <a:lnTo>
                    <a:pt x="1598567" y="77854"/>
                  </a:lnTo>
                  <a:lnTo>
                    <a:pt x="1577503" y="44152"/>
                  </a:lnTo>
                  <a:close/>
                </a:path>
                <a:path w="1685925" h="1082039" extrusionOk="0">
                  <a:moveTo>
                    <a:pt x="1665054" y="33527"/>
                  </a:moveTo>
                  <a:lnTo>
                    <a:pt x="1594103" y="33527"/>
                  </a:lnTo>
                  <a:lnTo>
                    <a:pt x="1615439" y="67056"/>
                  </a:lnTo>
                  <a:lnTo>
                    <a:pt x="1598567" y="77854"/>
                  </a:lnTo>
                  <a:lnTo>
                    <a:pt x="1618488" y="109727"/>
                  </a:lnTo>
                  <a:lnTo>
                    <a:pt x="1665054" y="33527"/>
                  </a:lnTo>
                  <a:close/>
                </a:path>
                <a:path w="1685925" h="1082039" extrusionOk="0">
                  <a:moveTo>
                    <a:pt x="1594103" y="33527"/>
                  </a:moveTo>
                  <a:lnTo>
                    <a:pt x="1577503" y="44152"/>
                  </a:lnTo>
                  <a:lnTo>
                    <a:pt x="1598567" y="77854"/>
                  </a:lnTo>
                  <a:lnTo>
                    <a:pt x="1615439" y="67056"/>
                  </a:lnTo>
                  <a:lnTo>
                    <a:pt x="1594103" y="33527"/>
                  </a:lnTo>
                  <a:close/>
                </a:path>
                <a:path w="1685925" h="1082039" extrusionOk="0">
                  <a:moveTo>
                    <a:pt x="1685543" y="0"/>
                  </a:moveTo>
                  <a:lnTo>
                    <a:pt x="1557527" y="12192"/>
                  </a:lnTo>
                  <a:lnTo>
                    <a:pt x="1577503" y="44152"/>
                  </a:lnTo>
                  <a:lnTo>
                    <a:pt x="1594103" y="33527"/>
                  </a:lnTo>
                  <a:lnTo>
                    <a:pt x="1665054" y="33527"/>
                  </a:lnTo>
                  <a:lnTo>
                    <a:pt x="1685543" y="0"/>
                  </a:lnTo>
                  <a:close/>
                </a:path>
              </a:pathLst>
            </a:custGeom>
            <a:solidFill>
              <a:srgbClr val="00CC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g2ff6f630c79_0_1398"/>
          <p:cNvSpPr txBox="1">
            <a:spLocks noGrp="1"/>
          </p:cNvSpPr>
          <p:nvPr>
            <p:ph type="title"/>
          </p:nvPr>
        </p:nvSpPr>
        <p:spPr>
          <a:xfrm>
            <a:off x="2820987" y="338138"/>
            <a:ext cx="3822600" cy="595200"/>
          </a:xfrm>
          <a:prstGeom prst="rect">
            <a:avLst/>
          </a:prstGeom>
          <a:noFill/>
          <a:ln>
            <a:noFill/>
          </a:ln>
        </p:spPr>
        <p:txBody>
          <a:bodyPr spcFirstLastPara="1" wrap="square" lIns="0" tIns="10075" rIns="0" bIns="0" anchor="ctr" anchorCtr="0">
            <a:spAutoFit/>
          </a:bodyPr>
          <a:lstStyle/>
          <a:p>
            <a:pPr marL="11112" lvl="0" indent="0" algn="ctr" rtl="0">
              <a:lnSpc>
                <a:spcPct val="100000"/>
              </a:lnSpc>
              <a:spcBef>
                <a:spcPts val="0"/>
              </a:spcBef>
              <a:spcAft>
                <a:spcPts val="0"/>
              </a:spcAft>
              <a:buClr>
                <a:srgbClr val="000000"/>
              </a:buClr>
              <a:buSzPts val="3800"/>
              <a:buFont typeface="Arial"/>
              <a:buNone/>
            </a:pPr>
            <a:r>
              <a:rPr lang="en-US" sz="3800" b="0" i="0" u="none">
                <a:solidFill>
                  <a:srgbClr val="000000"/>
                </a:solidFill>
                <a:latin typeface="Arial"/>
                <a:ea typeface="Arial"/>
                <a:cs typeface="Arial"/>
                <a:sym typeface="Arial"/>
              </a:rPr>
              <a:t>Normalized Color</a:t>
            </a:r>
            <a:endParaRPr/>
          </a:p>
        </p:txBody>
      </p:sp>
      <p:grpSp>
        <p:nvGrpSpPr>
          <p:cNvPr id="1837" name="Google Shape;1837;g2ff6f630c79_0_1398"/>
          <p:cNvGrpSpPr/>
          <p:nvPr/>
        </p:nvGrpSpPr>
        <p:grpSpPr>
          <a:xfrm>
            <a:off x="1465303" y="1250171"/>
            <a:ext cx="2575004" cy="1452579"/>
            <a:chOff x="1508760" y="1889760"/>
            <a:chExt cx="2917190" cy="2194560"/>
          </a:xfrm>
        </p:grpSpPr>
        <p:pic>
          <p:nvPicPr>
            <p:cNvPr id="1838" name="Google Shape;1838;g2ff6f630c79_0_1398"/>
            <p:cNvPicPr preferRelativeResize="0"/>
            <p:nvPr/>
          </p:nvPicPr>
          <p:blipFill rotWithShape="1">
            <a:blip r:embed="rId3">
              <a:alphaModFix/>
            </a:blip>
            <a:srcRect/>
            <a:stretch/>
          </p:blipFill>
          <p:spPr>
            <a:xfrm>
              <a:off x="1520952" y="1901952"/>
              <a:ext cx="2895600" cy="2173224"/>
            </a:xfrm>
            <a:prstGeom prst="rect">
              <a:avLst/>
            </a:prstGeom>
            <a:noFill/>
            <a:ln>
              <a:noFill/>
            </a:ln>
          </p:spPr>
        </p:pic>
        <p:sp>
          <p:nvSpPr>
            <p:cNvPr id="1839" name="Google Shape;1839;g2ff6f630c79_0_1398"/>
            <p:cNvSpPr/>
            <p:nvPr/>
          </p:nvSpPr>
          <p:spPr>
            <a:xfrm>
              <a:off x="1508760" y="1889760"/>
              <a:ext cx="2917190" cy="2194560"/>
            </a:xfrm>
            <a:custGeom>
              <a:avLst/>
              <a:gdLst/>
              <a:ahLst/>
              <a:cxnLst/>
              <a:rect l="l" t="t" r="r" b="b"/>
              <a:pathLst>
                <a:path w="2917190" h="2194560" extrusionOk="0">
                  <a:moveTo>
                    <a:pt x="2913888" y="0"/>
                  </a:moveTo>
                  <a:lnTo>
                    <a:pt x="3048" y="0"/>
                  </a:lnTo>
                  <a:lnTo>
                    <a:pt x="0" y="3048"/>
                  </a:lnTo>
                  <a:lnTo>
                    <a:pt x="0" y="2191512"/>
                  </a:lnTo>
                  <a:lnTo>
                    <a:pt x="3048" y="2194560"/>
                  </a:lnTo>
                  <a:lnTo>
                    <a:pt x="2913888" y="2194560"/>
                  </a:lnTo>
                  <a:lnTo>
                    <a:pt x="2916936" y="2191512"/>
                  </a:lnTo>
                  <a:lnTo>
                    <a:pt x="6096" y="2191512"/>
                  </a:lnTo>
                  <a:lnTo>
                    <a:pt x="3048" y="2185416"/>
                  </a:lnTo>
                  <a:lnTo>
                    <a:pt x="9143" y="2185416"/>
                  </a:lnTo>
                  <a:lnTo>
                    <a:pt x="9143" y="9143"/>
                  </a:lnTo>
                  <a:lnTo>
                    <a:pt x="3048" y="9143"/>
                  </a:lnTo>
                  <a:lnTo>
                    <a:pt x="9143" y="3048"/>
                  </a:lnTo>
                  <a:lnTo>
                    <a:pt x="2916936" y="3048"/>
                  </a:lnTo>
                  <a:lnTo>
                    <a:pt x="2913888" y="0"/>
                  </a:lnTo>
                  <a:close/>
                </a:path>
                <a:path w="2917190" h="2194560" extrusionOk="0">
                  <a:moveTo>
                    <a:pt x="9143" y="2185416"/>
                  </a:moveTo>
                  <a:lnTo>
                    <a:pt x="3048" y="2185416"/>
                  </a:lnTo>
                  <a:lnTo>
                    <a:pt x="6096" y="2191512"/>
                  </a:lnTo>
                  <a:lnTo>
                    <a:pt x="9143" y="2188464"/>
                  </a:lnTo>
                  <a:lnTo>
                    <a:pt x="9143" y="2185416"/>
                  </a:lnTo>
                  <a:close/>
                </a:path>
                <a:path w="2917190" h="2194560" extrusionOk="0">
                  <a:moveTo>
                    <a:pt x="2907791" y="2185416"/>
                  </a:moveTo>
                  <a:lnTo>
                    <a:pt x="9143" y="2185416"/>
                  </a:lnTo>
                  <a:lnTo>
                    <a:pt x="9143" y="2188464"/>
                  </a:lnTo>
                  <a:lnTo>
                    <a:pt x="6096" y="2191512"/>
                  </a:lnTo>
                  <a:lnTo>
                    <a:pt x="2913888" y="2191512"/>
                  </a:lnTo>
                  <a:lnTo>
                    <a:pt x="2907791" y="2188464"/>
                  </a:lnTo>
                  <a:lnTo>
                    <a:pt x="2907791" y="2185416"/>
                  </a:lnTo>
                  <a:close/>
                </a:path>
                <a:path w="2917190" h="2194560" extrusionOk="0">
                  <a:moveTo>
                    <a:pt x="2907791" y="3048"/>
                  </a:moveTo>
                  <a:lnTo>
                    <a:pt x="2907791" y="2188464"/>
                  </a:lnTo>
                  <a:lnTo>
                    <a:pt x="2913888" y="2191512"/>
                  </a:lnTo>
                  <a:lnTo>
                    <a:pt x="2910840" y="2185416"/>
                  </a:lnTo>
                  <a:lnTo>
                    <a:pt x="2916936" y="2185416"/>
                  </a:lnTo>
                  <a:lnTo>
                    <a:pt x="2916936" y="9143"/>
                  </a:lnTo>
                  <a:lnTo>
                    <a:pt x="2910840" y="9143"/>
                  </a:lnTo>
                  <a:lnTo>
                    <a:pt x="2913888" y="6095"/>
                  </a:lnTo>
                  <a:lnTo>
                    <a:pt x="2907791" y="3048"/>
                  </a:lnTo>
                  <a:close/>
                </a:path>
                <a:path w="2917190" h="2194560" extrusionOk="0">
                  <a:moveTo>
                    <a:pt x="2916936" y="2185416"/>
                  </a:moveTo>
                  <a:lnTo>
                    <a:pt x="2910840" y="2185416"/>
                  </a:lnTo>
                  <a:lnTo>
                    <a:pt x="2913888" y="2191512"/>
                  </a:lnTo>
                  <a:lnTo>
                    <a:pt x="2916936" y="2191512"/>
                  </a:lnTo>
                  <a:lnTo>
                    <a:pt x="2916936" y="2185416"/>
                  </a:lnTo>
                  <a:close/>
                </a:path>
                <a:path w="2917190" h="2194560" extrusionOk="0">
                  <a:moveTo>
                    <a:pt x="9143" y="3048"/>
                  </a:moveTo>
                  <a:lnTo>
                    <a:pt x="3048" y="9143"/>
                  </a:lnTo>
                  <a:lnTo>
                    <a:pt x="9143" y="9143"/>
                  </a:lnTo>
                  <a:lnTo>
                    <a:pt x="9143" y="3048"/>
                  </a:lnTo>
                  <a:close/>
                </a:path>
                <a:path w="2917190" h="2194560" extrusionOk="0">
                  <a:moveTo>
                    <a:pt x="2907791" y="3048"/>
                  </a:moveTo>
                  <a:lnTo>
                    <a:pt x="9143" y="3048"/>
                  </a:lnTo>
                  <a:lnTo>
                    <a:pt x="9143" y="9143"/>
                  </a:lnTo>
                  <a:lnTo>
                    <a:pt x="2907791" y="9143"/>
                  </a:lnTo>
                  <a:lnTo>
                    <a:pt x="2907791" y="3048"/>
                  </a:lnTo>
                  <a:close/>
                </a:path>
                <a:path w="2917190" h="2194560" extrusionOk="0">
                  <a:moveTo>
                    <a:pt x="2916936" y="3048"/>
                  </a:moveTo>
                  <a:lnTo>
                    <a:pt x="2907791" y="3048"/>
                  </a:lnTo>
                  <a:lnTo>
                    <a:pt x="2913888" y="6095"/>
                  </a:lnTo>
                  <a:lnTo>
                    <a:pt x="2910840" y="9143"/>
                  </a:lnTo>
                  <a:lnTo>
                    <a:pt x="2916936" y="9143"/>
                  </a:lnTo>
                  <a:lnTo>
                    <a:pt x="2916936"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nvGrpSpPr>
          <p:cNvPr id="1840" name="Google Shape;1840;g2ff6f630c79_0_1398"/>
          <p:cNvGrpSpPr/>
          <p:nvPr/>
        </p:nvGrpSpPr>
        <p:grpSpPr>
          <a:xfrm>
            <a:off x="4098792" y="1250232"/>
            <a:ext cx="3525718" cy="1460985"/>
            <a:chOff x="4492752" y="1889759"/>
            <a:chExt cx="3996054" cy="2207260"/>
          </a:xfrm>
        </p:grpSpPr>
        <p:pic>
          <p:nvPicPr>
            <p:cNvPr id="1841" name="Google Shape;1841;g2ff6f630c79_0_1398"/>
            <p:cNvPicPr preferRelativeResize="0"/>
            <p:nvPr/>
          </p:nvPicPr>
          <p:blipFill rotWithShape="1">
            <a:blip r:embed="rId4">
              <a:alphaModFix/>
            </a:blip>
            <a:srcRect/>
            <a:stretch/>
          </p:blipFill>
          <p:spPr>
            <a:xfrm>
              <a:off x="5711952" y="1901952"/>
              <a:ext cx="2767584" cy="2185416"/>
            </a:xfrm>
            <a:prstGeom prst="rect">
              <a:avLst/>
            </a:prstGeom>
            <a:noFill/>
            <a:ln>
              <a:noFill/>
            </a:ln>
          </p:spPr>
        </p:pic>
        <p:sp>
          <p:nvSpPr>
            <p:cNvPr id="1842" name="Google Shape;1842;g2ff6f630c79_0_1398"/>
            <p:cNvSpPr/>
            <p:nvPr/>
          </p:nvSpPr>
          <p:spPr>
            <a:xfrm>
              <a:off x="4492752" y="1889759"/>
              <a:ext cx="3996054" cy="2207260"/>
            </a:xfrm>
            <a:custGeom>
              <a:avLst/>
              <a:gdLst/>
              <a:ahLst/>
              <a:cxnLst/>
              <a:rect l="l" t="t" r="r" b="b"/>
              <a:pathLst>
                <a:path w="3996054" h="2207260" extrusionOk="0">
                  <a:moveTo>
                    <a:pt x="3995928" y="3048"/>
                  </a:moveTo>
                  <a:lnTo>
                    <a:pt x="3992880" y="0"/>
                  </a:lnTo>
                  <a:lnTo>
                    <a:pt x="3986784" y="0"/>
                  </a:lnTo>
                  <a:lnTo>
                    <a:pt x="3986784" y="9144"/>
                  </a:lnTo>
                  <a:lnTo>
                    <a:pt x="3986784" y="2197608"/>
                  </a:lnTo>
                  <a:lnTo>
                    <a:pt x="1216152" y="2197608"/>
                  </a:lnTo>
                  <a:lnTo>
                    <a:pt x="1216152" y="1156716"/>
                  </a:lnTo>
                  <a:lnTo>
                    <a:pt x="1219200" y="1155192"/>
                  </a:lnTo>
                  <a:lnTo>
                    <a:pt x="1216152" y="1153668"/>
                  </a:lnTo>
                  <a:lnTo>
                    <a:pt x="1216152" y="9144"/>
                  </a:lnTo>
                  <a:lnTo>
                    <a:pt x="3986784" y="9144"/>
                  </a:lnTo>
                  <a:lnTo>
                    <a:pt x="3986784" y="0"/>
                  </a:lnTo>
                  <a:lnTo>
                    <a:pt x="1210056" y="0"/>
                  </a:lnTo>
                  <a:lnTo>
                    <a:pt x="1207008" y="3048"/>
                  </a:lnTo>
                  <a:lnTo>
                    <a:pt x="1207008" y="1149096"/>
                  </a:lnTo>
                  <a:lnTo>
                    <a:pt x="1164336" y="1127760"/>
                  </a:lnTo>
                  <a:lnTo>
                    <a:pt x="1048512" y="1069848"/>
                  </a:lnTo>
                  <a:lnTo>
                    <a:pt x="1048512" y="1127760"/>
                  </a:lnTo>
                  <a:lnTo>
                    <a:pt x="0" y="1127760"/>
                  </a:lnTo>
                  <a:lnTo>
                    <a:pt x="0" y="1182624"/>
                  </a:lnTo>
                  <a:lnTo>
                    <a:pt x="1048512" y="1182624"/>
                  </a:lnTo>
                  <a:lnTo>
                    <a:pt x="1048512" y="1240536"/>
                  </a:lnTo>
                  <a:lnTo>
                    <a:pt x="1164323" y="1182624"/>
                  </a:lnTo>
                  <a:lnTo>
                    <a:pt x="1207008" y="1161288"/>
                  </a:lnTo>
                  <a:lnTo>
                    <a:pt x="1207008" y="2203704"/>
                  </a:lnTo>
                  <a:lnTo>
                    <a:pt x="1210056" y="2206752"/>
                  </a:lnTo>
                  <a:lnTo>
                    <a:pt x="3992880" y="2206752"/>
                  </a:lnTo>
                  <a:lnTo>
                    <a:pt x="3995928" y="2203704"/>
                  </a:lnTo>
                  <a:lnTo>
                    <a:pt x="3995928" y="2197608"/>
                  </a:lnTo>
                  <a:lnTo>
                    <a:pt x="3995928" y="9144"/>
                  </a:lnTo>
                  <a:lnTo>
                    <a:pt x="3995928" y="30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843" name="Google Shape;1843;g2ff6f630c79_0_1398"/>
          <p:cNvSpPr txBox="1"/>
          <p:nvPr/>
        </p:nvSpPr>
        <p:spPr>
          <a:xfrm>
            <a:off x="2487612" y="1050131"/>
            <a:ext cx="4989600" cy="242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(r,g,b)	(r’,g’,b’) = (r,g,b) / (r+g+b)</a:t>
            </a:r>
            <a:endParaRPr/>
          </a:p>
        </p:txBody>
      </p:sp>
      <p:sp>
        <p:nvSpPr>
          <p:cNvPr id="1844" name="Google Shape;1844;g2ff6f630c79_0_1398"/>
          <p:cNvSpPr txBox="1"/>
          <p:nvPr/>
        </p:nvSpPr>
        <p:spPr>
          <a:xfrm>
            <a:off x="1876425" y="2833688"/>
            <a:ext cx="5138700" cy="704100"/>
          </a:xfrm>
          <a:prstGeom prst="rect">
            <a:avLst/>
          </a:prstGeom>
          <a:noFill/>
          <a:ln>
            <a:noFill/>
          </a:ln>
        </p:spPr>
        <p:txBody>
          <a:bodyPr spcFirstLastPara="1" wrap="square" lIns="0" tIns="11200" rIns="0" bIns="0" anchor="t" anchorCtr="0">
            <a:spAutoFit/>
          </a:bodyPr>
          <a:lstStyle/>
          <a:p>
            <a:pPr marL="11112" marR="0" lvl="0" indent="0" algn="l" rtl="0">
              <a:lnSpc>
                <a:spcPct val="100000"/>
              </a:lnSpc>
              <a:spcBef>
                <a:spcPts val="0"/>
              </a:spcBef>
              <a:spcAft>
                <a:spcPts val="0"/>
              </a:spcAft>
              <a:buClr>
                <a:schemeClr val="dk1"/>
              </a:buClr>
              <a:buSzPts val="1500"/>
              <a:buFont typeface="Times New Roman"/>
              <a:buNone/>
            </a:pPr>
            <a:r>
              <a:rPr lang="en-US" sz="1500" b="0" i="0" u="none">
                <a:solidFill>
                  <a:schemeClr val="dk1"/>
                </a:solidFill>
                <a:latin typeface="Times New Roman"/>
                <a:ea typeface="Times New Roman"/>
                <a:cs typeface="Times New Roman"/>
                <a:sym typeface="Times New Roman"/>
              </a:rPr>
              <a:t>Normalized color divides out pixel luminance (brightness),  leaving behind only chromaticity (color) information. The  result is less sensitive to variations due to illumination/shading.</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848"/>
        <p:cNvGrpSpPr/>
        <p:nvPr/>
      </p:nvGrpSpPr>
      <p:grpSpPr>
        <a:xfrm>
          <a:off x="0" y="0"/>
          <a:ext cx="0" cy="0"/>
          <a:chOff x="0" y="0"/>
          <a:chExt cx="0" cy="0"/>
        </a:xfrm>
      </p:grpSpPr>
      <p:sp>
        <p:nvSpPr>
          <p:cNvPr id="1849" name="Google Shape;1849;g2ff6f630c79_0_1411"/>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Non-Rigid Object Tracking</a:t>
            </a:r>
            <a:endParaRPr/>
          </a:p>
        </p:txBody>
      </p:sp>
      <p:pic>
        <p:nvPicPr>
          <p:cNvPr id="1850" name="Google Shape;1850;g2ff6f630c79_0_1411"/>
          <p:cNvPicPr preferRelativeResize="0"/>
          <p:nvPr/>
        </p:nvPicPr>
        <p:blipFill rotWithShape="1">
          <a:blip r:embed="rId3">
            <a:alphaModFix/>
          </a:blip>
          <a:srcRect/>
          <a:stretch/>
        </p:blipFill>
        <p:spPr>
          <a:xfrm>
            <a:off x="381000" y="1527571"/>
            <a:ext cx="6286501" cy="2244328"/>
          </a:xfrm>
          <a:prstGeom prst="rect">
            <a:avLst/>
          </a:prstGeom>
          <a:noFill/>
          <a:ln>
            <a:noFill/>
          </a:ln>
        </p:spPr>
      </p:pic>
      <p:cxnSp>
        <p:nvCxnSpPr>
          <p:cNvPr id="1851" name="Google Shape;1851;g2ff6f630c79_0_1411"/>
          <p:cNvCxnSpPr/>
          <p:nvPr/>
        </p:nvCxnSpPr>
        <p:spPr>
          <a:xfrm>
            <a:off x="4038600" y="4057650"/>
            <a:ext cx="914400" cy="0"/>
          </a:xfrm>
          <a:prstGeom prst="straightConnector1">
            <a:avLst/>
          </a:prstGeom>
          <a:noFill/>
          <a:ln w="38100" cap="flat" cmpd="sng">
            <a:solidFill>
              <a:schemeClr val="dk1"/>
            </a:solidFill>
            <a:prstDash val="solid"/>
            <a:miter lim="800000"/>
            <a:headEnd type="none" w="med" len="med"/>
            <a:tailEnd type="triangle" w="med" len="med"/>
          </a:ln>
        </p:spPr>
      </p:cxnSp>
      <p:sp>
        <p:nvSpPr>
          <p:cNvPr id="1852" name="Google Shape;1852;g2ff6f630c79_0_1411"/>
          <p:cNvSpPr txBox="1"/>
          <p:nvPr/>
        </p:nvSpPr>
        <p:spPr>
          <a:xfrm>
            <a:off x="3378200" y="3782615"/>
            <a:ext cx="533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sp>
        <p:nvSpPr>
          <p:cNvPr id="1853" name="Google Shape;1853;g2ff6f630c79_0_1411"/>
          <p:cNvSpPr txBox="1"/>
          <p:nvPr/>
        </p:nvSpPr>
        <p:spPr>
          <a:xfrm>
            <a:off x="5067300" y="3781425"/>
            <a:ext cx="533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857"/>
        <p:cNvGrpSpPr/>
        <p:nvPr/>
      </p:nvGrpSpPr>
      <p:grpSpPr>
        <a:xfrm>
          <a:off x="0" y="0"/>
          <a:ext cx="0" cy="0"/>
          <a:chOff x="0" y="0"/>
          <a:chExt cx="0" cy="0"/>
        </a:xfrm>
      </p:grpSpPr>
      <p:grpSp>
        <p:nvGrpSpPr>
          <p:cNvPr id="1858" name="Google Shape;1858;g2ff6f630c79_0_1419"/>
          <p:cNvGrpSpPr/>
          <p:nvPr/>
        </p:nvGrpSpPr>
        <p:grpSpPr>
          <a:xfrm>
            <a:off x="381000" y="2486025"/>
            <a:ext cx="5870523" cy="2714625"/>
            <a:chOff x="240" y="2088"/>
            <a:chExt cx="3698" cy="2280"/>
          </a:xfrm>
        </p:grpSpPr>
        <p:pic>
          <p:nvPicPr>
            <p:cNvPr id="1859" name="Google Shape;1859;g2ff6f630c79_0_1419"/>
            <p:cNvPicPr preferRelativeResize="0"/>
            <p:nvPr/>
          </p:nvPicPr>
          <p:blipFill rotWithShape="1">
            <a:blip r:embed="rId3">
              <a:alphaModFix/>
            </a:blip>
            <a:srcRect/>
            <a:stretch/>
          </p:blipFill>
          <p:spPr>
            <a:xfrm>
              <a:off x="344" y="2088"/>
              <a:ext cx="2400" cy="1704"/>
            </a:xfrm>
            <a:prstGeom prst="rect">
              <a:avLst/>
            </a:prstGeom>
            <a:noFill/>
            <a:ln>
              <a:noFill/>
            </a:ln>
          </p:spPr>
        </p:pic>
        <p:sp>
          <p:nvSpPr>
            <p:cNvPr id="1860" name="Google Shape;1860;g2ff6f630c79_0_1419"/>
            <p:cNvSpPr txBox="1"/>
            <p:nvPr/>
          </p:nvSpPr>
          <p:spPr>
            <a:xfrm>
              <a:off x="584" y="3768"/>
              <a:ext cx="6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Current frame</a:t>
              </a:r>
              <a:endParaRPr/>
            </a:p>
          </p:txBody>
        </p:sp>
        <p:cxnSp>
          <p:nvCxnSpPr>
            <p:cNvPr id="1861" name="Google Shape;1861;g2ff6f630c79_0_1419"/>
            <p:cNvCxnSpPr/>
            <p:nvPr/>
          </p:nvCxnSpPr>
          <p:spPr>
            <a:xfrm>
              <a:off x="1304" y="3992"/>
              <a:ext cx="600" cy="0"/>
            </a:xfrm>
            <a:prstGeom prst="straightConnector1">
              <a:avLst/>
            </a:prstGeom>
            <a:noFill/>
            <a:ln w="38100" cap="flat" cmpd="sng">
              <a:solidFill>
                <a:schemeClr val="dk1"/>
              </a:solidFill>
              <a:prstDash val="solid"/>
              <a:miter lim="800000"/>
              <a:headEnd type="none" w="med" len="med"/>
              <a:tailEnd type="triangle" w="med" len="med"/>
            </a:ln>
          </p:spPr>
        </p:cxnSp>
        <p:sp>
          <p:nvSpPr>
            <p:cNvPr id="1862" name="Google Shape;1862;g2ff6f630c79_0_1419"/>
            <p:cNvSpPr txBox="1"/>
            <p:nvPr/>
          </p:nvSpPr>
          <p:spPr>
            <a:xfrm>
              <a:off x="240" y="3760"/>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sp>
          <p:nvSpPr>
            <p:cNvPr id="1863" name="Google Shape;1863;g2ff6f630c79_0_1419"/>
            <p:cNvSpPr txBox="1"/>
            <p:nvPr/>
          </p:nvSpPr>
          <p:spPr>
            <a:xfrm>
              <a:off x="1976" y="3760"/>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pic>
          <p:nvPicPr>
            <p:cNvPr id="1864" name="Google Shape;1864;g2ff6f630c79_0_1419"/>
            <p:cNvPicPr preferRelativeResize="0"/>
            <p:nvPr/>
          </p:nvPicPr>
          <p:blipFill rotWithShape="1">
            <a:blip r:embed="rId4">
              <a:alphaModFix/>
            </a:blip>
            <a:srcRect/>
            <a:stretch/>
          </p:blipFill>
          <p:spPr>
            <a:xfrm>
              <a:off x="2704" y="2088"/>
              <a:ext cx="1234" cy="1704"/>
            </a:xfrm>
            <a:prstGeom prst="rect">
              <a:avLst/>
            </a:prstGeom>
            <a:noFill/>
            <a:ln>
              <a:noFill/>
            </a:ln>
          </p:spPr>
        </p:pic>
      </p:grpSp>
      <p:sp>
        <p:nvSpPr>
          <p:cNvPr id="1865" name="Google Shape;1865;g2ff6f630c79_0_1419"/>
          <p:cNvSpPr txBox="1">
            <a:spLocks noGrp="1"/>
          </p:cNvSpPr>
          <p:nvPr>
            <p:ph type="title"/>
          </p:nvPr>
        </p:nvSpPr>
        <p:spPr>
          <a:xfrm>
            <a:off x="255550" y="320269"/>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3800" b="1" i="0" u="none">
                <a:solidFill>
                  <a:srgbClr val="0066FF"/>
                </a:solidFill>
                <a:latin typeface="Arial"/>
                <a:ea typeface="Arial"/>
                <a:cs typeface="Arial"/>
                <a:sym typeface="Arial"/>
              </a:rPr>
              <a:t>Mean-Shift Object Tracking</a:t>
            </a:r>
            <a:br>
              <a:rPr lang="en-US" sz="3800" b="1" i="0" u="none">
                <a:solidFill>
                  <a:srgbClr val="0066FF"/>
                </a:solidFill>
                <a:latin typeface="Arial"/>
                <a:ea typeface="Arial"/>
                <a:cs typeface="Arial"/>
                <a:sym typeface="Arial"/>
              </a:rPr>
            </a:br>
            <a:r>
              <a:rPr lang="en-US" sz="2200" b="1" i="0" u="none">
                <a:solidFill>
                  <a:srgbClr val="0066FF"/>
                </a:solidFill>
                <a:latin typeface="Arial"/>
                <a:ea typeface="Arial"/>
                <a:cs typeface="Arial"/>
                <a:sym typeface="Arial"/>
              </a:rPr>
              <a:t>General Framework: Target Representation</a:t>
            </a:r>
            <a:endParaRPr sz="2600"/>
          </a:p>
        </p:txBody>
      </p:sp>
      <p:grpSp>
        <p:nvGrpSpPr>
          <p:cNvPr id="1866" name="Google Shape;1866;g2ff6f630c79_0_1419"/>
          <p:cNvGrpSpPr/>
          <p:nvPr/>
        </p:nvGrpSpPr>
        <p:grpSpPr>
          <a:xfrm>
            <a:off x="2489200" y="1428750"/>
            <a:ext cx="2997200" cy="714375"/>
            <a:chOff x="1568" y="1200"/>
            <a:chExt cx="1888" cy="600"/>
          </a:xfrm>
        </p:grpSpPr>
        <p:cxnSp>
          <p:nvCxnSpPr>
            <p:cNvPr id="1867" name="Google Shape;1867;g2ff6f630c79_0_1419"/>
            <p:cNvCxnSpPr/>
            <p:nvPr/>
          </p:nvCxnSpPr>
          <p:spPr>
            <a:xfrm>
              <a:off x="1568" y="1536"/>
              <a:ext cx="600" cy="0"/>
            </a:xfrm>
            <a:prstGeom prst="straightConnector1">
              <a:avLst/>
            </a:prstGeom>
            <a:noFill/>
            <a:ln w="57150" cap="flat" cmpd="sng">
              <a:solidFill>
                <a:srgbClr val="0000FF"/>
              </a:solidFill>
              <a:prstDash val="solid"/>
              <a:miter lim="800000"/>
              <a:headEnd type="none" w="med" len="med"/>
              <a:tailEnd type="triangle" w="med" len="med"/>
            </a:ln>
          </p:spPr>
        </p:cxnSp>
        <p:sp>
          <p:nvSpPr>
            <p:cNvPr id="1868" name="Google Shape;1868;g2ff6f630c79_0_1419"/>
            <p:cNvSpPr/>
            <p:nvPr/>
          </p:nvSpPr>
          <p:spPr>
            <a:xfrm>
              <a:off x="2256" y="1200"/>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Choose a feature space</a:t>
              </a:r>
              <a:endParaRPr/>
            </a:p>
          </p:txBody>
        </p:sp>
      </p:grpSp>
      <p:grpSp>
        <p:nvGrpSpPr>
          <p:cNvPr id="1869" name="Google Shape;1869;g2ff6f630c79_0_1419"/>
          <p:cNvGrpSpPr/>
          <p:nvPr/>
        </p:nvGrpSpPr>
        <p:grpSpPr>
          <a:xfrm>
            <a:off x="5588000" y="1428750"/>
            <a:ext cx="3022600" cy="714375"/>
            <a:chOff x="3520" y="1200"/>
            <a:chExt cx="1904" cy="600"/>
          </a:xfrm>
        </p:grpSpPr>
        <p:sp>
          <p:nvSpPr>
            <p:cNvPr id="1870" name="Google Shape;1870;g2ff6f630c79_0_1419"/>
            <p:cNvSpPr/>
            <p:nvPr/>
          </p:nvSpPr>
          <p:spPr>
            <a:xfrm>
              <a:off x="4224" y="1200"/>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Represent the model in the chosen feature space</a:t>
              </a:r>
              <a:endParaRPr/>
            </a:p>
          </p:txBody>
        </p:sp>
        <p:cxnSp>
          <p:nvCxnSpPr>
            <p:cNvPr id="1871" name="Google Shape;1871;g2ff6f630c79_0_1419"/>
            <p:cNvCxnSpPr/>
            <p:nvPr/>
          </p:nvCxnSpPr>
          <p:spPr>
            <a:xfrm>
              <a:off x="3520" y="1536"/>
              <a:ext cx="600" cy="0"/>
            </a:xfrm>
            <a:prstGeom prst="straightConnector1">
              <a:avLst/>
            </a:prstGeom>
            <a:noFill/>
            <a:ln w="57150" cap="flat" cmpd="sng">
              <a:solidFill>
                <a:srgbClr val="0000FF"/>
              </a:solidFill>
              <a:prstDash val="solid"/>
              <a:miter lim="800000"/>
              <a:headEnd type="none" w="med" len="med"/>
              <a:tailEnd type="triangle" w="med" len="med"/>
            </a:ln>
          </p:spPr>
        </p:cxnSp>
      </p:grpSp>
      <p:grpSp>
        <p:nvGrpSpPr>
          <p:cNvPr id="1872" name="Google Shape;1872;g2ff6f630c79_0_1419"/>
          <p:cNvGrpSpPr/>
          <p:nvPr/>
        </p:nvGrpSpPr>
        <p:grpSpPr>
          <a:xfrm>
            <a:off x="533400" y="1400175"/>
            <a:ext cx="1905000" cy="2014538"/>
            <a:chOff x="336" y="1176"/>
            <a:chExt cx="1200" cy="1692"/>
          </a:xfrm>
        </p:grpSpPr>
        <p:sp>
          <p:nvSpPr>
            <p:cNvPr id="1873" name="Google Shape;1873;g2ff6f630c79_0_1419"/>
            <p:cNvSpPr/>
            <p:nvPr/>
          </p:nvSpPr>
          <p:spPr>
            <a:xfrm>
              <a:off x="336" y="1176"/>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Choose a reference model in the current frame</a:t>
              </a:r>
              <a:endParaRPr/>
            </a:p>
          </p:txBody>
        </p:sp>
        <p:cxnSp>
          <p:nvCxnSpPr>
            <p:cNvPr id="1874" name="Google Shape;1874;g2ff6f630c79_0_1419"/>
            <p:cNvCxnSpPr/>
            <p:nvPr/>
          </p:nvCxnSpPr>
          <p:spPr>
            <a:xfrm>
              <a:off x="864" y="1968"/>
              <a:ext cx="0" cy="900"/>
            </a:xfrm>
            <a:prstGeom prst="straightConnector1">
              <a:avLst/>
            </a:prstGeom>
            <a:noFill/>
            <a:ln w="38100" cap="flat" cmpd="sng">
              <a:solidFill>
                <a:srgbClr val="33CC33"/>
              </a:solidFill>
              <a:prstDash val="solid"/>
              <a:miter lim="800000"/>
              <a:headEnd type="none" w="med" len="med"/>
              <a:tailEnd type="triangle" w="med" len="med"/>
            </a:ln>
          </p:spPr>
        </p:cxn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grpSp>
        <p:nvGrpSpPr>
          <p:cNvPr id="1879" name="Google Shape;1879;g2ff6f630c79_0_1439"/>
          <p:cNvGrpSpPr/>
          <p:nvPr/>
        </p:nvGrpSpPr>
        <p:grpSpPr>
          <a:xfrm>
            <a:off x="546100" y="2343150"/>
            <a:ext cx="4279068" cy="2028527"/>
            <a:chOff x="344" y="2088"/>
            <a:chExt cx="3594" cy="1704"/>
          </a:xfrm>
        </p:grpSpPr>
        <p:pic>
          <p:nvPicPr>
            <p:cNvPr id="1880" name="Google Shape;1880;g2ff6f630c79_0_1439"/>
            <p:cNvPicPr preferRelativeResize="0"/>
            <p:nvPr/>
          </p:nvPicPr>
          <p:blipFill rotWithShape="1">
            <a:blip r:embed="rId3">
              <a:alphaModFix/>
            </a:blip>
            <a:srcRect/>
            <a:stretch/>
          </p:blipFill>
          <p:spPr>
            <a:xfrm>
              <a:off x="344" y="2088"/>
              <a:ext cx="2400" cy="1704"/>
            </a:xfrm>
            <a:prstGeom prst="rect">
              <a:avLst/>
            </a:prstGeom>
            <a:noFill/>
            <a:ln>
              <a:noFill/>
            </a:ln>
          </p:spPr>
        </p:pic>
        <p:pic>
          <p:nvPicPr>
            <p:cNvPr id="1881" name="Google Shape;1881;g2ff6f630c79_0_1439"/>
            <p:cNvPicPr preferRelativeResize="0"/>
            <p:nvPr/>
          </p:nvPicPr>
          <p:blipFill rotWithShape="1">
            <a:blip r:embed="rId4">
              <a:alphaModFix/>
            </a:blip>
            <a:srcRect/>
            <a:stretch/>
          </p:blipFill>
          <p:spPr>
            <a:xfrm>
              <a:off x="2704" y="2088"/>
              <a:ext cx="1234" cy="1704"/>
            </a:xfrm>
            <a:prstGeom prst="rect">
              <a:avLst/>
            </a:prstGeom>
            <a:noFill/>
            <a:ln>
              <a:noFill/>
            </a:ln>
          </p:spPr>
        </p:pic>
      </p:grpSp>
      <p:sp>
        <p:nvSpPr>
          <p:cNvPr id="1882" name="Google Shape;1882;g2ff6f630c79_0_1439"/>
          <p:cNvSpPr txBox="1">
            <a:spLocks noGrp="1"/>
          </p:cNvSpPr>
          <p:nvPr>
            <p:ph type="title"/>
          </p:nvPr>
        </p:nvSpPr>
        <p:spPr>
          <a:xfrm>
            <a:off x="242400" y="215294"/>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General Framework: Target Localization</a:t>
            </a:r>
            <a:endParaRPr/>
          </a:p>
        </p:txBody>
      </p:sp>
      <p:grpSp>
        <p:nvGrpSpPr>
          <p:cNvPr id="1883" name="Google Shape;1883;g2ff6f630c79_0_1439"/>
          <p:cNvGrpSpPr/>
          <p:nvPr/>
        </p:nvGrpSpPr>
        <p:grpSpPr>
          <a:xfrm>
            <a:off x="2489200" y="1285875"/>
            <a:ext cx="2997200" cy="714375"/>
            <a:chOff x="1568" y="1200"/>
            <a:chExt cx="1888" cy="600"/>
          </a:xfrm>
        </p:grpSpPr>
        <p:cxnSp>
          <p:nvCxnSpPr>
            <p:cNvPr id="1884" name="Google Shape;1884;g2ff6f630c79_0_1439"/>
            <p:cNvCxnSpPr/>
            <p:nvPr/>
          </p:nvCxnSpPr>
          <p:spPr>
            <a:xfrm>
              <a:off x="1568" y="1536"/>
              <a:ext cx="600" cy="0"/>
            </a:xfrm>
            <a:prstGeom prst="straightConnector1">
              <a:avLst/>
            </a:prstGeom>
            <a:noFill/>
            <a:ln w="57150" cap="flat" cmpd="sng">
              <a:solidFill>
                <a:srgbClr val="0000FF"/>
              </a:solidFill>
              <a:prstDash val="solid"/>
              <a:miter lim="800000"/>
              <a:headEnd type="none" w="med" len="med"/>
              <a:tailEnd type="triangle" w="med" len="med"/>
            </a:ln>
          </p:spPr>
        </p:cxnSp>
        <p:sp>
          <p:nvSpPr>
            <p:cNvPr id="1885" name="Google Shape;1885;g2ff6f630c79_0_1439"/>
            <p:cNvSpPr/>
            <p:nvPr/>
          </p:nvSpPr>
          <p:spPr>
            <a:xfrm>
              <a:off x="2256" y="1200"/>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Search in the model’s neighborhood in next frame</a:t>
              </a:r>
              <a:endParaRPr/>
            </a:p>
          </p:txBody>
        </p:sp>
      </p:grpSp>
      <p:grpSp>
        <p:nvGrpSpPr>
          <p:cNvPr id="1886" name="Google Shape;1886;g2ff6f630c79_0_1439"/>
          <p:cNvGrpSpPr/>
          <p:nvPr/>
        </p:nvGrpSpPr>
        <p:grpSpPr>
          <a:xfrm>
            <a:off x="1041400" y="3219450"/>
            <a:ext cx="2870200" cy="714375"/>
            <a:chOff x="1928" y="2824"/>
            <a:chExt cx="1808" cy="600"/>
          </a:xfrm>
        </p:grpSpPr>
        <p:sp>
          <p:nvSpPr>
            <p:cNvPr id="1887" name="Google Shape;1887;g2ff6f630c79_0_1439"/>
            <p:cNvSpPr txBox="1"/>
            <p:nvPr/>
          </p:nvSpPr>
          <p:spPr>
            <a:xfrm>
              <a:off x="1928" y="2824"/>
              <a:ext cx="600" cy="600"/>
            </a:xfrm>
            <a:prstGeom prst="rect">
              <a:avLst/>
            </a:prstGeom>
            <a:noFill/>
            <a:ln w="381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88" name="Google Shape;1888;g2ff6f630c79_0_1439"/>
            <p:cNvSpPr txBox="1"/>
            <p:nvPr/>
          </p:nvSpPr>
          <p:spPr>
            <a:xfrm>
              <a:off x="3136" y="2824"/>
              <a:ext cx="600" cy="600"/>
            </a:xfrm>
            <a:prstGeom prst="rect">
              <a:avLst/>
            </a:prstGeom>
            <a:noFill/>
            <a:ln w="381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889" name="Google Shape;1889;g2ff6f630c79_0_1439"/>
          <p:cNvSpPr/>
          <p:nvPr/>
        </p:nvSpPr>
        <p:spPr>
          <a:xfrm>
            <a:off x="533400" y="1257300"/>
            <a:ext cx="1752600" cy="8574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Start from the position of the model in the current frame</a:t>
            </a:r>
            <a:endParaRPr/>
          </a:p>
        </p:txBody>
      </p:sp>
      <p:cxnSp>
        <p:nvCxnSpPr>
          <p:cNvPr id="1890" name="Google Shape;1890;g2ff6f630c79_0_1439"/>
          <p:cNvCxnSpPr/>
          <p:nvPr/>
        </p:nvCxnSpPr>
        <p:spPr>
          <a:xfrm>
            <a:off x="1371600" y="2200275"/>
            <a:ext cx="152400" cy="1371600"/>
          </a:xfrm>
          <a:prstGeom prst="straightConnector1">
            <a:avLst/>
          </a:prstGeom>
          <a:noFill/>
          <a:ln w="38100" cap="flat" cmpd="sng">
            <a:solidFill>
              <a:srgbClr val="33CC33"/>
            </a:solidFill>
            <a:prstDash val="solid"/>
            <a:miter lim="800000"/>
            <a:headEnd type="none" w="med" len="med"/>
            <a:tailEnd type="triangle" w="med" len="med"/>
          </a:ln>
        </p:spPr>
      </p:cxnSp>
      <p:grpSp>
        <p:nvGrpSpPr>
          <p:cNvPr id="1891" name="Google Shape;1891;g2ff6f630c79_0_1439"/>
          <p:cNvGrpSpPr/>
          <p:nvPr/>
        </p:nvGrpSpPr>
        <p:grpSpPr>
          <a:xfrm>
            <a:off x="5588000" y="1285875"/>
            <a:ext cx="3022600" cy="714375"/>
            <a:chOff x="3520" y="1200"/>
            <a:chExt cx="1904" cy="600"/>
          </a:xfrm>
        </p:grpSpPr>
        <p:sp>
          <p:nvSpPr>
            <p:cNvPr id="1892" name="Google Shape;1892;g2ff6f630c79_0_1439"/>
            <p:cNvSpPr/>
            <p:nvPr/>
          </p:nvSpPr>
          <p:spPr>
            <a:xfrm>
              <a:off x="4224" y="1200"/>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Find best candidate by maximizing a similarity func.</a:t>
              </a:r>
              <a:endParaRPr/>
            </a:p>
          </p:txBody>
        </p:sp>
        <p:cxnSp>
          <p:nvCxnSpPr>
            <p:cNvPr id="1893" name="Google Shape;1893;g2ff6f630c79_0_1439"/>
            <p:cNvCxnSpPr/>
            <p:nvPr/>
          </p:nvCxnSpPr>
          <p:spPr>
            <a:xfrm>
              <a:off x="3520" y="1536"/>
              <a:ext cx="600" cy="0"/>
            </a:xfrm>
            <a:prstGeom prst="straightConnector1">
              <a:avLst/>
            </a:prstGeom>
            <a:noFill/>
            <a:ln w="57150" cap="flat" cmpd="sng">
              <a:solidFill>
                <a:srgbClr val="0000FF"/>
              </a:solidFill>
              <a:prstDash val="solid"/>
              <a:miter lim="800000"/>
              <a:headEnd type="none" w="med" len="med"/>
              <a:tailEnd type="triangle" w="med" len="med"/>
            </a:ln>
          </p:spPr>
        </p:cxnSp>
      </p:grpSp>
      <p:grpSp>
        <p:nvGrpSpPr>
          <p:cNvPr id="1894" name="Google Shape;1894;g2ff6f630c79_0_1439"/>
          <p:cNvGrpSpPr/>
          <p:nvPr/>
        </p:nvGrpSpPr>
        <p:grpSpPr>
          <a:xfrm>
            <a:off x="1714500" y="3619500"/>
            <a:ext cx="1447800" cy="0"/>
            <a:chOff x="2360" y="3160"/>
            <a:chExt cx="912" cy="0"/>
          </a:xfrm>
        </p:grpSpPr>
        <p:cxnSp>
          <p:nvCxnSpPr>
            <p:cNvPr id="1895" name="Google Shape;1895;g2ff6f630c79_0_1439"/>
            <p:cNvCxnSpPr/>
            <p:nvPr/>
          </p:nvCxnSpPr>
          <p:spPr>
            <a:xfrm>
              <a:off x="2672" y="3160"/>
              <a:ext cx="600" cy="0"/>
            </a:xfrm>
            <a:prstGeom prst="straightConnector1">
              <a:avLst/>
            </a:prstGeom>
            <a:noFill/>
            <a:ln w="38100" cap="flat" cmpd="sng">
              <a:solidFill>
                <a:srgbClr val="FFFF66"/>
              </a:solidFill>
              <a:prstDash val="solid"/>
              <a:miter lim="800000"/>
              <a:headEnd type="none" w="med" len="med"/>
              <a:tailEnd type="triangle" w="med" len="med"/>
            </a:ln>
          </p:spPr>
        </p:cxnSp>
        <p:cxnSp>
          <p:nvCxnSpPr>
            <p:cNvPr id="1896" name="Google Shape;1896;g2ff6f630c79_0_1439"/>
            <p:cNvCxnSpPr/>
            <p:nvPr/>
          </p:nvCxnSpPr>
          <p:spPr>
            <a:xfrm rot="10800000">
              <a:off x="2360" y="3160"/>
              <a:ext cx="600" cy="0"/>
            </a:xfrm>
            <a:prstGeom prst="straightConnector1">
              <a:avLst/>
            </a:prstGeom>
            <a:noFill/>
            <a:ln w="38100" cap="flat" cmpd="sng">
              <a:solidFill>
                <a:srgbClr val="FFFF66"/>
              </a:solidFill>
              <a:prstDash val="solid"/>
              <a:miter lim="800000"/>
              <a:headEnd type="none" w="med" len="med"/>
              <a:tailEnd type="triangle" w="med" len="med"/>
            </a:ln>
          </p:spPr>
        </p:cxnSp>
      </p:grpSp>
      <p:cxnSp>
        <p:nvCxnSpPr>
          <p:cNvPr id="1897" name="Google Shape;1897;g2ff6f630c79_0_1439"/>
          <p:cNvCxnSpPr/>
          <p:nvPr/>
        </p:nvCxnSpPr>
        <p:spPr>
          <a:xfrm flipH="1">
            <a:off x="3505200" y="2200275"/>
            <a:ext cx="914400" cy="971700"/>
          </a:xfrm>
          <a:prstGeom prst="straightConnector1">
            <a:avLst/>
          </a:prstGeom>
          <a:noFill/>
          <a:ln w="38100" cap="flat" cmpd="sng">
            <a:solidFill>
              <a:srgbClr val="33CC33"/>
            </a:solidFill>
            <a:prstDash val="solid"/>
            <a:miter lim="800000"/>
            <a:headEnd type="none" w="med" len="med"/>
            <a:tailEnd type="triangle" w="med" len="med"/>
          </a:ln>
        </p:spPr>
      </p:cxnSp>
      <p:sp>
        <p:nvSpPr>
          <p:cNvPr id="1898" name="Google Shape;1898;g2ff6f630c79_0_1439"/>
          <p:cNvSpPr/>
          <p:nvPr/>
        </p:nvSpPr>
        <p:spPr>
          <a:xfrm>
            <a:off x="6858000" y="3000375"/>
            <a:ext cx="1905000" cy="1028700"/>
          </a:xfrm>
          <a:prstGeom prst="roundRect">
            <a:avLst>
              <a:gd name="adj" fmla="val 16667"/>
            </a:avLst>
          </a:prstGeom>
          <a:solidFill>
            <a:srgbClr val="FFFF00"/>
          </a:solid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Repeat the same process in the next pair of frames</a:t>
            </a:r>
            <a:endParaRPr/>
          </a:p>
        </p:txBody>
      </p:sp>
      <p:grpSp>
        <p:nvGrpSpPr>
          <p:cNvPr id="1899" name="Google Shape;1899;g2ff6f630c79_0_1439"/>
          <p:cNvGrpSpPr/>
          <p:nvPr/>
        </p:nvGrpSpPr>
        <p:grpSpPr>
          <a:xfrm>
            <a:off x="381000" y="4343400"/>
            <a:ext cx="3479800" cy="933450"/>
            <a:chOff x="240" y="3648"/>
            <a:chExt cx="2192" cy="784"/>
          </a:xfrm>
        </p:grpSpPr>
        <p:grpSp>
          <p:nvGrpSpPr>
            <p:cNvPr id="1900" name="Google Shape;1900;g2ff6f630c79_0_1439"/>
            <p:cNvGrpSpPr/>
            <p:nvPr/>
          </p:nvGrpSpPr>
          <p:grpSpPr>
            <a:xfrm>
              <a:off x="240" y="3824"/>
              <a:ext cx="2036" cy="608"/>
              <a:chOff x="240" y="3760"/>
              <a:chExt cx="2036" cy="608"/>
            </a:xfrm>
          </p:grpSpPr>
          <p:sp>
            <p:nvSpPr>
              <p:cNvPr id="1901" name="Google Shape;1901;g2ff6f630c79_0_1439"/>
              <p:cNvSpPr txBox="1"/>
              <p:nvPr/>
            </p:nvSpPr>
            <p:spPr>
              <a:xfrm>
                <a:off x="584" y="3768"/>
                <a:ext cx="600" cy="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Current frame</a:t>
                </a:r>
                <a:endParaRPr/>
              </a:p>
            </p:txBody>
          </p:sp>
          <p:cxnSp>
            <p:nvCxnSpPr>
              <p:cNvPr id="1902" name="Google Shape;1902;g2ff6f630c79_0_1439"/>
              <p:cNvCxnSpPr/>
              <p:nvPr/>
            </p:nvCxnSpPr>
            <p:spPr>
              <a:xfrm>
                <a:off x="1304" y="3992"/>
                <a:ext cx="600" cy="0"/>
              </a:xfrm>
              <a:prstGeom prst="straightConnector1">
                <a:avLst/>
              </a:prstGeom>
              <a:noFill/>
              <a:ln w="38100" cap="flat" cmpd="sng">
                <a:solidFill>
                  <a:schemeClr val="dk1"/>
                </a:solidFill>
                <a:prstDash val="solid"/>
                <a:miter lim="800000"/>
                <a:headEnd type="none" w="med" len="med"/>
                <a:tailEnd type="triangle" w="med" len="med"/>
              </a:ln>
            </p:spPr>
          </p:cxnSp>
          <p:sp>
            <p:nvSpPr>
              <p:cNvPr id="1903" name="Google Shape;1903;g2ff6f630c79_0_1439"/>
              <p:cNvSpPr txBox="1"/>
              <p:nvPr/>
            </p:nvSpPr>
            <p:spPr>
              <a:xfrm>
                <a:off x="240" y="3760"/>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sp>
            <p:nvSpPr>
              <p:cNvPr id="1904" name="Google Shape;1904;g2ff6f630c79_0_1439"/>
              <p:cNvSpPr txBox="1"/>
              <p:nvPr/>
            </p:nvSpPr>
            <p:spPr>
              <a:xfrm>
                <a:off x="1976" y="3760"/>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a:solidFill>
                      <a:schemeClr val="dk1"/>
                    </a:solidFill>
                    <a:latin typeface="Arial"/>
                    <a:ea typeface="Arial"/>
                    <a:cs typeface="Arial"/>
                    <a:sym typeface="Arial"/>
                  </a:rPr>
                  <a:t>…</a:t>
                </a:r>
                <a:endParaRPr/>
              </a:p>
            </p:txBody>
          </p:sp>
        </p:grpSp>
        <p:sp>
          <p:nvSpPr>
            <p:cNvPr id="1905" name="Google Shape;1905;g2ff6f630c79_0_1439"/>
            <p:cNvSpPr txBox="1"/>
            <p:nvPr/>
          </p:nvSpPr>
          <p:spPr>
            <a:xfrm>
              <a:off x="720" y="3648"/>
              <a:ext cx="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600"/>
                <a:buFont typeface="Arial"/>
                <a:buNone/>
              </a:pPr>
              <a:r>
                <a:rPr lang="en-US" sz="1600" b="0" i="0" u="none">
                  <a:solidFill>
                    <a:srgbClr val="CC3300"/>
                  </a:solidFill>
                  <a:latin typeface="Arial"/>
                  <a:ea typeface="Arial"/>
                  <a:cs typeface="Arial"/>
                  <a:sym typeface="Arial"/>
                </a:rPr>
                <a:t>Model</a:t>
              </a:r>
              <a:endParaRPr/>
            </a:p>
          </p:txBody>
        </p:sp>
        <p:sp>
          <p:nvSpPr>
            <p:cNvPr id="1906" name="Google Shape;1906;g2ff6f630c79_0_1439"/>
            <p:cNvSpPr txBox="1"/>
            <p:nvPr/>
          </p:nvSpPr>
          <p:spPr>
            <a:xfrm>
              <a:off x="1832" y="3648"/>
              <a:ext cx="6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600"/>
                <a:buFont typeface="Arial"/>
                <a:buNone/>
              </a:pPr>
              <a:r>
                <a:rPr lang="en-US" sz="1600" b="0" i="0" u="none">
                  <a:solidFill>
                    <a:srgbClr val="CC3300"/>
                  </a:solidFill>
                  <a:latin typeface="Arial"/>
                  <a:ea typeface="Arial"/>
                  <a:cs typeface="Arial"/>
                  <a:sym typeface="Arial"/>
                </a:rPr>
                <a:t>Candidate</a:t>
              </a:r>
              <a:endParaRPr/>
            </a:p>
          </p:txBody>
        </p:sp>
      </p:grpSp>
      <p:cxnSp>
        <p:nvCxnSpPr>
          <p:cNvPr id="1907" name="Google Shape;1907;g2ff6f630c79_0_1439"/>
          <p:cNvCxnSpPr/>
          <p:nvPr/>
        </p:nvCxnSpPr>
        <p:spPr>
          <a:xfrm>
            <a:off x="1447800" y="2171700"/>
            <a:ext cx="2133600" cy="1428900"/>
          </a:xfrm>
          <a:prstGeom prst="straightConnector1">
            <a:avLst/>
          </a:prstGeom>
          <a:noFill/>
          <a:ln w="38100" cap="flat" cmpd="sng">
            <a:solidFill>
              <a:srgbClr val="33CC33"/>
            </a:solidFill>
            <a:prstDash val="solid"/>
            <a:miter lim="800000"/>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9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1"/>
                                          </p:stCondLst>
                                        </p:cTn>
                                        <p:tgtEl>
                                          <p:spTgt spid="189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97"/>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1"/>
                                          </p:stCondLst>
                                        </p:cTn>
                                        <p:tgtEl>
                                          <p:spTgt spid="189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98"/>
                                        </p:tgtEl>
                                        <p:attrNameLst>
                                          <p:attrName>style.visibility</p:attrName>
                                        </p:attrNameLst>
                                      </p:cBhvr>
                                      <p:to>
                                        <p:strVal val="visible"/>
                                      </p:to>
                                    </p:set>
                                  </p:childTnLst>
                                </p:cTn>
                              </p:par>
                            </p:childTnLst>
                          </p:cTn>
                        </p:par>
                        <p:par>
                          <p:cTn id="25" fill="hold">
                            <p:stCondLst>
                              <p:cond delay="1"/>
                            </p:stCondLst>
                            <p:childTnLst>
                              <p:par>
                                <p:cTn id="26" presetID="1" presetClass="entr" presetSubtype="0" fill="hold" nodeType="afterEffect">
                                  <p:stCondLst>
                                    <p:cond delay="0"/>
                                  </p:stCondLst>
                                  <p:childTnLst>
                                    <p:set>
                                      <p:cBhvr>
                                        <p:cTn id="27" dur="1" fill="hold">
                                          <p:stCondLst>
                                            <p:cond delay="0"/>
                                          </p:stCondLst>
                                        </p:cTn>
                                        <p:tgtEl>
                                          <p:spTgt spid="1907"/>
                                        </p:tgtEl>
                                        <p:attrNameLst>
                                          <p:attrName>style.visibility</p:attrName>
                                        </p:attrNameLst>
                                      </p:cBhvr>
                                      <p:to>
                                        <p:strVal val="visible"/>
                                      </p:to>
                                    </p:set>
                                  </p:childTnLst>
                                </p:cTn>
                              </p:par>
                            </p:childTnLst>
                          </p:cTn>
                        </p:par>
                        <p:par>
                          <p:cTn id="28" fill="hold">
                            <p:stCondLst>
                              <p:cond delay="2"/>
                            </p:stCondLst>
                            <p:childTnLst>
                              <p:par>
                                <p:cTn id="29" presetID="1" presetClass="exit" presetSubtype="0" fill="hold" nodeType="afterEffect">
                                  <p:stCondLst>
                                    <p:cond delay="0"/>
                                  </p:stCondLst>
                                  <p:childTnLst>
                                    <p:set>
                                      <p:cBhvr>
                                        <p:cTn id="30" dur="1" fill="hold">
                                          <p:stCondLst>
                                            <p:cond delay="1"/>
                                          </p:stCondLst>
                                        </p:cTn>
                                        <p:tgtEl>
                                          <p:spTgt spid="1907"/>
                                        </p:tgtEl>
                                        <p:attrNameLst>
                                          <p:attrName>style.visibility</p:attrName>
                                        </p:attrNameLst>
                                      </p:cBhvr>
                                      <p:to>
                                        <p:strVal val="hidden"/>
                                      </p:to>
                                    </p:set>
                                  </p:childTnLst>
                                </p:cTn>
                              </p:par>
                            </p:childTnLst>
                          </p:cTn>
                        </p:par>
                        <p:par>
                          <p:cTn id="31" fill="hold">
                            <p:stCondLst>
                              <p:cond delay="3"/>
                            </p:stCondLst>
                            <p:childTnLst>
                              <p:par>
                                <p:cTn id="32" presetID="1" presetClass="entr" presetSubtype="0" fill="hold" nodeType="afterEffect">
                                  <p:stCondLst>
                                    <p:cond delay="0"/>
                                  </p:stCondLst>
                                  <p:childTnLst>
                                    <p:set>
                                      <p:cBhvr>
                                        <p:cTn id="33" dur="1" fill="hold">
                                          <p:stCondLst>
                                            <p:cond delay="0"/>
                                          </p:stCondLst>
                                        </p:cTn>
                                        <p:tgtEl>
                                          <p:spTgt spid="19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g2ff6f630c79_0_1471"/>
          <p:cNvSpPr txBox="1">
            <a:spLocks noGrp="1"/>
          </p:cNvSpPr>
          <p:nvPr>
            <p:ph type="title"/>
          </p:nvPr>
        </p:nvSpPr>
        <p:spPr>
          <a:xfrm>
            <a:off x="324225" y="338900"/>
            <a:ext cx="8122500" cy="409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Target Representation</a:t>
            </a:r>
            <a:endParaRPr/>
          </a:p>
        </p:txBody>
      </p:sp>
      <p:grpSp>
        <p:nvGrpSpPr>
          <p:cNvPr id="1913" name="Google Shape;1913;g2ff6f630c79_0_1471"/>
          <p:cNvGrpSpPr/>
          <p:nvPr/>
        </p:nvGrpSpPr>
        <p:grpSpPr>
          <a:xfrm>
            <a:off x="495300" y="1409700"/>
            <a:ext cx="2006600" cy="3048179"/>
            <a:chOff x="312" y="1184"/>
            <a:chExt cx="1264" cy="2560"/>
          </a:xfrm>
        </p:grpSpPr>
        <p:pic>
          <p:nvPicPr>
            <p:cNvPr id="1914" name="Google Shape;1914;g2ff6f630c79_0_1471"/>
            <p:cNvPicPr preferRelativeResize="0"/>
            <p:nvPr/>
          </p:nvPicPr>
          <p:blipFill rotWithShape="1">
            <a:blip r:embed="rId3">
              <a:alphaModFix/>
            </a:blip>
            <a:srcRect/>
            <a:stretch/>
          </p:blipFill>
          <p:spPr>
            <a:xfrm>
              <a:off x="312" y="2528"/>
              <a:ext cx="1216" cy="1216"/>
            </a:xfrm>
            <a:prstGeom prst="rect">
              <a:avLst/>
            </a:prstGeom>
            <a:noFill/>
            <a:ln>
              <a:noFill/>
            </a:ln>
          </p:spPr>
        </p:pic>
        <p:cxnSp>
          <p:nvCxnSpPr>
            <p:cNvPr id="1915" name="Google Shape;1915;g2ff6f630c79_0_1471"/>
            <p:cNvCxnSpPr/>
            <p:nvPr/>
          </p:nvCxnSpPr>
          <p:spPr>
            <a:xfrm>
              <a:off x="920" y="1968"/>
              <a:ext cx="0" cy="900"/>
            </a:xfrm>
            <a:prstGeom prst="straightConnector1">
              <a:avLst/>
            </a:prstGeom>
            <a:noFill/>
            <a:ln w="38100" cap="flat" cmpd="sng">
              <a:solidFill>
                <a:srgbClr val="33CC33"/>
              </a:solidFill>
              <a:prstDash val="solid"/>
              <a:miter lim="800000"/>
              <a:headEnd type="none" w="med" len="med"/>
              <a:tailEnd type="triangle" w="med" len="med"/>
            </a:ln>
          </p:spPr>
        </p:cxnSp>
        <p:sp>
          <p:nvSpPr>
            <p:cNvPr id="1916" name="Google Shape;1916;g2ff6f630c79_0_1471"/>
            <p:cNvSpPr/>
            <p:nvPr/>
          </p:nvSpPr>
          <p:spPr>
            <a:xfrm>
              <a:off x="376" y="1184"/>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Choose a reference target model</a:t>
              </a:r>
              <a:endParaRPr/>
            </a:p>
          </p:txBody>
        </p:sp>
      </p:grpSp>
      <p:grpSp>
        <p:nvGrpSpPr>
          <p:cNvPr id="1917" name="Google Shape;1917;g2ff6f630c79_0_1471"/>
          <p:cNvGrpSpPr/>
          <p:nvPr/>
        </p:nvGrpSpPr>
        <p:grpSpPr>
          <a:xfrm>
            <a:off x="2489200" y="1409700"/>
            <a:ext cx="2971800" cy="2986088"/>
            <a:chOff x="1568" y="1184"/>
            <a:chExt cx="1872" cy="2508"/>
          </a:xfrm>
        </p:grpSpPr>
        <p:sp>
          <p:nvSpPr>
            <p:cNvPr id="1918" name="Google Shape;1918;g2ff6f630c79_0_1471"/>
            <p:cNvSpPr txBox="1"/>
            <p:nvPr/>
          </p:nvSpPr>
          <p:spPr>
            <a:xfrm>
              <a:off x="2312" y="2792"/>
              <a:ext cx="900" cy="9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Quantized Color Space</a:t>
              </a:r>
              <a:endParaRPr/>
            </a:p>
          </p:txBody>
        </p:sp>
        <p:sp>
          <p:nvSpPr>
            <p:cNvPr id="1919" name="Google Shape;1919;g2ff6f630c79_0_1471"/>
            <p:cNvSpPr/>
            <p:nvPr/>
          </p:nvSpPr>
          <p:spPr>
            <a:xfrm>
              <a:off x="2240" y="1184"/>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Choose a feature space</a:t>
              </a:r>
              <a:endParaRPr/>
            </a:p>
          </p:txBody>
        </p:sp>
        <p:cxnSp>
          <p:nvCxnSpPr>
            <p:cNvPr id="1920" name="Google Shape;1920;g2ff6f630c79_0_1471"/>
            <p:cNvCxnSpPr/>
            <p:nvPr/>
          </p:nvCxnSpPr>
          <p:spPr>
            <a:xfrm>
              <a:off x="1568" y="1544"/>
              <a:ext cx="600" cy="0"/>
            </a:xfrm>
            <a:prstGeom prst="straightConnector1">
              <a:avLst/>
            </a:prstGeom>
            <a:noFill/>
            <a:ln w="57150" cap="flat" cmpd="sng">
              <a:solidFill>
                <a:srgbClr val="0000FF"/>
              </a:solidFill>
              <a:prstDash val="solid"/>
              <a:miter lim="800000"/>
              <a:headEnd type="none" w="med" len="med"/>
              <a:tailEnd type="triangle" w="med" len="med"/>
            </a:ln>
          </p:spPr>
        </p:cxnSp>
        <p:cxnSp>
          <p:nvCxnSpPr>
            <p:cNvPr id="1921" name="Google Shape;1921;g2ff6f630c79_0_1471"/>
            <p:cNvCxnSpPr/>
            <p:nvPr/>
          </p:nvCxnSpPr>
          <p:spPr>
            <a:xfrm>
              <a:off x="2792" y="1968"/>
              <a:ext cx="0" cy="900"/>
            </a:xfrm>
            <a:prstGeom prst="straightConnector1">
              <a:avLst/>
            </a:prstGeom>
            <a:noFill/>
            <a:ln w="38100" cap="flat" cmpd="sng">
              <a:solidFill>
                <a:srgbClr val="33CC33"/>
              </a:solidFill>
              <a:prstDash val="solid"/>
              <a:miter lim="800000"/>
              <a:headEnd type="none" w="med" len="med"/>
              <a:tailEnd type="triangle" w="med" len="med"/>
            </a:ln>
          </p:spPr>
        </p:cxnSp>
      </p:grpSp>
      <p:grpSp>
        <p:nvGrpSpPr>
          <p:cNvPr id="1922" name="Google Shape;1922;g2ff6f630c79_0_1471"/>
          <p:cNvGrpSpPr/>
          <p:nvPr/>
        </p:nvGrpSpPr>
        <p:grpSpPr>
          <a:xfrm>
            <a:off x="1968500" y="1438275"/>
            <a:ext cx="6889524" cy="3134270"/>
            <a:chOff x="1240" y="1208"/>
            <a:chExt cx="4340" cy="2632"/>
          </a:xfrm>
        </p:grpSpPr>
        <p:cxnSp>
          <p:nvCxnSpPr>
            <p:cNvPr id="1923" name="Google Shape;1923;g2ff6f630c79_0_1471"/>
            <p:cNvCxnSpPr/>
            <p:nvPr/>
          </p:nvCxnSpPr>
          <p:spPr>
            <a:xfrm>
              <a:off x="1240" y="3312"/>
              <a:ext cx="2700" cy="0"/>
            </a:xfrm>
            <a:prstGeom prst="straightConnector1">
              <a:avLst/>
            </a:prstGeom>
            <a:noFill/>
            <a:ln w="38100" cap="flat" cmpd="sng">
              <a:solidFill>
                <a:srgbClr val="FF0000"/>
              </a:solidFill>
              <a:prstDash val="solid"/>
              <a:miter lim="800000"/>
              <a:headEnd type="none" w="med" len="med"/>
              <a:tailEnd type="triangle" w="med" len="med"/>
            </a:ln>
          </p:spPr>
        </p:cxnSp>
        <p:sp>
          <p:nvSpPr>
            <p:cNvPr id="1924" name="Google Shape;1924;g2ff6f630c79_0_1471"/>
            <p:cNvSpPr/>
            <p:nvPr/>
          </p:nvSpPr>
          <p:spPr>
            <a:xfrm>
              <a:off x="4192" y="1208"/>
              <a:ext cx="1200" cy="600"/>
            </a:xfrm>
            <a:prstGeom prst="roundRect">
              <a:avLst>
                <a:gd name="adj" fmla="val 16667"/>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Represent the model by its PDF in the feature space</a:t>
              </a:r>
              <a:endParaRPr/>
            </a:p>
          </p:txBody>
        </p:sp>
        <p:cxnSp>
          <p:nvCxnSpPr>
            <p:cNvPr id="1925" name="Google Shape;1925;g2ff6f630c79_0_1471"/>
            <p:cNvCxnSpPr/>
            <p:nvPr/>
          </p:nvCxnSpPr>
          <p:spPr>
            <a:xfrm>
              <a:off x="3496" y="1544"/>
              <a:ext cx="600" cy="0"/>
            </a:xfrm>
            <a:prstGeom prst="straightConnector1">
              <a:avLst/>
            </a:prstGeom>
            <a:noFill/>
            <a:ln w="57150" cap="flat" cmpd="sng">
              <a:solidFill>
                <a:srgbClr val="0000FF"/>
              </a:solidFill>
              <a:prstDash val="solid"/>
              <a:miter lim="800000"/>
              <a:headEnd type="none" w="med" len="med"/>
              <a:tailEnd type="triangle" w="med" len="med"/>
            </a:ln>
          </p:spPr>
        </p:cxnSp>
        <p:cxnSp>
          <p:nvCxnSpPr>
            <p:cNvPr id="1926" name="Google Shape;1926;g2ff6f630c79_0_1471"/>
            <p:cNvCxnSpPr/>
            <p:nvPr/>
          </p:nvCxnSpPr>
          <p:spPr>
            <a:xfrm>
              <a:off x="4776" y="1968"/>
              <a:ext cx="0" cy="600"/>
            </a:xfrm>
            <a:prstGeom prst="straightConnector1">
              <a:avLst/>
            </a:prstGeom>
            <a:noFill/>
            <a:ln w="38100" cap="flat" cmpd="sng">
              <a:solidFill>
                <a:srgbClr val="33CC33"/>
              </a:solidFill>
              <a:prstDash val="solid"/>
              <a:miter lim="800000"/>
              <a:headEnd type="none" w="med" len="med"/>
              <a:tailEnd type="triangle" w="med" len="med"/>
            </a:ln>
          </p:spPr>
        </p:cxnSp>
        <p:pic>
          <p:nvPicPr>
            <p:cNvPr id="1927" name="Google Shape;1927;g2ff6f630c79_0_1471"/>
            <p:cNvPicPr preferRelativeResize="0"/>
            <p:nvPr/>
          </p:nvPicPr>
          <p:blipFill rotWithShape="1">
            <a:blip r:embed="rId4">
              <a:alphaModFix/>
            </a:blip>
            <a:srcRect/>
            <a:stretch/>
          </p:blipFill>
          <p:spPr>
            <a:xfrm>
              <a:off x="3864" y="2490"/>
              <a:ext cx="1716" cy="1350"/>
            </a:xfrm>
            <a:prstGeom prst="rect">
              <a:avLst/>
            </a:prstGeom>
            <a:noFill/>
            <a:ln>
              <a:noFill/>
            </a:ln>
          </p:spPr>
        </p:pic>
      </p:grpSp>
      <p:sp>
        <p:nvSpPr>
          <p:cNvPr id="1928" name="Google Shape;1928;g2ff6f630c79_0_1471"/>
          <p:cNvSpPr txBox="1"/>
          <p:nvPr/>
        </p:nvSpPr>
        <p:spPr>
          <a:xfrm>
            <a:off x="1776862" y="4704588"/>
            <a:ext cx="5683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0C0C0"/>
              </a:buClr>
              <a:buSzPts val="1600"/>
              <a:buFont typeface="Arial"/>
              <a:buNone/>
            </a:pPr>
            <a:r>
              <a:rPr lang="en-US" sz="1600" b="0" i="1" u="none">
                <a:solidFill>
                  <a:srgbClr val="C0C0C0"/>
                </a:solidFill>
                <a:latin typeface="Arial"/>
                <a:ea typeface="Arial"/>
                <a:cs typeface="Arial"/>
                <a:sym typeface="Arial"/>
              </a:rPr>
              <a:t>Kernel Based Object Tracking, by Comaniniu, Ramesh, Meer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pic>
        <p:nvPicPr>
          <p:cNvPr id="1933" name="Google Shape;1933;g2ff6f630c79_0_1491"/>
          <p:cNvPicPr preferRelativeResize="0"/>
          <p:nvPr/>
        </p:nvPicPr>
        <p:blipFill rotWithShape="1">
          <a:blip r:embed="rId3">
            <a:alphaModFix/>
          </a:blip>
          <a:srcRect/>
          <a:stretch/>
        </p:blipFill>
        <p:spPr>
          <a:xfrm>
            <a:off x="2667000" y="1233487"/>
            <a:ext cx="2571750" cy="1827609"/>
          </a:xfrm>
          <a:prstGeom prst="rect">
            <a:avLst/>
          </a:prstGeom>
          <a:noFill/>
          <a:ln>
            <a:noFill/>
          </a:ln>
        </p:spPr>
      </p:pic>
      <p:sp>
        <p:nvSpPr>
          <p:cNvPr id="1934" name="Google Shape;1934;g2ff6f630c79_0_1491"/>
          <p:cNvSpPr txBox="1">
            <a:spLocks noGrp="1"/>
          </p:cNvSpPr>
          <p:nvPr>
            <p:ph type="title"/>
          </p:nvPr>
        </p:nvSpPr>
        <p:spPr>
          <a:xfrm>
            <a:off x="228600" y="428169"/>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PDF Representation</a:t>
            </a:r>
            <a:endParaRPr/>
          </a:p>
        </p:txBody>
      </p:sp>
      <p:grpSp>
        <p:nvGrpSpPr>
          <p:cNvPr id="1935" name="Google Shape;1935;g2ff6f630c79_0_1491"/>
          <p:cNvGrpSpPr/>
          <p:nvPr/>
        </p:nvGrpSpPr>
        <p:grpSpPr>
          <a:xfrm>
            <a:off x="1054100" y="2633663"/>
            <a:ext cx="4295775" cy="2686050"/>
            <a:chOff x="664" y="2212"/>
            <a:chExt cx="2706" cy="2256"/>
          </a:xfrm>
        </p:grpSpPr>
        <p:pic>
          <p:nvPicPr>
            <p:cNvPr id="1936" name="Google Shape;1936;g2ff6f630c79_0_1491"/>
            <p:cNvPicPr preferRelativeResize="0"/>
            <p:nvPr/>
          </p:nvPicPr>
          <p:blipFill rotWithShape="1">
            <a:blip r:embed="rId4">
              <a:alphaModFix/>
            </a:blip>
            <a:srcRect/>
            <a:stretch/>
          </p:blipFill>
          <p:spPr>
            <a:xfrm>
              <a:off x="1619" y="3664"/>
              <a:ext cx="1488" cy="329"/>
            </a:xfrm>
            <a:prstGeom prst="rect">
              <a:avLst/>
            </a:prstGeom>
            <a:noFill/>
            <a:ln>
              <a:noFill/>
            </a:ln>
          </p:spPr>
        </p:pic>
        <p:sp>
          <p:nvSpPr>
            <p:cNvPr id="1937" name="Google Shape;1937;g2ff6f630c79_0_1491"/>
            <p:cNvSpPr txBox="1"/>
            <p:nvPr/>
          </p:nvSpPr>
          <p:spPr>
            <a:xfrm>
              <a:off x="664" y="3568"/>
              <a:ext cx="900" cy="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2400"/>
                <a:buFont typeface="Arial"/>
                <a:buNone/>
              </a:pPr>
              <a:r>
                <a:rPr lang="en-US" sz="2400" b="0" i="0" u="none">
                  <a:solidFill>
                    <a:srgbClr val="CC3300"/>
                  </a:solidFill>
                  <a:latin typeface="Arial"/>
                  <a:ea typeface="Arial"/>
                  <a:cs typeface="Arial"/>
                  <a:sym typeface="Arial"/>
                </a:rPr>
                <a:t>Similarity</a:t>
              </a:r>
              <a:br>
                <a:rPr lang="en-US" sz="2400" b="0" i="0" u="none">
                  <a:solidFill>
                    <a:srgbClr val="CC3300"/>
                  </a:solidFill>
                  <a:latin typeface="Arial"/>
                  <a:ea typeface="Arial"/>
                  <a:cs typeface="Arial"/>
                  <a:sym typeface="Arial"/>
                </a:rPr>
              </a:br>
              <a:r>
                <a:rPr lang="en-US" sz="2400" b="0" i="0" u="none">
                  <a:solidFill>
                    <a:srgbClr val="CC3300"/>
                  </a:solidFill>
                  <a:latin typeface="Arial"/>
                  <a:ea typeface="Arial"/>
                  <a:cs typeface="Arial"/>
                  <a:sym typeface="Arial"/>
                </a:rPr>
                <a:t>Function:</a:t>
              </a:r>
              <a:endParaRPr/>
            </a:p>
          </p:txBody>
        </p:sp>
        <p:cxnSp>
          <p:nvCxnSpPr>
            <p:cNvPr id="1938" name="Google Shape;1938;g2ff6f630c79_0_1491"/>
            <p:cNvCxnSpPr/>
            <p:nvPr/>
          </p:nvCxnSpPr>
          <p:spPr>
            <a:xfrm rot="10800000">
              <a:off x="2182" y="2212"/>
              <a:ext cx="300" cy="1500"/>
            </a:xfrm>
            <a:prstGeom prst="straightConnector1">
              <a:avLst/>
            </a:prstGeom>
            <a:noFill/>
            <a:ln w="38100" cap="flat" cmpd="sng">
              <a:solidFill>
                <a:srgbClr val="33CC33"/>
              </a:solidFill>
              <a:prstDash val="solid"/>
              <a:miter lim="800000"/>
              <a:headEnd type="none" w="med" len="med"/>
              <a:tailEnd type="triangle" w="med" len="med"/>
            </a:ln>
          </p:spPr>
        </p:cxnSp>
        <p:cxnSp>
          <p:nvCxnSpPr>
            <p:cNvPr id="1939" name="Google Shape;1939;g2ff6f630c79_0_1491"/>
            <p:cNvCxnSpPr/>
            <p:nvPr/>
          </p:nvCxnSpPr>
          <p:spPr>
            <a:xfrm rot="10800000" flipH="1">
              <a:off x="2770" y="2212"/>
              <a:ext cx="600" cy="1500"/>
            </a:xfrm>
            <a:prstGeom prst="straightConnector1">
              <a:avLst/>
            </a:prstGeom>
            <a:noFill/>
            <a:ln w="38100" cap="flat" cmpd="sng">
              <a:solidFill>
                <a:srgbClr val="33CC33"/>
              </a:solidFill>
              <a:prstDash val="solid"/>
              <a:miter lim="800000"/>
              <a:headEnd type="none" w="med" len="med"/>
              <a:tailEnd type="triangle" w="med" len="med"/>
            </a:ln>
          </p:spPr>
        </p:cxnSp>
      </p:grpSp>
      <p:sp>
        <p:nvSpPr>
          <p:cNvPr id="1940" name="Google Shape;1940;g2ff6f630c79_0_1491"/>
          <p:cNvSpPr txBox="1"/>
          <p:nvPr/>
        </p:nvSpPr>
        <p:spPr>
          <a:xfrm>
            <a:off x="457200" y="1279922"/>
            <a:ext cx="19812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3300"/>
              </a:buClr>
              <a:buSzPts val="2400"/>
              <a:buFont typeface="Arial"/>
              <a:buNone/>
            </a:pPr>
            <a:r>
              <a:rPr lang="en-US" sz="2400" b="0" i="0" u="none">
                <a:solidFill>
                  <a:srgbClr val="CC3300"/>
                </a:solidFill>
                <a:latin typeface="Arial"/>
                <a:ea typeface="Arial"/>
                <a:cs typeface="Arial"/>
                <a:sym typeface="Arial"/>
              </a:rPr>
              <a:t>Target Model</a:t>
            </a:r>
            <a:endParaRPr/>
          </a:p>
          <a:p>
            <a:pPr marL="0" marR="0" lvl="0" indent="0" algn="ctr"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(centered at 0)</a:t>
            </a:r>
            <a:endParaRPr/>
          </a:p>
        </p:txBody>
      </p:sp>
      <p:sp>
        <p:nvSpPr>
          <p:cNvPr id="1941" name="Google Shape;1941;g2ff6f630c79_0_1491"/>
          <p:cNvSpPr txBox="1"/>
          <p:nvPr/>
        </p:nvSpPr>
        <p:spPr>
          <a:xfrm>
            <a:off x="6297612" y="1304925"/>
            <a:ext cx="25416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C3300"/>
              </a:buClr>
              <a:buSzPts val="2400"/>
              <a:buFont typeface="Arial"/>
              <a:buNone/>
            </a:pPr>
            <a:r>
              <a:rPr lang="en-US" sz="2400" b="0" i="0" u="none">
                <a:solidFill>
                  <a:srgbClr val="CC3300"/>
                </a:solidFill>
                <a:latin typeface="Arial"/>
                <a:ea typeface="Arial"/>
                <a:cs typeface="Arial"/>
                <a:sym typeface="Arial"/>
              </a:rPr>
              <a:t>Target Candidate</a:t>
            </a:r>
            <a:endParaRPr/>
          </a:p>
          <a:p>
            <a:pPr marL="0" marR="0" lvl="0" indent="0" algn="ctr"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(centered at y)</a:t>
            </a:r>
            <a:endParaRPr/>
          </a:p>
        </p:txBody>
      </p:sp>
      <p:cxnSp>
        <p:nvCxnSpPr>
          <p:cNvPr id="1942" name="Google Shape;1942;g2ff6f630c79_0_1491"/>
          <p:cNvCxnSpPr/>
          <p:nvPr/>
        </p:nvCxnSpPr>
        <p:spPr>
          <a:xfrm>
            <a:off x="2362200" y="1600200"/>
            <a:ext cx="990600" cy="628800"/>
          </a:xfrm>
          <a:prstGeom prst="straightConnector1">
            <a:avLst/>
          </a:prstGeom>
          <a:noFill/>
          <a:ln w="38100" cap="flat" cmpd="sng">
            <a:solidFill>
              <a:srgbClr val="0000FF"/>
            </a:solidFill>
            <a:prstDash val="solid"/>
            <a:miter lim="800000"/>
            <a:headEnd type="none" w="med" len="med"/>
            <a:tailEnd type="triangle" w="med" len="med"/>
          </a:ln>
        </p:spPr>
      </p:cxnSp>
      <p:cxnSp>
        <p:nvCxnSpPr>
          <p:cNvPr id="1943" name="Google Shape;1943;g2ff6f630c79_0_1491"/>
          <p:cNvCxnSpPr/>
          <p:nvPr/>
        </p:nvCxnSpPr>
        <p:spPr>
          <a:xfrm flipH="1">
            <a:off x="5638800" y="1657350"/>
            <a:ext cx="838200" cy="571500"/>
          </a:xfrm>
          <a:prstGeom prst="straightConnector1">
            <a:avLst/>
          </a:prstGeom>
          <a:noFill/>
          <a:ln w="38100" cap="flat" cmpd="sng">
            <a:solidFill>
              <a:srgbClr val="0000FF"/>
            </a:solidFill>
            <a:prstDash val="solid"/>
            <a:miter lim="800000"/>
            <a:headEnd type="none" w="med" len="med"/>
            <a:tailEnd type="triangle" w="med" len="med"/>
          </a:ln>
        </p:spPr>
      </p:cxnSp>
      <p:grpSp>
        <p:nvGrpSpPr>
          <p:cNvPr id="1944" name="Google Shape;1944;g2ff6f630c79_0_1491"/>
          <p:cNvGrpSpPr/>
          <p:nvPr/>
        </p:nvGrpSpPr>
        <p:grpSpPr>
          <a:xfrm>
            <a:off x="228600" y="1905000"/>
            <a:ext cx="2177266" cy="2091776"/>
            <a:chOff x="144" y="1600"/>
            <a:chExt cx="1829" cy="1757"/>
          </a:xfrm>
        </p:grpSpPr>
        <p:pic>
          <p:nvPicPr>
            <p:cNvPr id="1945" name="Google Shape;1945;g2ff6f630c79_0_1491"/>
            <p:cNvPicPr preferRelativeResize="0"/>
            <p:nvPr/>
          </p:nvPicPr>
          <p:blipFill rotWithShape="1">
            <a:blip r:embed="rId5">
              <a:alphaModFix/>
            </a:blip>
            <a:srcRect/>
            <a:stretch/>
          </p:blipFill>
          <p:spPr>
            <a:xfrm>
              <a:off x="144" y="2847"/>
              <a:ext cx="1829" cy="510"/>
            </a:xfrm>
            <a:prstGeom prst="rect">
              <a:avLst/>
            </a:prstGeom>
            <a:noFill/>
            <a:ln>
              <a:noFill/>
            </a:ln>
          </p:spPr>
        </p:pic>
        <p:pic>
          <p:nvPicPr>
            <p:cNvPr id="1946" name="Google Shape;1946;g2ff6f630c79_0_1491"/>
            <p:cNvPicPr preferRelativeResize="0"/>
            <p:nvPr/>
          </p:nvPicPr>
          <p:blipFill rotWithShape="1">
            <a:blip r:embed="rId6">
              <a:alphaModFix/>
            </a:blip>
            <a:srcRect/>
            <a:stretch/>
          </p:blipFill>
          <p:spPr>
            <a:xfrm>
              <a:off x="192" y="1600"/>
              <a:ext cx="1344" cy="1158"/>
            </a:xfrm>
            <a:prstGeom prst="rect">
              <a:avLst/>
            </a:prstGeom>
            <a:noFill/>
            <a:ln>
              <a:noFill/>
            </a:ln>
          </p:spPr>
        </p:pic>
      </p:grpSp>
      <p:grpSp>
        <p:nvGrpSpPr>
          <p:cNvPr id="1947" name="Google Shape;1947;g2ff6f630c79_0_1491"/>
          <p:cNvGrpSpPr/>
          <p:nvPr/>
        </p:nvGrpSpPr>
        <p:grpSpPr>
          <a:xfrm>
            <a:off x="5032375" y="1909763"/>
            <a:ext cx="2911030" cy="2090690"/>
            <a:chOff x="3170" y="1604"/>
            <a:chExt cx="2445" cy="1756"/>
          </a:xfrm>
        </p:grpSpPr>
        <p:pic>
          <p:nvPicPr>
            <p:cNvPr id="1948" name="Google Shape;1948;g2ff6f630c79_0_1491"/>
            <p:cNvPicPr preferRelativeResize="0"/>
            <p:nvPr/>
          </p:nvPicPr>
          <p:blipFill rotWithShape="1">
            <a:blip r:embed="rId7">
              <a:alphaModFix/>
            </a:blip>
            <a:srcRect/>
            <a:stretch/>
          </p:blipFill>
          <p:spPr>
            <a:xfrm>
              <a:off x="3170" y="2847"/>
              <a:ext cx="2445" cy="513"/>
            </a:xfrm>
            <a:prstGeom prst="rect">
              <a:avLst/>
            </a:prstGeom>
            <a:noFill/>
            <a:ln>
              <a:noFill/>
            </a:ln>
          </p:spPr>
        </p:pic>
        <p:pic>
          <p:nvPicPr>
            <p:cNvPr id="1949" name="Google Shape;1949;g2ff6f630c79_0_1491"/>
            <p:cNvPicPr preferRelativeResize="0"/>
            <p:nvPr/>
          </p:nvPicPr>
          <p:blipFill rotWithShape="1">
            <a:blip r:embed="rId8">
              <a:alphaModFix/>
            </a:blip>
            <a:srcRect/>
            <a:stretch/>
          </p:blipFill>
          <p:spPr>
            <a:xfrm>
              <a:off x="4040" y="1604"/>
              <a:ext cx="1410" cy="1156"/>
            </a:xfrm>
            <a:prstGeom prst="rect">
              <a:avLst/>
            </a:prstGeom>
            <a:noFill/>
            <a:ln>
              <a:noFill/>
            </a:ln>
          </p:spPr>
        </p:pic>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953"/>
        <p:cNvGrpSpPr/>
        <p:nvPr/>
      </p:nvGrpSpPr>
      <p:grpSpPr>
        <a:xfrm>
          <a:off x="0" y="0"/>
          <a:ext cx="0" cy="0"/>
          <a:chOff x="0" y="0"/>
          <a:chExt cx="0" cy="0"/>
        </a:xfrm>
      </p:grpSpPr>
      <p:sp>
        <p:nvSpPr>
          <p:cNvPr id="1954" name="Google Shape;1954;g2ff6f630c79_0_1511"/>
          <p:cNvSpPr txBox="1">
            <a:spLocks noGrp="1"/>
          </p:cNvSpPr>
          <p:nvPr>
            <p:ph type="title"/>
          </p:nvPr>
        </p:nvSpPr>
        <p:spPr>
          <a:xfrm>
            <a:off x="269300" y="432144"/>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Adaptive Scale</a:t>
            </a:r>
            <a:endParaRPr/>
          </a:p>
        </p:txBody>
      </p:sp>
      <p:sp>
        <p:nvSpPr>
          <p:cNvPr id="1955" name="Google Shape;1955;g2ff6f630c79_0_1511"/>
          <p:cNvSpPr txBox="1"/>
          <p:nvPr/>
        </p:nvSpPr>
        <p:spPr>
          <a:xfrm>
            <a:off x="393700" y="1314450"/>
            <a:ext cx="1600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9900CC"/>
              </a:buClr>
              <a:buSzPts val="2400"/>
              <a:buFont typeface="Arial"/>
              <a:buNone/>
            </a:pPr>
            <a:r>
              <a:rPr lang="en-US" sz="2400" b="1" i="0" u="none">
                <a:solidFill>
                  <a:srgbClr val="9900CC"/>
                </a:solidFill>
                <a:latin typeface="Arial"/>
                <a:ea typeface="Arial"/>
                <a:cs typeface="Arial"/>
                <a:sym typeface="Arial"/>
              </a:rPr>
              <a:t>Problem:</a:t>
            </a:r>
            <a:endParaRPr/>
          </a:p>
        </p:txBody>
      </p:sp>
      <p:sp>
        <p:nvSpPr>
          <p:cNvPr id="1956" name="Google Shape;1956;g2ff6f630c79_0_1511"/>
          <p:cNvSpPr/>
          <p:nvPr/>
        </p:nvSpPr>
        <p:spPr>
          <a:xfrm>
            <a:off x="434975" y="1790700"/>
            <a:ext cx="1447800" cy="8574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b="0" i="0" u="none">
                <a:solidFill>
                  <a:schemeClr val="dk1"/>
                </a:solidFill>
                <a:latin typeface="Arial"/>
                <a:ea typeface="Arial"/>
                <a:cs typeface="Arial"/>
                <a:sym typeface="Arial"/>
              </a:rPr>
              <a:t>The scale of the target changes in time</a:t>
            </a:r>
            <a:endParaRPr/>
          </a:p>
        </p:txBody>
      </p:sp>
      <p:sp>
        <p:nvSpPr>
          <p:cNvPr id="1957" name="Google Shape;1957;g2ff6f630c79_0_1511"/>
          <p:cNvSpPr/>
          <p:nvPr/>
        </p:nvSpPr>
        <p:spPr>
          <a:xfrm>
            <a:off x="2365375" y="1790700"/>
            <a:ext cx="1444500" cy="8574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b="0" i="0" u="none">
                <a:solidFill>
                  <a:schemeClr val="dk1"/>
                </a:solidFill>
                <a:latin typeface="Arial"/>
                <a:ea typeface="Arial"/>
                <a:cs typeface="Arial"/>
                <a:sym typeface="Arial"/>
              </a:rPr>
              <a:t>The scale (</a:t>
            </a:r>
            <a:r>
              <a:rPr lang="en-US" sz="1600" b="0" i="1" u="none">
                <a:solidFill>
                  <a:schemeClr val="dk1"/>
                </a:solidFill>
                <a:latin typeface="Arial"/>
                <a:ea typeface="Arial"/>
                <a:cs typeface="Arial"/>
                <a:sym typeface="Arial"/>
              </a:rPr>
              <a:t>h)</a:t>
            </a:r>
            <a:r>
              <a:rPr lang="en-US" sz="1600" b="0" i="0" u="none">
                <a:solidFill>
                  <a:schemeClr val="dk1"/>
                </a:solidFill>
                <a:latin typeface="Arial"/>
                <a:ea typeface="Arial"/>
                <a:cs typeface="Arial"/>
                <a:sym typeface="Arial"/>
              </a:rPr>
              <a:t> of the kernel must be adapted</a:t>
            </a:r>
            <a:endParaRPr/>
          </a:p>
        </p:txBody>
      </p:sp>
      <p:cxnSp>
        <p:nvCxnSpPr>
          <p:cNvPr id="1958" name="Google Shape;1958;g2ff6f630c79_0_1511"/>
          <p:cNvCxnSpPr/>
          <p:nvPr/>
        </p:nvCxnSpPr>
        <p:spPr>
          <a:xfrm>
            <a:off x="1933575" y="2228850"/>
            <a:ext cx="365100" cy="0"/>
          </a:xfrm>
          <a:prstGeom prst="straightConnector1">
            <a:avLst/>
          </a:prstGeom>
          <a:noFill/>
          <a:ln w="28575" cap="flat" cmpd="sng">
            <a:solidFill>
              <a:srgbClr val="0000FF"/>
            </a:solidFill>
            <a:prstDash val="solid"/>
            <a:miter lim="800000"/>
            <a:headEnd type="none" w="med" len="med"/>
            <a:tailEnd type="triangle" w="med" len="med"/>
          </a:ln>
        </p:spPr>
      </p:cxnSp>
      <p:grpSp>
        <p:nvGrpSpPr>
          <p:cNvPr id="1959" name="Google Shape;1959;g2ff6f630c79_0_1511"/>
          <p:cNvGrpSpPr/>
          <p:nvPr/>
        </p:nvGrpSpPr>
        <p:grpSpPr>
          <a:xfrm>
            <a:off x="4343400" y="1657350"/>
            <a:ext cx="4496818" cy="1085735"/>
            <a:chOff x="1224" y="978"/>
            <a:chExt cx="3313" cy="1182"/>
          </a:xfrm>
        </p:grpSpPr>
        <p:pic>
          <p:nvPicPr>
            <p:cNvPr id="1960" name="Google Shape;1960;g2ff6f630c79_0_1511"/>
            <p:cNvPicPr preferRelativeResize="0"/>
            <p:nvPr/>
          </p:nvPicPr>
          <p:blipFill rotWithShape="1">
            <a:blip r:embed="rId3">
              <a:alphaModFix/>
            </a:blip>
            <a:srcRect/>
            <a:stretch/>
          </p:blipFill>
          <p:spPr>
            <a:xfrm>
              <a:off x="1224" y="978"/>
              <a:ext cx="3313" cy="1182"/>
            </a:xfrm>
            <a:prstGeom prst="rect">
              <a:avLst/>
            </a:prstGeom>
            <a:noFill/>
            <a:ln>
              <a:noFill/>
            </a:ln>
          </p:spPr>
        </p:pic>
        <p:cxnSp>
          <p:nvCxnSpPr>
            <p:cNvPr id="1961" name="Google Shape;1961;g2ff6f630c79_0_1511"/>
            <p:cNvCxnSpPr/>
            <p:nvPr/>
          </p:nvCxnSpPr>
          <p:spPr>
            <a:xfrm>
              <a:off x="1968" y="1752"/>
              <a:ext cx="600" cy="0"/>
            </a:xfrm>
            <a:prstGeom prst="straightConnector1">
              <a:avLst/>
            </a:prstGeom>
            <a:noFill/>
            <a:ln w="38100" cap="flat" cmpd="sng">
              <a:solidFill>
                <a:srgbClr val="0000FF"/>
              </a:solidFill>
              <a:prstDash val="solid"/>
              <a:miter lim="800000"/>
              <a:headEnd type="none" w="med" len="med"/>
              <a:tailEnd type="triangle" w="med" len="med"/>
            </a:ln>
          </p:spPr>
        </p:cxnSp>
        <p:cxnSp>
          <p:nvCxnSpPr>
            <p:cNvPr id="1962" name="Google Shape;1962;g2ff6f630c79_0_1511"/>
            <p:cNvCxnSpPr/>
            <p:nvPr/>
          </p:nvCxnSpPr>
          <p:spPr>
            <a:xfrm>
              <a:off x="2736" y="1752"/>
              <a:ext cx="600" cy="0"/>
            </a:xfrm>
            <a:prstGeom prst="straightConnector1">
              <a:avLst/>
            </a:prstGeom>
            <a:noFill/>
            <a:ln w="38100" cap="flat" cmpd="sng">
              <a:solidFill>
                <a:srgbClr val="0000FF"/>
              </a:solidFill>
              <a:prstDash val="solid"/>
              <a:miter lim="800000"/>
              <a:headEnd type="none" w="med" len="med"/>
              <a:tailEnd type="triangle" w="med" len="med"/>
            </a:ln>
          </p:spPr>
        </p:cxnSp>
        <p:cxnSp>
          <p:nvCxnSpPr>
            <p:cNvPr id="1963" name="Google Shape;1963;g2ff6f630c79_0_1511"/>
            <p:cNvCxnSpPr/>
            <p:nvPr/>
          </p:nvCxnSpPr>
          <p:spPr>
            <a:xfrm>
              <a:off x="3544" y="1720"/>
              <a:ext cx="300" cy="0"/>
            </a:xfrm>
            <a:prstGeom prst="straightConnector1">
              <a:avLst/>
            </a:prstGeom>
            <a:noFill/>
            <a:ln w="38100" cap="flat" cmpd="sng">
              <a:solidFill>
                <a:srgbClr val="0000FF"/>
              </a:solidFill>
              <a:prstDash val="solid"/>
              <a:miter lim="800000"/>
              <a:headEnd type="none" w="med" len="med"/>
              <a:tailEnd type="triangle" w="med" len="med"/>
            </a:ln>
          </p:spPr>
        </p:cxnSp>
      </p:grpSp>
      <p:pic>
        <p:nvPicPr>
          <p:cNvPr id="1964" name="Google Shape;1964;g2ff6f630c79_0_1511"/>
          <p:cNvPicPr preferRelativeResize="0"/>
          <p:nvPr/>
        </p:nvPicPr>
        <p:blipFill rotWithShape="1">
          <a:blip r:embed="rId4">
            <a:alphaModFix/>
          </a:blip>
          <a:srcRect/>
          <a:stretch/>
        </p:blipFill>
        <p:spPr>
          <a:xfrm>
            <a:off x="5638800" y="3200400"/>
            <a:ext cx="1543050" cy="1543050"/>
          </a:xfrm>
          <a:prstGeom prst="rect">
            <a:avLst/>
          </a:prstGeom>
          <a:noFill/>
          <a:ln>
            <a:noFill/>
          </a:ln>
        </p:spPr>
      </p:pic>
      <p:grpSp>
        <p:nvGrpSpPr>
          <p:cNvPr id="1965" name="Google Shape;1965;g2ff6f630c79_0_1511"/>
          <p:cNvGrpSpPr/>
          <p:nvPr/>
        </p:nvGrpSpPr>
        <p:grpSpPr>
          <a:xfrm>
            <a:off x="393700" y="3086100"/>
            <a:ext cx="1466850" cy="1171575"/>
            <a:chOff x="248" y="2592"/>
            <a:chExt cx="924" cy="984"/>
          </a:xfrm>
        </p:grpSpPr>
        <p:sp>
          <p:nvSpPr>
            <p:cNvPr id="1966" name="Google Shape;1966;g2ff6f630c79_0_1511"/>
            <p:cNvSpPr txBox="1"/>
            <p:nvPr/>
          </p:nvSpPr>
          <p:spPr>
            <a:xfrm>
              <a:off x="248" y="2592"/>
              <a:ext cx="900" cy="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9900CC"/>
                </a:buClr>
                <a:buSzPts val="2400"/>
                <a:buFont typeface="Arial"/>
                <a:buNone/>
              </a:pPr>
              <a:r>
                <a:rPr lang="en-US" sz="2400" b="1" i="0" u="none">
                  <a:solidFill>
                    <a:srgbClr val="9900CC"/>
                  </a:solidFill>
                  <a:latin typeface="Arial"/>
                  <a:ea typeface="Arial"/>
                  <a:cs typeface="Arial"/>
                  <a:sym typeface="Arial"/>
                </a:rPr>
                <a:t> Solution:</a:t>
              </a:r>
              <a:endParaRPr/>
            </a:p>
          </p:txBody>
        </p:sp>
        <p:sp>
          <p:nvSpPr>
            <p:cNvPr id="1967" name="Google Shape;1967;g2ff6f630c79_0_1511"/>
            <p:cNvSpPr/>
            <p:nvPr/>
          </p:nvSpPr>
          <p:spPr>
            <a:xfrm>
              <a:off x="272" y="2976"/>
              <a:ext cx="900" cy="6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b="0" i="0" u="none">
                  <a:solidFill>
                    <a:schemeClr val="dk1"/>
                  </a:solidFill>
                  <a:latin typeface="Arial"/>
                  <a:ea typeface="Arial"/>
                  <a:cs typeface="Arial"/>
                  <a:sym typeface="Arial"/>
                </a:rPr>
                <a:t>Run localization 3 times with different </a:t>
              </a:r>
              <a:r>
                <a:rPr lang="en-US" sz="1600" b="0" i="1" u="none">
                  <a:solidFill>
                    <a:schemeClr val="dk1"/>
                  </a:solidFill>
                  <a:latin typeface="Arial"/>
                  <a:ea typeface="Arial"/>
                  <a:cs typeface="Arial"/>
                  <a:sym typeface="Arial"/>
                </a:rPr>
                <a:t>h</a:t>
              </a:r>
              <a:endParaRPr/>
            </a:p>
          </p:txBody>
        </p:sp>
      </p:grpSp>
      <p:grpSp>
        <p:nvGrpSpPr>
          <p:cNvPr id="1968" name="Google Shape;1968;g2ff6f630c79_0_1511"/>
          <p:cNvGrpSpPr/>
          <p:nvPr/>
        </p:nvGrpSpPr>
        <p:grpSpPr>
          <a:xfrm>
            <a:off x="2006600" y="3543300"/>
            <a:ext cx="1835150" cy="714375"/>
            <a:chOff x="1264" y="2976"/>
            <a:chExt cx="1156" cy="600"/>
          </a:xfrm>
        </p:grpSpPr>
        <p:sp>
          <p:nvSpPr>
            <p:cNvPr id="1969" name="Google Shape;1969;g2ff6f630c79_0_1511"/>
            <p:cNvSpPr/>
            <p:nvPr/>
          </p:nvSpPr>
          <p:spPr>
            <a:xfrm>
              <a:off x="1520" y="2976"/>
              <a:ext cx="900" cy="6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b="0" i="0" u="none">
                  <a:solidFill>
                    <a:schemeClr val="dk1"/>
                  </a:solidFill>
                  <a:latin typeface="Arial"/>
                  <a:ea typeface="Arial"/>
                  <a:cs typeface="Arial"/>
                  <a:sym typeface="Arial"/>
                </a:rPr>
                <a:t>Choose </a:t>
              </a:r>
              <a:r>
                <a:rPr lang="en-US" sz="1600" b="0" i="1" u="none">
                  <a:solidFill>
                    <a:schemeClr val="dk1"/>
                  </a:solidFill>
                  <a:latin typeface="Arial"/>
                  <a:ea typeface="Arial"/>
                  <a:cs typeface="Arial"/>
                  <a:sym typeface="Arial"/>
                </a:rPr>
                <a:t>h</a:t>
              </a:r>
              <a:r>
                <a:rPr lang="en-US" sz="1600" b="0" i="0" u="none">
                  <a:solidFill>
                    <a:schemeClr val="dk1"/>
                  </a:solidFill>
                  <a:latin typeface="Arial"/>
                  <a:ea typeface="Arial"/>
                  <a:cs typeface="Arial"/>
                  <a:sym typeface="Arial"/>
                </a:rPr>
                <a:t> that achieves maximum similarity</a:t>
              </a:r>
              <a:endParaRPr/>
            </a:p>
          </p:txBody>
        </p:sp>
        <p:cxnSp>
          <p:nvCxnSpPr>
            <p:cNvPr id="1970" name="Google Shape;1970;g2ff6f630c79_0_1511"/>
            <p:cNvCxnSpPr/>
            <p:nvPr/>
          </p:nvCxnSpPr>
          <p:spPr>
            <a:xfrm>
              <a:off x="1264" y="3344"/>
              <a:ext cx="300" cy="0"/>
            </a:xfrm>
            <a:prstGeom prst="straightConnector1">
              <a:avLst/>
            </a:prstGeom>
            <a:noFill/>
            <a:ln w="28575" cap="flat" cmpd="sng">
              <a:solidFill>
                <a:srgbClr val="0000FF"/>
              </a:solidFill>
              <a:prstDash val="solid"/>
              <a:miter lim="800000"/>
              <a:headEnd type="none" w="med" len="med"/>
              <a:tailEnd type="triangle" w="med" len="med"/>
            </a:ln>
          </p:spPr>
        </p:cxnSp>
      </p:grpSp>
      <p:sp>
        <p:nvSpPr>
          <p:cNvPr id="1971" name="Google Shape;1971;g2ff6f630c79_0_1511"/>
          <p:cNvSpPr/>
          <p:nvPr/>
        </p:nvSpPr>
        <p:spPr>
          <a:xfrm>
            <a:off x="6146800" y="3771900"/>
            <a:ext cx="1066800" cy="628800"/>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72" name="Google Shape;1972;g2ff6f630c79_0_1511"/>
          <p:cNvSpPr/>
          <p:nvPr/>
        </p:nvSpPr>
        <p:spPr>
          <a:xfrm>
            <a:off x="6410325" y="3937397"/>
            <a:ext cx="511200" cy="301200"/>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976"/>
        <p:cNvGrpSpPr/>
        <p:nvPr/>
      </p:nvGrpSpPr>
      <p:grpSpPr>
        <a:xfrm>
          <a:off x="0" y="0"/>
          <a:ext cx="0" cy="0"/>
          <a:chOff x="0" y="0"/>
          <a:chExt cx="0" cy="0"/>
        </a:xfrm>
      </p:grpSpPr>
      <p:sp>
        <p:nvSpPr>
          <p:cNvPr id="1977" name="Google Shape;1977;g2ff6f630c79_0_1533"/>
          <p:cNvSpPr txBox="1">
            <a:spLocks noGrp="1"/>
          </p:cNvSpPr>
          <p:nvPr>
            <p:ph type="title"/>
          </p:nvPr>
        </p:nvSpPr>
        <p:spPr>
          <a:xfrm>
            <a:off x="248675" y="476244"/>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Results</a:t>
            </a:r>
            <a:endParaRPr/>
          </a:p>
        </p:txBody>
      </p:sp>
      <p:sp>
        <p:nvSpPr>
          <p:cNvPr id="1978" name="Google Shape;1978;g2ff6f630c79_0_1533"/>
          <p:cNvSpPr txBox="1"/>
          <p:nvPr/>
        </p:nvSpPr>
        <p:spPr>
          <a:xfrm>
            <a:off x="2420450" y="3510725"/>
            <a:ext cx="43974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Feature space: </a:t>
            </a:r>
            <a:r>
              <a:rPr lang="en-US" sz="1800" b="0" i="0" u="none">
                <a:solidFill>
                  <a:schemeClr val="dk1"/>
                </a:solidFill>
                <a:latin typeface="Arial"/>
                <a:ea typeface="Arial"/>
                <a:cs typeface="Arial"/>
                <a:sym typeface="Arial"/>
              </a:rPr>
              <a:t>16×16×16 quantized RGB</a:t>
            </a:r>
            <a:endParaRPr/>
          </a:p>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Target:</a:t>
            </a:r>
            <a:r>
              <a:rPr lang="en-US" sz="1800" b="0" i="0" u="none">
                <a:solidFill>
                  <a:schemeClr val="dk1"/>
                </a:solidFill>
                <a:latin typeface="Arial"/>
                <a:ea typeface="Arial"/>
                <a:cs typeface="Arial"/>
                <a:sym typeface="Arial"/>
              </a:rPr>
              <a:t> manually selected on 1</a:t>
            </a:r>
            <a:r>
              <a:rPr lang="en-US" sz="1800" b="0" i="0" u="none" baseline="30000">
                <a:solidFill>
                  <a:schemeClr val="dk1"/>
                </a:solidFill>
                <a:latin typeface="Arial"/>
                <a:ea typeface="Arial"/>
                <a:cs typeface="Arial"/>
                <a:sym typeface="Arial"/>
              </a:rPr>
              <a:t>st</a:t>
            </a:r>
            <a:r>
              <a:rPr lang="en-US" sz="1800" b="0" i="0" u="none">
                <a:solidFill>
                  <a:schemeClr val="dk1"/>
                </a:solidFill>
                <a:latin typeface="Arial"/>
                <a:ea typeface="Arial"/>
                <a:cs typeface="Arial"/>
                <a:sym typeface="Arial"/>
              </a:rPr>
              <a:t> frame</a:t>
            </a:r>
            <a:endParaRPr/>
          </a:p>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Average mean-shift iterations:</a:t>
            </a:r>
            <a:r>
              <a:rPr lang="en-US" sz="1800" b="0" i="0" u="none">
                <a:solidFill>
                  <a:schemeClr val="dk1"/>
                </a:solidFill>
                <a:latin typeface="Arial"/>
                <a:ea typeface="Arial"/>
                <a:cs typeface="Arial"/>
                <a:sym typeface="Arial"/>
              </a:rPr>
              <a:t> 4</a:t>
            </a:r>
            <a:endParaRPr/>
          </a:p>
        </p:txBody>
      </p:sp>
      <p:pic>
        <p:nvPicPr>
          <p:cNvPr id="1979" name="Google Shape;1979;g2ff6f630c79_0_1533"/>
          <p:cNvPicPr preferRelativeResize="0"/>
          <p:nvPr/>
        </p:nvPicPr>
        <p:blipFill rotWithShape="1">
          <a:blip r:embed="rId3">
            <a:alphaModFix/>
          </a:blip>
          <a:srcRect/>
          <a:stretch/>
        </p:blipFill>
        <p:spPr>
          <a:xfrm>
            <a:off x="2552700" y="1257300"/>
            <a:ext cx="3086100" cy="210026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983"/>
        <p:cNvGrpSpPr/>
        <p:nvPr/>
      </p:nvGrpSpPr>
      <p:grpSpPr>
        <a:xfrm>
          <a:off x="0" y="0"/>
          <a:ext cx="0" cy="0"/>
          <a:chOff x="0" y="0"/>
          <a:chExt cx="0" cy="0"/>
        </a:xfrm>
      </p:grpSpPr>
      <p:sp>
        <p:nvSpPr>
          <p:cNvPr id="1984" name="Google Shape;1984;g2ff6f630c79_0_1539"/>
          <p:cNvSpPr txBox="1">
            <a:spLocks noGrp="1"/>
          </p:cNvSpPr>
          <p:nvPr>
            <p:ph type="title"/>
          </p:nvPr>
        </p:nvSpPr>
        <p:spPr>
          <a:xfrm>
            <a:off x="255550" y="490144"/>
            <a:ext cx="8520600" cy="42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66FF"/>
              </a:buClr>
              <a:buSzPts val="4000"/>
              <a:buFont typeface="Arial"/>
              <a:buNone/>
            </a:pPr>
            <a:r>
              <a:rPr lang="en-US" sz="4000" b="1" i="0" u="none">
                <a:solidFill>
                  <a:srgbClr val="0066FF"/>
                </a:solidFill>
                <a:latin typeface="Arial"/>
                <a:ea typeface="Arial"/>
                <a:cs typeface="Arial"/>
                <a:sym typeface="Arial"/>
              </a:rPr>
              <a:t>Mean-Shift Object Tracking</a:t>
            </a:r>
            <a:br>
              <a:rPr lang="en-US" sz="4000" b="1" i="0" u="none">
                <a:solidFill>
                  <a:srgbClr val="0066FF"/>
                </a:solidFill>
                <a:latin typeface="Arial"/>
                <a:ea typeface="Arial"/>
                <a:cs typeface="Arial"/>
                <a:sym typeface="Arial"/>
              </a:rPr>
            </a:br>
            <a:r>
              <a:rPr lang="en-US" sz="2400" b="1" i="0" u="none">
                <a:solidFill>
                  <a:srgbClr val="0066FF"/>
                </a:solidFill>
                <a:latin typeface="Arial"/>
                <a:ea typeface="Arial"/>
                <a:cs typeface="Arial"/>
                <a:sym typeface="Arial"/>
              </a:rPr>
              <a:t>Results</a:t>
            </a:r>
            <a:endParaRPr/>
          </a:p>
        </p:txBody>
      </p:sp>
      <p:grpSp>
        <p:nvGrpSpPr>
          <p:cNvPr id="1985" name="Google Shape;1985;g2ff6f630c79_0_1539"/>
          <p:cNvGrpSpPr/>
          <p:nvPr/>
        </p:nvGrpSpPr>
        <p:grpSpPr>
          <a:xfrm>
            <a:off x="390525" y="1371600"/>
            <a:ext cx="8346781" cy="1729978"/>
            <a:chOff x="246" y="1208"/>
            <a:chExt cx="5258" cy="1453"/>
          </a:xfrm>
        </p:grpSpPr>
        <p:pic>
          <p:nvPicPr>
            <p:cNvPr id="1986" name="Google Shape;1986;g2ff6f630c79_0_1539"/>
            <p:cNvPicPr preferRelativeResize="0"/>
            <p:nvPr/>
          </p:nvPicPr>
          <p:blipFill rotWithShape="1">
            <a:blip r:embed="rId3">
              <a:alphaModFix/>
            </a:blip>
            <a:srcRect/>
            <a:stretch/>
          </p:blipFill>
          <p:spPr>
            <a:xfrm>
              <a:off x="246" y="1208"/>
              <a:ext cx="1716" cy="1164"/>
            </a:xfrm>
            <a:prstGeom prst="rect">
              <a:avLst/>
            </a:prstGeom>
            <a:noFill/>
            <a:ln>
              <a:noFill/>
            </a:ln>
          </p:spPr>
        </p:pic>
        <p:pic>
          <p:nvPicPr>
            <p:cNvPr id="1987" name="Google Shape;1987;g2ff6f630c79_0_1539"/>
            <p:cNvPicPr preferRelativeResize="0"/>
            <p:nvPr/>
          </p:nvPicPr>
          <p:blipFill rotWithShape="1">
            <a:blip r:embed="rId4">
              <a:alphaModFix/>
            </a:blip>
            <a:srcRect/>
            <a:stretch/>
          </p:blipFill>
          <p:spPr>
            <a:xfrm>
              <a:off x="2070" y="1208"/>
              <a:ext cx="1664" cy="1163"/>
            </a:xfrm>
            <a:prstGeom prst="rect">
              <a:avLst/>
            </a:prstGeom>
            <a:noFill/>
            <a:ln>
              <a:noFill/>
            </a:ln>
          </p:spPr>
        </p:pic>
        <p:pic>
          <p:nvPicPr>
            <p:cNvPr id="1988" name="Google Shape;1988;g2ff6f630c79_0_1539"/>
            <p:cNvPicPr preferRelativeResize="0"/>
            <p:nvPr/>
          </p:nvPicPr>
          <p:blipFill rotWithShape="1">
            <a:blip r:embed="rId5">
              <a:alphaModFix/>
            </a:blip>
            <a:srcRect/>
            <a:stretch/>
          </p:blipFill>
          <p:spPr>
            <a:xfrm>
              <a:off x="3846" y="1208"/>
              <a:ext cx="1658" cy="1162"/>
            </a:xfrm>
            <a:prstGeom prst="rect">
              <a:avLst/>
            </a:prstGeom>
            <a:noFill/>
            <a:ln>
              <a:noFill/>
            </a:ln>
          </p:spPr>
        </p:pic>
        <p:sp>
          <p:nvSpPr>
            <p:cNvPr id="1989" name="Google Shape;1989;g2ff6f630c79_0_1539"/>
            <p:cNvSpPr txBox="1"/>
            <p:nvPr/>
          </p:nvSpPr>
          <p:spPr>
            <a:xfrm>
              <a:off x="516" y="2361"/>
              <a:ext cx="12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Partial occlusion</a:t>
              </a:r>
              <a:endParaRPr/>
            </a:p>
          </p:txBody>
        </p:sp>
        <p:sp>
          <p:nvSpPr>
            <p:cNvPr id="1990" name="Google Shape;1990;g2ff6f630c79_0_1539"/>
            <p:cNvSpPr txBox="1"/>
            <p:nvPr/>
          </p:nvSpPr>
          <p:spPr>
            <a:xfrm>
              <a:off x="2524" y="2360"/>
              <a:ext cx="9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Distraction</a:t>
              </a:r>
              <a:endParaRPr/>
            </a:p>
          </p:txBody>
        </p:sp>
        <p:sp>
          <p:nvSpPr>
            <p:cNvPr id="1991" name="Google Shape;1991;g2ff6f630c79_0_1539"/>
            <p:cNvSpPr txBox="1"/>
            <p:nvPr/>
          </p:nvSpPr>
          <p:spPr>
            <a:xfrm>
              <a:off x="4164" y="2360"/>
              <a:ext cx="9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800"/>
                <a:buFont typeface="Arial"/>
                <a:buNone/>
              </a:pPr>
              <a:r>
                <a:rPr lang="en-US" sz="1800" b="0" i="0" u="none">
                  <a:solidFill>
                    <a:srgbClr val="CC3300"/>
                  </a:solidFill>
                  <a:latin typeface="Arial"/>
                  <a:ea typeface="Arial"/>
                  <a:cs typeface="Arial"/>
                  <a:sym typeface="Arial"/>
                </a:rPr>
                <a:t>Motion blur</a:t>
              </a:r>
              <a:endParaRPr/>
            </a:p>
          </p:txBody>
        </p:sp>
      </p:grpSp>
      <p:pic>
        <p:nvPicPr>
          <p:cNvPr id="1992" name="Google Shape;1992;g2ff6f630c79_0_1539"/>
          <p:cNvPicPr preferRelativeResize="0"/>
          <p:nvPr/>
        </p:nvPicPr>
        <p:blipFill rotWithShape="1">
          <a:blip r:embed="rId6">
            <a:alphaModFix/>
          </a:blip>
          <a:srcRect/>
          <a:stretch/>
        </p:blipFill>
        <p:spPr>
          <a:xfrm>
            <a:off x="3124200" y="3198019"/>
            <a:ext cx="2228850" cy="1800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997"/>
        <p:cNvGrpSpPr/>
        <p:nvPr/>
      </p:nvGrpSpPr>
      <p:grpSpPr>
        <a:xfrm>
          <a:off x="0" y="0"/>
          <a:ext cx="0" cy="0"/>
          <a:chOff x="0" y="0"/>
          <a:chExt cx="0" cy="0"/>
        </a:xfrm>
      </p:grpSpPr>
      <p:sp>
        <p:nvSpPr>
          <p:cNvPr id="1998" name="Google Shape;1998;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700"/>
              <a:buFont typeface="Arial"/>
              <a:buNone/>
            </a:pPr>
            <a:fld id="{00000000-1234-1234-1234-123412341234}" type="slidenum">
              <a:rPr lang="en-US"/>
              <a:t>89</a:t>
            </a:fld>
            <a:endParaRPr/>
          </a:p>
        </p:txBody>
      </p:sp>
      <p:sp>
        <p:nvSpPr>
          <p:cNvPr id="1999" name="Google Shape;1999;p2"/>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p>
            <a:pPr marL="457200" lvl="0" indent="0" algn="l" rtl="0">
              <a:lnSpc>
                <a:spcPct val="100000"/>
              </a:lnSpc>
              <a:spcBef>
                <a:spcPts val="0"/>
              </a:spcBef>
              <a:spcAft>
                <a:spcPts val="0"/>
              </a:spcAft>
              <a:buNone/>
            </a:pPr>
            <a:r>
              <a:rPr lang="en-US" sz="3800" b="1">
                <a:latin typeface="Proxima Nova"/>
                <a:ea typeface="Proxima Nova"/>
                <a:cs typeface="Proxima Nova"/>
                <a:sym typeface="Proxima Nova"/>
              </a:rPr>
              <a:t>Kalman filtering</a:t>
            </a:r>
            <a:endParaRPr sz="3800" b="1">
              <a:latin typeface="Proxima Nova"/>
              <a:ea typeface="Proxima Nova"/>
              <a:cs typeface="Proxima Nova"/>
              <a:sym typeface="Proxima Nov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003"/>
        <p:cNvGrpSpPr/>
        <p:nvPr/>
      </p:nvGrpSpPr>
      <p:grpSpPr>
        <a:xfrm>
          <a:off x="0" y="0"/>
          <a:ext cx="0" cy="0"/>
          <a:chOff x="0" y="0"/>
          <a:chExt cx="0" cy="0"/>
        </a:xfrm>
      </p:grpSpPr>
      <p:sp>
        <p:nvSpPr>
          <p:cNvPr id="2004" name="Google Shape;2004;g2ff6f630c79_0_1670"/>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Kalman Filters - Overview</a:t>
            </a:r>
            <a:endParaRPr/>
          </a:p>
        </p:txBody>
      </p:sp>
      <p:sp>
        <p:nvSpPr>
          <p:cNvPr id="2005" name="Google Shape;2005;g2ff6f630c79_0_1670"/>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Concept:</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Recursive filter for estimating the state of a system.</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Predict and correct the object position over time.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Applications: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Predicts object's future position in noisy environments.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009"/>
        <p:cNvGrpSpPr/>
        <p:nvPr/>
      </p:nvGrpSpPr>
      <p:grpSpPr>
        <a:xfrm>
          <a:off x="0" y="0"/>
          <a:ext cx="0" cy="0"/>
          <a:chOff x="0" y="0"/>
          <a:chExt cx="0" cy="0"/>
        </a:xfrm>
      </p:grpSpPr>
      <p:sp>
        <p:nvSpPr>
          <p:cNvPr id="2010" name="Google Shape;2010;g2ff6f630c79_0_1675"/>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Kalman Filters - Example</a:t>
            </a:r>
            <a:endParaRPr/>
          </a:p>
        </p:txBody>
      </p:sp>
      <p:sp>
        <p:nvSpPr>
          <p:cNvPr id="2011" name="Google Shape;2011;g2ff6f630c79_0_1675"/>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Math Behind Kalman Filters (Brief):</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Predict Step.</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Update Step.</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Show State prediction and correction diagram.</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021"/>
        <p:cNvGrpSpPr/>
        <p:nvPr/>
      </p:nvGrpSpPr>
      <p:grpSpPr>
        <a:xfrm>
          <a:off x="0" y="0"/>
          <a:ext cx="0" cy="0"/>
          <a:chOff x="0" y="0"/>
          <a:chExt cx="0" cy="0"/>
        </a:xfrm>
      </p:grpSpPr>
      <p:sp>
        <p:nvSpPr>
          <p:cNvPr id="2022" name="Google Shape;2022;g26c94a5ba1d_0_8"/>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Scenarios</a:t>
            </a:r>
            <a:endParaRPr sz="2400" b="0">
              <a:latin typeface="Proxima Nova"/>
              <a:ea typeface="Proxima Nova"/>
              <a:cs typeface="Proxima Nova"/>
              <a:sym typeface="Proxima Nova"/>
            </a:endParaRPr>
          </a:p>
        </p:txBody>
      </p:sp>
      <p:sp>
        <p:nvSpPr>
          <p:cNvPr id="2023" name="Google Shape;2023;g26c94a5ba1d_0_8"/>
          <p:cNvSpPr txBox="1"/>
          <p:nvPr/>
        </p:nvSpPr>
        <p:spPr>
          <a:xfrm>
            <a:off x="340425" y="1161900"/>
            <a:ext cx="67533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sng" strike="noStrike" cap="none">
                <a:solidFill>
                  <a:schemeClr val="dk2"/>
                </a:solidFill>
                <a:latin typeface="Proxima Nova"/>
                <a:ea typeface="Proxima Nova"/>
                <a:cs typeface="Proxima Nova"/>
                <a:sym typeface="Proxima Nova"/>
              </a:rPr>
              <a:t>Imagine</a:t>
            </a:r>
            <a:r>
              <a:rPr lang="en-US" sz="1500" b="0" i="0" u="none" strike="noStrike" cap="none">
                <a:solidFill>
                  <a:schemeClr val="dk2"/>
                </a:solidFill>
                <a:latin typeface="Proxima Nova"/>
                <a:ea typeface="Proxima Nova"/>
                <a:cs typeface="Proxima Nova"/>
                <a:sym typeface="Proxima Nova"/>
              </a:rPr>
              <a:t>:</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Viewing a small bird flying through a forest</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Tracking a missile given a blip every few seconds</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Tracking planets, given intermittent observations</a:t>
            </a: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r>
              <a:rPr lang="en-US" sz="1500" b="0" i="0" u="sng" strike="noStrike" cap="none">
                <a:solidFill>
                  <a:schemeClr val="dk2"/>
                </a:solidFill>
                <a:latin typeface="Proxima Nova"/>
                <a:ea typeface="Proxima Nova"/>
                <a:cs typeface="Proxima Nova"/>
                <a:sym typeface="Proxima Nova"/>
              </a:rPr>
              <a:t>In each case</a:t>
            </a:r>
            <a:r>
              <a:rPr lang="en-US" sz="1500" b="0" i="0" u="none" strike="noStrike" cap="none">
                <a:solidFill>
                  <a:schemeClr val="dk2"/>
                </a:solidFill>
                <a:latin typeface="Proxima Nova"/>
                <a:ea typeface="Proxima Nova"/>
                <a:cs typeface="Proxima Nova"/>
                <a:sym typeface="Proxima Nova"/>
              </a:rPr>
              <a:t>:</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The observations are noisy</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But we can formulate an expectation about the trajectory</a:t>
            </a: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r>
              <a:rPr lang="en-US" sz="1500" b="0" i="0" u="sng" strike="noStrike" cap="none">
                <a:solidFill>
                  <a:schemeClr val="dk2"/>
                </a:solidFill>
                <a:latin typeface="Proxima Nova"/>
                <a:ea typeface="Proxima Nova"/>
                <a:cs typeface="Proxima Nova"/>
                <a:sym typeface="Proxima Nova"/>
              </a:rPr>
              <a:t>Goal:</a:t>
            </a:r>
            <a:r>
              <a:rPr lang="en-US" sz="1500" b="0" i="0" u="none" strike="noStrike" cap="none">
                <a:solidFill>
                  <a:schemeClr val="dk2"/>
                </a:solidFill>
                <a:latin typeface="Proxima Nova"/>
                <a:ea typeface="Proxima Nova"/>
                <a:cs typeface="Proxima Nova"/>
                <a:sym typeface="Proxima Nova"/>
              </a:rPr>
              <a:t> </a:t>
            </a:r>
            <a:endParaRPr sz="1500" b="0" i="0" u="none" strike="noStrike" cap="none">
              <a:solidFill>
                <a:schemeClr val="dk2"/>
              </a:solidFill>
              <a:latin typeface="Proxima Nova"/>
              <a:ea typeface="Proxima Nova"/>
              <a:cs typeface="Proxima Nova"/>
              <a:sym typeface="Proxima Nova"/>
            </a:endParaRPr>
          </a:p>
          <a:p>
            <a:pPr marL="914400" marR="0" lvl="1" indent="-323850" algn="l" rtl="0">
              <a:lnSpc>
                <a:spcPct val="100000"/>
              </a:lnSpc>
              <a:spcBef>
                <a:spcPts val="0"/>
              </a:spcBef>
              <a:spcAft>
                <a:spcPts val="0"/>
              </a:spcAft>
              <a:buClr>
                <a:schemeClr val="dk2"/>
              </a:buClr>
              <a:buSzPts val="1500"/>
              <a:buFont typeface="Proxima Nova"/>
              <a:buChar char="○"/>
            </a:pPr>
            <a:r>
              <a:rPr lang="en-US" sz="1500" b="0" i="0" u="none" strike="noStrike" cap="none">
                <a:solidFill>
                  <a:schemeClr val="dk2"/>
                </a:solidFill>
                <a:latin typeface="Proxima Nova"/>
                <a:ea typeface="Proxima Nova"/>
                <a:cs typeface="Proxima Nova"/>
                <a:sym typeface="Proxima Nova"/>
              </a:rPr>
              <a:t>We are trying to infer the state, X, of a dynamic system, given only noisy measurements, Z, over time</a:t>
            </a:r>
            <a:endParaRPr sz="1500" b="0" i="0" u="none" strike="noStrike" cap="none">
              <a:solidFill>
                <a:schemeClr val="dk2"/>
              </a:solidFill>
              <a:latin typeface="Proxima Nova"/>
              <a:ea typeface="Proxima Nova"/>
              <a:cs typeface="Proxima Nova"/>
              <a:sym typeface="Proxima Nov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027"/>
        <p:cNvGrpSpPr/>
        <p:nvPr/>
      </p:nvGrpSpPr>
      <p:grpSpPr>
        <a:xfrm>
          <a:off x="0" y="0"/>
          <a:ext cx="0" cy="0"/>
          <a:chOff x="0" y="0"/>
          <a:chExt cx="0" cy="0"/>
        </a:xfrm>
      </p:grpSpPr>
      <p:sp>
        <p:nvSpPr>
          <p:cNvPr id="2028" name="Google Shape;2028;g26c94a5ba1d_0_15"/>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Scenarios</a:t>
            </a:r>
            <a:endParaRPr sz="2400" b="0">
              <a:latin typeface="Proxima Nova"/>
              <a:ea typeface="Proxima Nova"/>
              <a:cs typeface="Proxima Nova"/>
              <a:sym typeface="Proxima Nova"/>
            </a:endParaRPr>
          </a:p>
        </p:txBody>
      </p:sp>
      <p:pic>
        <p:nvPicPr>
          <p:cNvPr id="2029" name="Google Shape;2029;g26c94a5ba1d_0_15"/>
          <p:cNvPicPr preferRelativeResize="0"/>
          <p:nvPr/>
        </p:nvPicPr>
        <p:blipFill rotWithShape="1">
          <a:blip r:embed="rId3">
            <a:alphaModFix/>
          </a:blip>
          <a:srcRect/>
          <a:stretch/>
        </p:blipFill>
        <p:spPr>
          <a:xfrm>
            <a:off x="5561175" y="1494925"/>
            <a:ext cx="3497100" cy="2320500"/>
          </a:xfrm>
          <a:prstGeom prst="rect">
            <a:avLst/>
          </a:prstGeom>
          <a:noFill/>
          <a:ln>
            <a:noFill/>
          </a:ln>
        </p:spPr>
      </p:pic>
      <p:pic>
        <p:nvPicPr>
          <p:cNvPr id="2030" name="Google Shape;2030;g26c94a5ba1d_0_15"/>
          <p:cNvPicPr preferRelativeResize="0"/>
          <p:nvPr/>
        </p:nvPicPr>
        <p:blipFill rotWithShape="1">
          <a:blip r:embed="rId4">
            <a:alphaModFix/>
          </a:blip>
          <a:srcRect/>
          <a:stretch/>
        </p:blipFill>
        <p:spPr>
          <a:xfrm>
            <a:off x="152400" y="4117200"/>
            <a:ext cx="8839200" cy="621163"/>
          </a:xfrm>
          <a:prstGeom prst="rect">
            <a:avLst/>
          </a:prstGeom>
          <a:noFill/>
          <a:ln>
            <a:noFill/>
          </a:ln>
        </p:spPr>
      </p:pic>
      <p:sp>
        <p:nvSpPr>
          <p:cNvPr id="2031" name="Google Shape;2031;g26c94a5ba1d_0_15"/>
          <p:cNvSpPr txBox="1"/>
          <p:nvPr/>
        </p:nvSpPr>
        <p:spPr>
          <a:xfrm>
            <a:off x="292425" y="1161175"/>
            <a:ext cx="5126400" cy="2955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2"/>
                </a:solidFill>
                <a:latin typeface="Proxima Nova"/>
                <a:ea typeface="Proxima Nova"/>
                <a:cs typeface="Proxima Nova"/>
                <a:sym typeface="Proxima Nova"/>
              </a:rPr>
              <a:t>Let </a:t>
            </a:r>
            <a:endParaRPr sz="1500" b="0" i="0" u="none" strike="noStrike" cap="none">
              <a:solidFill>
                <a:schemeClr val="dk2"/>
              </a:solidFill>
              <a:latin typeface="Proxima Nova"/>
              <a:ea typeface="Proxima Nova"/>
              <a:cs typeface="Proxima Nova"/>
              <a:sym typeface="Proxima Nova"/>
            </a:endParaRPr>
          </a:p>
          <a:p>
            <a:pPr marL="45720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2"/>
                </a:solidFill>
                <a:latin typeface="Proxima Nova"/>
                <a:ea typeface="Proxima Nova"/>
                <a:cs typeface="Proxima Nova"/>
                <a:sym typeface="Proxima Nova"/>
              </a:rPr>
              <a:t>X - coordinate of a bird being tracked (ignoring its Y and Z coordinates for brevity) </a:t>
            </a:r>
            <a:endParaRPr sz="1500" b="0" i="0" u="none" strike="noStrike" cap="none">
              <a:solidFill>
                <a:schemeClr val="dk2"/>
              </a:solidFill>
              <a:latin typeface="Proxima Nova"/>
              <a:ea typeface="Proxima Nova"/>
              <a:cs typeface="Proxima Nova"/>
              <a:sym typeface="Proxima Nova"/>
            </a:endParaRPr>
          </a:p>
          <a:p>
            <a:pPr marL="45720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2"/>
                </a:solidFill>
                <a:latin typeface="Proxima Nova"/>
                <a:ea typeface="Proxima Nova"/>
                <a:cs typeface="Proxima Nova"/>
                <a:sym typeface="Proxima Nova"/>
              </a:rPr>
              <a:t>X’ - velocity ( assumed to be constant) [X dot] </a:t>
            </a:r>
            <a:endParaRPr sz="1500" b="0" i="0" u="none" strike="noStrike" cap="none">
              <a:solidFill>
                <a:schemeClr val="dk2"/>
              </a:solidFill>
              <a:latin typeface="Proxima Nova"/>
              <a:ea typeface="Proxima Nova"/>
              <a:cs typeface="Proxima Nova"/>
              <a:sym typeface="Proxima Nova"/>
            </a:endParaRPr>
          </a:p>
          <a:p>
            <a:pPr marL="45720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2"/>
                </a:solidFill>
                <a:latin typeface="Proxima Nova"/>
                <a:ea typeface="Proxima Nova"/>
                <a:cs typeface="Proxima Nova"/>
                <a:sym typeface="Proxima Nova"/>
              </a:rPr>
              <a:t>∆ - time interval between measurements</a:t>
            </a:r>
            <a:endParaRPr sz="1500" b="0" i="0" u="none" strike="noStrike" cap="none">
              <a:solidFill>
                <a:schemeClr val="dk2"/>
              </a:solidFill>
              <a:latin typeface="Proxima Nova"/>
              <a:ea typeface="Proxima Nova"/>
              <a:cs typeface="Proxima Nova"/>
              <a:sym typeface="Proxima Nova"/>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Proxima Nova"/>
              <a:ea typeface="Proxima Nova"/>
              <a:cs typeface="Proxima Nova"/>
              <a:sym typeface="Proxima Nova"/>
            </a:endParaRPr>
          </a:p>
          <a:p>
            <a:pPr marL="45720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dk2"/>
                </a:solidFill>
                <a:latin typeface="Proxima Nova"/>
                <a:ea typeface="Proxima Nova"/>
                <a:cs typeface="Proxima Nova"/>
                <a:sym typeface="Proxima Nova"/>
              </a:rPr>
              <a:t>Adding </a:t>
            </a:r>
            <a:r>
              <a:rPr lang="en-US" sz="1500" b="1" i="1" u="none" strike="noStrike" cap="none">
                <a:solidFill>
                  <a:srgbClr val="B45F06"/>
                </a:solidFill>
                <a:latin typeface="Proxima Nova"/>
                <a:ea typeface="Proxima Nova"/>
                <a:cs typeface="Proxima Nova"/>
                <a:sym typeface="Proxima Nova"/>
              </a:rPr>
              <a:t>Gaussian noise</a:t>
            </a:r>
            <a:r>
              <a:rPr lang="en-US" sz="1500" b="0" i="0" u="none" strike="noStrike" cap="none">
                <a:solidFill>
                  <a:schemeClr val="dk2"/>
                </a:solidFill>
                <a:latin typeface="Proxima Nova"/>
                <a:ea typeface="Proxima Nova"/>
                <a:cs typeface="Proxima Nova"/>
                <a:sym typeface="Proxima Nova"/>
              </a:rPr>
              <a:t> (to account for wind variation, etc.), we get a linear–Gaussian transition model: </a:t>
            </a:r>
            <a:endParaRPr sz="1500" b="0" i="0" u="none" strike="noStrike" cap="none">
              <a:solidFill>
                <a:schemeClr val="dk2"/>
              </a:solidFill>
              <a:latin typeface="Proxima Nova"/>
              <a:ea typeface="Proxima Nova"/>
              <a:cs typeface="Proxima Nova"/>
              <a:sym typeface="Proxima Nova"/>
            </a:endParaRPr>
          </a:p>
        </p:txBody>
      </p:sp>
      <p:pic>
        <p:nvPicPr>
          <p:cNvPr id="2032" name="Google Shape;2032;g26c94a5ba1d_0_15"/>
          <p:cNvPicPr preferRelativeResize="0"/>
          <p:nvPr/>
        </p:nvPicPr>
        <p:blipFill rotWithShape="1">
          <a:blip r:embed="rId5">
            <a:alphaModFix/>
          </a:blip>
          <a:srcRect/>
          <a:stretch/>
        </p:blipFill>
        <p:spPr>
          <a:xfrm>
            <a:off x="2169900" y="2628850"/>
            <a:ext cx="2023700" cy="3542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Google Shape;2062;g26c94a5ba1d_0_59"/>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Modelling Motion</a:t>
            </a:r>
            <a:endParaRPr sz="2400" b="0">
              <a:latin typeface="Proxima Nova"/>
              <a:ea typeface="Proxima Nova"/>
              <a:cs typeface="Proxima Nova"/>
              <a:sym typeface="Proxima Nova"/>
            </a:endParaRPr>
          </a:p>
        </p:txBody>
      </p:sp>
      <p:pic>
        <p:nvPicPr>
          <p:cNvPr id="2063" name="Google Shape;2063;g26c94a5ba1d_0_59"/>
          <p:cNvPicPr preferRelativeResize="0"/>
          <p:nvPr/>
        </p:nvPicPr>
        <p:blipFill rotWithShape="1">
          <a:blip r:embed="rId3">
            <a:alphaModFix/>
          </a:blip>
          <a:srcRect/>
          <a:stretch/>
        </p:blipFill>
        <p:spPr>
          <a:xfrm>
            <a:off x="195400" y="1565425"/>
            <a:ext cx="4862101" cy="1362150"/>
          </a:xfrm>
          <a:prstGeom prst="rect">
            <a:avLst/>
          </a:prstGeom>
          <a:noFill/>
          <a:ln>
            <a:noFill/>
          </a:ln>
        </p:spPr>
      </p:pic>
      <p:pic>
        <p:nvPicPr>
          <p:cNvPr id="2064" name="Google Shape;2064;g26c94a5ba1d_0_59"/>
          <p:cNvPicPr preferRelativeResize="0"/>
          <p:nvPr/>
        </p:nvPicPr>
        <p:blipFill rotWithShape="1">
          <a:blip r:embed="rId4">
            <a:alphaModFix/>
          </a:blip>
          <a:srcRect/>
          <a:stretch/>
        </p:blipFill>
        <p:spPr>
          <a:xfrm>
            <a:off x="6130200" y="484500"/>
            <a:ext cx="509900" cy="393350"/>
          </a:xfrm>
          <a:prstGeom prst="rect">
            <a:avLst/>
          </a:prstGeom>
          <a:noFill/>
          <a:ln>
            <a:noFill/>
          </a:ln>
        </p:spPr>
      </p:pic>
      <p:pic>
        <p:nvPicPr>
          <p:cNvPr id="2065" name="Google Shape;2065;g26c94a5ba1d_0_59"/>
          <p:cNvPicPr preferRelativeResize="0"/>
          <p:nvPr/>
        </p:nvPicPr>
        <p:blipFill rotWithShape="1">
          <a:blip r:embed="rId5">
            <a:alphaModFix/>
          </a:blip>
          <a:srcRect/>
          <a:stretch/>
        </p:blipFill>
        <p:spPr>
          <a:xfrm>
            <a:off x="8177300" y="1044950"/>
            <a:ext cx="509898" cy="393350"/>
          </a:xfrm>
          <a:prstGeom prst="rect">
            <a:avLst/>
          </a:prstGeom>
          <a:noFill/>
          <a:ln>
            <a:noFill/>
          </a:ln>
        </p:spPr>
      </p:pic>
      <p:pic>
        <p:nvPicPr>
          <p:cNvPr id="2066" name="Google Shape;2066;g26c94a5ba1d_0_59"/>
          <p:cNvPicPr preferRelativeResize="0"/>
          <p:nvPr/>
        </p:nvPicPr>
        <p:blipFill rotWithShape="1">
          <a:blip r:embed="rId6">
            <a:alphaModFix/>
          </a:blip>
          <a:srcRect/>
          <a:stretch/>
        </p:blipFill>
        <p:spPr>
          <a:xfrm>
            <a:off x="6190438" y="1944575"/>
            <a:ext cx="815307" cy="393350"/>
          </a:xfrm>
          <a:prstGeom prst="rect">
            <a:avLst/>
          </a:prstGeom>
          <a:noFill/>
          <a:ln>
            <a:noFill/>
          </a:ln>
        </p:spPr>
      </p:pic>
      <p:pic>
        <p:nvPicPr>
          <p:cNvPr id="2067" name="Google Shape;2067;g26c94a5ba1d_0_59"/>
          <p:cNvPicPr preferRelativeResize="0"/>
          <p:nvPr/>
        </p:nvPicPr>
        <p:blipFill rotWithShape="1">
          <a:blip r:embed="rId7">
            <a:alphaModFix/>
          </a:blip>
          <a:srcRect/>
          <a:stretch/>
        </p:blipFill>
        <p:spPr>
          <a:xfrm>
            <a:off x="7807438" y="2805550"/>
            <a:ext cx="815329" cy="393350"/>
          </a:xfrm>
          <a:prstGeom prst="rect">
            <a:avLst/>
          </a:prstGeom>
          <a:noFill/>
          <a:ln>
            <a:noFill/>
          </a:ln>
        </p:spPr>
      </p:pic>
      <p:pic>
        <p:nvPicPr>
          <p:cNvPr id="2068" name="Google Shape;2068;g26c94a5ba1d_0_59"/>
          <p:cNvPicPr preferRelativeResize="0"/>
          <p:nvPr/>
        </p:nvPicPr>
        <p:blipFill rotWithShape="1">
          <a:blip r:embed="rId7">
            <a:alphaModFix/>
          </a:blip>
          <a:srcRect/>
          <a:stretch/>
        </p:blipFill>
        <p:spPr>
          <a:xfrm>
            <a:off x="6130200" y="3666550"/>
            <a:ext cx="815329" cy="393350"/>
          </a:xfrm>
          <a:prstGeom prst="rect">
            <a:avLst/>
          </a:prstGeom>
          <a:noFill/>
          <a:ln>
            <a:noFill/>
          </a:ln>
        </p:spPr>
      </p:pic>
      <p:pic>
        <p:nvPicPr>
          <p:cNvPr id="2069" name="Google Shape;2069;g26c94a5ba1d_0_59"/>
          <p:cNvPicPr preferRelativeResize="0"/>
          <p:nvPr/>
        </p:nvPicPr>
        <p:blipFill rotWithShape="1">
          <a:blip r:embed="rId6">
            <a:alphaModFix/>
          </a:blip>
          <a:srcRect/>
          <a:stretch/>
        </p:blipFill>
        <p:spPr>
          <a:xfrm>
            <a:off x="7768663" y="4337550"/>
            <a:ext cx="815307" cy="393350"/>
          </a:xfrm>
          <a:prstGeom prst="rect">
            <a:avLst/>
          </a:prstGeom>
          <a:noFill/>
          <a:ln>
            <a:noFill/>
          </a:ln>
        </p:spPr>
      </p:pic>
      <p:sp>
        <p:nvSpPr>
          <p:cNvPr id="2070" name="Google Shape;2070;g26c94a5ba1d_0_59"/>
          <p:cNvSpPr txBox="1"/>
          <p:nvPr/>
        </p:nvSpPr>
        <p:spPr>
          <a:xfrm>
            <a:off x="5375725" y="4380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Observe</a:t>
            </a:r>
            <a:endParaRPr sz="1400" b="1" i="0" u="sng" strike="noStrike" cap="none">
              <a:solidFill>
                <a:srgbClr val="1C4587"/>
              </a:solidFill>
              <a:latin typeface="Proxima Nova"/>
              <a:ea typeface="Proxima Nova"/>
              <a:cs typeface="Proxima Nova"/>
              <a:sym typeface="Proxima Nova"/>
            </a:endParaRPr>
          </a:p>
        </p:txBody>
      </p:sp>
      <p:sp>
        <p:nvSpPr>
          <p:cNvPr id="2071" name="Google Shape;2071;g26c94a5ba1d_0_59"/>
          <p:cNvSpPr txBox="1"/>
          <p:nvPr/>
        </p:nvSpPr>
        <p:spPr>
          <a:xfrm>
            <a:off x="7356925" y="100588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Estimate</a:t>
            </a:r>
            <a:endParaRPr sz="1400" b="1" i="0" u="sng" strike="noStrike" cap="none">
              <a:solidFill>
                <a:srgbClr val="1C4587"/>
              </a:solidFill>
              <a:latin typeface="Proxima Nova"/>
              <a:ea typeface="Proxima Nova"/>
              <a:cs typeface="Proxima Nova"/>
              <a:sym typeface="Proxima Nova"/>
            </a:endParaRPr>
          </a:p>
        </p:txBody>
      </p:sp>
      <p:sp>
        <p:nvSpPr>
          <p:cNvPr id="2072" name="Google Shape;2072;g26c94a5ba1d_0_59"/>
          <p:cNvSpPr txBox="1"/>
          <p:nvPr/>
        </p:nvSpPr>
        <p:spPr>
          <a:xfrm>
            <a:off x="5469000" y="193773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Predict</a:t>
            </a:r>
            <a:endParaRPr sz="1400" b="1" i="0" u="sng" strike="noStrike" cap="none">
              <a:solidFill>
                <a:srgbClr val="1C4587"/>
              </a:solidFill>
              <a:latin typeface="Proxima Nova"/>
              <a:ea typeface="Proxima Nova"/>
              <a:cs typeface="Proxima Nova"/>
              <a:sym typeface="Proxima Nova"/>
            </a:endParaRPr>
          </a:p>
        </p:txBody>
      </p:sp>
      <p:sp>
        <p:nvSpPr>
          <p:cNvPr id="2073" name="Google Shape;2073;g26c94a5ba1d_0_59"/>
          <p:cNvSpPr txBox="1"/>
          <p:nvPr/>
        </p:nvSpPr>
        <p:spPr>
          <a:xfrm>
            <a:off x="7145400" y="277593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Predict</a:t>
            </a:r>
            <a:endParaRPr sz="1400" b="1" i="0" u="sng" strike="noStrike" cap="none">
              <a:solidFill>
                <a:srgbClr val="1C4587"/>
              </a:solidFill>
              <a:latin typeface="Proxima Nova"/>
              <a:ea typeface="Proxima Nova"/>
              <a:cs typeface="Proxima Nova"/>
              <a:sym typeface="Proxima Nova"/>
            </a:endParaRPr>
          </a:p>
        </p:txBody>
      </p:sp>
      <p:sp>
        <p:nvSpPr>
          <p:cNvPr id="2074" name="Google Shape;2074;g26c94a5ba1d_0_59"/>
          <p:cNvSpPr txBox="1"/>
          <p:nvPr/>
        </p:nvSpPr>
        <p:spPr>
          <a:xfrm>
            <a:off x="5299525" y="36384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Observe</a:t>
            </a:r>
            <a:endParaRPr sz="1400" b="1" i="0" u="sng" strike="noStrike" cap="none">
              <a:solidFill>
                <a:srgbClr val="1C4587"/>
              </a:solidFill>
              <a:latin typeface="Proxima Nova"/>
              <a:ea typeface="Proxima Nova"/>
              <a:cs typeface="Proxima Nova"/>
              <a:sym typeface="Proxima Nova"/>
            </a:endParaRPr>
          </a:p>
        </p:txBody>
      </p:sp>
      <p:sp>
        <p:nvSpPr>
          <p:cNvPr id="2075" name="Google Shape;2075;g26c94a5ba1d_0_59"/>
          <p:cNvSpPr txBox="1"/>
          <p:nvPr/>
        </p:nvSpPr>
        <p:spPr>
          <a:xfrm>
            <a:off x="6899725" y="43242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Estimate</a:t>
            </a:r>
            <a:endParaRPr sz="1400" b="1" i="0" u="sng" strike="noStrike" cap="none">
              <a:solidFill>
                <a:srgbClr val="1C4587"/>
              </a:solidFill>
              <a:latin typeface="Proxima Nova"/>
              <a:ea typeface="Proxima Nova"/>
              <a:cs typeface="Proxima Nova"/>
              <a:sym typeface="Proxima Nova"/>
            </a:endParaRPr>
          </a:p>
        </p:txBody>
      </p:sp>
      <p:cxnSp>
        <p:nvCxnSpPr>
          <p:cNvPr id="2076" name="Google Shape;2076;g26c94a5ba1d_0_59"/>
          <p:cNvCxnSpPr>
            <a:stCxn id="2064" idx="3"/>
          </p:cNvCxnSpPr>
          <p:nvPr/>
        </p:nvCxnSpPr>
        <p:spPr>
          <a:xfrm>
            <a:off x="6640100" y="681175"/>
            <a:ext cx="1711500" cy="385500"/>
          </a:xfrm>
          <a:prstGeom prst="straightConnector1">
            <a:avLst/>
          </a:prstGeom>
          <a:noFill/>
          <a:ln w="28575" cap="flat" cmpd="sng">
            <a:solidFill>
              <a:srgbClr val="20124D"/>
            </a:solidFill>
            <a:prstDash val="solid"/>
            <a:round/>
            <a:headEnd type="none" w="sm" len="sm"/>
            <a:tailEnd type="triangle" w="med" len="med"/>
          </a:ln>
        </p:spPr>
      </p:cxnSp>
      <p:cxnSp>
        <p:nvCxnSpPr>
          <p:cNvPr id="2077" name="Google Shape;2077;g26c94a5ba1d_0_59"/>
          <p:cNvCxnSpPr>
            <a:stCxn id="2065" idx="2"/>
            <a:endCxn id="2066" idx="0"/>
          </p:cNvCxnSpPr>
          <p:nvPr/>
        </p:nvCxnSpPr>
        <p:spPr>
          <a:xfrm flipH="1">
            <a:off x="6598049" y="1438300"/>
            <a:ext cx="1834200" cy="506400"/>
          </a:xfrm>
          <a:prstGeom prst="straightConnector1">
            <a:avLst/>
          </a:prstGeom>
          <a:noFill/>
          <a:ln w="28575" cap="flat" cmpd="sng">
            <a:solidFill>
              <a:srgbClr val="20124D"/>
            </a:solidFill>
            <a:prstDash val="solid"/>
            <a:round/>
            <a:headEnd type="none" w="sm" len="sm"/>
            <a:tailEnd type="triangle" w="med" len="med"/>
          </a:ln>
        </p:spPr>
      </p:cxnSp>
      <p:cxnSp>
        <p:nvCxnSpPr>
          <p:cNvPr id="2078" name="Google Shape;2078;g26c94a5ba1d_0_59"/>
          <p:cNvCxnSpPr>
            <a:stCxn id="2067" idx="2"/>
          </p:cNvCxnSpPr>
          <p:nvPr/>
        </p:nvCxnSpPr>
        <p:spPr>
          <a:xfrm flipH="1">
            <a:off x="6445702" y="3198900"/>
            <a:ext cx="1769400" cy="574500"/>
          </a:xfrm>
          <a:prstGeom prst="straightConnector1">
            <a:avLst/>
          </a:prstGeom>
          <a:noFill/>
          <a:ln w="28575" cap="flat" cmpd="sng">
            <a:solidFill>
              <a:srgbClr val="20124D"/>
            </a:solidFill>
            <a:prstDash val="solid"/>
            <a:round/>
            <a:headEnd type="none" w="sm" len="sm"/>
            <a:tailEnd type="triangle" w="med" len="med"/>
          </a:ln>
        </p:spPr>
      </p:cxnSp>
      <p:cxnSp>
        <p:nvCxnSpPr>
          <p:cNvPr id="2079" name="Google Shape;2079;g26c94a5ba1d_0_59"/>
          <p:cNvCxnSpPr>
            <a:endCxn id="2067" idx="0"/>
          </p:cNvCxnSpPr>
          <p:nvPr/>
        </p:nvCxnSpPr>
        <p:spPr>
          <a:xfrm>
            <a:off x="6487702" y="2281450"/>
            <a:ext cx="1727400" cy="524100"/>
          </a:xfrm>
          <a:prstGeom prst="straightConnector1">
            <a:avLst/>
          </a:prstGeom>
          <a:noFill/>
          <a:ln w="28575" cap="flat" cmpd="sng">
            <a:solidFill>
              <a:srgbClr val="20124D"/>
            </a:solidFill>
            <a:prstDash val="solid"/>
            <a:round/>
            <a:headEnd type="none" w="sm" len="sm"/>
            <a:tailEnd type="triangle" w="med" len="med"/>
          </a:ln>
        </p:spPr>
      </p:cxnSp>
      <p:cxnSp>
        <p:nvCxnSpPr>
          <p:cNvPr id="2080" name="Google Shape;2080;g26c94a5ba1d_0_59"/>
          <p:cNvCxnSpPr>
            <a:endCxn id="2069" idx="0"/>
          </p:cNvCxnSpPr>
          <p:nvPr/>
        </p:nvCxnSpPr>
        <p:spPr>
          <a:xfrm>
            <a:off x="6411417" y="4033950"/>
            <a:ext cx="1764900" cy="303600"/>
          </a:xfrm>
          <a:prstGeom prst="straightConnector1">
            <a:avLst/>
          </a:prstGeom>
          <a:noFill/>
          <a:ln w="28575" cap="flat" cmpd="sng">
            <a:solidFill>
              <a:srgbClr val="20124D"/>
            </a:solidFill>
            <a:prstDash val="solid"/>
            <a:round/>
            <a:headEnd type="none" w="sm" len="sm"/>
            <a:tailEnd type="triangle" w="med" len="med"/>
          </a:ln>
        </p:spPr>
      </p:cxnSp>
      <p:cxnSp>
        <p:nvCxnSpPr>
          <p:cNvPr id="2081" name="Google Shape;2081;g26c94a5ba1d_0_59"/>
          <p:cNvCxnSpPr/>
          <p:nvPr/>
        </p:nvCxnSpPr>
        <p:spPr>
          <a:xfrm flipH="1">
            <a:off x="6445649" y="-9500"/>
            <a:ext cx="1834200" cy="506400"/>
          </a:xfrm>
          <a:prstGeom prst="straightConnector1">
            <a:avLst/>
          </a:prstGeom>
          <a:noFill/>
          <a:ln w="28575" cap="flat" cmpd="sng">
            <a:solidFill>
              <a:srgbClr val="783F04"/>
            </a:solidFill>
            <a:prstDash val="solid"/>
            <a:round/>
            <a:headEnd type="none" w="sm" len="sm"/>
            <a:tailEnd type="triangle" w="med" len="med"/>
          </a:ln>
        </p:spPr>
      </p:cxnSp>
      <p:cxnSp>
        <p:nvCxnSpPr>
          <p:cNvPr id="2082" name="Google Shape;2082;g26c94a5ba1d_0_59"/>
          <p:cNvCxnSpPr/>
          <p:nvPr/>
        </p:nvCxnSpPr>
        <p:spPr>
          <a:xfrm flipH="1">
            <a:off x="6309449" y="4714900"/>
            <a:ext cx="1818000" cy="351300"/>
          </a:xfrm>
          <a:prstGeom prst="straightConnector1">
            <a:avLst/>
          </a:prstGeom>
          <a:noFill/>
          <a:ln w="28575" cap="flat" cmpd="sng">
            <a:solidFill>
              <a:srgbClr val="783F04"/>
            </a:solidFill>
            <a:prstDash val="solid"/>
            <a:round/>
            <a:headEnd type="none" w="sm" len="sm"/>
            <a:tailEnd type="triangle" w="med" len="med"/>
          </a:ln>
        </p:spPr>
      </p:cxnSp>
      <p:sp>
        <p:nvSpPr>
          <p:cNvPr id="2083" name="Google Shape;2083;g26c94a5ba1d_0_59"/>
          <p:cNvSpPr txBox="1"/>
          <p:nvPr/>
        </p:nvSpPr>
        <p:spPr>
          <a:xfrm>
            <a:off x="154825" y="2927575"/>
            <a:ext cx="5418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Proxima Nova"/>
                <a:ea typeface="Proxima Nova"/>
                <a:cs typeface="Proxima Nova"/>
                <a:sym typeface="Proxima Nova"/>
              </a:rPr>
              <a:t>The </a:t>
            </a:r>
            <a:r>
              <a:rPr lang="en-US" sz="1200" b="0" i="0" u="none" strike="noStrike" cap="none">
                <a:solidFill>
                  <a:srgbClr val="000000"/>
                </a:solidFill>
                <a:highlight>
                  <a:srgbClr val="FFFF00"/>
                </a:highlight>
                <a:latin typeface="Proxima Nova"/>
                <a:ea typeface="Proxima Nova"/>
                <a:cs typeface="Proxima Nova"/>
                <a:sym typeface="Proxima Nova"/>
              </a:rPr>
              <a:t>predictor-corrector iterative cycle</a:t>
            </a:r>
            <a:r>
              <a:rPr lang="en-US" sz="1200" b="0" i="0" u="none" strike="noStrike" cap="none">
                <a:solidFill>
                  <a:srgbClr val="000000"/>
                </a:solidFill>
                <a:latin typeface="Proxima Nova"/>
                <a:ea typeface="Proxima Nova"/>
                <a:cs typeface="Proxima Nova"/>
                <a:sym typeface="Proxima Nova"/>
              </a:rPr>
              <a:t>; </a:t>
            </a:r>
            <a:endParaRPr sz="1200" b="0" i="0" u="none" strike="noStrike" cap="none">
              <a:solidFill>
                <a:srgbClr val="000000"/>
              </a:solidFill>
              <a:latin typeface="Proxima Nova"/>
              <a:ea typeface="Proxima Nova"/>
              <a:cs typeface="Proxima Nova"/>
              <a:sym typeface="Proxima Nova"/>
            </a:endParaRPr>
          </a:p>
          <a:p>
            <a:pPr marL="0" marR="0" lvl="0" indent="45720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Proxima Nova"/>
                <a:ea typeface="Proxima Nova"/>
                <a:cs typeface="Proxima Nova"/>
                <a:sym typeface="Proxima Nova"/>
              </a:rPr>
              <a:t>Time update predicts events at the next step; </a:t>
            </a:r>
            <a:endParaRPr sz="1200" b="0" i="0" u="none" strike="noStrike" cap="none">
              <a:solidFill>
                <a:srgbClr val="000000"/>
              </a:solidFill>
              <a:latin typeface="Proxima Nova"/>
              <a:ea typeface="Proxima Nova"/>
              <a:cs typeface="Proxima Nova"/>
              <a:sym typeface="Proxima Nova"/>
            </a:endParaRPr>
          </a:p>
          <a:p>
            <a:pPr marL="0" marR="0" lvl="0" indent="45720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Proxima Nova"/>
                <a:ea typeface="Proxima Nova"/>
                <a:cs typeface="Proxima Nova"/>
                <a:sym typeface="Proxima Nova"/>
              </a:rPr>
              <a:t>Measurement update adjusts estimates in the light of observation.</a:t>
            </a:r>
            <a:endParaRPr sz="12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087"/>
        <p:cNvGrpSpPr/>
        <p:nvPr/>
      </p:nvGrpSpPr>
      <p:grpSpPr>
        <a:xfrm>
          <a:off x="0" y="0"/>
          <a:ext cx="0" cy="0"/>
          <a:chOff x="0" y="0"/>
          <a:chExt cx="0" cy="0"/>
        </a:xfrm>
      </p:grpSpPr>
      <p:sp>
        <p:nvSpPr>
          <p:cNvPr id="2088" name="Google Shape;2088;g26c94a5ba1d_0_88"/>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pic>
        <p:nvPicPr>
          <p:cNvPr id="2089" name="Google Shape;2089;g26c94a5ba1d_0_88"/>
          <p:cNvPicPr preferRelativeResize="0"/>
          <p:nvPr/>
        </p:nvPicPr>
        <p:blipFill rotWithShape="1">
          <a:blip r:embed="rId3">
            <a:alphaModFix/>
          </a:blip>
          <a:srcRect/>
          <a:stretch/>
        </p:blipFill>
        <p:spPr>
          <a:xfrm>
            <a:off x="6130200" y="484500"/>
            <a:ext cx="509900" cy="393350"/>
          </a:xfrm>
          <a:prstGeom prst="rect">
            <a:avLst/>
          </a:prstGeom>
          <a:noFill/>
          <a:ln>
            <a:noFill/>
          </a:ln>
        </p:spPr>
      </p:pic>
      <p:pic>
        <p:nvPicPr>
          <p:cNvPr id="2090" name="Google Shape;2090;g26c94a5ba1d_0_88"/>
          <p:cNvPicPr preferRelativeResize="0"/>
          <p:nvPr/>
        </p:nvPicPr>
        <p:blipFill rotWithShape="1">
          <a:blip r:embed="rId4">
            <a:alphaModFix/>
          </a:blip>
          <a:srcRect/>
          <a:stretch/>
        </p:blipFill>
        <p:spPr>
          <a:xfrm>
            <a:off x="8177300" y="1044950"/>
            <a:ext cx="509898" cy="393350"/>
          </a:xfrm>
          <a:prstGeom prst="rect">
            <a:avLst/>
          </a:prstGeom>
          <a:noFill/>
          <a:ln>
            <a:noFill/>
          </a:ln>
        </p:spPr>
      </p:pic>
      <p:pic>
        <p:nvPicPr>
          <p:cNvPr id="2091" name="Google Shape;2091;g26c94a5ba1d_0_88"/>
          <p:cNvPicPr preferRelativeResize="0"/>
          <p:nvPr/>
        </p:nvPicPr>
        <p:blipFill rotWithShape="1">
          <a:blip r:embed="rId5">
            <a:alphaModFix/>
          </a:blip>
          <a:srcRect/>
          <a:stretch/>
        </p:blipFill>
        <p:spPr>
          <a:xfrm>
            <a:off x="6190438" y="1944575"/>
            <a:ext cx="815307" cy="393350"/>
          </a:xfrm>
          <a:prstGeom prst="rect">
            <a:avLst/>
          </a:prstGeom>
          <a:noFill/>
          <a:ln>
            <a:noFill/>
          </a:ln>
        </p:spPr>
      </p:pic>
      <p:pic>
        <p:nvPicPr>
          <p:cNvPr id="2092" name="Google Shape;2092;g26c94a5ba1d_0_88"/>
          <p:cNvPicPr preferRelativeResize="0"/>
          <p:nvPr/>
        </p:nvPicPr>
        <p:blipFill rotWithShape="1">
          <a:blip r:embed="rId6">
            <a:alphaModFix/>
          </a:blip>
          <a:srcRect/>
          <a:stretch/>
        </p:blipFill>
        <p:spPr>
          <a:xfrm>
            <a:off x="7807438" y="2805550"/>
            <a:ext cx="815329" cy="393350"/>
          </a:xfrm>
          <a:prstGeom prst="rect">
            <a:avLst/>
          </a:prstGeom>
          <a:noFill/>
          <a:ln>
            <a:noFill/>
          </a:ln>
        </p:spPr>
      </p:pic>
      <p:pic>
        <p:nvPicPr>
          <p:cNvPr id="2093" name="Google Shape;2093;g26c94a5ba1d_0_88"/>
          <p:cNvPicPr preferRelativeResize="0"/>
          <p:nvPr/>
        </p:nvPicPr>
        <p:blipFill rotWithShape="1">
          <a:blip r:embed="rId6">
            <a:alphaModFix/>
          </a:blip>
          <a:srcRect/>
          <a:stretch/>
        </p:blipFill>
        <p:spPr>
          <a:xfrm>
            <a:off x="6130200" y="3666550"/>
            <a:ext cx="815329" cy="393350"/>
          </a:xfrm>
          <a:prstGeom prst="rect">
            <a:avLst/>
          </a:prstGeom>
          <a:noFill/>
          <a:ln>
            <a:noFill/>
          </a:ln>
        </p:spPr>
      </p:pic>
      <p:pic>
        <p:nvPicPr>
          <p:cNvPr id="2094" name="Google Shape;2094;g26c94a5ba1d_0_88"/>
          <p:cNvPicPr preferRelativeResize="0"/>
          <p:nvPr/>
        </p:nvPicPr>
        <p:blipFill rotWithShape="1">
          <a:blip r:embed="rId5">
            <a:alphaModFix/>
          </a:blip>
          <a:srcRect/>
          <a:stretch/>
        </p:blipFill>
        <p:spPr>
          <a:xfrm>
            <a:off x="7768663" y="4337550"/>
            <a:ext cx="815307" cy="393350"/>
          </a:xfrm>
          <a:prstGeom prst="rect">
            <a:avLst/>
          </a:prstGeom>
          <a:noFill/>
          <a:ln>
            <a:noFill/>
          </a:ln>
        </p:spPr>
      </p:pic>
      <p:sp>
        <p:nvSpPr>
          <p:cNvPr id="2095" name="Google Shape;2095;g26c94a5ba1d_0_88"/>
          <p:cNvSpPr txBox="1"/>
          <p:nvPr/>
        </p:nvSpPr>
        <p:spPr>
          <a:xfrm>
            <a:off x="5375725" y="4380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Observe</a:t>
            </a:r>
            <a:endParaRPr sz="1400" b="1" i="0" u="sng" strike="noStrike" cap="none">
              <a:solidFill>
                <a:srgbClr val="1C4587"/>
              </a:solidFill>
              <a:latin typeface="Proxima Nova"/>
              <a:ea typeface="Proxima Nova"/>
              <a:cs typeface="Proxima Nova"/>
              <a:sym typeface="Proxima Nova"/>
            </a:endParaRPr>
          </a:p>
        </p:txBody>
      </p:sp>
      <p:sp>
        <p:nvSpPr>
          <p:cNvPr id="2096" name="Google Shape;2096;g26c94a5ba1d_0_88"/>
          <p:cNvSpPr txBox="1"/>
          <p:nvPr/>
        </p:nvSpPr>
        <p:spPr>
          <a:xfrm>
            <a:off x="7356925" y="100588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Estimate</a:t>
            </a:r>
            <a:endParaRPr sz="1400" b="1" i="0" u="sng" strike="noStrike" cap="none">
              <a:solidFill>
                <a:srgbClr val="1C4587"/>
              </a:solidFill>
              <a:latin typeface="Proxima Nova"/>
              <a:ea typeface="Proxima Nova"/>
              <a:cs typeface="Proxima Nova"/>
              <a:sym typeface="Proxima Nova"/>
            </a:endParaRPr>
          </a:p>
        </p:txBody>
      </p:sp>
      <p:sp>
        <p:nvSpPr>
          <p:cNvPr id="2097" name="Google Shape;2097;g26c94a5ba1d_0_88"/>
          <p:cNvSpPr txBox="1"/>
          <p:nvPr/>
        </p:nvSpPr>
        <p:spPr>
          <a:xfrm>
            <a:off x="5469000" y="193773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Predict</a:t>
            </a:r>
            <a:endParaRPr sz="1400" b="1" i="0" u="sng" strike="noStrike" cap="none">
              <a:solidFill>
                <a:srgbClr val="1C4587"/>
              </a:solidFill>
              <a:latin typeface="Proxima Nova"/>
              <a:ea typeface="Proxima Nova"/>
              <a:cs typeface="Proxima Nova"/>
              <a:sym typeface="Proxima Nova"/>
            </a:endParaRPr>
          </a:p>
        </p:txBody>
      </p:sp>
      <p:sp>
        <p:nvSpPr>
          <p:cNvPr id="2098" name="Google Shape;2098;g26c94a5ba1d_0_88"/>
          <p:cNvSpPr txBox="1"/>
          <p:nvPr/>
        </p:nvSpPr>
        <p:spPr>
          <a:xfrm>
            <a:off x="7145400" y="2775930"/>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Predict</a:t>
            </a:r>
            <a:endParaRPr sz="1400" b="1" i="0" u="sng" strike="noStrike" cap="none">
              <a:solidFill>
                <a:srgbClr val="1C4587"/>
              </a:solidFill>
              <a:latin typeface="Proxima Nova"/>
              <a:ea typeface="Proxima Nova"/>
              <a:cs typeface="Proxima Nova"/>
              <a:sym typeface="Proxima Nova"/>
            </a:endParaRPr>
          </a:p>
        </p:txBody>
      </p:sp>
      <p:sp>
        <p:nvSpPr>
          <p:cNvPr id="2099" name="Google Shape;2099;g26c94a5ba1d_0_88"/>
          <p:cNvSpPr txBox="1"/>
          <p:nvPr/>
        </p:nvSpPr>
        <p:spPr>
          <a:xfrm>
            <a:off x="5299525" y="36384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Observe</a:t>
            </a:r>
            <a:endParaRPr sz="1400" b="1" i="0" u="sng" strike="noStrike" cap="none">
              <a:solidFill>
                <a:srgbClr val="1C4587"/>
              </a:solidFill>
              <a:latin typeface="Proxima Nova"/>
              <a:ea typeface="Proxima Nova"/>
              <a:cs typeface="Proxima Nova"/>
              <a:sym typeface="Proxima Nova"/>
            </a:endParaRPr>
          </a:p>
        </p:txBody>
      </p:sp>
      <p:sp>
        <p:nvSpPr>
          <p:cNvPr id="2100" name="Google Shape;2100;g26c94a5ba1d_0_88"/>
          <p:cNvSpPr txBox="1"/>
          <p:nvPr/>
        </p:nvSpPr>
        <p:spPr>
          <a:xfrm>
            <a:off x="6899725" y="4324275"/>
            <a:ext cx="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sng" strike="noStrike" cap="none">
                <a:solidFill>
                  <a:srgbClr val="1C4587"/>
                </a:solidFill>
                <a:latin typeface="Proxima Nova"/>
                <a:ea typeface="Proxima Nova"/>
                <a:cs typeface="Proxima Nova"/>
                <a:sym typeface="Proxima Nova"/>
              </a:rPr>
              <a:t>Estimate</a:t>
            </a:r>
            <a:endParaRPr sz="1400" b="1" i="0" u="sng" strike="noStrike" cap="none">
              <a:solidFill>
                <a:srgbClr val="1C4587"/>
              </a:solidFill>
              <a:latin typeface="Proxima Nova"/>
              <a:ea typeface="Proxima Nova"/>
              <a:cs typeface="Proxima Nova"/>
              <a:sym typeface="Proxima Nova"/>
            </a:endParaRPr>
          </a:p>
        </p:txBody>
      </p:sp>
      <p:cxnSp>
        <p:nvCxnSpPr>
          <p:cNvPr id="2101" name="Google Shape;2101;g26c94a5ba1d_0_88"/>
          <p:cNvCxnSpPr>
            <a:stCxn id="2089" idx="3"/>
          </p:cNvCxnSpPr>
          <p:nvPr/>
        </p:nvCxnSpPr>
        <p:spPr>
          <a:xfrm>
            <a:off x="6640100" y="681175"/>
            <a:ext cx="1711500" cy="385500"/>
          </a:xfrm>
          <a:prstGeom prst="straightConnector1">
            <a:avLst/>
          </a:prstGeom>
          <a:noFill/>
          <a:ln w="28575" cap="flat" cmpd="sng">
            <a:solidFill>
              <a:srgbClr val="20124D"/>
            </a:solidFill>
            <a:prstDash val="solid"/>
            <a:round/>
            <a:headEnd type="none" w="sm" len="sm"/>
            <a:tailEnd type="triangle" w="med" len="med"/>
          </a:ln>
        </p:spPr>
      </p:cxnSp>
      <p:cxnSp>
        <p:nvCxnSpPr>
          <p:cNvPr id="2102" name="Google Shape;2102;g26c94a5ba1d_0_88"/>
          <p:cNvCxnSpPr>
            <a:stCxn id="2090" idx="2"/>
            <a:endCxn id="2091" idx="0"/>
          </p:cNvCxnSpPr>
          <p:nvPr/>
        </p:nvCxnSpPr>
        <p:spPr>
          <a:xfrm flipH="1">
            <a:off x="6598049" y="1438300"/>
            <a:ext cx="1834200" cy="506400"/>
          </a:xfrm>
          <a:prstGeom prst="straightConnector1">
            <a:avLst/>
          </a:prstGeom>
          <a:noFill/>
          <a:ln w="28575" cap="flat" cmpd="sng">
            <a:solidFill>
              <a:srgbClr val="20124D"/>
            </a:solidFill>
            <a:prstDash val="solid"/>
            <a:round/>
            <a:headEnd type="none" w="sm" len="sm"/>
            <a:tailEnd type="triangle" w="med" len="med"/>
          </a:ln>
        </p:spPr>
      </p:cxnSp>
      <p:cxnSp>
        <p:nvCxnSpPr>
          <p:cNvPr id="2103" name="Google Shape;2103;g26c94a5ba1d_0_88"/>
          <p:cNvCxnSpPr>
            <a:stCxn id="2092" idx="2"/>
          </p:cNvCxnSpPr>
          <p:nvPr/>
        </p:nvCxnSpPr>
        <p:spPr>
          <a:xfrm flipH="1">
            <a:off x="6445702" y="3198900"/>
            <a:ext cx="1769400" cy="574500"/>
          </a:xfrm>
          <a:prstGeom prst="straightConnector1">
            <a:avLst/>
          </a:prstGeom>
          <a:noFill/>
          <a:ln w="28575" cap="flat" cmpd="sng">
            <a:solidFill>
              <a:srgbClr val="20124D"/>
            </a:solidFill>
            <a:prstDash val="solid"/>
            <a:round/>
            <a:headEnd type="none" w="sm" len="sm"/>
            <a:tailEnd type="triangle" w="med" len="med"/>
          </a:ln>
        </p:spPr>
      </p:cxnSp>
      <p:cxnSp>
        <p:nvCxnSpPr>
          <p:cNvPr id="2104" name="Google Shape;2104;g26c94a5ba1d_0_88"/>
          <p:cNvCxnSpPr>
            <a:endCxn id="2092" idx="0"/>
          </p:cNvCxnSpPr>
          <p:nvPr/>
        </p:nvCxnSpPr>
        <p:spPr>
          <a:xfrm>
            <a:off x="6487702" y="2281450"/>
            <a:ext cx="1727400" cy="524100"/>
          </a:xfrm>
          <a:prstGeom prst="straightConnector1">
            <a:avLst/>
          </a:prstGeom>
          <a:noFill/>
          <a:ln w="28575" cap="flat" cmpd="sng">
            <a:solidFill>
              <a:srgbClr val="20124D"/>
            </a:solidFill>
            <a:prstDash val="solid"/>
            <a:round/>
            <a:headEnd type="none" w="sm" len="sm"/>
            <a:tailEnd type="triangle" w="med" len="med"/>
          </a:ln>
        </p:spPr>
      </p:cxnSp>
      <p:cxnSp>
        <p:nvCxnSpPr>
          <p:cNvPr id="2105" name="Google Shape;2105;g26c94a5ba1d_0_88"/>
          <p:cNvCxnSpPr>
            <a:endCxn id="2094" idx="0"/>
          </p:cNvCxnSpPr>
          <p:nvPr/>
        </p:nvCxnSpPr>
        <p:spPr>
          <a:xfrm>
            <a:off x="6411417" y="4033950"/>
            <a:ext cx="1764900" cy="303600"/>
          </a:xfrm>
          <a:prstGeom prst="straightConnector1">
            <a:avLst/>
          </a:prstGeom>
          <a:noFill/>
          <a:ln w="28575" cap="flat" cmpd="sng">
            <a:solidFill>
              <a:srgbClr val="20124D"/>
            </a:solidFill>
            <a:prstDash val="solid"/>
            <a:round/>
            <a:headEnd type="none" w="sm" len="sm"/>
            <a:tailEnd type="triangle" w="med" len="med"/>
          </a:ln>
        </p:spPr>
      </p:cxnSp>
      <p:cxnSp>
        <p:nvCxnSpPr>
          <p:cNvPr id="2106" name="Google Shape;2106;g26c94a5ba1d_0_88"/>
          <p:cNvCxnSpPr/>
          <p:nvPr/>
        </p:nvCxnSpPr>
        <p:spPr>
          <a:xfrm flipH="1">
            <a:off x="6445649" y="-9500"/>
            <a:ext cx="1834200" cy="506400"/>
          </a:xfrm>
          <a:prstGeom prst="straightConnector1">
            <a:avLst/>
          </a:prstGeom>
          <a:noFill/>
          <a:ln w="28575" cap="flat" cmpd="sng">
            <a:solidFill>
              <a:srgbClr val="783F04"/>
            </a:solidFill>
            <a:prstDash val="solid"/>
            <a:round/>
            <a:headEnd type="none" w="sm" len="sm"/>
            <a:tailEnd type="triangle" w="med" len="med"/>
          </a:ln>
        </p:spPr>
      </p:cxnSp>
      <p:cxnSp>
        <p:nvCxnSpPr>
          <p:cNvPr id="2107" name="Google Shape;2107;g26c94a5ba1d_0_88"/>
          <p:cNvCxnSpPr/>
          <p:nvPr/>
        </p:nvCxnSpPr>
        <p:spPr>
          <a:xfrm flipH="1">
            <a:off x="6309449" y="4714900"/>
            <a:ext cx="1818000" cy="351300"/>
          </a:xfrm>
          <a:prstGeom prst="straightConnector1">
            <a:avLst/>
          </a:prstGeom>
          <a:noFill/>
          <a:ln w="28575" cap="flat" cmpd="sng">
            <a:solidFill>
              <a:srgbClr val="783F04"/>
            </a:solidFill>
            <a:prstDash val="solid"/>
            <a:round/>
            <a:headEnd type="none" w="sm" len="sm"/>
            <a:tailEnd type="triangle" w="med" len="med"/>
          </a:ln>
        </p:spPr>
      </p:cxnSp>
      <p:pic>
        <p:nvPicPr>
          <p:cNvPr id="2108" name="Google Shape;2108;g26c94a5ba1d_0_88"/>
          <p:cNvPicPr preferRelativeResize="0"/>
          <p:nvPr/>
        </p:nvPicPr>
        <p:blipFill rotWithShape="1">
          <a:blip r:embed="rId7">
            <a:alphaModFix/>
          </a:blip>
          <a:srcRect/>
          <a:stretch/>
        </p:blipFill>
        <p:spPr>
          <a:xfrm>
            <a:off x="92200" y="1248974"/>
            <a:ext cx="2667000" cy="2943225"/>
          </a:xfrm>
          <a:prstGeom prst="rect">
            <a:avLst/>
          </a:prstGeom>
          <a:noFill/>
          <a:ln>
            <a:noFill/>
          </a:ln>
        </p:spPr>
      </p:pic>
      <p:sp>
        <p:nvSpPr>
          <p:cNvPr id="2109" name="Google Shape;2109;g26c94a5ba1d_0_88"/>
          <p:cNvSpPr txBox="1"/>
          <p:nvPr/>
        </p:nvSpPr>
        <p:spPr>
          <a:xfrm>
            <a:off x="490250" y="3670775"/>
            <a:ext cx="1711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Proxima Nova"/>
                <a:ea typeface="Proxima Nova"/>
                <a:cs typeface="Proxima Nova"/>
                <a:sym typeface="Proxima Nova"/>
              </a:rPr>
              <a:t>Rudolf Emil Kalman</a:t>
            </a:r>
            <a:endParaRPr sz="1300" b="0" i="0" u="none" strike="noStrike" cap="none">
              <a:solidFill>
                <a:srgbClr val="000000"/>
              </a:solidFill>
              <a:latin typeface="Proxima Nova"/>
              <a:ea typeface="Proxima Nova"/>
              <a:cs typeface="Proxima Nova"/>
              <a:sym typeface="Proxima Nova"/>
            </a:endParaRPr>
          </a:p>
        </p:txBody>
      </p:sp>
      <p:sp>
        <p:nvSpPr>
          <p:cNvPr id="2110" name="Google Shape;2110;g26c94a5ba1d_0_88"/>
          <p:cNvSpPr txBox="1"/>
          <p:nvPr/>
        </p:nvSpPr>
        <p:spPr>
          <a:xfrm>
            <a:off x="2164200" y="1447675"/>
            <a:ext cx="3368700" cy="22626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rgbClr val="000000"/>
              </a:buClr>
              <a:buSzPts val="1500"/>
              <a:buFont typeface="Proxima Nova"/>
              <a:buChar char="●"/>
            </a:pPr>
            <a:r>
              <a:rPr lang="en-US" sz="1500" b="0" i="0" u="none" strike="noStrike" cap="none">
                <a:solidFill>
                  <a:srgbClr val="000000"/>
                </a:solidFill>
                <a:latin typeface="Proxima Nova"/>
                <a:ea typeface="Proxima Nova"/>
                <a:cs typeface="Proxima Nova"/>
                <a:sym typeface="Proxima Nova"/>
              </a:rPr>
              <a:t>Assume that results of experiment are noisy measurements of “system state”</a:t>
            </a:r>
            <a:endParaRPr sz="1500" b="0" i="0" u="none" strike="noStrike" cap="none">
              <a:solidFill>
                <a:srgbClr val="000000"/>
              </a:solidFill>
              <a:latin typeface="Proxima Nova"/>
              <a:ea typeface="Proxima Nova"/>
              <a:cs typeface="Proxima Nova"/>
              <a:sym typeface="Proxima Nova"/>
            </a:endParaRPr>
          </a:p>
          <a:p>
            <a:pPr marL="457200" marR="0" lvl="0" indent="-323850" algn="l" rtl="0">
              <a:lnSpc>
                <a:spcPct val="100000"/>
              </a:lnSpc>
              <a:spcBef>
                <a:spcPts val="0"/>
              </a:spcBef>
              <a:spcAft>
                <a:spcPts val="0"/>
              </a:spcAft>
              <a:buClr>
                <a:srgbClr val="000000"/>
              </a:buClr>
              <a:buSzPts val="1500"/>
              <a:buFont typeface="Proxima Nova"/>
              <a:buChar char="●"/>
            </a:pPr>
            <a:r>
              <a:rPr lang="en-US" sz="1500" b="0" i="0" u="none" strike="noStrike" cap="none">
                <a:solidFill>
                  <a:srgbClr val="000000"/>
                </a:solidFill>
                <a:latin typeface="Proxima Nova"/>
                <a:ea typeface="Proxima Nova"/>
                <a:cs typeface="Proxima Nova"/>
                <a:sym typeface="Proxima Nova"/>
              </a:rPr>
              <a:t>Model of how system evolves</a:t>
            </a:r>
            <a:endParaRPr sz="1500" b="0" i="0" u="none" strike="noStrike" cap="none">
              <a:solidFill>
                <a:srgbClr val="000000"/>
              </a:solidFill>
              <a:latin typeface="Proxima Nova"/>
              <a:ea typeface="Proxima Nova"/>
              <a:cs typeface="Proxima Nova"/>
              <a:sym typeface="Proxima Nova"/>
            </a:endParaRPr>
          </a:p>
          <a:p>
            <a:pPr marL="457200" marR="0" lvl="0" indent="-323850" algn="l" rtl="0">
              <a:lnSpc>
                <a:spcPct val="100000"/>
              </a:lnSpc>
              <a:spcBef>
                <a:spcPts val="0"/>
              </a:spcBef>
              <a:spcAft>
                <a:spcPts val="0"/>
              </a:spcAft>
              <a:buClr>
                <a:srgbClr val="000000"/>
              </a:buClr>
              <a:buSzPts val="1500"/>
              <a:buFont typeface="Proxima Nova"/>
              <a:buChar char="●"/>
            </a:pPr>
            <a:r>
              <a:rPr lang="en-US" sz="1500" b="0" i="0" u="none" strike="noStrike" cap="none">
                <a:solidFill>
                  <a:srgbClr val="000000"/>
                </a:solidFill>
                <a:latin typeface="Proxima Nova"/>
                <a:ea typeface="Proxima Nova"/>
                <a:cs typeface="Proxima Nova"/>
                <a:sym typeface="Proxima Nova"/>
              </a:rPr>
              <a:t>Optimal combination of system model and observations</a:t>
            </a:r>
            <a:endParaRPr sz="1500" b="0" i="0" u="none" strike="noStrike" cap="none">
              <a:solidFill>
                <a:srgbClr val="000000"/>
              </a:solidFill>
              <a:latin typeface="Proxima Nova"/>
              <a:ea typeface="Proxima Nova"/>
              <a:cs typeface="Proxima Nova"/>
              <a:sym typeface="Proxima Nova"/>
            </a:endParaRPr>
          </a:p>
          <a:p>
            <a:pPr marL="457200" marR="0" lvl="0" indent="-323850" algn="l" rtl="0">
              <a:lnSpc>
                <a:spcPct val="100000"/>
              </a:lnSpc>
              <a:spcBef>
                <a:spcPts val="0"/>
              </a:spcBef>
              <a:spcAft>
                <a:spcPts val="0"/>
              </a:spcAft>
              <a:buClr>
                <a:srgbClr val="000000"/>
              </a:buClr>
              <a:buSzPts val="1500"/>
              <a:buFont typeface="Proxima Nova"/>
              <a:buChar char="●"/>
            </a:pPr>
            <a:r>
              <a:rPr lang="en-US" sz="1500" b="0" i="0" u="none" strike="noStrike" cap="none">
                <a:solidFill>
                  <a:srgbClr val="000000"/>
                </a:solidFill>
                <a:latin typeface="Proxima Nova"/>
                <a:ea typeface="Proxima Nova"/>
                <a:cs typeface="Proxima Nova"/>
                <a:sym typeface="Proxima Nova"/>
              </a:rPr>
              <a:t>Prediction / correction framework</a:t>
            </a:r>
            <a:endParaRPr sz="1500" b="0" i="0" u="none" strike="noStrike" cap="none">
              <a:solidFill>
                <a:srgbClr val="000000"/>
              </a:solidFill>
              <a:latin typeface="Proxima Nova"/>
              <a:ea typeface="Proxima Nova"/>
              <a:cs typeface="Proxima Nova"/>
              <a:sym typeface="Proxima Nova"/>
            </a:endParaRPr>
          </a:p>
          <a:p>
            <a:pPr marL="457200" marR="0" lvl="0" indent="-323850" algn="l" rtl="0">
              <a:lnSpc>
                <a:spcPct val="100000"/>
              </a:lnSpc>
              <a:spcBef>
                <a:spcPts val="0"/>
              </a:spcBef>
              <a:spcAft>
                <a:spcPts val="0"/>
              </a:spcAft>
              <a:buClr>
                <a:srgbClr val="000000"/>
              </a:buClr>
              <a:buSzPts val="1500"/>
              <a:buFont typeface="Proxima Nova"/>
              <a:buChar char="●"/>
            </a:pPr>
            <a:r>
              <a:rPr lang="en-US" sz="1500" b="0" i="0" u="none" strike="noStrike" cap="none">
                <a:solidFill>
                  <a:srgbClr val="000000"/>
                </a:solidFill>
                <a:latin typeface="Proxima Nova"/>
                <a:ea typeface="Proxima Nova"/>
                <a:cs typeface="Proxima Nova"/>
                <a:sym typeface="Proxima Nova"/>
              </a:rPr>
              <a:t>System is linear</a:t>
            </a:r>
            <a:endParaRPr sz="15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4"/>
        <p:cNvGrpSpPr/>
        <p:nvPr/>
      </p:nvGrpSpPr>
      <p:grpSpPr>
        <a:xfrm>
          <a:off x="0" y="0"/>
          <a:ext cx="0" cy="0"/>
          <a:chOff x="0" y="0"/>
          <a:chExt cx="0" cy="0"/>
        </a:xfrm>
      </p:grpSpPr>
      <p:sp>
        <p:nvSpPr>
          <p:cNvPr id="2115" name="Google Shape;2115;g26c94a5ba1d_0_30"/>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pic>
        <p:nvPicPr>
          <p:cNvPr id="2116" name="Google Shape;2116;g26c94a5ba1d_0_30"/>
          <p:cNvPicPr preferRelativeResize="0"/>
          <p:nvPr/>
        </p:nvPicPr>
        <p:blipFill rotWithShape="1">
          <a:blip r:embed="rId3">
            <a:alphaModFix/>
          </a:blip>
          <a:srcRect/>
          <a:stretch/>
        </p:blipFill>
        <p:spPr>
          <a:xfrm>
            <a:off x="5363700" y="867524"/>
            <a:ext cx="3439983" cy="3750727"/>
          </a:xfrm>
          <a:prstGeom prst="rect">
            <a:avLst/>
          </a:prstGeom>
          <a:noFill/>
          <a:ln>
            <a:noFill/>
          </a:ln>
        </p:spPr>
      </p:pic>
      <p:sp>
        <p:nvSpPr>
          <p:cNvPr id="2117" name="Google Shape;2117;g26c94a5ba1d_0_30"/>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pic>
        <p:nvPicPr>
          <p:cNvPr id="2118" name="Google Shape;2118;g26c94a5ba1d_0_30"/>
          <p:cNvPicPr preferRelativeResize="0"/>
          <p:nvPr/>
        </p:nvPicPr>
        <p:blipFill rotWithShape="1">
          <a:blip r:embed="rId4">
            <a:alphaModFix/>
          </a:blip>
          <a:srcRect/>
          <a:stretch/>
        </p:blipFill>
        <p:spPr>
          <a:xfrm>
            <a:off x="372575" y="1132754"/>
            <a:ext cx="4680440" cy="813600"/>
          </a:xfrm>
          <a:prstGeom prst="rect">
            <a:avLst/>
          </a:prstGeom>
          <a:noFill/>
          <a:ln>
            <a:noFill/>
          </a:ln>
        </p:spPr>
      </p:pic>
      <p:sp>
        <p:nvSpPr>
          <p:cNvPr id="2119" name="Google Shape;2119;g26c94a5ba1d_0_30"/>
          <p:cNvSpPr txBox="1"/>
          <p:nvPr/>
        </p:nvSpPr>
        <p:spPr>
          <a:xfrm>
            <a:off x="949050" y="1881150"/>
            <a:ext cx="30591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The subscript m denotes the measurement parameters. </a:t>
            </a:r>
            <a:endParaRPr sz="9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The k subscript denotes the order of the measurement.</a:t>
            </a:r>
            <a:endParaRPr sz="900" b="0" i="0" u="none" strike="noStrike" cap="none">
              <a:solidFill>
                <a:schemeClr val="dk2"/>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23"/>
        <p:cNvGrpSpPr/>
        <p:nvPr/>
      </p:nvGrpSpPr>
      <p:grpSpPr>
        <a:xfrm>
          <a:off x="0" y="0"/>
          <a:ext cx="0" cy="0"/>
          <a:chOff x="0" y="0"/>
          <a:chExt cx="0" cy="0"/>
        </a:xfrm>
      </p:grpSpPr>
      <p:sp>
        <p:nvSpPr>
          <p:cNvPr id="2124" name="Google Shape;2124;g26c97ce80bd_0_105"/>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pic>
        <p:nvPicPr>
          <p:cNvPr id="2125" name="Google Shape;2125;g26c97ce80bd_0_105"/>
          <p:cNvPicPr preferRelativeResize="0"/>
          <p:nvPr/>
        </p:nvPicPr>
        <p:blipFill rotWithShape="1">
          <a:blip r:embed="rId3">
            <a:alphaModFix/>
          </a:blip>
          <a:srcRect/>
          <a:stretch/>
        </p:blipFill>
        <p:spPr>
          <a:xfrm>
            <a:off x="5363700" y="867524"/>
            <a:ext cx="3439983" cy="3750727"/>
          </a:xfrm>
          <a:prstGeom prst="rect">
            <a:avLst/>
          </a:prstGeom>
          <a:noFill/>
          <a:ln>
            <a:noFill/>
          </a:ln>
        </p:spPr>
      </p:pic>
      <p:sp>
        <p:nvSpPr>
          <p:cNvPr id="2126" name="Google Shape;2126;g26c97ce80bd_0_105"/>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pic>
        <p:nvPicPr>
          <p:cNvPr id="2127" name="Google Shape;2127;g26c97ce80bd_0_105"/>
          <p:cNvPicPr preferRelativeResize="0"/>
          <p:nvPr/>
        </p:nvPicPr>
        <p:blipFill rotWithShape="1">
          <a:blip r:embed="rId4">
            <a:alphaModFix/>
          </a:blip>
          <a:srcRect/>
          <a:stretch/>
        </p:blipFill>
        <p:spPr>
          <a:xfrm>
            <a:off x="372575" y="1132754"/>
            <a:ext cx="4680440" cy="813600"/>
          </a:xfrm>
          <a:prstGeom prst="rect">
            <a:avLst/>
          </a:prstGeom>
          <a:noFill/>
          <a:ln>
            <a:noFill/>
          </a:ln>
        </p:spPr>
      </p:pic>
      <p:sp>
        <p:nvSpPr>
          <p:cNvPr id="2128" name="Google Shape;2128;g26c97ce80bd_0_105"/>
          <p:cNvSpPr txBox="1"/>
          <p:nvPr/>
        </p:nvSpPr>
        <p:spPr>
          <a:xfrm>
            <a:off x="949050" y="1881150"/>
            <a:ext cx="30591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The subscript m denotes the measurement parameters. </a:t>
            </a:r>
            <a:endParaRPr sz="9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The k subscript denotes the order of the measurement.</a:t>
            </a:r>
            <a:endParaRPr sz="900" b="0" i="0" u="none" strike="noStrike" cap="none">
              <a:solidFill>
                <a:schemeClr val="dk2"/>
              </a:solidFill>
              <a:latin typeface="Arial"/>
              <a:ea typeface="Arial"/>
              <a:cs typeface="Arial"/>
              <a:sym typeface="Arial"/>
            </a:endParaRPr>
          </a:p>
        </p:txBody>
      </p:sp>
      <p:pic>
        <p:nvPicPr>
          <p:cNvPr id="2129" name="Google Shape;2129;g26c97ce80bd_0_105"/>
          <p:cNvPicPr preferRelativeResize="0"/>
          <p:nvPr/>
        </p:nvPicPr>
        <p:blipFill rotWithShape="1">
          <a:blip r:embed="rId5">
            <a:alphaModFix/>
          </a:blip>
          <a:srcRect/>
          <a:stretch/>
        </p:blipFill>
        <p:spPr>
          <a:xfrm>
            <a:off x="228600" y="2728322"/>
            <a:ext cx="4817024" cy="14159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33"/>
        <p:cNvGrpSpPr/>
        <p:nvPr/>
      </p:nvGrpSpPr>
      <p:grpSpPr>
        <a:xfrm>
          <a:off x="0" y="0"/>
          <a:ext cx="0" cy="0"/>
          <a:chOff x="0" y="0"/>
          <a:chExt cx="0" cy="0"/>
        </a:xfrm>
      </p:grpSpPr>
      <p:sp>
        <p:nvSpPr>
          <p:cNvPr id="2134" name="Google Shape;2134;g26c97ce80bd_0_93"/>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pic>
        <p:nvPicPr>
          <p:cNvPr id="2135" name="Google Shape;2135;g26c97ce80bd_0_93"/>
          <p:cNvPicPr preferRelativeResize="0"/>
          <p:nvPr/>
        </p:nvPicPr>
        <p:blipFill rotWithShape="1">
          <a:blip r:embed="rId3">
            <a:alphaModFix/>
          </a:blip>
          <a:srcRect/>
          <a:stretch/>
        </p:blipFill>
        <p:spPr>
          <a:xfrm>
            <a:off x="152400" y="1016825"/>
            <a:ext cx="4321674" cy="3347225"/>
          </a:xfrm>
          <a:prstGeom prst="rect">
            <a:avLst/>
          </a:prstGeom>
          <a:noFill/>
          <a:ln>
            <a:noFill/>
          </a:ln>
        </p:spPr>
      </p:pic>
      <p:sp>
        <p:nvSpPr>
          <p:cNvPr id="2136" name="Google Shape;2136;g26c97ce80bd_0_93"/>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Shape 2140"/>
        <p:cNvGrpSpPr/>
        <p:nvPr/>
      </p:nvGrpSpPr>
      <p:grpSpPr>
        <a:xfrm>
          <a:off x="0" y="0"/>
          <a:ext cx="0" cy="0"/>
          <a:chOff x="0" y="0"/>
          <a:chExt cx="0" cy="0"/>
        </a:xfrm>
      </p:grpSpPr>
      <p:sp>
        <p:nvSpPr>
          <p:cNvPr id="2141" name="Google Shape;2141;g26c97ce80bd_0_116"/>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sp>
        <p:nvSpPr>
          <p:cNvPr id="2142" name="Google Shape;2142;g26c97ce80bd_0_116"/>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
        <p:nvSpPr>
          <p:cNvPr id="2143" name="Google Shape;2143;g26c97ce80bd_0_116"/>
          <p:cNvSpPr txBox="1"/>
          <p:nvPr/>
        </p:nvSpPr>
        <p:spPr>
          <a:xfrm>
            <a:off x="4431725" y="0"/>
            <a:ext cx="991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D0E0E3"/>
                </a:solidFill>
                <a:highlight>
                  <a:srgbClr val="BF9000"/>
                </a:highlight>
                <a:latin typeface="Comfortaa"/>
                <a:ea typeface="Comfortaa"/>
                <a:cs typeface="Comfortaa"/>
                <a:sym typeface="Comfortaa"/>
              </a:rPr>
              <a:t>Step-1</a:t>
            </a:r>
            <a:endParaRPr sz="1800" b="1" i="0" u="none" strike="noStrike" cap="none">
              <a:solidFill>
                <a:srgbClr val="D0E0E3"/>
              </a:solidFill>
              <a:highlight>
                <a:srgbClr val="BF9000"/>
              </a:highlight>
              <a:latin typeface="Comfortaa"/>
              <a:ea typeface="Comfortaa"/>
              <a:cs typeface="Comfortaa"/>
              <a:sym typeface="Comfortaa"/>
            </a:endParaRPr>
          </a:p>
        </p:txBody>
      </p:sp>
      <p:pic>
        <p:nvPicPr>
          <p:cNvPr id="2144" name="Google Shape;2144;g26c97ce80bd_0_116"/>
          <p:cNvPicPr preferRelativeResize="0"/>
          <p:nvPr/>
        </p:nvPicPr>
        <p:blipFill rotWithShape="1">
          <a:blip r:embed="rId3">
            <a:alphaModFix/>
          </a:blip>
          <a:srcRect/>
          <a:stretch/>
        </p:blipFill>
        <p:spPr>
          <a:xfrm>
            <a:off x="4529625" y="1122575"/>
            <a:ext cx="4572001" cy="772425"/>
          </a:xfrm>
          <a:prstGeom prst="rect">
            <a:avLst/>
          </a:prstGeom>
          <a:noFill/>
          <a:ln>
            <a:noFill/>
          </a:ln>
        </p:spPr>
      </p:pic>
      <p:pic>
        <p:nvPicPr>
          <p:cNvPr id="2145" name="Google Shape;2145;g26c97ce80bd_0_116"/>
          <p:cNvPicPr preferRelativeResize="0"/>
          <p:nvPr/>
        </p:nvPicPr>
        <p:blipFill rotWithShape="1">
          <a:blip r:embed="rId4">
            <a:alphaModFix/>
          </a:blip>
          <a:srcRect/>
          <a:stretch/>
        </p:blipFill>
        <p:spPr>
          <a:xfrm>
            <a:off x="152400" y="1016825"/>
            <a:ext cx="4321674" cy="3347225"/>
          </a:xfrm>
          <a:prstGeom prst="rect">
            <a:avLst/>
          </a:prstGeom>
          <a:noFill/>
          <a:ln>
            <a:noFill/>
          </a:ln>
        </p:spPr>
      </p:pic>
      <p:pic>
        <p:nvPicPr>
          <p:cNvPr id="2146" name="Google Shape;2146;g26c97ce80bd_0_116"/>
          <p:cNvPicPr preferRelativeResize="0"/>
          <p:nvPr/>
        </p:nvPicPr>
        <p:blipFill rotWithShape="1">
          <a:blip r:embed="rId5">
            <a:alphaModFix/>
          </a:blip>
          <a:srcRect/>
          <a:stretch/>
        </p:blipFill>
        <p:spPr>
          <a:xfrm>
            <a:off x="4474075" y="2478564"/>
            <a:ext cx="4669924" cy="1190287"/>
          </a:xfrm>
          <a:prstGeom prst="rect">
            <a:avLst/>
          </a:prstGeom>
          <a:noFill/>
          <a:ln>
            <a:noFill/>
          </a:ln>
        </p:spPr>
      </p:pic>
      <p:pic>
        <p:nvPicPr>
          <p:cNvPr id="2147" name="Google Shape;2147;g26c97ce80bd_0_116"/>
          <p:cNvPicPr preferRelativeResize="0"/>
          <p:nvPr/>
        </p:nvPicPr>
        <p:blipFill rotWithShape="1">
          <a:blip r:embed="rId6">
            <a:alphaModFix/>
          </a:blip>
          <a:srcRect/>
          <a:stretch/>
        </p:blipFill>
        <p:spPr>
          <a:xfrm>
            <a:off x="4834425" y="3719023"/>
            <a:ext cx="4267200" cy="111680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Shape 2151"/>
        <p:cNvGrpSpPr/>
        <p:nvPr/>
      </p:nvGrpSpPr>
      <p:grpSpPr>
        <a:xfrm>
          <a:off x="0" y="0"/>
          <a:ext cx="0" cy="0"/>
          <a:chOff x="0" y="0"/>
          <a:chExt cx="0" cy="0"/>
        </a:xfrm>
      </p:grpSpPr>
      <p:sp>
        <p:nvSpPr>
          <p:cNvPr id="2152" name="Google Shape;2152;g26c97ce80bd_0_127"/>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sp>
        <p:nvSpPr>
          <p:cNvPr id="2153" name="Google Shape;2153;g26c97ce80bd_0_127"/>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
        <p:nvSpPr>
          <p:cNvPr id="2154" name="Google Shape;2154;g26c97ce80bd_0_127"/>
          <p:cNvSpPr txBox="1"/>
          <p:nvPr/>
        </p:nvSpPr>
        <p:spPr>
          <a:xfrm>
            <a:off x="4431725" y="0"/>
            <a:ext cx="991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D0E0E3"/>
                </a:solidFill>
                <a:highlight>
                  <a:srgbClr val="BF9000"/>
                </a:highlight>
                <a:latin typeface="Comfortaa"/>
                <a:ea typeface="Comfortaa"/>
                <a:cs typeface="Comfortaa"/>
                <a:sym typeface="Comfortaa"/>
              </a:rPr>
              <a:t>Step-2</a:t>
            </a:r>
            <a:endParaRPr sz="1800" b="1" i="0" u="none" strike="noStrike" cap="none">
              <a:solidFill>
                <a:srgbClr val="D0E0E3"/>
              </a:solidFill>
              <a:highlight>
                <a:srgbClr val="BF9000"/>
              </a:highlight>
              <a:latin typeface="Comfortaa"/>
              <a:ea typeface="Comfortaa"/>
              <a:cs typeface="Comfortaa"/>
              <a:sym typeface="Comfortaa"/>
            </a:endParaRPr>
          </a:p>
        </p:txBody>
      </p:sp>
      <p:pic>
        <p:nvPicPr>
          <p:cNvPr id="2155" name="Google Shape;2155;g26c97ce80bd_0_127"/>
          <p:cNvPicPr preferRelativeResize="0"/>
          <p:nvPr/>
        </p:nvPicPr>
        <p:blipFill rotWithShape="1">
          <a:blip r:embed="rId3">
            <a:alphaModFix/>
          </a:blip>
          <a:srcRect/>
          <a:stretch/>
        </p:blipFill>
        <p:spPr>
          <a:xfrm>
            <a:off x="152400" y="1016825"/>
            <a:ext cx="4321674" cy="3347225"/>
          </a:xfrm>
          <a:prstGeom prst="rect">
            <a:avLst/>
          </a:prstGeom>
          <a:noFill/>
          <a:ln>
            <a:noFill/>
          </a:ln>
        </p:spPr>
      </p:pic>
      <p:pic>
        <p:nvPicPr>
          <p:cNvPr id="2156" name="Google Shape;2156;g26c97ce80bd_0_127"/>
          <p:cNvPicPr preferRelativeResize="0"/>
          <p:nvPr/>
        </p:nvPicPr>
        <p:blipFill rotWithShape="1">
          <a:blip r:embed="rId4">
            <a:alphaModFix/>
          </a:blip>
          <a:srcRect/>
          <a:stretch/>
        </p:blipFill>
        <p:spPr>
          <a:xfrm>
            <a:off x="4330150" y="1087980"/>
            <a:ext cx="4771474" cy="717575"/>
          </a:xfrm>
          <a:prstGeom prst="rect">
            <a:avLst/>
          </a:prstGeom>
          <a:noFill/>
          <a:ln>
            <a:noFill/>
          </a:ln>
        </p:spPr>
      </p:pic>
      <p:pic>
        <p:nvPicPr>
          <p:cNvPr id="2157" name="Google Shape;2157;g26c97ce80bd_0_127"/>
          <p:cNvPicPr preferRelativeResize="0"/>
          <p:nvPr/>
        </p:nvPicPr>
        <p:blipFill rotWithShape="1">
          <a:blip r:embed="rId5">
            <a:alphaModFix/>
          </a:blip>
          <a:srcRect/>
          <a:stretch/>
        </p:blipFill>
        <p:spPr>
          <a:xfrm>
            <a:off x="4372525" y="2317568"/>
            <a:ext cx="4771474" cy="1346645"/>
          </a:xfrm>
          <a:prstGeom prst="rect">
            <a:avLst/>
          </a:prstGeom>
          <a:noFill/>
          <a:ln>
            <a:noFill/>
          </a:ln>
        </p:spPr>
      </p:pic>
      <p:pic>
        <p:nvPicPr>
          <p:cNvPr id="2158" name="Google Shape;2158;g26c97ce80bd_0_127"/>
          <p:cNvPicPr preferRelativeResize="0"/>
          <p:nvPr/>
        </p:nvPicPr>
        <p:blipFill rotWithShape="1">
          <a:blip r:embed="rId6">
            <a:alphaModFix/>
          </a:blip>
          <a:srcRect/>
          <a:stretch/>
        </p:blipFill>
        <p:spPr>
          <a:xfrm>
            <a:off x="4253950" y="3601039"/>
            <a:ext cx="4900324" cy="123466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Shape 2162"/>
        <p:cNvGrpSpPr/>
        <p:nvPr/>
      </p:nvGrpSpPr>
      <p:grpSpPr>
        <a:xfrm>
          <a:off x="0" y="0"/>
          <a:ext cx="0" cy="0"/>
          <a:chOff x="0" y="0"/>
          <a:chExt cx="0" cy="0"/>
        </a:xfrm>
      </p:grpSpPr>
      <p:sp>
        <p:nvSpPr>
          <p:cNvPr id="2163" name="Google Shape;2163;g26c97ce80bd_0_145"/>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sp>
        <p:nvSpPr>
          <p:cNvPr id="2164" name="Google Shape;2164;g26c97ce80bd_0_145"/>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
        <p:nvSpPr>
          <p:cNvPr id="2165" name="Google Shape;2165;g26c97ce80bd_0_145"/>
          <p:cNvSpPr txBox="1"/>
          <p:nvPr/>
        </p:nvSpPr>
        <p:spPr>
          <a:xfrm>
            <a:off x="4431725" y="0"/>
            <a:ext cx="991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D0E0E3"/>
                </a:solidFill>
                <a:highlight>
                  <a:srgbClr val="BF9000"/>
                </a:highlight>
                <a:latin typeface="Comfortaa"/>
                <a:ea typeface="Comfortaa"/>
                <a:cs typeface="Comfortaa"/>
                <a:sym typeface="Comfortaa"/>
              </a:rPr>
              <a:t>Step-3</a:t>
            </a:r>
            <a:endParaRPr sz="1800" b="1" i="0" u="none" strike="noStrike" cap="none">
              <a:solidFill>
                <a:srgbClr val="D0E0E3"/>
              </a:solidFill>
              <a:highlight>
                <a:srgbClr val="BF9000"/>
              </a:highlight>
              <a:latin typeface="Comfortaa"/>
              <a:ea typeface="Comfortaa"/>
              <a:cs typeface="Comfortaa"/>
              <a:sym typeface="Comfortaa"/>
            </a:endParaRPr>
          </a:p>
        </p:txBody>
      </p:sp>
      <p:pic>
        <p:nvPicPr>
          <p:cNvPr id="2166" name="Google Shape;2166;g26c97ce80bd_0_145"/>
          <p:cNvPicPr preferRelativeResize="0"/>
          <p:nvPr/>
        </p:nvPicPr>
        <p:blipFill rotWithShape="1">
          <a:blip r:embed="rId3">
            <a:alphaModFix/>
          </a:blip>
          <a:srcRect/>
          <a:stretch/>
        </p:blipFill>
        <p:spPr>
          <a:xfrm>
            <a:off x="152400" y="1016825"/>
            <a:ext cx="4321674" cy="3347225"/>
          </a:xfrm>
          <a:prstGeom prst="rect">
            <a:avLst/>
          </a:prstGeom>
          <a:noFill/>
          <a:ln>
            <a:noFill/>
          </a:ln>
        </p:spPr>
      </p:pic>
      <p:pic>
        <p:nvPicPr>
          <p:cNvPr id="2167" name="Google Shape;2167;g26c97ce80bd_0_145"/>
          <p:cNvPicPr preferRelativeResize="0"/>
          <p:nvPr/>
        </p:nvPicPr>
        <p:blipFill rotWithShape="1">
          <a:blip r:embed="rId4">
            <a:alphaModFix/>
          </a:blip>
          <a:srcRect/>
          <a:stretch/>
        </p:blipFill>
        <p:spPr>
          <a:xfrm>
            <a:off x="4656550" y="461700"/>
            <a:ext cx="4487450" cy="674850"/>
          </a:xfrm>
          <a:prstGeom prst="rect">
            <a:avLst/>
          </a:prstGeom>
          <a:noFill/>
          <a:ln>
            <a:noFill/>
          </a:ln>
        </p:spPr>
      </p:pic>
      <p:pic>
        <p:nvPicPr>
          <p:cNvPr id="2168" name="Google Shape;2168;g26c97ce80bd_0_145"/>
          <p:cNvPicPr preferRelativeResize="0"/>
          <p:nvPr/>
        </p:nvPicPr>
        <p:blipFill rotWithShape="1">
          <a:blip r:embed="rId5">
            <a:alphaModFix/>
          </a:blip>
          <a:srcRect/>
          <a:stretch/>
        </p:blipFill>
        <p:spPr>
          <a:xfrm>
            <a:off x="5007925" y="1189225"/>
            <a:ext cx="4136075" cy="579450"/>
          </a:xfrm>
          <a:prstGeom prst="rect">
            <a:avLst/>
          </a:prstGeom>
          <a:noFill/>
          <a:ln>
            <a:noFill/>
          </a:ln>
        </p:spPr>
      </p:pic>
      <p:pic>
        <p:nvPicPr>
          <p:cNvPr id="2169" name="Google Shape;2169;g26c97ce80bd_0_145"/>
          <p:cNvPicPr preferRelativeResize="0"/>
          <p:nvPr/>
        </p:nvPicPr>
        <p:blipFill rotWithShape="1">
          <a:blip r:embed="rId6">
            <a:alphaModFix/>
          </a:blip>
          <a:srcRect/>
          <a:stretch/>
        </p:blipFill>
        <p:spPr>
          <a:xfrm>
            <a:off x="4656550" y="1757531"/>
            <a:ext cx="4487450" cy="845789"/>
          </a:xfrm>
          <a:prstGeom prst="rect">
            <a:avLst/>
          </a:prstGeom>
          <a:noFill/>
          <a:ln>
            <a:noFill/>
          </a:ln>
        </p:spPr>
      </p:pic>
      <p:pic>
        <p:nvPicPr>
          <p:cNvPr id="2170" name="Google Shape;2170;g26c97ce80bd_0_145"/>
          <p:cNvPicPr preferRelativeResize="0"/>
          <p:nvPr/>
        </p:nvPicPr>
        <p:blipFill rotWithShape="1">
          <a:blip r:embed="rId7">
            <a:alphaModFix/>
          </a:blip>
          <a:srcRect/>
          <a:stretch/>
        </p:blipFill>
        <p:spPr>
          <a:xfrm>
            <a:off x="4822325" y="2554957"/>
            <a:ext cx="4321674" cy="1025547"/>
          </a:xfrm>
          <a:prstGeom prst="rect">
            <a:avLst/>
          </a:prstGeom>
          <a:noFill/>
          <a:ln>
            <a:noFill/>
          </a:ln>
        </p:spPr>
      </p:pic>
      <p:pic>
        <p:nvPicPr>
          <p:cNvPr id="2171" name="Google Shape;2171;g26c97ce80bd_0_145"/>
          <p:cNvPicPr preferRelativeResize="0"/>
          <p:nvPr/>
        </p:nvPicPr>
        <p:blipFill rotWithShape="1">
          <a:blip r:embed="rId8">
            <a:alphaModFix/>
          </a:blip>
          <a:srcRect/>
          <a:stretch/>
        </p:blipFill>
        <p:spPr>
          <a:xfrm>
            <a:off x="4157825" y="3580500"/>
            <a:ext cx="4951775" cy="74952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Shape 2175"/>
        <p:cNvGrpSpPr/>
        <p:nvPr/>
      </p:nvGrpSpPr>
      <p:grpSpPr>
        <a:xfrm>
          <a:off x="0" y="0"/>
          <a:ext cx="0" cy="0"/>
          <a:chOff x="0" y="0"/>
          <a:chExt cx="0" cy="0"/>
        </a:xfrm>
      </p:grpSpPr>
      <p:sp>
        <p:nvSpPr>
          <p:cNvPr id="2176" name="Google Shape;2176;g26c97ce80bd_0_163"/>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sp>
        <p:nvSpPr>
          <p:cNvPr id="2177" name="Google Shape;2177;g26c97ce80bd_0_163"/>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
        <p:nvSpPr>
          <p:cNvPr id="2178" name="Google Shape;2178;g26c97ce80bd_0_163"/>
          <p:cNvSpPr txBox="1"/>
          <p:nvPr/>
        </p:nvSpPr>
        <p:spPr>
          <a:xfrm>
            <a:off x="4431725" y="0"/>
            <a:ext cx="991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D0E0E3"/>
                </a:solidFill>
                <a:highlight>
                  <a:srgbClr val="BF9000"/>
                </a:highlight>
                <a:latin typeface="Comfortaa"/>
                <a:ea typeface="Comfortaa"/>
                <a:cs typeface="Comfortaa"/>
                <a:sym typeface="Comfortaa"/>
              </a:rPr>
              <a:t>Step-4</a:t>
            </a:r>
            <a:endParaRPr sz="1800" b="1" i="0" u="none" strike="noStrike" cap="none">
              <a:solidFill>
                <a:srgbClr val="D0E0E3"/>
              </a:solidFill>
              <a:highlight>
                <a:srgbClr val="BF9000"/>
              </a:highlight>
              <a:latin typeface="Comfortaa"/>
              <a:ea typeface="Comfortaa"/>
              <a:cs typeface="Comfortaa"/>
              <a:sym typeface="Comfortaa"/>
            </a:endParaRPr>
          </a:p>
        </p:txBody>
      </p:sp>
      <p:pic>
        <p:nvPicPr>
          <p:cNvPr id="2179" name="Google Shape;2179;g26c97ce80bd_0_163"/>
          <p:cNvPicPr preferRelativeResize="0"/>
          <p:nvPr/>
        </p:nvPicPr>
        <p:blipFill rotWithShape="1">
          <a:blip r:embed="rId3">
            <a:alphaModFix/>
          </a:blip>
          <a:srcRect/>
          <a:stretch/>
        </p:blipFill>
        <p:spPr>
          <a:xfrm>
            <a:off x="152400" y="1016825"/>
            <a:ext cx="4321674" cy="3347225"/>
          </a:xfrm>
          <a:prstGeom prst="rect">
            <a:avLst/>
          </a:prstGeom>
          <a:noFill/>
          <a:ln>
            <a:noFill/>
          </a:ln>
        </p:spPr>
      </p:pic>
      <p:sp>
        <p:nvSpPr>
          <p:cNvPr id="2180" name="Google Shape;2180;g26c97ce80bd_0_163"/>
          <p:cNvSpPr txBox="1"/>
          <p:nvPr/>
        </p:nvSpPr>
        <p:spPr>
          <a:xfrm>
            <a:off x="5262125" y="1965875"/>
            <a:ext cx="30000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1" u="none" strike="noStrike" cap="none">
                <a:solidFill>
                  <a:srgbClr val="28303D"/>
                </a:solidFill>
                <a:highlight>
                  <a:srgbClr val="FFFFFF"/>
                </a:highlight>
                <a:latin typeface="Roboto"/>
                <a:ea typeface="Roboto"/>
                <a:cs typeface="Roboto"/>
                <a:sym typeface="Roboto"/>
              </a:rPr>
              <a:t>Compute Kalman Gain </a:t>
            </a:r>
            <a:endParaRPr sz="1500" b="1" i="1" u="none" strike="noStrike" cap="none">
              <a:solidFill>
                <a:srgbClr val="28303D"/>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endParaRPr sz="1500" b="1" i="1" u="none" strike="noStrike" cap="none">
              <a:solidFill>
                <a:srgbClr val="28303D"/>
              </a:solidFill>
              <a:highlight>
                <a:srgbClr val="FFFFFF"/>
              </a:highlight>
              <a:latin typeface="Roboto"/>
              <a:ea typeface="Roboto"/>
              <a:cs typeface="Roboto"/>
              <a:sym typeface="Roboto"/>
            </a:endParaRPr>
          </a:p>
          <a:p>
            <a:pPr marL="0" marR="0" lvl="0" indent="0" algn="l" rtl="0">
              <a:lnSpc>
                <a:spcPct val="100000"/>
              </a:lnSpc>
              <a:spcBef>
                <a:spcPts val="0"/>
              </a:spcBef>
              <a:spcAft>
                <a:spcPts val="0"/>
              </a:spcAft>
              <a:buClr>
                <a:srgbClr val="000000"/>
              </a:buClr>
              <a:buSzPts val="1500"/>
              <a:buFont typeface="Arial"/>
              <a:buNone/>
            </a:pPr>
            <a:r>
              <a:rPr lang="en-US" sz="1500" b="1" i="1" u="none" strike="noStrike" cap="none">
                <a:solidFill>
                  <a:srgbClr val="28303D"/>
                </a:solidFill>
                <a:highlight>
                  <a:srgbClr val="FFFFFF"/>
                </a:highlight>
                <a:latin typeface="Roboto"/>
                <a:ea typeface="Roboto"/>
                <a:cs typeface="Roboto"/>
                <a:sym typeface="Roboto"/>
              </a:rPr>
              <a:t>K = P</a:t>
            </a:r>
            <a:r>
              <a:rPr lang="en-US" sz="1150" b="1" i="1" u="none" strike="noStrike" cap="none">
                <a:solidFill>
                  <a:srgbClr val="28303D"/>
                </a:solidFill>
                <a:highlight>
                  <a:srgbClr val="FFFFFF"/>
                </a:highlight>
                <a:latin typeface="Roboto"/>
                <a:ea typeface="Roboto"/>
                <a:cs typeface="Roboto"/>
                <a:sym typeface="Roboto"/>
              </a:rPr>
              <a:t>P</a:t>
            </a:r>
            <a:r>
              <a:rPr lang="en-US" sz="1500" b="1" i="1" u="none" strike="noStrike" cap="none">
                <a:solidFill>
                  <a:srgbClr val="28303D"/>
                </a:solidFill>
                <a:highlight>
                  <a:srgbClr val="FFFFFF"/>
                </a:highlight>
                <a:latin typeface="Roboto"/>
                <a:ea typeface="Roboto"/>
                <a:cs typeface="Roboto"/>
                <a:sym typeface="Roboto"/>
              </a:rPr>
              <a:t>H</a:t>
            </a:r>
            <a:r>
              <a:rPr lang="en-US" sz="1150" b="1" i="1" u="none" strike="noStrike" cap="none">
                <a:solidFill>
                  <a:srgbClr val="28303D"/>
                </a:solidFill>
                <a:highlight>
                  <a:srgbClr val="FFFFFF"/>
                </a:highlight>
                <a:latin typeface="Roboto"/>
                <a:ea typeface="Roboto"/>
                <a:cs typeface="Roboto"/>
                <a:sym typeface="Roboto"/>
              </a:rPr>
              <a:t>T</a:t>
            </a:r>
            <a:r>
              <a:rPr lang="en-US" sz="1500" b="1" i="1" u="none" strike="noStrike" cap="none">
                <a:solidFill>
                  <a:srgbClr val="28303D"/>
                </a:solidFill>
                <a:highlight>
                  <a:srgbClr val="FFFFFF"/>
                </a:highlight>
                <a:latin typeface="Roboto"/>
                <a:ea typeface="Roboto"/>
                <a:cs typeface="Roboto"/>
                <a:sym typeface="Roboto"/>
              </a:rPr>
              <a:t> (HP</a:t>
            </a:r>
            <a:r>
              <a:rPr lang="en-US" sz="1150" b="1" i="1" u="none" strike="noStrike" cap="none">
                <a:solidFill>
                  <a:srgbClr val="28303D"/>
                </a:solidFill>
                <a:highlight>
                  <a:srgbClr val="FFFFFF"/>
                </a:highlight>
                <a:latin typeface="Roboto"/>
                <a:ea typeface="Roboto"/>
                <a:cs typeface="Roboto"/>
                <a:sym typeface="Roboto"/>
              </a:rPr>
              <a:t>P</a:t>
            </a:r>
            <a:r>
              <a:rPr lang="en-US" sz="1500" b="1" i="1" u="none" strike="noStrike" cap="none">
                <a:solidFill>
                  <a:srgbClr val="28303D"/>
                </a:solidFill>
                <a:highlight>
                  <a:srgbClr val="FFFFFF"/>
                </a:highlight>
                <a:latin typeface="Roboto"/>
                <a:ea typeface="Roboto"/>
                <a:cs typeface="Roboto"/>
                <a:sym typeface="Roboto"/>
              </a:rPr>
              <a:t>H</a:t>
            </a:r>
            <a:r>
              <a:rPr lang="en-US" sz="1150" b="1" i="1" u="none" strike="noStrike" cap="none">
                <a:solidFill>
                  <a:srgbClr val="28303D"/>
                </a:solidFill>
                <a:highlight>
                  <a:srgbClr val="FFFFFF"/>
                </a:highlight>
                <a:latin typeface="Roboto"/>
                <a:ea typeface="Roboto"/>
                <a:cs typeface="Roboto"/>
                <a:sym typeface="Roboto"/>
              </a:rPr>
              <a:t>T</a:t>
            </a:r>
            <a:r>
              <a:rPr lang="en-US" sz="1500" b="1" i="1" u="none" strike="noStrike" cap="none">
                <a:solidFill>
                  <a:srgbClr val="28303D"/>
                </a:solidFill>
                <a:highlight>
                  <a:srgbClr val="FFFFFF"/>
                </a:highlight>
                <a:latin typeface="Roboto"/>
                <a:ea typeface="Roboto"/>
                <a:cs typeface="Roboto"/>
                <a:sym typeface="Roboto"/>
              </a:rPr>
              <a:t> + R</a:t>
            </a:r>
            <a:r>
              <a:rPr lang="en-US" sz="1500" b="0" i="0" u="none" strike="noStrike" cap="none">
                <a:solidFill>
                  <a:srgbClr val="28303D"/>
                </a:solidFill>
                <a:highlight>
                  <a:srgbClr val="FFFFFF"/>
                </a:highlight>
                <a:latin typeface="Roboto"/>
                <a:ea typeface="Roboto"/>
                <a:cs typeface="Roboto"/>
                <a:sym typeface="Roboto"/>
              </a:rPr>
              <a:t>)</a:t>
            </a:r>
            <a:r>
              <a:rPr lang="en-US" sz="1150" b="0" i="0" u="none" strike="noStrike" cap="none">
                <a:solidFill>
                  <a:srgbClr val="28303D"/>
                </a:solidFill>
                <a:highlight>
                  <a:srgbClr val="FFFFFF"/>
                </a:highlight>
                <a:latin typeface="Roboto"/>
                <a:ea typeface="Roboto"/>
                <a:cs typeface="Roboto"/>
                <a:sym typeface="Roboto"/>
              </a:rPr>
              <a:t>-1</a:t>
            </a:r>
            <a:endParaRPr sz="1400" b="0" i="0" u="none" strike="noStrike" cap="none">
              <a:solidFill>
                <a:srgbClr val="000000"/>
              </a:solidFill>
              <a:highlight>
                <a:srgbClr val="FFFFFF"/>
              </a:highlight>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Shape 2184"/>
        <p:cNvGrpSpPr/>
        <p:nvPr/>
      </p:nvGrpSpPr>
      <p:grpSpPr>
        <a:xfrm>
          <a:off x="0" y="0"/>
          <a:ext cx="0" cy="0"/>
          <a:chOff x="0" y="0"/>
          <a:chExt cx="0" cy="0"/>
        </a:xfrm>
      </p:grpSpPr>
      <p:sp>
        <p:nvSpPr>
          <p:cNvPr id="2185" name="Google Shape;2185;g26c97ce80bd_0_182"/>
          <p:cNvSpPr txBox="1">
            <a:spLocks noGrp="1"/>
          </p:cNvSpPr>
          <p:nvPr>
            <p:ph type="title"/>
          </p:nvPr>
        </p:nvSpPr>
        <p:spPr>
          <a:xfrm>
            <a:off x="628650" y="274374"/>
            <a:ext cx="7886700" cy="813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sz="2400" b="0">
                <a:latin typeface="Proxima Nova"/>
                <a:ea typeface="Proxima Nova"/>
                <a:cs typeface="Proxima Nova"/>
                <a:sym typeface="Proxima Nova"/>
              </a:rPr>
              <a:t>Kalman Filters</a:t>
            </a:r>
            <a:endParaRPr sz="2400" b="0">
              <a:latin typeface="Proxima Nova"/>
              <a:ea typeface="Proxima Nova"/>
              <a:cs typeface="Proxima Nova"/>
              <a:sym typeface="Proxima Nova"/>
            </a:endParaRPr>
          </a:p>
        </p:txBody>
      </p:sp>
      <p:sp>
        <p:nvSpPr>
          <p:cNvPr id="2186" name="Google Shape;2186;g26c97ce80bd_0_182"/>
          <p:cNvSpPr txBox="1"/>
          <p:nvPr/>
        </p:nvSpPr>
        <p:spPr>
          <a:xfrm>
            <a:off x="0" y="4835700"/>
            <a:ext cx="3237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990000"/>
                </a:solidFill>
                <a:highlight>
                  <a:schemeClr val="accent6"/>
                </a:highlight>
                <a:latin typeface="Arial"/>
                <a:ea typeface="Arial"/>
                <a:cs typeface="Arial"/>
                <a:sym typeface="Arial"/>
              </a:rPr>
              <a:t>Source: https://thekalmanfilter.com/kalman-filter-explained-simply/</a:t>
            </a:r>
            <a:endParaRPr sz="800" b="0" i="0" u="none" strike="noStrike" cap="none">
              <a:solidFill>
                <a:srgbClr val="990000"/>
              </a:solidFill>
              <a:highlight>
                <a:schemeClr val="accent6"/>
              </a:highlight>
              <a:latin typeface="Arial"/>
              <a:ea typeface="Arial"/>
              <a:cs typeface="Arial"/>
              <a:sym typeface="Arial"/>
            </a:endParaRPr>
          </a:p>
        </p:txBody>
      </p:sp>
      <p:sp>
        <p:nvSpPr>
          <p:cNvPr id="2187" name="Google Shape;2187;g26c97ce80bd_0_182"/>
          <p:cNvSpPr txBox="1"/>
          <p:nvPr/>
        </p:nvSpPr>
        <p:spPr>
          <a:xfrm>
            <a:off x="4431725" y="0"/>
            <a:ext cx="991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D0E0E3"/>
                </a:solidFill>
                <a:highlight>
                  <a:srgbClr val="BF9000"/>
                </a:highlight>
                <a:latin typeface="Comfortaa"/>
                <a:ea typeface="Comfortaa"/>
                <a:cs typeface="Comfortaa"/>
                <a:sym typeface="Comfortaa"/>
              </a:rPr>
              <a:t>Step-5</a:t>
            </a:r>
            <a:endParaRPr sz="1800" b="1" i="0" u="none" strike="noStrike" cap="none">
              <a:solidFill>
                <a:srgbClr val="D0E0E3"/>
              </a:solidFill>
              <a:highlight>
                <a:srgbClr val="BF9000"/>
              </a:highlight>
              <a:latin typeface="Comfortaa"/>
              <a:ea typeface="Comfortaa"/>
              <a:cs typeface="Comfortaa"/>
              <a:sym typeface="Comfortaa"/>
            </a:endParaRPr>
          </a:p>
        </p:txBody>
      </p:sp>
      <p:pic>
        <p:nvPicPr>
          <p:cNvPr id="2188" name="Google Shape;2188;g26c97ce80bd_0_182"/>
          <p:cNvPicPr preferRelativeResize="0"/>
          <p:nvPr/>
        </p:nvPicPr>
        <p:blipFill rotWithShape="1">
          <a:blip r:embed="rId3">
            <a:alphaModFix/>
          </a:blip>
          <a:srcRect/>
          <a:stretch/>
        </p:blipFill>
        <p:spPr>
          <a:xfrm>
            <a:off x="152400" y="1016825"/>
            <a:ext cx="4321674" cy="3347225"/>
          </a:xfrm>
          <a:prstGeom prst="rect">
            <a:avLst/>
          </a:prstGeom>
          <a:noFill/>
          <a:ln>
            <a:noFill/>
          </a:ln>
        </p:spPr>
      </p:pic>
      <p:graphicFrame>
        <p:nvGraphicFramePr>
          <p:cNvPr id="2189" name="Google Shape;2189;g26c97ce80bd_0_182"/>
          <p:cNvGraphicFramePr/>
          <p:nvPr/>
        </p:nvGraphicFramePr>
        <p:xfrm>
          <a:off x="6041775" y="1872525"/>
          <a:ext cx="2361400" cy="869475"/>
        </p:xfrm>
        <a:graphic>
          <a:graphicData uri="http://schemas.openxmlformats.org/drawingml/2006/table">
            <a:tbl>
              <a:tblPr>
                <a:solidFill>
                  <a:srgbClr val="D1E4DD"/>
                </a:solidFill>
                <a:tableStyleId>{5790612A-5CAC-4EC8-808C-E3A5C57CBAA5}</a:tableStyleId>
              </a:tblPr>
              <a:tblGrid>
                <a:gridCol w="2361400">
                  <a:extLst>
                    <a:ext uri="{9D8B030D-6E8A-4147-A177-3AD203B41FA5}">
                      <a16:colId xmlns:a16="http://schemas.microsoft.com/office/drawing/2014/main" val="20000"/>
                    </a:ext>
                  </a:extLst>
                </a:gridCol>
              </a:tblGrid>
              <a:tr h="458025">
                <a:tc>
                  <a:txBody>
                    <a:bodyPr/>
                    <a:lstStyle/>
                    <a:p>
                      <a:pPr marL="0" marR="0" lvl="0" indent="0" algn="l" rtl="0">
                        <a:lnSpc>
                          <a:spcPct val="100000"/>
                        </a:lnSpc>
                        <a:spcBef>
                          <a:spcPts val="0"/>
                        </a:spcBef>
                        <a:spcAft>
                          <a:spcPts val="0"/>
                        </a:spcAft>
                        <a:buClr>
                          <a:srgbClr val="000000"/>
                        </a:buClr>
                        <a:buSzPts val="1500"/>
                        <a:buFont typeface="Arial"/>
                        <a:buNone/>
                      </a:pPr>
                      <a:r>
                        <a:rPr lang="en-US" sz="1500" b="1" i="1" u="none" strike="noStrike" cap="none">
                          <a:solidFill>
                            <a:srgbClr val="28303D"/>
                          </a:solidFill>
                          <a:highlight>
                            <a:srgbClr val="D1E4DD"/>
                          </a:highlight>
                          <a:latin typeface="Roboto"/>
                          <a:ea typeface="Roboto"/>
                          <a:cs typeface="Roboto"/>
                          <a:sym typeface="Roboto"/>
                        </a:rPr>
                        <a:t>x</a:t>
                      </a:r>
                      <a:r>
                        <a:rPr lang="en-US" sz="1150" b="1" i="1" u="none" strike="noStrike" cap="none">
                          <a:solidFill>
                            <a:srgbClr val="28303D"/>
                          </a:solidFill>
                          <a:highlight>
                            <a:srgbClr val="D1E4DD"/>
                          </a:highlight>
                          <a:latin typeface="Roboto"/>
                          <a:ea typeface="Roboto"/>
                          <a:cs typeface="Roboto"/>
                          <a:sym typeface="Roboto"/>
                        </a:rPr>
                        <a:t>k</a:t>
                      </a:r>
                      <a:r>
                        <a:rPr lang="en-US" sz="1500" b="1" i="1" u="none" strike="noStrike" cap="none">
                          <a:solidFill>
                            <a:srgbClr val="28303D"/>
                          </a:solidFill>
                          <a:highlight>
                            <a:srgbClr val="D1E4DD"/>
                          </a:highlight>
                          <a:latin typeface="Roboto"/>
                          <a:ea typeface="Roboto"/>
                          <a:cs typeface="Roboto"/>
                          <a:sym typeface="Roboto"/>
                        </a:rPr>
                        <a:t> = x</a:t>
                      </a:r>
                      <a:r>
                        <a:rPr lang="en-US" sz="1150" b="1" i="1" u="none" strike="noStrike" cap="none">
                          <a:solidFill>
                            <a:srgbClr val="28303D"/>
                          </a:solidFill>
                          <a:highlight>
                            <a:srgbClr val="D1E4DD"/>
                          </a:highlight>
                          <a:latin typeface="Roboto"/>
                          <a:ea typeface="Roboto"/>
                          <a:cs typeface="Roboto"/>
                          <a:sym typeface="Roboto"/>
                        </a:rPr>
                        <a:t>p</a:t>
                      </a:r>
                      <a:r>
                        <a:rPr lang="en-US" sz="1500" b="1" i="1" u="none" strike="noStrike" cap="none">
                          <a:solidFill>
                            <a:srgbClr val="28303D"/>
                          </a:solidFill>
                          <a:highlight>
                            <a:srgbClr val="D1E4DD"/>
                          </a:highlight>
                          <a:latin typeface="Roboto"/>
                          <a:ea typeface="Roboto"/>
                          <a:cs typeface="Roboto"/>
                          <a:sym typeface="Roboto"/>
                        </a:rPr>
                        <a:t> + K(z</a:t>
                      </a:r>
                      <a:r>
                        <a:rPr lang="en-US" sz="1150" b="1" i="1" u="none" strike="noStrike" cap="none">
                          <a:solidFill>
                            <a:srgbClr val="28303D"/>
                          </a:solidFill>
                          <a:highlight>
                            <a:srgbClr val="D1E4DD"/>
                          </a:highlight>
                          <a:latin typeface="Roboto"/>
                          <a:ea typeface="Roboto"/>
                          <a:cs typeface="Roboto"/>
                          <a:sym typeface="Roboto"/>
                        </a:rPr>
                        <a:t>k</a:t>
                      </a:r>
                      <a:r>
                        <a:rPr lang="en-US" sz="1500" b="1" i="1" u="none" strike="noStrike" cap="none">
                          <a:solidFill>
                            <a:srgbClr val="28303D"/>
                          </a:solidFill>
                          <a:highlight>
                            <a:srgbClr val="D1E4DD"/>
                          </a:highlight>
                          <a:latin typeface="Roboto"/>
                          <a:ea typeface="Roboto"/>
                          <a:cs typeface="Roboto"/>
                          <a:sym typeface="Roboto"/>
                        </a:rPr>
                        <a:t> – Hx</a:t>
                      </a:r>
                      <a:r>
                        <a:rPr lang="en-US" sz="1150" b="1" i="1" u="none" strike="noStrike" cap="none">
                          <a:solidFill>
                            <a:srgbClr val="28303D"/>
                          </a:solidFill>
                          <a:highlight>
                            <a:srgbClr val="D1E4DD"/>
                          </a:highlight>
                          <a:latin typeface="Roboto"/>
                          <a:ea typeface="Roboto"/>
                          <a:cs typeface="Roboto"/>
                          <a:sym typeface="Roboto"/>
                        </a:rPr>
                        <a:t>p</a:t>
                      </a:r>
                      <a:r>
                        <a:rPr lang="en-US" sz="1500" b="1" i="1" u="none" strike="noStrike" cap="none">
                          <a:solidFill>
                            <a:srgbClr val="28303D"/>
                          </a:solidFill>
                          <a:highlight>
                            <a:srgbClr val="D1E4DD"/>
                          </a:highlight>
                          <a:latin typeface="Roboto"/>
                          <a:ea typeface="Roboto"/>
                          <a:cs typeface="Roboto"/>
                          <a:sym typeface="Roboto"/>
                        </a:rPr>
                        <a:t>)</a:t>
                      </a:r>
                      <a:endParaRPr sz="1500" b="1" i="1" u="none" strike="noStrike" cap="none">
                        <a:solidFill>
                          <a:srgbClr val="28303D"/>
                        </a:solidFill>
                        <a:highlight>
                          <a:srgbClr val="D1E4DD"/>
                        </a:highlight>
                        <a:latin typeface="Roboto"/>
                        <a:ea typeface="Roboto"/>
                        <a:cs typeface="Roboto"/>
                        <a:sym typeface="Roboto"/>
                      </a:endParaRPr>
                    </a:p>
                  </a:txBody>
                  <a:tcPr marL="91425" marR="91425" marT="91425" marB="91425">
                    <a:lnL w="9525" cap="flat" cmpd="sng">
                      <a:solidFill>
                        <a:srgbClr val="28303D"/>
                      </a:solidFill>
                      <a:prstDash val="solid"/>
                      <a:round/>
                      <a:headEnd type="none" w="sm" len="sm"/>
                      <a:tailEnd type="none" w="sm" len="sm"/>
                    </a:lnL>
                    <a:lnR w="9525" cap="flat" cmpd="sng">
                      <a:solidFill>
                        <a:srgbClr val="28303D"/>
                      </a:solidFill>
                      <a:prstDash val="solid"/>
                      <a:round/>
                      <a:headEnd type="none" w="sm" len="sm"/>
                      <a:tailEnd type="none" w="sm" len="sm"/>
                    </a:lnR>
                    <a:lnT w="9525" cap="flat" cmpd="sng">
                      <a:solidFill>
                        <a:srgbClr val="28303D"/>
                      </a:solidFill>
                      <a:prstDash val="solid"/>
                      <a:round/>
                      <a:headEnd type="none" w="sm" len="sm"/>
                      <a:tailEnd type="none" w="sm" len="sm"/>
                    </a:lnT>
                    <a:lnB w="9525" cap="flat" cmpd="sng">
                      <a:solidFill>
                        <a:srgbClr val="28303D"/>
                      </a:solidFill>
                      <a:prstDash val="solid"/>
                      <a:round/>
                      <a:headEnd type="none" w="sm" len="sm"/>
                      <a:tailEnd type="none" w="sm" len="sm"/>
                    </a:lnB>
                  </a:tcPr>
                </a:tc>
                <a:extLst>
                  <a:ext uri="{0D108BD9-81ED-4DB2-BD59-A6C34878D82A}">
                    <a16:rowId xmlns:a16="http://schemas.microsoft.com/office/drawing/2014/main" val="10000"/>
                  </a:ext>
                </a:extLst>
              </a:tr>
              <a:tr h="406800">
                <a:tc>
                  <a:txBody>
                    <a:bodyPr/>
                    <a:lstStyle/>
                    <a:p>
                      <a:pPr marL="0" marR="0" lvl="0" indent="0" algn="l" rtl="0">
                        <a:lnSpc>
                          <a:spcPct val="100000"/>
                        </a:lnSpc>
                        <a:spcBef>
                          <a:spcPts val="0"/>
                        </a:spcBef>
                        <a:spcAft>
                          <a:spcPts val="0"/>
                        </a:spcAft>
                        <a:buClr>
                          <a:srgbClr val="000000"/>
                        </a:buClr>
                        <a:buSzPts val="1500"/>
                        <a:buFont typeface="Arial"/>
                        <a:buNone/>
                      </a:pPr>
                      <a:r>
                        <a:rPr lang="en-US" sz="1500" b="1" i="1" u="none" strike="noStrike" cap="none">
                          <a:solidFill>
                            <a:srgbClr val="28303D"/>
                          </a:solidFill>
                          <a:highlight>
                            <a:srgbClr val="D1E4DD"/>
                          </a:highlight>
                          <a:latin typeface="Roboto"/>
                          <a:ea typeface="Roboto"/>
                          <a:cs typeface="Roboto"/>
                          <a:sym typeface="Roboto"/>
                        </a:rPr>
                        <a:t>P</a:t>
                      </a:r>
                      <a:r>
                        <a:rPr lang="en-US" sz="1150" b="1" i="1" u="none" strike="noStrike" cap="none">
                          <a:solidFill>
                            <a:srgbClr val="28303D"/>
                          </a:solidFill>
                          <a:highlight>
                            <a:srgbClr val="D1E4DD"/>
                          </a:highlight>
                          <a:latin typeface="Roboto"/>
                          <a:ea typeface="Roboto"/>
                          <a:cs typeface="Roboto"/>
                          <a:sym typeface="Roboto"/>
                        </a:rPr>
                        <a:t>k</a:t>
                      </a:r>
                      <a:r>
                        <a:rPr lang="en-US" sz="1500" b="1" i="1" u="none" strike="noStrike" cap="none">
                          <a:solidFill>
                            <a:srgbClr val="28303D"/>
                          </a:solidFill>
                          <a:highlight>
                            <a:srgbClr val="D1E4DD"/>
                          </a:highlight>
                          <a:latin typeface="Roboto"/>
                          <a:ea typeface="Roboto"/>
                          <a:cs typeface="Roboto"/>
                          <a:sym typeface="Roboto"/>
                        </a:rPr>
                        <a:t> = P</a:t>
                      </a:r>
                      <a:r>
                        <a:rPr lang="en-US" sz="1150" b="1" i="1" u="none" strike="noStrike" cap="none">
                          <a:solidFill>
                            <a:srgbClr val="28303D"/>
                          </a:solidFill>
                          <a:highlight>
                            <a:srgbClr val="D1E4DD"/>
                          </a:highlight>
                          <a:latin typeface="Roboto"/>
                          <a:ea typeface="Roboto"/>
                          <a:cs typeface="Roboto"/>
                          <a:sym typeface="Roboto"/>
                        </a:rPr>
                        <a:t>P</a:t>
                      </a:r>
                      <a:r>
                        <a:rPr lang="en-US" sz="1500" b="1" i="1" u="none" strike="noStrike" cap="none">
                          <a:solidFill>
                            <a:srgbClr val="28303D"/>
                          </a:solidFill>
                          <a:highlight>
                            <a:srgbClr val="D1E4DD"/>
                          </a:highlight>
                          <a:latin typeface="Roboto"/>
                          <a:ea typeface="Roboto"/>
                          <a:cs typeface="Roboto"/>
                          <a:sym typeface="Roboto"/>
                        </a:rPr>
                        <a:t> – KHP</a:t>
                      </a:r>
                      <a:r>
                        <a:rPr lang="en-US" sz="1150" b="1" i="1" u="none" strike="noStrike" cap="none">
                          <a:solidFill>
                            <a:srgbClr val="28303D"/>
                          </a:solidFill>
                          <a:highlight>
                            <a:srgbClr val="D1E4DD"/>
                          </a:highlight>
                          <a:latin typeface="Roboto"/>
                          <a:ea typeface="Roboto"/>
                          <a:cs typeface="Roboto"/>
                          <a:sym typeface="Roboto"/>
                        </a:rPr>
                        <a:t>P</a:t>
                      </a:r>
                      <a:endParaRPr sz="1150" b="1" i="1" u="none" strike="noStrike" cap="none">
                        <a:solidFill>
                          <a:srgbClr val="28303D"/>
                        </a:solidFill>
                        <a:highlight>
                          <a:srgbClr val="D1E4DD"/>
                        </a:highlight>
                        <a:latin typeface="Roboto"/>
                        <a:ea typeface="Roboto"/>
                        <a:cs typeface="Roboto"/>
                        <a:sym typeface="Roboto"/>
                      </a:endParaRPr>
                    </a:p>
                  </a:txBody>
                  <a:tcPr marL="91425" marR="91425" marT="91425" marB="91425">
                    <a:lnL w="9525" cap="flat" cmpd="sng">
                      <a:solidFill>
                        <a:srgbClr val="28303D"/>
                      </a:solidFill>
                      <a:prstDash val="solid"/>
                      <a:round/>
                      <a:headEnd type="none" w="sm" len="sm"/>
                      <a:tailEnd type="none" w="sm" len="sm"/>
                    </a:lnL>
                    <a:lnR w="9525" cap="flat" cmpd="sng">
                      <a:solidFill>
                        <a:srgbClr val="28303D"/>
                      </a:solidFill>
                      <a:prstDash val="solid"/>
                      <a:round/>
                      <a:headEnd type="none" w="sm" len="sm"/>
                      <a:tailEnd type="none" w="sm" len="sm"/>
                    </a:lnR>
                    <a:lnT w="9525" cap="flat" cmpd="sng">
                      <a:solidFill>
                        <a:srgbClr val="28303D"/>
                      </a:solidFill>
                      <a:prstDash val="solid"/>
                      <a:round/>
                      <a:headEnd type="none" w="sm" len="sm"/>
                      <a:tailEnd type="none" w="sm" len="sm"/>
                    </a:lnT>
                    <a:lnB w="9525" cap="flat" cmpd="sng">
                      <a:solidFill>
                        <a:srgbClr val="28303D"/>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93"/>
        <p:cNvGrpSpPr/>
        <p:nvPr/>
      </p:nvGrpSpPr>
      <p:grpSpPr>
        <a:xfrm>
          <a:off x="0" y="0"/>
          <a:ext cx="0" cy="0"/>
          <a:chOff x="0" y="0"/>
          <a:chExt cx="0" cy="0"/>
        </a:xfrm>
      </p:grpSpPr>
      <p:sp>
        <p:nvSpPr>
          <p:cNvPr id="2194" name="Google Shape;2194;g2ff6f630c79_0_1715"/>
          <p:cNvSpPr txBox="1">
            <a:spLocks noGrp="1"/>
          </p:cNvSpPr>
          <p:nvPr>
            <p:ph type="title"/>
          </p:nvPr>
        </p:nvSpPr>
        <p:spPr>
          <a:xfrm>
            <a:off x="143600" y="343594"/>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DNN Architectures for Tracking</a:t>
            </a:r>
            <a:endParaRPr/>
          </a:p>
        </p:txBody>
      </p:sp>
      <p:sp>
        <p:nvSpPr>
          <p:cNvPr id="2195" name="Google Shape;2195;g2ff6f630c79_0_1715"/>
          <p:cNvSpPr txBox="1">
            <a:spLocks noGrp="1"/>
          </p:cNvSpPr>
          <p:nvPr>
            <p:ph type="body" idx="1"/>
          </p:nvPr>
        </p:nvSpPr>
        <p:spPr>
          <a:xfrm>
            <a:off x="311700" y="864350"/>
            <a:ext cx="8520600" cy="37404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DNN-based Trackers:- DeepSORT.</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FairMOT.</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Siamese Networks.</a:t>
            </a: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endParaRPr sz="3200">
              <a:solidFill>
                <a:schemeClr val="dk1"/>
              </a:solidFill>
              <a:latin typeface="Calibri"/>
              <a:ea typeface="Calibri"/>
              <a:cs typeface="Calibri"/>
              <a:sym typeface="Calibri"/>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Advantages: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End-to-end learning for detection and tracking.</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Improved performance over traditional methods.</a:t>
            </a:r>
            <a:endParaRPr/>
          </a:p>
          <a:p>
            <a:pPr marL="0" lvl="0" indent="0" algn="l" rtl="0">
              <a:spcBef>
                <a:spcPts val="640"/>
              </a:spcBef>
              <a:spcAft>
                <a:spcPts val="0"/>
              </a:spcAft>
              <a:buNone/>
            </a:pP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g2ff6f630c79_0_1720"/>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DNN Tracking - Example</a:t>
            </a:r>
            <a:endParaRPr/>
          </a:p>
        </p:txBody>
      </p:sp>
      <p:sp>
        <p:nvSpPr>
          <p:cNvPr id="2201" name="Google Shape;2201;g2ff6f630c79_0_1720"/>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Video of DeepSORT tracking multiple objects.</a:t>
            </a:r>
            <a:endParaRPr/>
          </a:p>
        </p:txBody>
      </p:sp>
      <p:pic>
        <p:nvPicPr>
          <p:cNvPr id="2202" name="Google Shape;2202;g2ff6f630c79_0_1720" descr="Tracking runners in a sprinting event" title="100m Sprint tracking output">
            <a:hlinkClick r:id="rId3"/>
          </p:cNvPr>
          <p:cNvPicPr preferRelativeResize="0"/>
          <p:nvPr/>
        </p:nvPicPr>
        <p:blipFill>
          <a:blip r:embed="rId4">
            <a:alphaModFix/>
          </a:blip>
          <a:stretch>
            <a:fillRect/>
          </a:stretch>
        </p:blipFill>
        <p:spPr>
          <a:xfrm>
            <a:off x="833000" y="1545266"/>
            <a:ext cx="6229175" cy="35039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2"/>
                                        </p:tgtEl>
                                        <p:attrNameLst>
                                          <p:attrName>style.visibility</p:attrName>
                                        </p:attrNameLst>
                                      </p:cBhvr>
                                      <p:to>
                                        <p:strVal val="visible"/>
                                      </p:to>
                                    </p:set>
                                    <p:animEffect transition="in" filter="fade">
                                      <p:cBhvr>
                                        <p:cTn id="7" dur="1000"/>
                                        <p:tgtEl>
                                          <p:spTgt spid="2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206"/>
        <p:cNvGrpSpPr/>
        <p:nvPr/>
      </p:nvGrpSpPr>
      <p:grpSpPr>
        <a:xfrm>
          <a:off x="0" y="0"/>
          <a:ext cx="0" cy="0"/>
          <a:chOff x="0" y="0"/>
          <a:chExt cx="0" cy="0"/>
        </a:xfrm>
      </p:grpSpPr>
      <p:sp>
        <p:nvSpPr>
          <p:cNvPr id="2207" name="Google Shape;2207;g2ff6f630c79_0_1725"/>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Traditional vs. DNN-based Tracking</a:t>
            </a:r>
            <a:endParaRPr/>
          </a:p>
        </p:txBody>
      </p:sp>
      <p:sp>
        <p:nvSpPr>
          <p:cNvPr id="2208" name="Google Shape;2208;g2ff6f630c79_0_1725"/>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Comparison:</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Traditional: Handcrafted features, limited performance.</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DNN-based: Learned features, higher accuracy, and robustness.</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212"/>
        <p:cNvGrpSpPr/>
        <p:nvPr/>
      </p:nvGrpSpPr>
      <p:grpSpPr>
        <a:xfrm>
          <a:off x="0" y="0"/>
          <a:ext cx="0" cy="0"/>
          <a:chOff x="0" y="0"/>
          <a:chExt cx="0" cy="0"/>
        </a:xfrm>
      </p:grpSpPr>
      <p:sp>
        <p:nvSpPr>
          <p:cNvPr id="2213" name="Google Shape;2213;g2ff6f630c79_0_1730"/>
          <p:cNvSpPr txBox="1">
            <a:spLocks noGrp="1"/>
          </p:cNvSpPr>
          <p:nvPr>
            <p:ph type="title"/>
          </p:nvPr>
        </p:nvSpPr>
        <p:spPr>
          <a:xfrm>
            <a:off x="255550" y="91669"/>
            <a:ext cx="8520600" cy="42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Conclusion</a:t>
            </a:r>
            <a:endParaRPr/>
          </a:p>
        </p:txBody>
      </p:sp>
      <p:sp>
        <p:nvSpPr>
          <p:cNvPr id="2214" name="Google Shape;2214;g2ff6f630c79_0_1730"/>
          <p:cNvSpPr txBox="1">
            <a:spLocks noGrp="1"/>
          </p:cNvSpPr>
          <p:nvPr>
            <p:ph type="body" idx="1"/>
          </p:nvPr>
        </p:nvSpPr>
        <p:spPr>
          <a:xfrm>
            <a:off x="311700" y="864356"/>
            <a:ext cx="8520600" cy="25623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Key Takeaways: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Motion detection and tracking are key elements of computer vision.</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Various algorithms (Mean Shift, Kalman Filter) offer different strengths.</a:t>
            </a:r>
            <a:endParaRPr/>
          </a:p>
          <a:p>
            <a:pPr marL="0" lvl="0" indent="0" algn="l" rtl="0">
              <a:spcBef>
                <a:spcPts val="640"/>
              </a:spcBef>
              <a:spcAft>
                <a:spcPts val="0"/>
              </a:spcAft>
              <a:buNone/>
            </a:pPr>
            <a:r>
              <a:rPr lang="en-US" sz="3200">
                <a:solidFill>
                  <a:schemeClr val="dk1"/>
                </a:solidFill>
                <a:latin typeface="Calibri"/>
                <a:ea typeface="Calibri"/>
                <a:cs typeface="Calibri"/>
                <a:sym typeface="Calibri"/>
              </a:rPr>
              <a:t>- DNN-based architectures are the future of tracking.</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219"/>
        <p:cNvGrpSpPr/>
        <p:nvPr/>
      </p:nvGrpSpPr>
      <p:grpSpPr>
        <a:xfrm>
          <a:off x="0" y="0"/>
          <a:ext cx="0" cy="0"/>
          <a:chOff x="0" y="0"/>
          <a:chExt cx="0" cy="0"/>
        </a:xfrm>
      </p:grpSpPr>
      <p:sp>
        <p:nvSpPr>
          <p:cNvPr id="2220" name="Google Shape;2220;p38"/>
          <p:cNvSpPr txBox="1">
            <a:spLocks noGrp="1"/>
          </p:cNvSpPr>
          <p:nvPr>
            <p:ph type="title"/>
          </p:nvPr>
        </p:nvSpPr>
        <p:spPr>
          <a:xfrm>
            <a:off x="3493293" y="2107406"/>
            <a:ext cx="5022000" cy="14325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SzPts val="2100"/>
              <a:buNone/>
            </a:pPr>
            <a:r>
              <a:rPr lang="en-US"/>
              <a:t>Thank you</a:t>
            </a:r>
            <a:endParaRPr/>
          </a:p>
        </p:txBody>
      </p:sp>
      <p:sp>
        <p:nvSpPr>
          <p:cNvPr id="2221" name="Google Shape;2221;p38"/>
          <p:cNvSpPr txBox="1">
            <a:spLocks noGrp="1"/>
          </p:cNvSpPr>
          <p:nvPr>
            <p:ph type="sldNum" idx="12"/>
          </p:nvPr>
        </p:nvSpPr>
        <p:spPr>
          <a:xfrm>
            <a:off x="7243763" y="4767263"/>
            <a:ext cx="12717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700"/>
              <a:buFont typeface="Arial"/>
              <a:buNone/>
            </a:pPr>
            <a:fld id="{00000000-1234-1234-1234-123412341234}" type="slidenum">
              <a:rPr lang="en-US"/>
              <a:t>108</a:t>
            </a:fld>
            <a:endParaRPr/>
          </a:p>
        </p:txBody>
      </p:sp>
      <p:sp>
        <p:nvSpPr>
          <p:cNvPr id="2222" name="Google Shape;2222;p38"/>
          <p:cNvSpPr txBox="1"/>
          <p:nvPr/>
        </p:nvSpPr>
        <p:spPr>
          <a:xfrm>
            <a:off x="6092825" y="11875"/>
            <a:ext cx="3000000" cy="30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900">
                <a:solidFill>
                  <a:schemeClr val="dk1"/>
                </a:solidFill>
                <a:latin typeface="Proxima Nova"/>
                <a:ea typeface="Proxima Nova"/>
                <a:cs typeface="Proxima Nova"/>
                <a:sym typeface="Proxima Nova"/>
              </a:rPr>
              <a:t>CV 15: Object Tracking Techniques and Applications</a:t>
            </a:r>
            <a:endParaRPr sz="9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189</TotalTime>
  <Words>9964</Words>
  <Application>Microsoft Office PowerPoint</Application>
  <PresentationFormat>On-screen Show (16:9)</PresentationFormat>
  <Paragraphs>776</Paragraphs>
  <Slides>108</Slides>
  <Notes>108</Notes>
  <HiddenSlides>7</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108</vt:i4>
      </vt:variant>
    </vt:vector>
  </HeadingPairs>
  <TitlesOfParts>
    <vt:vector size="120" baseType="lpstr">
      <vt:lpstr>Roboto</vt:lpstr>
      <vt:lpstr>Times New Roman</vt:lpstr>
      <vt:lpstr>Calibri</vt:lpstr>
      <vt:lpstr>Avenir</vt:lpstr>
      <vt:lpstr>Comic Sans MS</vt:lpstr>
      <vt:lpstr>Noto Sans Symbols</vt:lpstr>
      <vt:lpstr>Proxima Nova</vt:lpstr>
      <vt:lpstr>arial</vt:lpstr>
      <vt:lpstr>arial</vt:lpstr>
      <vt:lpstr>Comfortaa</vt:lpstr>
      <vt:lpstr>Simple Light</vt:lpstr>
      <vt:lpstr>Office Theme</vt:lpstr>
      <vt:lpstr>CV#15 Object Tracking Techniques and Applications</vt:lpstr>
      <vt:lpstr>Learning Objectives</vt:lpstr>
      <vt:lpstr>Introduction to Object Tracking</vt:lpstr>
      <vt:lpstr>Key Difference: Motion detection vs. Object tracking. </vt:lpstr>
      <vt:lpstr>Motion Detection - Overview</vt:lpstr>
      <vt:lpstr>Motion Detection - Example</vt:lpstr>
      <vt:lpstr>Object Detection intuition </vt:lpstr>
      <vt:lpstr>Tracking by Detection - Concept</vt:lpstr>
      <vt:lpstr>Tracking by Detection - Example</vt:lpstr>
      <vt:lpstr>Optical Flow for Object Tracking</vt:lpstr>
      <vt:lpstr>Introduction to Optical Flow</vt:lpstr>
      <vt:lpstr>Methods of Optical Flow</vt:lpstr>
      <vt:lpstr>From images to videos</vt:lpstr>
      <vt:lpstr>Uses of motion</vt:lpstr>
      <vt:lpstr>Super-resolution</vt:lpstr>
      <vt:lpstr>Super-resolution</vt:lpstr>
      <vt:lpstr>PowerPoint Presentation</vt:lpstr>
      <vt:lpstr>PowerPoint Presentation</vt:lpstr>
      <vt:lpstr>PowerPoint Presentation</vt:lpstr>
      <vt:lpstr>Visual SLAM</vt:lpstr>
      <vt:lpstr>Visual SLAM</vt:lpstr>
      <vt:lpstr>Segmenting objects based on  motion cues</vt:lpstr>
      <vt:lpstr>Segmenting objects based on  motion cues</vt:lpstr>
      <vt:lpstr>Segmenting objects based on motion cues</vt:lpstr>
      <vt:lpstr>Tracking objects</vt:lpstr>
      <vt:lpstr>Tracking objects</vt:lpstr>
      <vt:lpstr>Tracking objects</vt:lpstr>
      <vt:lpstr>Joint tracking and 3D localization</vt:lpstr>
      <vt:lpstr>Tracking body parts</vt:lpstr>
      <vt:lpstr>Recognizing events and activities</vt:lpstr>
      <vt:lpstr>Recognizing group activities</vt:lpstr>
      <vt:lpstr>Motion estimation techniques</vt:lpstr>
      <vt:lpstr>PowerPoint Presentation</vt:lpstr>
      <vt:lpstr>Optical flow</vt:lpstr>
      <vt:lpstr>Optical flow</vt:lpstr>
      <vt:lpstr>Optical flow</vt:lpstr>
      <vt:lpstr>Estimating optical flow</vt:lpstr>
      <vt:lpstr>The brightness constancy constraint</vt:lpstr>
      <vt:lpstr>The brightness constancy constraint</vt:lpstr>
      <vt:lpstr>Adding constraints….</vt:lpstr>
      <vt:lpstr>PowerPoint Presentation</vt:lpstr>
      <vt:lpstr>Lucas-Kanade flow</vt:lpstr>
      <vt:lpstr>Conditions for solvability</vt:lpstr>
      <vt:lpstr>M = ATA is the second moment matrix !  (Harris corner detector…)</vt:lpstr>
      <vt:lpstr>Interpreting the eigenvalues</vt:lpstr>
      <vt:lpstr>Low-texture region</vt:lpstr>
      <vt:lpstr>Edge</vt:lpstr>
      <vt:lpstr>High-texture region</vt:lpstr>
      <vt:lpstr>What are good features to track?</vt:lpstr>
      <vt:lpstr>The barber pole illusion</vt:lpstr>
      <vt:lpstr>Motion estimation techniques</vt:lpstr>
      <vt:lpstr>Tracking features</vt:lpstr>
      <vt:lpstr>Recap</vt:lpstr>
      <vt:lpstr>Revisiting the small motion assumption</vt:lpstr>
      <vt:lpstr>Reduce the resolution!</vt:lpstr>
      <vt:lpstr>Coarse-to-fine optical flow estimation</vt:lpstr>
      <vt:lpstr>Coarse-to-fine optical flow estimation</vt:lpstr>
      <vt:lpstr>Optical Flow Results</vt:lpstr>
      <vt:lpstr>Optical Flow Results</vt:lpstr>
      <vt:lpstr>Challenges in Optical Flow</vt:lpstr>
      <vt:lpstr>Advanced Techniques</vt:lpstr>
      <vt:lpstr>Recap</vt:lpstr>
      <vt:lpstr>Tracking (2) –Mean Shift for Tracking</vt:lpstr>
      <vt:lpstr> Tracking with Mean Shift Algorithm</vt:lpstr>
      <vt:lpstr>Appearance-Based  Tracking</vt:lpstr>
      <vt:lpstr>Motivation</vt:lpstr>
      <vt:lpstr>Intuitive Description</vt:lpstr>
      <vt:lpstr>Intuitive Description</vt:lpstr>
      <vt:lpstr>Intuitive Description</vt:lpstr>
      <vt:lpstr>Intuitive Description</vt:lpstr>
      <vt:lpstr>Intuitive Description</vt:lpstr>
      <vt:lpstr>Intuitive Description</vt:lpstr>
      <vt:lpstr>Intuitive Description</vt:lpstr>
      <vt:lpstr>Non-Parametric Density Estimation</vt:lpstr>
      <vt:lpstr>Non-Parametric Density Estimation</vt:lpstr>
      <vt:lpstr>Non-Parametric Density Estimation</vt:lpstr>
      <vt:lpstr>Appearance via Color  Histograms</vt:lpstr>
      <vt:lpstr>Smaller Color Histograms</vt:lpstr>
      <vt:lpstr>Color Histogram Example</vt:lpstr>
      <vt:lpstr>Normalized Color</vt:lpstr>
      <vt:lpstr>Non-Rigid Object Tracking</vt:lpstr>
      <vt:lpstr>Mean-Shift Object Tracking General Framework: Target Representation</vt:lpstr>
      <vt:lpstr>Mean-Shift Object Tracking General Framework: Target Localization</vt:lpstr>
      <vt:lpstr>Mean-Shift Object Tracking Target Representation</vt:lpstr>
      <vt:lpstr>Mean-Shift Object Tracking PDF Representation</vt:lpstr>
      <vt:lpstr>Mean-Shift Object Tracking Adaptive Scale</vt:lpstr>
      <vt:lpstr>Mean-Shift Object Tracking Results</vt:lpstr>
      <vt:lpstr>Mean-Shift Object Tracking Results</vt:lpstr>
      <vt:lpstr>PowerPoint Presentation</vt:lpstr>
      <vt:lpstr>Kalman Filters - Overview</vt:lpstr>
      <vt:lpstr>Kalman Filters - Example</vt:lpstr>
      <vt:lpstr>Scenarios</vt:lpstr>
      <vt:lpstr>Scenarios</vt:lpstr>
      <vt:lpstr>Modelling Motion</vt:lpstr>
      <vt:lpstr>Kalman Filters</vt:lpstr>
      <vt:lpstr>Kalman Filters</vt:lpstr>
      <vt:lpstr>Kalman Filters</vt:lpstr>
      <vt:lpstr>Kalman Filters</vt:lpstr>
      <vt:lpstr>Kalman Filters</vt:lpstr>
      <vt:lpstr>Kalman Filters</vt:lpstr>
      <vt:lpstr>Kalman Filters</vt:lpstr>
      <vt:lpstr>Kalman Filters</vt:lpstr>
      <vt:lpstr>Kalman Filters</vt:lpstr>
      <vt:lpstr>DNN Architectures for Tracking</vt:lpstr>
      <vt:lpstr>DNN Tracking - Example</vt:lpstr>
      <vt:lpstr>Traditional vs. DNN-based Tracking</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(MSTIC DS&amp;AI)</cp:lastModifiedBy>
  <cp:revision>10</cp:revision>
  <dcterms:modified xsi:type="dcterms:W3CDTF">2025-08-30T21:28:21Z</dcterms:modified>
</cp:coreProperties>
</file>