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256" r:id="rId2"/>
    <p:sldId id="262" r:id="rId3"/>
    <p:sldId id="394" r:id="rId4"/>
    <p:sldId id="396" r:id="rId5"/>
    <p:sldId id="397" r:id="rId6"/>
    <p:sldId id="398" r:id="rId7"/>
    <p:sldId id="399" r:id="rId8"/>
    <p:sldId id="400" r:id="rId9"/>
    <p:sldId id="401" r:id="rId10"/>
    <p:sldId id="402" r:id="rId11"/>
    <p:sldId id="403" r:id="rId12"/>
    <p:sldId id="404" r:id="rId13"/>
    <p:sldId id="405" r:id="rId14"/>
    <p:sldId id="406" r:id="rId15"/>
    <p:sldId id="407" r:id="rId16"/>
    <p:sldId id="408" r:id="rId17"/>
    <p:sldId id="410" r:id="rId18"/>
    <p:sldId id="409" r:id="rId19"/>
    <p:sldId id="412" r:id="rId20"/>
    <p:sldId id="41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F0D9"/>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E7736C-4FFF-4C8C-B152-A19A57C5986D}" v="177" dt="2025-03-06T06:22:30.3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KARTHIK ." userId="62a047ea-99a3-445a-a127-bd8840139939" providerId="ADAL" clId="{681553B4-56ED-45EF-8511-39EE08122294}"/>
    <pc:docChg chg="custSel addSld modSld">
      <pc:chgData name="ARUN KARTHIK ." userId="62a047ea-99a3-445a-a127-bd8840139939" providerId="ADAL" clId="{681553B4-56ED-45EF-8511-39EE08122294}" dt="2024-06-09T12:01:25.687" v="302" actId="478"/>
      <pc:docMkLst>
        <pc:docMk/>
      </pc:docMkLst>
      <pc:sldChg chg="addSp mod">
        <pc:chgData name="ARUN KARTHIK ." userId="62a047ea-99a3-445a-a127-bd8840139939" providerId="ADAL" clId="{681553B4-56ED-45EF-8511-39EE08122294}" dt="2024-06-09T11:45:26.553" v="171" actId="11529"/>
        <pc:sldMkLst>
          <pc:docMk/>
          <pc:sldMk cId="2161333238" sldId="2147472331"/>
        </pc:sldMkLst>
      </pc:sldChg>
      <pc:sldChg chg="addSp delSp modSp new mod">
        <pc:chgData name="ARUN KARTHIK ." userId="62a047ea-99a3-445a-a127-bd8840139939" providerId="ADAL" clId="{681553B4-56ED-45EF-8511-39EE08122294}" dt="2024-06-09T11:26:48.707" v="170" actId="197"/>
        <pc:sldMkLst>
          <pc:docMk/>
          <pc:sldMk cId="2783640296" sldId="2147472363"/>
        </pc:sldMkLst>
      </pc:sldChg>
      <pc:sldChg chg="addSp delSp modSp add mod">
        <pc:chgData name="ARUN KARTHIK ." userId="62a047ea-99a3-445a-a127-bd8840139939" providerId="ADAL" clId="{681553B4-56ED-45EF-8511-39EE08122294}" dt="2024-06-09T11:54:35.267" v="292" actId="20577"/>
        <pc:sldMkLst>
          <pc:docMk/>
          <pc:sldMk cId="2604963721" sldId="2147472364"/>
        </pc:sldMkLst>
      </pc:sldChg>
      <pc:sldChg chg="addSp delSp modSp add mod">
        <pc:chgData name="ARUN KARTHIK ." userId="62a047ea-99a3-445a-a127-bd8840139939" providerId="ADAL" clId="{681553B4-56ED-45EF-8511-39EE08122294}" dt="2024-06-09T12:01:25.687" v="302" actId="478"/>
        <pc:sldMkLst>
          <pc:docMk/>
          <pc:sldMk cId="1223650770" sldId="2147472365"/>
        </pc:sldMkLst>
      </pc:sldChg>
    </pc:docChg>
  </pc:docChgLst>
  <pc:docChgLst>
    <pc:chgData name="ARUN KARTHIK ." userId="62a047ea-99a3-445a-a127-bd8840139939" providerId="ADAL" clId="{C3B361B6-8B5B-4DC8-B0DF-B46D53A980C4}"/>
    <pc:docChg chg="undo custSel addSld delSld modSld">
      <pc:chgData name="ARUN KARTHIK ." userId="62a047ea-99a3-445a-a127-bd8840139939" providerId="ADAL" clId="{C3B361B6-8B5B-4DC8-B0DF-B46D53A980C4}" dt="2024-09-13T11:21:35.319" v="137"/>
      <pc:docMkLst>
        <pc:docMk/>
      </pc:docMkLst>
      <pc:sldChg chg="modSp mod">
        <pc:chgData name="ARUN KARTHIK ." userId="62a047ea-99a3-445a-a127-bd8840139939" providerId="ADAL" clId="{C3B361B6-8B5B-4DC8-B0DF-B46D53A980C4}" dt="2024-09-13T08:43:03.882" v="82" actId="20577"/>
        <pc:sldMkLst>
          <pc:docMk/>
          <pc:sldMk cId="2487991735" sldId="256"/>
        </pc:sldMkLst>
      </pc:sldChg>
      <pc:sldChg chg="addSp modSp add mod">
        <pc:chgData name="ARUN KARTHIK ." userId="62a047ea-99a3-445a-a127-bd8840139939" providerId="ADAL" clId="{C3B361B6-8B5B-4DC8-B0DF-B46D53A980C4}" dt="2024-09-13T08:33:26.121" v="71" actId="1076"/>
        <pc:sldMkLst>
          <pc:docMk/>
          <pc:sldMk cId="0" sldId="257"/>
        </pc:sldMkLst>
      </pc:sldChg>
      <pc:sldChg chg="add del">
        <pc:chgData name="ARUN KARTHIK ." userId="62a047ea-99a3-445a-a127-bd8840139939" providerId="ADAL" clId="{C3B361B6-8B5B-4DC8-B0DF-B46D53A980C4}" dt="2024-09-13T08:31:36.106" v="2" actId="47"/>
        <pc:sldMkLst>
          <pc:docMk/>
          <pc:sldMk cId="0" sldId="258"/>
        </pc:sldMkLst>
      </pc:sldChg>
      <pc:sldChg chg="add del">
        <pc:chgData name="ARUN KARTHIK ." userId="62a047ea-99a3-445a-a127-bd8840139939" providerId="ADAL" clId="{C3B361B6-8B5B-4DC8-B0DF-B46D53A980C4}" dt="2024-09-13T08:31:36.106" v="2" actId="47"/>
        <pc:sldMkLst>
          <pc:docMk/>
          <pc:sldMk cId="0" sldId="259"/>
        </pc:sldMkLst>
      </pc:sldChg>
      <pc:sldChg chg="add del">
        <pc:chgData name="ARUN KARTHIK ." userId="62a047ea-99a3-445a-a127-bd8840139939" providerId="ADAL" clId="{C3B361B6-8B5B-4DC8-B0DF-B46D53A980C4}" dt="2024-09-13T08:31:36.106" v="2" actId="47"/>
        <pc:sldMkLst>
          <pc:docMk/>
          <pc:sldMk cId="0" sldId="260"/>
        </pc:sldMkLst>
      </pc:sldChg>
      <pc:sldChg chg="add del">
        <pc:chgData name="ARUN KARTHIK ." userId="62a047ea-99a3-445a-a127-bd8840139939" providerId="ADAL" clId="{C3B361B6-8B5B-4DC8-B0DF-B46D53A980C4}" dt="2024-09-13T08:31:36.106" v="2" actId="47"/>
        <pc:sldMkLst>
          <pc:docMk/>
          <pc:sldMk cId="0" sldId="261"/>
        </pc:sldMkLst>
      </pc:sldChg>
      <pc:sldChg chg="add del">
        <pc:chgData name="ARUN KARTHIK ." userId="62a047ea-99a3-445a-a127-bd8840139939" providerId="ADAL" clId="{C3B361B6-8B5B-4DC8-B0DF-B46D53A980C4}" dt="2024-09-13T08:31:36.106" v="2" actId="47"/>
        <pc:sldMkLst>
          <pc:docMk/>
          <pc:sldMk cId="0" sldId="262"/>
        </pc:sldMkLst>
      </pc:sldChg>
      <pc:sldChg chg="add del">
        <pc:chgData name="ARUN KARTHIK ." userId="62a047ea-99a3-445a-a127-bd8840139939" providerId="ADAL" clId="{C3B361B6-8B5B-4DC8-B0DF-B46D53A980C4}" dt="2024-09-13T08:31:36.106" v="2" actId="47"/>
        <pc:sldMkLst>
          <pc:docMk/>
          <pc:sldMk cId="0" sldId="263"/>
        </pc:sldMkLst>
      </pc:sldChg>
      <pc:sldChg chg="add del">
        <pc:chgData name="ARUN KARTHIK ." userId="62a047ea-99a3-445a-a127-bd8840139939" providerId="ADAL" clId="{C3B361B6-8B5B-4DC8-B0DF-B46D53A980C4}" dt="2024-09-13T08:31:36.106" v="2" actId="47"/>
        <pc:sldMkLst>
          <pc:docMk/>
          <pc:sldMk cId="0" sldId="264"/>
        </pc:sldMkLst>
      </pc:sldChg>
      <pc:sldChg chg="add del">
        <pc:chgData name="ARUN KARTHIK ." userId="62a047ea-99a3-445a-a127-bd8840139939" providerId="ADAL" clId="{C3B361B6-8B5B-4DC8-B0DF-B46D53A980C4}" dt="2024-09-13T08:31:36.106" v="2" actId="47"/>
        <pc:sldMkLst>
          <pc:docMk/>
          <pc:sldMk cId="0" sldId="265"/>
        </pc:sldMkLst>
      </pc:sldChg>
      <pc:sldChg chg="add del">
        <pc:chgData name="ARUN KARTHIK ." userId="62a047ea-99a3-445a-a127-bd8840139939" providerId="ADAL" clId="{C3B361B6-8B5B-4DC8-B0DF-B46D53A980C4}" dt="2024-09-13T08:31:36.106" v="2" actId="47"/>
        <pc:sldMkLst>
          <pc:docMk/>
          <pc:sldMk cId="0" sldId="266"/>
        </pc:sldMkLst>
      </pc:sldChg>
      <pc:sldChg chg="add del">
        <pc:chgData name="ARUN KARTHIK ." userId="62a047ea-99a3-445a-a127-bd8840139939" providerId="ADAL" clId="{C3B361B6-8B5B-4DC8-B0DF-B46D53A980C4}" dt="2024-09-13T08:31:36.106" v="2" actId="47"/>
        <pc:sldMkLst>
          <pc:docMk/>
          <pc:sldMk cId="0" sldId="267"/>
        </pc:sldMkLst>
      </pc:sldChg>
      <pc:sldChg chg="add del">
        <pc:chgData name="ARUN KARTHIK ." userId="62a047ea-99a3-445a-a127-bd8840139939" providerId="ADAL" clId="{C3B361B6-8B5B-4DC8-B0DF-B46D53A980C4}" dt="2024-09-13T08:31:36.106" v="2" actId="47"/>
        <pc:sldMkLst>
          <pc:docMk/>
          <pc:sldMk cId="0" sldId="268"/>
        </pc:sldMkLst>
      </pc:sldChg>
      <pc:sldChg chg="add del">
        <pc:chgData name="ARUN KARTHIK ." userId="62a047ea-99a3-445a-a127-bd8840139939" providerId="ADAL" clId="{C3B361B6-8B5B-4DC8-B0DF-B46D53A980C4}" dt="2024-09-13T08:31:36.106" v="2" actId="47"/>
        <pc:sldMkLst>
          <pc:docMk/>
          <pc:sldMk cId="0" sldId="269"/>
        </pc:sldMkLst>
      </pc:sldChg>
      <pc:sldChg chg="add del">
        <pc:chgData name="ARUN KARTHIK ." userId="62a047ea-99a3-445a-a127-bd8840139939" providerId="ADAL" clId="{C3B361B6-8B5B-4DC8-B0DF-B46D53A980C4}" dt="2024-09-13T08:31:36.106" v="2" actId="47"/>
        <pc:sldMkLst>
          <pc:docMk/>
          <pc:sldMk cId="0" sldId="293"/>
        </pc:sldMkLst>
      </pc:sldChg>
      <pc:sldChg chg="add del">
        <pc:chgData name="ARUN KARTHIK ." userId="62a047ea-99a3-445a-a127-bd8840139939" providerId="ADAL" clId="{C3B361B6-8B5B-4DC8-B0DF-B46D53A980C4}" dt="2024-09-13T08:31:36.106" v="2" actId="47"/>
        <pc:sldMkLst>
          <pc:docMk/>
          <pc:sldMk cId="0" sldId="294"/>
        </pc:sldMkLst>
      </pc:sldChg>
      <pc:sldChg chg="add del">
        <pc:chgData name="ARUN KARTHIK ." userId="62a047ea-99a3-445a-a127-bd8840139939" providerId="ADAL" clId="{C3B361B6-8B5B-4DC8-B0DF-B46D53A980C4}" dt="2024-09-13T08:31:36.106" v="2" actId="47"/>
        <pc:sldMkLst>
          <pc:docMk/>
          <pc:sldMk cId="0" sldId="295"/>
        </pc:sldMkLst>
      </pc:sldChg>
      <pc:sldChg chg="add del">
        <pc:chgData name="ARUN KARTHIK ." userId="62a047ea-99a3-445a-a127-bd8840139939" providerId="ADAL" clId="{C3B361B6-8B5B-4DC8-B0DF-B46D53A980C4}" dt="2024-09-13T08:31:36.106" v="2" actId="47"/>
        <pc:sldMkLst>
          <pc:docMk/>
          <pc:sldMk cId="0" sldId="296"/>
        </pc:sldMkLst>
      </pc:sldChg>
      <pc:sldChg chg="add del">
        <pc:chgData name="ARUN KARTHIK ." userId="62a047ea-99a3-445a-a127-bd8840139939" providerId="ADAL" clId="{C3B361B6-8B5B-4DC8-B0DF-B46D53A980C4}" dt="2024-09-13T08:31:36.106" v="2" actId="47"/>
        <pc:sldMkLst>
          <pc:docMk/>
          <pc:sldMk cId="0" sldId="298"/>
        </pc:sldMkLst>
      </pc:sldChg>
      <pc:sldChg chg="add del">
        <pc:chgData name="ARUN KARTHIK ." userId="62a047ea-99a3-445a-a127-bd8840139939" providerId="ADAL" clId="{C3B361B6-8B5B-4DC8-B0DF-B46D53A980C4}" dt="2024-09-13T08:31:36.106" v="2" actId="47"/>
        <pc:sldMkLst>
          <pc:docMk/>
          <pc:sldMk cId="0" sldId="301"/>
        </pc:sldMkLst>
      </pc:sldChg>
      <pc:sldChg chg="add del">
        <pc:chgData name="ARUN KARTHIK ." userId="62a047ea-99a3-445a-a127-bd8840139939" providerId="ADAL" clId="{C3B361B6-8B5B-4DC8-B0DF-B46D53A980C4}" dt="2024-09-13T08:31:36.106" v="2" actId="47"/>
        <pc:sldMkLst>
          <pc:docMk/>
          <pc:sldMk cId="0" sldId="304"/>
        </pc:sldMkLst>
      </pc:sldChg>
      <pc:sldChg chg="add del">
        <pc:chgData name="ARUN KARTHIK ." userId="62a047ea-99a3-445a-a127-bd8840139939" providerId="ADAL" clId="{C3B361B6-8B5B-4DC8-B0DF-B46D53A980C4}" dt="2024-09-13T08:31:36.106" v="2" actId="47"/>
        <pc:sldMkLst>
          <pc:docMk/>
          <pc:sldMk cId="0" sldId="309"/>
        </pc:sldMkLst>
      </pc:sldChg>
      <pc:sldChg chg="add del">
        <pc:chgData name="ARUN KARTHIK ." userId="62a047ea-99a3-445a-a127-bd8840139939" providerId="ADAL" clId="{C3B361B6-8B5B-4DC8-B0DF-B46D53A980C4}" dt="2024-09-13T08:31:36.106" v="2" actId="47"/>
        <pc:sldMkLst>
          <pc:docMk/>
          <pc:sldMk cId="0" sldId="314"/>
        </pc:sldMkLst>
      </pc:sldChg>
      <pc:sldChg chg="add del">
        <pc:chgData name="ARUN KARTHIK ." userId="62a047ea-99a3-445a-a127-bd8840139939" providerId="ADAL" clId="{C3B361B6-8B5B-4DC8-B0DF-B46D53A980C4}" dt="2024-09-13T08:31:36.106" v="2" actId="47"/>
        <pc:sldMkLst>
          <pc:docMk/>
          <pc:sldMk cId="0" sldId="317"/>
        </pc:sldMkLst>
      </pc:sldChg>
      <pc:sldChg chg="add del">
        <pc:chgData name="ARUN KARTHIK ." userId="62a047ea-99a3-445a-a127-bd8840139939" providerId="ADAL" clId="{C3B361B6-8B5B-4DC8-B0DF-B46D53A980C4}" dt="2024-09-13T08:31:36.106" v="2" actId="47"/>
        <pc:sldMkLst>
          <pc:docMk/>
          <pc:sldMk cId="0" sldId="331"/>
        </pc:sldMkLst>
      </pc:sldChg>
      <pc:sldChg chg="add del">
        <pc:chgData name="ARUN KARTHIK ." userId="62a047ea-99a3-445a-a127-bd8840139939" providerId="ADAL" clId="{C3B361B6-8B5B-4DC8-B0DF-B46D53A980C4}" dt="2024-09-13T08:31:36.106" v="2" actId="47"/>
        <pc:sldMkLst>
          <pc:docMk/>
          <pc:sldMk cId="0" sldId="347"/>
        </pc:sldMkLst>
      </pc:sldChg>
      <pc:sldChg chg="add del">
        <pc:chgData name="ARUN KARTHIK ." userId="62a047ea-99a3-445a-a127-bd8840139939" providerId="ADAL" clId="{C3B361B6-8B5B-4DC8-B0DF-B46D53A980C4}" dt="2024-09-13T08:31:36.106" v="2" actId="47"/>
        <pc:sldMkLst>
          <pc:docMk/>
          <pc:sldMk cId="0" sldId="348"/>
        </pc:sldMkLst>
      </pc:sldChg>
      <pc:sldChg chg="add del">
        <pc:chgData name="ARUN KARTHIK ." userId="62a047ea-99a3-445a-a127-bd8840139939" providerId="ADAL" clId="{C3B361B6-8B5B-4DC8-B0DF-B46D53A980C4}" dt="2024-09-13T08:31:36.106" v="2" actId="47"/>
        <pc:sldMkLst>
          <pc:docMk/>
          <pc:sldMk cId="0" sldId="349"/>
        </pc:sldMkLst>
      </pc:sldChg>
      <pc:sldChg chg="addSp modSp add mod">
        <pc:chgData name="ARUN KARTHIK ." userId="62a047ea-99a3-445a-a127-bd8840139939" providerId="ADAL" clId="{C3B361B6-8B5B-4DC8-B0DF-B46D53A980C4}" dt="2024-09-13T08:33:33.036" v="76"/>
        <pc:sldMkLst>
          <pc:docMk/>
          <pc:sldMk cId="0" sldId="365"/>
        </pc:sldMkLst>
      </pc:sldChg>
      <pc:sldChg chg="add del">
        <pc:chgData name="ARUN KARTHIK ." userId="62a047ea-99a3-445a-a127-bd8840139939" providerId="ADAL" clId="{C3B361B6-8B5B-4DC8-B0DF-B46D53A980C4}" dt="2024-09-13T08:31:36.106" v="2" actId="47"/>
        <pc:sldMkLst>
          <pc:docMk/>
          <pc:sldMk cId="0" sldId="368"/>
        </pc:sldMkLst>
      </pc:sldChg>
      <pc:sldChg chg="add del">
        <pc:chgData name="ARUN KARTHIK ." userId="62a047ea-99a3-445a-a127-bd8840139939" providerId="ADAL" clId="{C3B361B6-8B5B-4DC8-B0DF-B46D53A980C4}" dt="2024-09-13T08:31:36.106" v="2" actId="47"/>
        <pc:sldMkLst>
          <pc:docMk/>
          <pc:sldMk cId="0" sldId="369"/>
        </pc:sldMkLst>
      </pc:sldChg>
      <pc:sldChg chg="add del">
        <pc:chgData name="ARUN KARTHIK ." userId="62a047ea-99a3-445a-a127-bd8840139939" providerId="ADAL" clId="{C3B361B6-8B5B-4DC8-B0DF-B46D53A980C4}" dt="2024-09-13T08:31:36.106" v="2" actId="47"/>
        <pc:sldMkLst>
          <pc:docMk/>
          <pc:sldMk cId="0" sldId="370"/>
        </pc:sldMkLst>
      </pc:sldChg>
      <pc:sldChg chg="addSp modSp add del mod">
        <pc:chgData name="ARUN KARTHIK ." userId="62a047ea-99a3-445a-a127-bd8840139939" providerId="ADAL" clId="{C3B361B6-8B5B-4DC8-B0DF-B46D53A980C4}" dt="2024-09-13T08:33:30.060" v="74"/>
        <pc:sldMkLst>
          <pc:docMk/>
          <pc:sldMk cId="0" sldId="371"/>
        </pc:sldMkLst>
      </pc:sldChg>
      <pc:sldChg chg="add del">
        <pc:chgData name="ARUN KARTHIK ." userId="62a047ea-99a3-445a-a127-bd8840139939" providerId="ADAL" clId="{C3B361B6-8B5B-4DC8-B0DF-B46D53A980C4}" dt="2024-09-13T08:31:36.106" v="2" actId="47"/>
        <pc:sldMkLst>
          <pc:docMk/>
          <pc:sldMk cId="0" sldId="372"/>
        </pc:sldMkLst>
      </pc:sldChg>
      <pc:sldChg chg="add del">
        <pc:chgData name="ARUN KARTHIK ." userId="62a047ea-99a3-445a-a127-bd8840139939" providerId="ADAL" clId="{C3B361B6-8B5B-4DC8-B0DF-B46D53A980C4}" dt="2024-09-13T08:31:36.106" v="2" actId="47"/>
        <pc:sldMkLst>
          <pc:docMk/>
          <pc:sldMk cId="0" sldId="373"/>
        </pc:sldMkLst>
      </pc:sldChg>
      <pc:sldChg chg="add del">
        <pc:chgData name="ARUN KARTHIK ." userId="62a047ea-99a3-445a-a127-bd8840139939" providerId="ADAL" clId="{C3B361B6-8B5B-4DC8-B0DF-B46D53A980C4}" dt="2024-09-13T08:31:36.106" v="2" actId="47"/>
        <pc:sldMkLst>
          <pc:docMk/>
          <pc:sldMk cId="3586635636" sldId="374"/>
        </pc:sldMkLst>
      </pc:sldChg>
      <pc:sldChg chg="add del">
        <pc:chgData name="ARUN KARTHIK ." userId="62a047ea-99a3-445a-a127-bd8840139939" providerId="ADAL" clId="{C3B361B6-8B5B-4DC8-B0DF-B46D53A980C4}" dt="2024-09-13T08:31:36.106" v="2" actId="47"/>
        <pc:sldMkLst>
          <pc:docMk/>
          <pc:sldMk cId="622226362" sldId="375"/>
        </pc:sldMkLst>
      </pc:sldChg>
      <pc:sldChg chg="add del">
        <pc:chgData name="ARUN KARTHIK ." userId="62a047ea-99a3-445a-a127-bd8840139939" providerId="ADAL" clId="{C3B361B6-8B5B-4DC8-B0DF-B46D53A980C4}" dt="2024-09-13T08:31:36.106" v="2" actId="47"/>
        <pc:sldMkLst>
          <pc:docMk/>
          <pc:sldMk cId="574314217" sldId="376"/>
        </pc:sldMkLst>
      </pc:sldChg>
      <pc:sldChg chg="addSp delSp modSp add del mod">
        <pc:chgData name="ARUN KARTHIK ." userId="62a047ea-99a3-445a-a127-bd8840139939" providerId="ADAL" clId="{C3B361B6-8B5B-4DC8-B0DF-B46D53A980C4}" dt="2024-09-13T08:32:29.194" v="23" actId="47"/>
        <pc:sldMkLst>
          <pc:docMk/>
          <pc:sldMk cId="3971593077" sldId="377"/>
        </pc:sldMkLst>
      </pc:sldChg>
      <pc:sldChg chg="modSp add mod">
        <pc:chgData name="ARUN KARTHIK ." userId="62a047ea-99a3-445a-a127-bd8840139939" providerId="ADAL" clId="{C3B361B6-8B5B-4DC8-B0DF-B46D53A980C4}" dt="2024-09-13T08:32:34.380" v="24" actId="207"/>
        <pc:sldMkLst>
          <pc:docMk/>
          <pc:sldMk cId="0" sldId="378"/>
        </pc:sldMkLst>
      </pc:sldChg>
      <pc:sldChg chg="add del">
        <pc:chgData name="ARUN KARTHIK ." userId="62a047ea-99a3-445a-a127-bd8840139939" providerId="ADAL" clId="{C3B361B6-8B5B-4DC8-B0DF-B46D53A980C4}" dt="2024-09-13T08:31:36.106" v="2" actId="47"/>
        <pc:sldMkLst>
          <pc:docMk/>
          <pc:sldMk cId="3848968646" sldId="378"/>
        </pc:sldMkLst>
      </pc:sldChg>
      <pc:sldChg chg="add del">
        <pc:chgData name="ARUN KARTHIK ." userId="62a047ea-99a3-445a-a127-bd8840139939" providerId="ADAL" clId="{C3B361B6-8B5B-4DC8-B0DF-B46D53A980C4}" dt="2024-09-13T08:31:36.106" v="2" actId="47"/>
        <pc:sldMkLst>
          <pc:docMk/>
          <pc:sldMk cId="4110749473" sldId="379"/>
        </pc:sldMkLst>
      </pc:sldChg>
      <pc:sldChg chg="add del">
        <pc:chgData name="ARUN KARTHIK ." userId="62a047ea-99a3-445a-a127-bd8840139939" providerId="ADAL" clId="{C3B361B6-8B5B-4DC8-B0DF-B46D53A980C4}" dt="2024-09-13T08:31:36.106" v="2" actId="47"/>
        <pc:sldMkLst>
          <pc:docMk/>
          <pc:sldMk cId="2282893680" sldId="380"/>
        </pc:sldMkLst>
      </pc:sldChg>
      <pc:sldChg chg="add del">
        <pc:chgData name="ARUN KARTHIK ." userId="62a047ea-99a3-445a-a127-bd8840139939" providerId="ADAL" clId="{C3B361B6-8B5B-4DC8-B0DF-B46D53A980C4}" dt="2024-09-13T08:31:36.106" v="2" actId="47"/>
        <pc:sldMkLst>
          <pc:docMk/>
          <pc:sldMk cId="2749357090" sldId="381"/>
        </pc:sldMkLst>
      </pc:sldChg>
      <pc:sldChg chg="add del">
        <pc:chgData name="ARUN KARTHIK ." userId="62a047ea-99a3-445a-a127-bd8840139939" providerId="ADAL" clId="{C3B361B6-8B5B-4DC8-B0DF-B46D53A980C4}" dt="2024-09-13T08:31:36.106" v="2" actId="47"/>
        <pc:sldMkLst>
          <pc:docMk/>
          <pc:sldMk cId="788845732" sldId="382"/>
        </pc:sldMkLst>
      </pc:sldChg>
      <pc:sldChg chg="addSp modSp add mod">
        <pc:chgData name="ARUN KARTHIK ." userId="62a047ea-99a3-445a-a127-bd8840139939" providerId="ADAL" clId="{C3B361B6-8B5B-4DC8-B0DF-B46D53A980C4}" dt="2024-09-13T08:33:31.498" v="75"/>
        <pc:sldMkLst>
          <pc:docMk/>
          <pc:sldMk cId="0" sldId="388"/>
        </pc:sldMkLst>
      </pc:sldChg>
      <pc:sldChg chg="addSp modSp add mod">
        <pc:chgData name="ARUN KARTHIK ." userId="62a047ea-99a3-445a-a127-bd8840139939" providerId="ADAL" clId="{C3B361B6-8B5B-4DC8-B0DF-B46D53A980C4}" dt="2024-09-13T08:33:27.455" v="72"/>
        <pc:sldMkLst>
          <pc:docMk/>
          <pc:sldMk cId="0" sldId="389"/>
        </pc:sldMkLst>
      </pc:sldChg>
      <pc:sldChg chg="addSp modSp add">
        <pc:chgData name="ARUN KARTHIK ." userId="62a047ea-99a3-445a-a127-bd8840139939" providerId="ADAL" clId="{C3B361B6-8B5B-4DC8-B0DF-B46D53A980C4}" dt="2024-09-13T08:33:28.541" v="73"/>
        <pc:sldMkLst>
          <pc:docMk/>
          <pc:sldMk cId="0" sldId="391"/>
        </pc:sldMkLst>
      </pc:sldChg>
      <pc:sldChg chg="addSp new">
        <pc:chgData name="ARUN KARTHIK ." userId="62a047ea-99a3-445a-a127-bd8840139939" providerId="ADAL" clId="{C3B361B6-8B5B-4DC8-B0DF-B46D53A980C4}" dt="2024-09-13T09:03:49.180" v="84"/>
        <pc:sldMkLst>
          <pc:docMk/>
          <pc:sldMk cId="2694511544" sldId="392"/>
        </pc:sldMkLst>
      </pc:sldChg>
      <pc:sldChg chg="delSp new mod">
        <pc:chgData name="ARUN KARTHIK ." userId="62a047ea-99a3-445a-a127-bd8840139939" providerId="ADAL" clId="{C3B361B6-8B5B-4DC8-B0DF-B46D53A980C4}" dt="2024-09-13T09:03:54.644" v="86" actId="478"/>
        <pc:sldMkLst>
          <pc:docMk/>
          <pc:sldMk cId="2668859357" sldId="393"/>
        </pc:sldMkLst>
      </pc:sldChg>
      <pc:sldChg chg="addSp new">
        <pc:chgData name="ARUN KARTHIK ." userId="62a047ea-99a3-445a-a127-bd8840139939" providerId="ADAL" clId="{C3B361B6-8B5B-4DC8-B0DF-B46D53A980C4}" dt="2024-09-13T09:23:43.625" v="88"/>
        <pc:sldMkLst>
          <pc:docMk/>
          <pc:sldMk cId="2214914933" sldId="394"/>
        </pc:sldMkLst>
      </pc:sldChg>
      <pc:sldChg chg="addSp delSp modSp new mod">
        <pc:chgData name="ARUN KARTHIK ." userId="62a047ea-99a3-445a-a127-bd8840139939" providerId="ADAL" clId="{C3B361B6-8B5B-4DC8-B0DF-B46D53A980C4}" dt="2024-09-13T11:21:35.319" v="137"/>
        <pc:sldMkLst>
          <pc:docMk/>
          <pc:sldMk cId="442980523" sldId="395"/>
        </pc:sldMkLst>
      </pc:sldChg>
    </pc:docChg>
  </pc:docChgLst>
  <pc:docChgLst>
    <pc:chgData name="ARUN KARTHIK ." userId="62a047ea-99a3-445a-a127-bd8840139939" providerId="ADAL" clId="{9B7F336A-8864-4AD2-B676-87EF0E6FCA20}"/>
    <pc:docChg chg="undo custSel addSld delSld modSld">
      <pc:chgData name="ARUN KARTHIK ." userId="62a047ea-99a3-445a-a127-bd8840139939" providerId="ADAL" clId="{9B7F336A-8864-4AD2-B676-87EF0E6FCA20}" dt="2024-08-30T10:17:21.243" v="216" actId="1076"/>
      <pc:docMkLst>
        <pc:docMk/>
      </pc:docMkLst>
      <pc:sldChg chg="modSp mod">
        <pc:chgData name="ARUN KARTHIK ." userId="62a047ea-99a3-445a-a127-bd8840139939" providerId="ADAL" clId="{9B7F336A-8864-4AD2-B676-87EF0E6FCA20}" dt="2024-08-30T08:30:01.955" v="46" actId="20577"/>
        <pc:sldMkLst>
          <pc:docMk/>
          <pc:sldMk cId="2487991735" sldId="256"/>
        </pc:sldMkLst>
      </pc:sldChg>
      <pc:sldChg chg="add del">
        <pc:chgData name="ARUN KARTHIK ." userId="62a047ea-99a3-445a-a127-bd8840139939" providerId="ADAL" clId="{9B7F336A-8864-4AD2-B676-87EF0E6FCA20}" dt="2024-08-30T08:28:39.379" v="9" actId="47"/>
        <pc:sldMkLst>
          <pc:docMk/>
          <pc:sldMk cId="0" sldId="257"/>
        </pc:sldMkLst>
      </pc:sldChg>
      <pc:sldChg chg="addSp add">
        <pc:chgData name="ARUN KARTHIK ." userId="62a047ea-99a3-445a-a127-bd8840139939" providerId="ADAL" clId="{9B7F336A-8864-4AD2-B676-87EF0E6FCA20}" dt="2024-08-30T08:59:51.893" v="94"/>
        <pc:sldMkLst>
          <pc:docMk/>
          <pc:sldMk cId="0" sldId="258"/>
        </pc:sldMkLst>
      </pc:sldChg>
      <pc:sldChg chg="add">
        <pc:chgData name="ARUN KARTHIK ." userId="62a047ea-99a3-445a-a127-bd8840139939" providerId="ADAL" clId="{9B7F336A-8864-4AD2-B676-87EF0E6FCA20}" dt="2024-08-30T08:28:36.936" v="3"/>
        <pc:sldMkLst>
          <pc:docMk/>
          <pc:sldMk cId="0" sldId="259"/>
        </pc:sldMkLst>
      </pc:sldChg>
      <pc:sldChg chg="addSp modSp add mod">
        <pc:chgData name="ARUN KARTHIK ." userId="62a047ea-99a3-445a-a127-bd8840139939" providerId="ADAL" clId="{9B7F336A-8864-4AD2-B676-87EF0E6FCA20}" dt="2024-08-30T10:09:29.392" v="188"/>
        <pc:sldMkLst>
          <pc:docMk/>
          <pc:sldMk cId="0" sldId="260"/>
        </pc:sldMkLst>
      </pc:sldChg>
      <pc:sldChg chg="addSp add">
        <pc:chgData name="ARUN KARTHIK ." userId="62a047ea-99a3-445a-a127-bd8840139939" providerId="ADAL" clId="{9B7F336A-8864-4AD2-B676-87EF0E6FCA20}" dt="2024-08-30T10:09:29.392" v="188"/>
        <pc:sldMkLst>
          <pc:docMk/>
          <pc:sldMk cId="0" sldId="261"/>
        </pc:sldMkLst>
      </pc:sldChg>
      <pc:sldChg chg="addSp add">
        <pc:chgData name="ARUN KARTHIK ." userId="62a047ea-99a3-445a-a127-bd8840139939" providerId="ADAL" clId="{9B7F336A-8864-4AD2-B676-87EF0E6FCA20}" dt="2024-08-30T10:09:29.392" v="188"/>
        <pc:sldMkLst>
          <pc:docMk/>
          <pc:sldMk cId="0" sldId="262"/>
        </pc:sldMkLst>
      </pc:sldChg>
      <pc:sldChg chg="addSp add">
        <pc:chgData name="ARUN KARTHIK ." userId="62a047ea-99a3-445a-a127-bd8840139939" providerId="ADAL" clId="{9B7F336A-8864-4AD2-B676-87EF0E6FCA20}" dt="2024-08-30T10:09:29.392" v="188"/>
        <pc:sldMkLst>
          <pc:docMk/>
          <pc:sldMk cId="0" sldId="263"/>
        </pc:sldMkLst>
      </pc:sldChg>
      <pc:sldChg chg="add">
        <pc:chgData name="ARUN KARTHIK ." userId="62a047ea-99a3-445a-a127-bd8840139939" providerId="ADAL" clId="{9B7F336A-8864-4AD2-B676-87EF0E6FCA20}" dt="2024-08-30T08:28:36.936" v="3"/>
        <pc:sldMkLst>
          <pc:docMk/>
          <pc:sldMk cId="0" sldId="264"/>
        </pc:sldMkLst>
      </pc:sldChg>
      <pc:sldChg chg="add">
        <pc:chgData name="ARUN KARTHIK ." userId="62a047ea-99a3-445a-a127-bd8840139939" providerId="ADAL" clId="{9B7F336A-8864-4AD2-B676-87EF0E6FCA20}" dt="2024-08-30T08:28:36.936" v="3"/>
        <pc:sldMkLst>
          <pc:docMk/>
          <pc:sldMk cId="0" sldId="265"/>
        </pc:sldMkLst>
      </pc:sldChg>
      <pc:sldChg chg="modSp add mod">
        <pc:chgData name="ARUN KARTHIK ." userId="62a047ea-99a3-445a-a127-bd8840139939" providerId="ADAL" clId="{9B7F336A-8864-4AD2-B676-87EF0E6FCA20}" dt="2024-08-30T08:28:37.028" v="5" actId="27636"/>
        <pc:sldMkLst>
          <pc:docMk/>
          <pc:sldMk cId="0" sldId="266"/>
        </pc:sldMkLst>
      </pc:sldChg>
      <pc:sldChg chg="modSp add mod">
        <pc:chgData name="ARUN KARTHIK ." userId="62a047ea-99a3-445a-a127-bd8840139939" providerId="ADAL" clId="{9B7F336A-8864-4AD2-B676-87EF0E6FCA20}" dt="2024-08-30T08:28:37.038" v="6" actId="27636"/>
        <pc:sldMkLst>
          <pc:docMk/>
          <pc:sldMk cId="0" sldId="267"/>
        </pc:sldMkLst>
      </pc:sldChg>
      <pc:sldChg chg="modSp add mod">
        <pc:chgData name="ARUN KARTHIK ." userId="62a047ea-99a3-445a-a127-bd8840139939" providerId="ADAL" clId="{9B7F336A-8864-4AD2-B676-87EF0E6FCA20}" dt="2024-08-30T08:28:37.044" v="7" actId="27636"/>
        <pc:sldMkLst>
          <pc:docMk/>
          <pc:sldMk cId="0" sldId="268"/>
        </pc:sldMkLst>
      </pc:sldChg>
      <pc:sldChg chg="modSp add mod">
        <pc:chgData name="ARUN KARTHIK ." userId="62a047ea-99a3-445a-a127-bd8840139939" providerId="ADAL" clId="{9B7F336A-8864-4AD2-B676-87EF0E6FCA20}" dt="2024-08-30T08:28:37.051" v="8" actId="27636"/>
        <pc:sldMkLst>
          <pc:docMk/>
          <pc:sldMk cId="0" sldId="269"/>
        </pc:sldMkLst>
      </pc:sldChg>
      <pc:sldChg chg="add">
        <pc:chgData name="ARUN KARTHIK ." userId="62a047ea-99a3-445a-a127-bd8840139939" providerId="ADAL" clId="{9B7F336A-8864-4AD2-B676-87EF0E6FCA20}" dt="2024-08-30T08:31:34.914" v="47"/>
        <pc:sldMkLst>
          <pc:docMk/>
          <pc:sldMk cId="0" sldId="293"/>
        </pc:sldMkLst>
      </pc:sldChg>
      <pc:sldChg chg="add">
        <pc:chgData name="ARUN KARTHIK ." userId="62a047ea-99a3-445a-a127-bd8840139939" providerId="ADAL" clId="{9B7F336A-8864-4AD2-B676-87EF0E6FCA20}" dt="2024-08-30T08:31:34.914" v="47"/>
        <pc:sldMkLst>
          <pc:docMk/>
          <pc:sldMk cId="0" sldId="294"/>
        </pc:sldMkLst>
      </pc:sldChg>
      <pc:sldChg chg="add">
        <pc:chgData name="ARUN KARTHIK ." userId="62a047ea-99a3-445a-a127-bd8840139939" providerId="ADAL" clId="{9B7F336A-8864-4AD2-B676-87EF0E6FCA20}" dt="2024-08-30T08:31:34.914" v="47"/>
        <pc:sldMkLst>
          <pc:docMk/>
          <pc:sldMk cId="0" sldId="295"/>
        </pc:sldMkLst>
      </pc:sldChg>
      <pc:sldChg chg="add">
        <pc:chgData name="ARUN KARTHIK ." userId="62a047ea-99a3-445a-a127-bd8840139939" providerId="ADAL" clId="{9B7F336A-8864-4AD2-B676-87EF0E6FCA20}" dt="2024-08-30T08:31:34.914" v="47"/>
        <pc:sldMkLst>
          <pc:docMk/>
          <pc:sldMk cId="0" sldId="296"/>
        </pc:sldMkLst>
      </pc:sldChg>
      <pc:sldChg chg="add">
        <pc:chgData name="ARUN KARTHIK ." userId="62a047ea-99a3-445a-a127-bd8840139939" providerId="ADAL" clId="{9B7F336A-8864-4AD2-B676-87EF0E6FCA20}" dt="2024-08-30T08:31:34.914" v="47"/>
        <pc:sldMkLst>
          <pc:docMk/>
          <pc:sldMk cId="0" sldId="298"/>
        </pc:sldMkLst>
      </pc:sldChg>
      <pc:sldChg chg="add">
        <pc:chgData name="ARUN KARTHIK ." userId="62a047ea-99a3-445a-a127-bd8840139939" providerId="ADAL" clId="{9B7F336A-8864-4AD2-B676-87EF0E6FCA20}" dt="2024-08-30T08:31:34.914" v="47"/>
        <pc:sldMkLst>
          <pc:docMk/>
          <pc:sldMk cId="0" sldId="301"/>
        </pc:sldMkLst>
      </pc:sldChg>
      <pc:sldChg chg="add">
        <pc:chgData name="ARUN KARTHIK ." userId="62a047ea-99a3-445a-a127-bd8840139939" providerId="ADAL" clId="{9B7F336A-8864-4AD2-B676-87EF0E6FCA20}" dt="2024-08-30T08:31:34.914" v="47"/>
        <pc:sldMkLst>
          <pc:docMk/>
          <pc:sldMk cId="0" sldId="304"/>
        </pc:sldMkLst>
      </pc:sldChg>
      <pc:sldChg chg="add">
        <pc:chgData name="ARUN KARTHIK ." userId="62a047ea-99a3-445a-a127-bd8840139939" providerId="ADAL" clId="{9B7F336A-8864-4AD2-B676-87EF0E6FCA20}" dt="2024-08-30T08:31:34.914" v="47"/>
        <pc:sldMkLst>
          <pc:docMk/>
          <pc:sldMk cId="0" sldId="309"/>
        </pc:sldMkLst>
      </pc:sldChg>
      <pc:sldChg chg="add">
        <pc:chgData name="ARUN KARTHIK ." userId="62a047ea-99a3-445a-a127-bd8840139939" providerId="ADAL" clId="{9B7F336A-8864-4AD2-B676-87EF0E6FCA20}" dt="2024-08-30T08:31:34.914" v="47"/>
        <pc:sldMkLst>
          <pc:docMk/>
          <pc:sldMk cId="0" sldId="314"/>
        </pc:sldMkLst>
      </pc:sldChg>
      <pc:sldChg chg="add">
        <pc:chgData name="ARUN KARTHIK ." userId="62a047ea-99a3-445a-a127-bd8840139939" providerId="ADAL" clId="{9B7F336A-8864-4AD2-B676-87EF0E6FCA20}" dt="2024-08-30T08:31:34.914" v="47"/>
        <pc:sldMkLst>
          <pc:docMk/>
          <pc:sldMk cId="0" sldId="317"/>
        </pc:sldMkLst>
      </pc:sldChg>
      <pc:sldChg chg="add">
        <pc:chgData name="ARUN KARTHIK ." userId="62a047ea-99a3-445a-a127-bd8840139939" providerId="ADAL" clId="{9B7F336A-8864-4AD2-B676-87EF0E6FCA20}" dt="2024-08-30T08:31:34.914" v="47"/>
        <pc:sldMkLst>
          <pc:docMk/>
          <pc:sldMk cId="0" sldId="331"/>
        </pc:sldMkLst>
      </pc:sldChg>
      <pc:sldChg chg="add">
        <pc:chgData name="ARUN KARTHIK ." userId="62a047ea-99a3-445a-a127-bd8840139939" providerId="ADAL" clId="{9B7F336A-8864-4AD2-B676-87EF0E6FCA20}" dt="2024-08-30T08:31:34.914" v="47"/>
        <pc:sldMkLst>
          <pc:docMk/>
          <pc:sldMk cId="0" sldId="347"/>
        </pc:sldMkLst>
      </pc:sldChg>
      <pc:sldChg chg="add">
        <pc:chgData name="ARUN KARTHIK ." userId="62a047ea-99a3-445a-a127-bd8840139939" providerId="ADAL" clId="{9B7F336A-8864-4AD2-B676-87EF0E6FCA20}" dt="2024-08-30T08:31:34.914" v="47"/>
        <pc:sldMkLst>
          <pc:docMk/>
          <pc:sldMk cId="0" sldId="348"/>
        </pc:sldMkLst>
      </pc:sldChg>
      <pc:sldChg chg="add">
        <pc:chgData name="ARUN KARTHIK ." userId="62a047ea-99a3-445a-a127-bd8840139939" providerId="ADAL" clId="{9B7F336A-8864-4AD2-B676-87EF0E6FCA20}" dt="2024-08-30T08:31:34.914" v="47"/>
        <pc:sldMkLst>
          <pc:docMk/>
          <pc:sldMk cId="0" sldId="349"/>
        </pc:sldMkLst>
      </pc:sldChg>
      <pc:sldChg chg="addSp add">
        <pc:chgData name="ARUN KARTHIK ." userId="62a047ea-99a3-445a-a127-bd8840139939" providerId="ADAL" clId="{9B7F336A-8864-4AD2-B676-87EF0E6FCA20}" dt="2024-08-30T10:09:29.392" v="188"/>
        <pc:sldMkLst>
          <pc:docMk/>
          <pc:sldMk cId="0" sldId="368"/>
        </pc:sldMkLst>
      </pc:sldChg>
      <pc:sldChg chg="addSp add">
        <pc:chgData name="ARUN KARTHIK ." userId="62a047ea-99a3-445a-a127-bd8840139939" providerId="ADAL" clId="{9B7F336A-8864-4AD2-B676-87EF0E6FCA20}" dt="2024-08-30T10:09:29.392" v="188"/>
        <pc:sldMkLst>
          <pc:docMk/>
          <pc:sldMk cId="0" sldId="369"/>
        </pc:sldMkLst>
      </pc:sldChg>
      <pc:sldChg chg="add">
        <pc:chgData name="ARUN KARTHIK ." userId="62a047ea-99a3-445a-a127-bd8840139939" providerId="ADAL" clId="{9B7F336A-8864-4AD2-B676-87EF0E6FCA20}" dt="2024-08-30T08:31:34.914" v="47"/>
        <pc:sldMkLst>
          <pc:docMk/>
          <pc:sldMk cId="0" sldId="370"/>
        </pc:sldMkLst>
      </pc:sldChg>
      <pc:sldChg chg="addSp add">
        <pc:chgData name="ARUN KARTHIK ." userId="62a047ea-99a3-445a-a127-bd8840139939" providerId="ADAL" clId="{9B7F336A-8864-4AD2-B676-87EF0E6FCA20}" dt="2024-08-30T10:09:29.392" v="188"/>
        <pc:sldMkLst>
          <pc:docMk/>
          <pc:sldMk cId="0" sldId="371"/>
        </pc:sldMkLst>
      </pc:sldChg>
      <pc:sldChg chg="add">
        <pc:chgData name="ARUN KARTHIK ." userId="62a047ea-99a3-445a-a127-bd8840139939" providerId="ADAL" clId="{9B7F336A-8864-4AD2-B676-87EF0E6FCA20}" dt="2024-08-30T08:31:34.914" v="47"/>
        <pc:sldMkLst>
          <pc:docMk/>
          <pc:sldMk cId="0" sldId="372"/>
        </pc:sldMkLst>
      </pc:sldChg>
      <pc:sldChg chg="add">
        <pc:chgData name="ARUN KARTHIK ." userId="62a047ea-99a3-445a-a127-bd8840139939" providerId="ADAL" clId="{9B7F336A-8864-4AD2-B676-87EF0E6FCA20}" dt="2024-08-30T08:31:34.914" v="47"/>
        <pc:sldMkLst>
          <pc:docMk/>
          <pc:sldMk cId="0" sldId="373"/>
        </pc:sldMkLst>
      </pc:sldChg>
      <pc:sldChg chg="addSp delSp modSp new mod">
        <pc:chgData name="ARUN KARTHIK ." userId="62a047ea-99a3-445a-a127-bd8840139939" providerId="ADAL" clId="{9B7F336A-8864-4AD2-B676-87EF0E6FCA20}" dt="2024-08-30T08:34:14.374" v="63" actId="1076"/>
        <pc:sldMkLst>
          <pc:docMk/>
          <pc:sldMk cId="3586635636" sldId="374"/>
        </pc:sldMkLst>
      </pc:sldChg>
      <pc:sldChg chg="addSp delSp modSp new mod">
        <pc:chgData name="ARUN KARTHIK ." userId="62a047ea-99a3-445a-a127-bd8840139939" providerId="ADAL" clId="{9B7F336A-8864-4AD2-B676-87EF0E6FCA20}" dt="2024-08-30T08:37:11.617" v="76" actId="14100"/>
        <pc:sldMkLst>
          <pc:docMk/>
          <pc:sldMk cId="622226362" sldId="375"/>
        </pc:sldMkLst>
      </pc:sldChg>
      <pc:sldChg chg="addSp delSp modSp add mod">
        <pc:chgData name="ARUN KARTHIK ." userId="62a047ea-99a3-445a-a127-bd8840139939" providerId="ADAL" clId="{9B7F336A-8864-4AD2-B676-87EF0E6FCA20}" dt="2024-08-30T09:22:42.464" v="186"/>
        <pc:sldMkLst>
          <pc:docMk/>
          <pc:sldMk cId="574314217" sldId="376"/>
        </pc:sldMkLst>
      </pc:sldChg>
      <pc:sldChg chg="addSp delSp new mod">
        <pc:chgData name="ARUN KARTHIK ." userId="62a047ea-99a3-445a-a127-bd8840139939" providerId="ADAL" clId="{9B7F336A-8864-4AD2-B676-87EF0E6FCA20}" dt="2024-08-30T08:59:51.893" v="94"/>
        <pc:sldMkLst>
          <pc:docMk/>
          <pc:sldMk cId="3971593077" sldId="377"/>
        </pc:sldMkLst>
      </pc:sldChg>
      <pc:sldChg chg="addSp delSp modSp new mod">
        <pc:chgData name="ARUN KARTHIK ." userId="62a047ea-99a3-445a-a127-bd8840139939" providerId="ADAL" clId="{9B7F336A-8864-4AD2-B676-87EF0E6FCA20}" dt="2024-08-30T09:11:48.215" v="176"/>
        <pc:sldMkLst>
          <pc:docMk/>
          <pc:sldMk cId="3848968646" sldId="378"/>
        </pc:sldMkLst>
      </pc:sldChg>
      <pc:sldChg chg="addSp delSp modSp new mod">
        <pc:chgData name="ARUN KARTHIK ." userId="62a047ea-99a3-445a-a127-bd8840139939" providerId="ADAL" clId="{9B7F336A-8864-4AD2-B676-87EF0E6FCA20}" dt="2024-08-30T09:20:54.102" v="184"/>
        <pc:sldMkLst>
          <pc:docMk/>
          <pc:sldMk cId="4110749473" sldId="379"/>
        </pc:sldMkLst>
      </pc:sldChg>
      <pc:sldChg chg="addSp new">
        <pc:chgData name="ARUN KARTHIK ." userId="62a047ea-99a3-445a-a127-bd8840139939" providerId="ADAL" clId="{9B7F336A-8864-4AD2-B676-87EF0E6FCA20}" dt="2024-08-30T09:22:42.464" v="186"/>
        <pc:sldMkLst>
          <pc:docMk/>
          <pc:sldMk cId="2282893680" sldId="380"/>
        </pc:sldMkLst>
      </pc:sldChg>
      <pc:sldChg chg="addSp new">
        <pc:chgData name="ARUN KARTHIK ." userId="62a047ea-99a3-445a-a127-bd8840139939" providerId="ADAL" clId="{9B7F336A-8864-4AD2-B676-87EF0E6FCA20}" dt="2024-08-30T10:09:29.392" v="188"/>
        <pc:sldMkLst>
          <pc:docMk/>
          <pc:sldMk cId="2749357090" sldId="381"/>
        </pc:sldMkLst>
      </pc:sldChg>
      <pc:sldChg chg="addSp delSp modSp new mod">
        <pc:chgData name="ARUN KARTHIK ." userId="62a047ea-99a3-445a-a127-bd8840139939" providerId="ADAL" clId="{9B7F336A-8864-4AD2-B676-87EF0E6FCA20}" dt="2024-08-30T10:17:21.243" v="216" actId="1076"/>
        <pc:sldMkLst>
          <pc:docMk/>
          <pc:sldMk cId="788845732" sldId="382"/>
        </pc:sldMkLst>
      </pc:sldChg>
      <pc:sldChg chg="del">
        <pc:chgData name="ARUN KARTHIK ." userId="62a047ea-99a3-445a-a127-bd8840139939" providerId="ADAL" clId="{9B7F336A-8864-4AD2-B676-87EF0E6FCA20}" dt="2024-08-30T08:28:24.949" v="0" actId="47"/>
        <pc:sldMkLst>
          <pc:docMk/>
          <pc:sldMk cId="4252618562" sldId="2147472361"/>
        </pc:sldMkLst>
      </pc:sldChg>
      <pc:sldChg chg="del">
        <pc:chgData name="ARUN KARTHIK ." userId="62a047ea-99a3-445a-a127-bd8840139939" providerId="ADAL" clId="{9B7F336A-8864-4AD2-B676-87EF0E6FCA20}" dt="2024-08-30T08:28:24.949" v="0" actId="47"/>
        <pc:sldMkLst>
          <pc:docMk/>
          <pc:sldMk cId="421474102" sldId="2147472362"/>
        </pc:sldMkLst>
      </pc:sldChg>
      <pc:sldChg chg="del">
        <pc:chgData name="ARUN KARTHIK ." userId="62a047ea-99a3-445a-a127-bd8840139939" providerId="ADAL" clId="{9B7F336A-8864-4AD2-B676-87EF0E6FCA20}" dt="2024-08-30T08:28:24.949" v="0" actId="47"/>
        <pc:sldMkLst>
          <pc:docMk/>
          <pc:sldMk cId="4168721080" sldId="2147472363"/>
        </pc:sldMkLst>
      </pc:sldChg>
      <pc:sldChg chg="del">
        <pc:chgData name="ARUN KARTHIK ." userId="62a047ea-99a3-445a-a127-bd8840139939" providerId="ADAL" clId="{9B7F336A-8864-4AD2-B676-87EF0E6FCA20}" dt="2024-08-30T08:28:24.949" v="0" actId="47"/>
        <pc:sldMkLst>
          <pc:docMk/>
          <pc:sldMk cId="3044103150" sldId="2147472364"/>
        </pc:sldMkLst>
      </pc:sldChg>
      <pc:sldChg chg="del">
        <pc:chgData name="ARUN KARTHIK ." userId="62a047ea-99a3-445a-a127-bd8840139939" providerId="ADAL" clId="{9B7F336A-8864-4AD2-B676-87EF0E6FCA20}" dt="2024-08-30T08:28:24.949" v="0" actId="47"/>
        <pc:sldMkLst>
          <pc:docMk/>
          <pc:sldMk cId="3970995464" sldId="2147472365"/>
        </pc:sldMkLst>
      </pc:sldChg>
      <pc:sldChg chg="del">
        <pc:chgData name="ARUN KARTHIK ." userId="62a047ea-99a3-445a-a127-bd8840139939" providerId="ADAL" clId="{9B7F336A-8864-4AD2-B676-87EF0E6FCA20}" dt="2024-08-30T08:28:24.949" v="0" actId="47"/>
        <pc:sldMkLst>
          <pc:docMk/>
          <pc:sldMk cId="3543518052" sldId="2147472366"/>
        </pc:sldMkLst>
      </pc:sldChg>
      <pc:sldChg chg="del">
        <pc:chgData name="ARUN KARTHIK ." userId="62a047ea-99a3-445a-a127-bd8840139939" providerId="ADAL" clId="{9B7F336A-8864-4AD2-B676-87EF0E6FCA20}" dt="2024-08-30T08:28:24.949" v="0" actId="47"/>
        <pc:sldMkLst>
          <pc:docMk/>
          <pc:sldMk cId="2620553551" sldId="2147472367"/>
        </pc:sldMkLst>
      </pc:sldChg>
      <pc:sldChg chg="del">
        <pc:chgData name="ARUN KARTHIK ." userId="62a047ea-99a3-445a-a127-bd8840139939" providerId="ADAL" clId="{9B7F336A-8864-4AD2-B676-87EF0E6FCA20}" dt="2024-08-30T08:28:24.949" v="0" actId="47"/>
        <pc:sldMkLst>
          <pc:docMk/>
          <pc:sldMk cId="1819371886" sldId="2147472368"/>
        </pc:sldMkLst>
      </pc:sldChg>
      <pc:sldChg chg="del">
        <pc:chgData name="ARUN KARTHIK ." userId="62a047ea-99a3-445a-a127-bd8840139939" providerId="ADAL" clId="{9B7F336A-8864-4AD2-B676-87EF0E6FCA20}" dt="2024-08-30T08:28:24.949" v="0" actId="47"/>
        <pc:sldMkLst>
          <pc:docMk/>
          <pc:sldMk cId="2548683965" sldId="2147472369"/>
        </pc:sldMkLst>
      </pc:sldChg>
      <pc:sldChg chg="del">
        <pc:chgData name="ARUN KARTHIK ." userId="62a047ea-99a3-445a-a127-bd8840139939" providerId="ADAL" clId="{9B7F336A-8864-4AD2-B676-87EF0E6FCA20}" dt="2024-08-30T08:28:24.949" v="0" actId="47"/>
        <pc:sldMkLst>
          <pc:docMk/>
          <pc:sldMk cId="4111662257" sldId="2147472370"/>
        </pc:sldMkLst>
      </pc:sldChg>
      <pc:sldChg chg="del">
        <pc:chgData name="ARUN KARTHIK ." userId="62a047ea-99a3-445a-a127-bd8840139939" providerId="ADAL" clId="{9B7F336A-8864-4AD2-B676-87EF0E6FCA20}" dt="2024-08-30T08:28:24.949" v="0" actId="47"/>
        <pc:sldMkLst>
          <pc:docMk/>
          <pc:sldMk cId="1142262224" sldId="2147472371"/>
        </pc:sldMkLst>
      </pc:sldChg>
      <pc:sldChg chg="del">
        <pc:chgData name="ARUN KARTHIK ." userId="62a047ea-99a3-445a-a127-bd8840139939" providerId="ADAL" clId="{9B7F336A-8864-4AD2-B676-87EF0E6FCA20}" dt="2024-08-30T08:28:24.949" v="0" actId="47"/>
        <pc:sldMkLst>
          <pc:docMk/>
          <pc:sldMk cId="777166991" sldId="2147472372"/>
        </pc:sldMkLst>
      </pc:sldChg>
      <pc:sldChg chg="del">
        <pc:chgData name="ARUN KARTHIK ." userId="62a047ea-99a3-445a-a127-bd8840139939" providerId="ADAL" clId="{9B7F336A-8864-4AD2-B676-87EF0E6FCA20}" dt="2024-08-30T08:28:24.949" v="0" actId="47"/>
        <pc:sldMkLst>
          <pc:docMk/>
          <pc:sldMk cId="266761057" sldId="2147472373"/>
        </pc:sldMkLst>
      </pc:sldChg>
      <pc:sldChg chg="del">
        <pc:chgData name="ARUN KARTHIK ." userId="62a047ea-99a3-445a-a127-bd8840139939" providerId="ADAL" clId="{9B7F336A-8864-4AD2-B676-87EF0E6FCA20}" dt="2024-08-30T08:28:24.949" v="0" actId="47"/>
        <pc:sldMkLst>
          <pc:docMk/>
          <pc:sldMk cId="1355072385" sldId="2147472374"/>
        </pc:sldMkLst>
      </pc:sldChg>
      <pc:sldChg chg="del">
        <pc:chgData name="ARUN KARTHIK ." userId="62a047ea-99a3-445a-a127-bd8840139939" providerId="ADAL" clId="{9B7F336A-8864-4AD2-B676-87EF0E6FCA20}" dt="2024-08-30T08:28:24.949" v="0" actId="47"/>
        <pc:sldMkLst>
          <pc:docMk/>
          <pc:sldMk cId="2487719019" sldId="2147472375"/>
        </pc:sldMkLst>
      </pc:sldChg>
      <pc:sldChg chg="del">
        <pc:chgData name="ARUN KARTHIK ." userId="62a047ea-99a3-445a-a127-bd8840139939" providerId="ADAL" clId="{9B7F336A-8864-4AD2-B676-87EF0E6FCA20}" dt="2024-08-30T08:28:24.949" v="0" actId="47"/>
        <pc:sldMkLst>
          <pc:docMk/>
          <pc:sldMk cId="3089551357" sldId="2147472376"/>
        </pc:sldMkLst>
      </pc:sldChg>
      <pc:sldChg chg="del">
        <pc:chgData name="ARUN KARTHIK ." userId="62a047ea-99a3-445a-a127-bd8840139939" providerId="ADAL" clId="{9B7F336A-8864-4AD2-B676-87EF0E6FCA20}" dt="2024-08-30T08:28:24.949" v="0" actId="47"/>
        <pc:sldMkLst>
          <pc:docMk/>
          <pc:sldMk cId="1975002370" sldId="2147472377"/>
        </pc:sldMkLst>
      </pc:sldChg>
      <pc:sldChg chg="del">
        <pc:chgData name="ARUN KARTHIK ." userId="62a047ea-99a3-445a-a127-bd8840139939" providerId="ADAL" clId="{9B7F336A-8864-4AD2-B676-87EF0E6FCA20}" dt="2024-08-30T08:28:24.949" v="0" actId="47"/>
        <pc:sldMkLst>
          <pc:docMk/>
          <pc:sldMk cId="794081513" sldId="2147472378"/>
        </pc:sldMkLst>
      </pc:sldChg>
      <pc:sldChg chg="del">
        <pc:chgData name="ARUN KARTHIK ." userId="62a047ea-99a3-445a-a127-bd8840139939" providerId="ADAL" clId="{9B7F336A-8864-4AD2-B676-87EF0E6FCA20}" dt="2024-08-30T08:28:24.949" v="0" actId="47"/>
        <pc:sldMkLst>
          <pc:docMk/>
          <pc:sldMk cId="3802152035" sldId="2147472379"/>
        </pc:sldMkLst>
      </pc:sldChg>
      <pc:sldChg chg="del">
        <pc:chgData name="ARUN KARTHIK ." userId="62a047ea-99a3-445a-a127-bd8840139939" providerId="ADAL" clId="{9B7F336A-8864-4AD2-B676-87EF0E6FCA20}" dt="2024-08-30T08:28:24.949" v="0" actId="47"/>
        <pc:sldMkLst>
          <pc:docMk/>
          <pc:sldMk cId="3477615367" sldId="2147472380"/>
        </pc:sldMkLst>
      </pc:sldChg>
      <pc:sldChg chg="del">
        <pc:chgData name="ARUN KARTHIK ." userId="62a047ea-99a3-445a-a127-bd8840139939" providerId="ADAL" clId="{9B7F336A-8864-4AD2-B676-87EF0E6FCA20}" dt="2024-08-30T08:28:24.949" v="0" actId="47"/>
        <pc:sldMkLst>
          <pc:docMk/>
          <pc:sldMk cId="57703861" sldId="2147472381"/>
        </pc:sldMkLst>
      </pc:sldChg>
      <pc:sldChg chg="del">
        <pc:chgData name="ARUN KARTHIK ." userId="62a047ea-99a3-445a-a127-bd8840139939" providerId="ADAL" clId="{9B7F336A-8864-4AD2-B676-87EF0E6FCA20}" dt="2024-08-30T08:28:24.949" v="0" actId="47"/>
        <pc:sldMkLst>
          <pc:docMk/>
          <pc:sldMk cId="2031889850" sldId="2147472382"/>
        </pc:sldMkLst>
      </pc:sldChg>
      <pc:sldChg chg="del">
        <pc:chgData name="ARUN KARTHIK ." userId="62a047ea-99a3-445a-a127-bd8840139939" providerId="ADAL" clId="{9B7F336A-8864-4AD2-B676-87EF0E6FCA20}" dt="2024-08-30T08:28:24.949" v="0" actId="47"/>
        <pc:sldMkLst>
          <pc:docMk/>
          <pc:sldMk cId="3700146145" sldId="2147472383"/>
        </pc:sldMkLst>
      </pc:sldChg>
      <pc:sldChg chg="del">
        <pc:chgData name="ARUN KARTHIK ." userId="62a047ea-99a3-445a-a127-bd8840139939" providerId="ADAL" clId="{9B7F336A-8864-4AD2-B676-87EF0E6FCA20}" dt="2024-08-30T08:28:24.949" v="0" actId="47"/>
        <pc:sldMkLst>
          <pc:docMk/>
          <pc:sldMk cId="3268246114" sldId="2147472384"/>
        </pc:sldMkLst>
      </pc:sldChg>
      <pc:sldChg chg="del">
        <pc:chgData name="ARUN KARTHIK ." userId="62a047ea-99a3-445a-a127-bd8840139939" providerId="ADAL" clId="{9B7F336A-8864-4AD2-B676-87EF0E6FCA20}" dt="2024-08-30T08:28:24.949" v="0" actId="47"/>
        <pc:sldMkLst>
          <pc:docMk/>
          <pc:sldMk cId="3640789840" sldId="2147472385"/>
        </pc:sldMkLst>
      </pc:sldChg>
      <pc:sldChg chg="del">
        <pc:chgData name="ARUN KARTHIK ." userId="62a047ea-99a3-445a-a127-bd8840139939" providerId="ADAL" clId="{9B7F336A-8864-4AD2-B676-87EF0E6FCA20}" dt="2024-08-30T08:28:24.949" v="0" actId="47"/>
        <pc:sldMkLst>
          <pc:docMk/>
          <pc:sldMk cId="3478306711" sldId="2147472386"/>
        </pc:sldMkLst>
      </pc:sldChg>
      <pc:sldChg chg="del">
        <pc:chgData name="ARUN KARTHIK ." userId="62a047ea-99a3-445a-a127-bd8840139939" providerId="ADAL" clId="{9B7F336A-8864-4AD2-B676-87EF0E6FCA20}" dt="2024-08-30T08:28:24.949" v="0" actId="47"/>
        <pc:sldMkLst>
          <pc:docMk/>
          <pc:sldMk cId="2588407438" sldId="2147472387"/>
        </pc:sldMkLst>
      </pc:sldChg>
      <pc:sldChg chg="del">
        <pc:chgData name="ARUN KARTHIK ." userId="62a047ea-99a3-445a-a127-bd8840139939" providerId="ADAL" clId="{9B7F336A-8864-4AD2-B676-87EF0E6FCA20}" dt="2024-08-30T08:28:24.949" v="0" actId="47"/>
        <pc:sldMkLst>
          <pc:docMk/>
          <pc:sldMk cId="1909346952" sldId="2147472388"/>
        </pc:sldMkLst>
      </pc:sldChg>
      <pc:sldChg chg="del">
        <pc:chgData name="ARUN KARTHIK ." userId="62a047ea-99a3-445a-a127-bd8840139939" providerId="ADAL" clId="{9B7F336A-8864-4AD2-B676-87EF0E6FCA20}" dt="2024-08-30T08:28:24.949" v="0" actId="47"/>
        <pc:sldMkLst>
          <pc:docMk/>
          <pc:sldMk cId="3540831262" sldId="2147472389"/>
        </pc:sldMkLst>
      </pc:sldChg>
      <pc:sldChg chg="del">
        <pc:chgData name="ARUN KARTHIK ." userId="62a047ea-99a3-445a-a127-bd8840139939" providerId="ADAL" clId="{9B7F336A-8864-4AD2-B676-87EF0E6FCA20}" dt="2024-08-30T08:28:24.949" v="0" actId="47"/>
        <pc:sldMkLst>
          <pc:docMk/>
          <pc:sldMk cId="2312948770" sldId="2147472390"/>
        </pc:sldMkLst>
      </pc:sldChg>
      <pc:sldChg chg="del">
        <pc:chgData name="ARUN KARTHIK ." userId="62a047ea-99a3-445a-a127-bd8840139939" providerId="ADAL" clId="{9B7F336A-8864-4AD2-B676-87EF0E6FCA20}" dt="2024-08-30T08:28:24.949" v="0" actId="47"/>
        <pc:sldMkLst>
          <pc:docMk/>
          <pc:sldMk cId="2113927364" sldId="2147472391"/>
        </pc:sldMkLst>
      </pc:sldChg>
      <pc:sldChg chg="del">
        <pc:chgData name="ARUN KARTHIK ." userId="62a047ea-99a3-445a-a127-bd8840139939" providerId="ADAL" clId="{9B7F336A-8864-4AD2-B676-87EF0E6FCA20}" dt="2024-08-30T08:28:24.949" v="0" actId="47"/>
        <pc:sldMkLst>
          <pc:docMk/>
          <pc:sldMk cId="474539182" sldId="2147472392"/>
        </pc:sldMkLst>
      </pc:sldChg>
      <pc:sldChg chg="del">
        <pc:chgData name="ARUN KARTHIK ." userId="62a047ea-99a3-445a-a127-bd8840139939" providerId="ADAL" clId="{9B7F336A-8864-4AD2-B676-87EF0E6FCA20}" dt="2024-08-30T08:28:24.949" v="0" actId="47"/>
        <pc:sldMkLst>
          <pc:docMk/>
          <pc:sldMk cId="1453361288" sldId="2147472393"/>
        </pc:sldMkLst>
      </pc:sldChg>
      <pc:sldChg chg="del">
        <pc:chgData name="ARUN KARTHIK ." userId="62a047ea-99a3-445a-a127-bd8840139939" providerId="ADAL" clId="{9B7F336A-8864-4AD2-B676-87EF0E6FCA20}" dt="2024-08-30T08:28:24.949" v="0" actId="47"/>
        <pc:sldMkLst>
          <pc:docMk/>
          <pc:sldMk cId="1236470835" sldId="2147472394"/>
        </pc:sldMkLst>
      </pc:sldChg>
      <pc:sldChg chg="del">
        <pc:chgData name="ARUN KARTHIK ." userId="62a047ea-99a3-445a-a127-bd8840139939" providerId="ADAL" clId="{9B7F336A-8864-4AD2-B676-87EF0E6FCA20}" dt="2024-08-30T08:28:24.949" v="0" actId="47"/>
        <pc:sldMkLst>
          <pc:docMk/>
          <pc:sldMk cId="2746148965" sldId="2147472395"/>
        </pc:sldMkLst>
      </pc:sldChg>
      <pc:sldChg chg="del">
        <pc:chgData name="ARUN KARTHIK ." userId="62a047ea-99a3-445a-a127-bd8840139939" providerId="ADAL" clId="{9B7F336A-8864-4AD2-B676-87EF0E6FCA20}" dt="2024-08-30T08:28:24.949" v="0" actId="47"/>
        <pc:sldMkLst>
          <pc:docMk/>
          <pc:sldMk cId="2066472572" sldId="2147472396"/>
        </pc:sldMkLst>
      </pc:sldChg>
      <pc:sldChg chg="del">
        <pc:chgData name="ARUN KARTHIK ." userId="62a047ea-99a3-445a-a127-bd8840139939" providerId="ADAL" clId="{9B7F336A-8864-4AD2-B676-87EF0E6FCA20}" dt="2024-08-30T08:28:24.949" v="0" actId="47"/>
        <pc:sldMkLst>
          <pc:docMk/>
          <pc:sldMk cId="1869701847" sldId="2147472397"/>
        </pc:sldMkLst>
      </pc:sldChg>
      <pc:sldChg chg="del">
        <pc:chgData name="ARUN KARTHIK ." userId="62a047ea-99a3-445a-a127-bd8840139939" providerId="ADAL" clId="{9B7F336A-8864-4AD2-B676-87EF0E6FCA20}" dt="2024-08-30T08:28:24.949" v="0" actId="47"/>
        <pc:sldMkLst>
          <pc:docMk/>
          <pc:sldMk cId="1117156583" sldId="2147472398"/>
        </pc:sldMkLst>
      </pc:sldChg>
      <pc:sldChg chg="del">
        <pc:chgData name="ARUN KARTHIK ." userId="62a047ea-99a3-445a-a127-bd8840139939" providerId="ADAL" clId="{9B7F336A-8864-4AD2-B676-87EF0E6FCA20}" dt="2024-08-30T08:28:24.949" v="0" actId="47"/>
        <pc:sldMkLst>
          <pc:docMk/>
          <pc:sldMk cId="1895799069" sldId="2147472399"/>
        </pc:sldMkLst>
      </pc:sldChg>
      <pc:sldChg chg="del">
        <pc:chgData name="ARUN KARTHIK ." userId="62a047ea-99a3-445a-a127-bd8840139939" providerId="ADAL" clId="{9B7F336A-8864-4AD2-B676-87EF0E6FCA20}" dt="2024-08-30T08:28:24.949" v="0" actId="47"/>
        <pc:sldMkLst>
          <pc:docMk/>
          <pc:sldMk cId="540911146" sldId="2147472400"/>
        </pc:sldMkLst>
      </pc:sldChg>
      <pc:sldChg chg="del">
        <pc:chgData name="ARUN KARTHIK ." userId="62a047ea-99a3-445a-a127-bd8840139939" providerId="ADAL" clId="{9B7F336A-8864-4AD2-B676-87EF0E6FCA20}" dt="2024-08-30T08:28:24.949" v="0" actId="47"/>
        <pc:sldMkLst>
          <pc:docMk/>
          <pc:sldMk cId="3253799392" sldId="2147472401"/>
        </pc:sldMkLst>
      </pc:sldChg>
      <pc:sldChg chg="del">
        <pc:chgData name="ARUN KARTHIK ." userId="62a047ea-99a3-445a-a127-bd8840139939" providerId="ADAL" clId="{9B7F336A-8864-4AD2-B676-87EF0E6FCA20}" dt="2024-08-30T08:28:24.949" v="0" actId="47"/>
        <pc:sldMkLst>
          <pc:docMk/>
          <pc:sldMk cId="961111815" sldId="2147472402"/>
        </pc:sldMkLst>
      </pc:sldChg>
      <pc:sldChg chg="del">
        <pc:chgData name="ARUN KARTHIK ." userId="62a047ea-99a3-445a-a127-bd8840139939" providerId="ADAL" clId="{9B7F336A-8864-4AD2-B676-87EF0E6FCA20}" dt="2024-08-30T08:28:24.949" v="0" actId="47"/>
        <pc:sldMkLst>
          <pc:docMk/>
          <pc:sldMk cId="96506259" sldId="2147472403"/>
        </pc:sldMkLst>
      </pc:sldChg>
      <pc:sldChg chg="del">
        <pc:chgData name="ARUN KARTHIK ." userId="62a047ea-99a3-445a-a127-bd8840139939" providerId="ADAL" clId="{9B7F336A-8864-4AD2-B676-87EF0E6FCA20}" dt="2024-08-30T08:28:24.949" v="0" actId="47"/>
        <pc:sldMkLst>
          <pc:docMk/>
          <pc:sldMk cId="1668372818" sldId="2147472404"/>
        </pc:sldMkLst>
      </pc:sldChg>
      <pc:sldChg chg="del">
        <pc:chgData name="ARUN KARTHIK ." userId="62a047ea-99a3-445a-a127-bd8840139939" providerId="ADAL" clId="{9B7F336A-8864-4AD2-B676-87EF0E6FCA20}" dt="2024-08-30T08:28:24.949" v="0" actId="47"/>
        <pc:sldMkLst>
          <pc:docMk/>
          <pc:sldMk cId="1399068448" sldId="2147472405"/>
        </pc:sldMkLst>
      </pc:sldChg>
      <pc:sldChg chg="del">
        <pc:chgData name="ARUN KARTHIK ." userId="62a047ea-99a3-445a-a127-bd8840139939" providerId="ADAL" clId="{9B7F336A-8864-4AD2-B676-87EF0E6FCA20}" dt="2024-08-30T08:28:24.949" v="0" actId="47"/>
        <pc:sldMkLst>
          <pc:docMk/>
          <pc:sldMk cId="2736853935" sldId="2147472406"/>
        </pc:sldMkLst>
      </pc:sldChg>
      <pc:sldChg chg="del">
        <pc:chgData name="ARUN KARTHIK ." userId="62a047ea-99a3-445a-a127-bd8840139939" providerId="ADAL" clId="{9B7F336A-8864-4AD2-B676-87EF0E6FCA20}" dt="2024-08-30T08:28:24.949" v="0" actId="47"/>
        <pc:sldMkLst>
          <pc:docMk/>
          <pc:sldMk cId="2167753590" sldId="2147472407"/>
        </pc:sldMkLst>
      </pc:sldChg>
      <pc:sldChg chg="del">
        <pc:chgData name="ARUN KARTHIK ." userId="62a047ea-99a3-445a-a127-bd8840139939" providerId="ADAL" clId="{9B7F336A-8864-4AD2-B676-87EF0E6FCA20}" dt="2024-08-30T08:28:24.949" v="0" actId="47"/>
        <pc:sldMkLst>
          <pc:docMk/>
          <pc:sldMk cId="804197851" sldId="2147472408"/>
        </pc:sldMkLst>
      </pc:sldChg>
      <pc:sldChg chg="del">
        <pc:chgData name="ARUN KARTHIK ." userId="62a047ea-99a3-445a-a127-bd8840139939" providerId="ADAL" clId="{9B7F336A-8864-4AD2-B676-87EF0E6FCA20}" dt="2024-08-30T08:28:24.949" v="0" actId="47"/>
        <pc:sldMkLst>
          <pc:docMk/>
          <pc:sldMk cId="2364980166" sldId="2147472409"/>
        </pc:sldMkLst>
      </pc:sldChg>
      <pc:sldChg chg="del">
        <pc:chgData name="ARUN KARTHIK ." userId="62a047ea-99a3-445a-a127-bd8840139939" providerId="ADAL" clId="{9B7F336A-8864-4AD2-B676-87EF0E6FCA20}" dt="2024-08-30T08:28:24.949" v="0" actId="47"/>
        <pc:sldMkLst>
          <pc:docMk/>
          <pc:sldMk cId="2041477310" sldId="2147472410"/>
        </pc:sldMkLst>
      </pc:sldChg>
    </pc:docChg>
  </pc:docChgLst>
  <pc:docChgLst>
    <pc:chgData name="ARUN KARTHIK ." userId="62a047ea-99a3-445a-a127-bd8840139939" providerId="ADAL" clId="{2300E771-4B7D-4D9C-ADED-A67A217ED3F2}"/>
    <pc:docChg chg="undo custSel addSld delSld modSld sldOrd">
      <pc:chgData name="ARUN KARTHIK ." userId="62a047ea-99a3-445a-a127-bd8840139939" providerId="ADAL" clId="{2300E771-4B7D-4D9C-ADED-A67A217ED3F2}" dt="2024-08-10T12:44:51.524" v="1472"/>
      <pc:docMkLst>
        <pc:docMk/>
      </pc:docMkLst>
      <pc:sldChg chg="modSp mod">
        <pc:chgData name="ARUN KARTHIK ." userId="62a047ea-99a3-445a-a127-bd8840139939" providerId="ADAL" clId="{2300E771-4B7D-4D9C-ADED-A67A217ED3F2}" dt="2024-08-10T08:37:55.645" v="35" actId="313"/>
        <pc:sldMkLst>
          <pc:docMk/>
          <pc:sldMk cId="2487991735" sldId="256"/>
        </pc:sldMkLst>
      </pc:sldChg>
      <pc:sldChg chg="del">
        <pc:chgData name="ARUN KARTHIK ." userId="62a047ea-99a3-445a-a127-bd8840139939" providerId="ADAL" clId="{2300E771-4B7D-4D9C-ADED-A67A217ED3F2}" dt="2024-08-10T08:37:57.971" v="36" actId="47"/>
        <pc:sldMkLst>
          <pc:docMk/>
          <pc:sldMk cId="0" sldId="260"/>
        </pc:sldMkLst>
      </pc:sldChg>
      <pc:sldChg chg="del">
        <pc:chgData name="ARUN KARTHIK ." userId="62a047ea-99a3-445a-a127-bd8840139939" providerId="ADAL" clId="{2300E771-4B7D-4D9C-ADED-A67A217ED3F2}" dt="2024-08-10T08:37:58.408" v="37" actId="47"/>
        <pc:sldMkLst>
          <pc:docMk/>
          <pc:sldMk cId="0" sldId="261"/>
        </pc:sldMkLst>
      </pc:sldChg>
      <pc:sldChg chg="del">
        <pc:chgData name="ARUN KARTHIK ." userId="62a047ea-99a3-445a-a127-bd8840139939" providerId="ADAL" clId="{2300E771-4B7D-4D9C-ADED-A67A217ED3F2}" dt="2024-08-10T08:37:59.284" v="38" actId="47"/>
        <pc:sldMkLst>
          <pc:docMk/>
          <pc:sldMk cId="0" sldId="262"/>
        </pc:sldMkLst>
      </pc:sldChg>
      <pc:sldChg chg="add del">
        <pc:chgData name="ARUN KARTHIK ." userId="62a047ea-99a3-445a-a127-bd8840139939" providerId="ADAL" clId="{2300E771-4B7D-4D9C-ADED-A67A217ED3F2}" dt="2024-08-10T08:38:09.047" v="45" actId="47"/>
        <pc:sldMkLst>
          <pc:docMk/>
          <pc:sldMk cId="0" sldId="263"/>
        </pc:sldMkLst>
      </pc:sldChg>
      <pc:sldChg chg="add del">
        <pc:chgData name="ARUN KARTHIK ." userId="62a047ea-99a3-445a-a127-bd8840139939" providerId="ADAL" clId="{2300E771-4B7D-4D9C-ADED-A67A217ED3F2}" dt="2024-08-10T08:38:25.510" v="46" actId="47"/>
        <pc:sldMkLst>
          <pc:docMk/>
          <pc:sldMk cId="0" sldId="264"/>
        </pc:sldMkLst>
      </pc:sldChg>
      <pc:sldChg chg="add del">
        <pc:chgData name="ARUN KARTHIK ." userId="62a047ea-99a3-445a-a127-bd8840139939" providerId="ADAL" clId="{2300E771-4B7D-4D9C-ADED-A67A217ED3F2}" dt="2024-08-10T08:38:25.510" v="46" actId="47"/>
        <pc:sldMkLst>
          <pc:docMk/>
          <pc:sldMk cId="0" sldId="265"/>
        </pc:sldMkLst>
      </pc:sldChg>
      <pc:sldChg chg="del">
        <pc:chgData name="ARUN KARTHIK ." userId="62a047ea-99a3-445a-a127-bd8840139939" providerId="ADAL" clId="{2300E771-4B7D-4D9C-ADED-A67A217ED3F2}" dt="2024-08-10T08:38:25.510" v="46" actId="47"/>
        <pc:sldMkLst>
          <pc:docMk/>
          <pc:sldMk cId="0" sldId="266"/>
        </pc:sldMkLst>
      </pc:sldChg>
      <pc:sldChg chg="del">
        <pc:chgData name="ARUN KARTHIK ." userId="62a047ea-99a3-445a-a127-bd8840139939" providerId="ADAL" clId="{2300E771-4B7D-4D9C-ADED-A67A217ED3F2}" dt="2024-08-10T08:38:25.510" v="46" actId="47"/>
        <pc:sldMkLst>
          <pc:docMk/>
          <pc:sldMk cId="0" sldId="267"/>
        </pc:sldMkLst>
      </pc:sldChg>
      <pc:sldChg chg="del">
        <pc:chgData name="ARUN KARTHIK ." userId="62a047ea-99a3-445a-a127-bd8840139939" providerId="ADAL" clId="{2300E771-4B7D-4D9C-ADED-A67A217ED3F2}" dt="2024-08-10T08:38:25.510" v="46" actId="47"/>
        <pc:sldMkLst>
          <pc:docMk/>
          <pc:sldMk cId="0" sldId="268"/>
        </pc:sldMkLst>
      </pc:sldChg>
      <pc:sldChg chg="del">
        <pc:chgData name="ARUN KARTHIK ." userId="62a047ea-99a3-445a-a127-bd8840139939" providerId="ADAL" clId="{2300E771-4B7D-4D9C-ADED-A67A217ED3F2}" dt="2024-08-10T08:38:25.510" v="46" actId="47"/>
        <pc:sldMkLst>
          <pc:docMk/>
          <pc:sldMk cId="0" sldId="269"/>
        </pc:sldMkLst>
      </pc:sldChg>
      <pc:sldChg chg="del">
        <pc:chgData name="ARUN KARTHIK ." userId="62a047ea-99a3-445a-a127-bd8840139939" providerId="ADAL" clId="{2300E771-4B7D-4D9C-ADED-A67A217ED3F2}" dt="2024-08-10T08:38:25.510" v="46" actId="47"/>
        <pc:sldMkLst>
          <pc:docMk/>
          <pc:sldMk cId="0" sldId="270"/>
        </pc:sldMkLst>
      </pc:sldChg>
      <pc:sldChg chg="del">
        <pc:chgData name="ARUN KARTHIK ." userId="62a047ea-99a3-445a-a127-bd8840139939" providerId="ADAL" clId="{2300E771-4B7D-4D9C-ADED-A67A217ED3F2}" dt="2024-08-10T08:38:25.510" v="46" actId="47"/>
        <pc:sldMkLst>
          <pc:docMk/>
          <pc:sldMk cId="0" sldId="271"/>
        </pc:sldMkLst>
      </pc:sldChg>
      <pc:sldChg chg="del">
        <pc:chgData name="ARUN KARTHIK ." userId="62a047ea-99a3-445a-a127-bd8840139939" providerId="ADAL" clId="{2300E771-4B7D-4D9C-ADED-A67A217ED3F2}" dt="2024-08-10T08:38:25.510" v="46" actId="47"/>
        <pc:sldMkLst>
          <pc:docMk/>
          <pc:sldMk cId="0" sldId="272"/>
        </pc:sldMkLst>
      </pc:sldChg>
      <pc:sldChg chg="del">
        <pc:chgData name="ARUN KARTHIK ." userId="62a047ea-99a3-445a-a127-bd8840139939" providerId="ADAL" clId="{2300E771-4B7D-4D9C-ADED-A67A217ED3F2}" dt="2024-08-10T08:38:25.510" v="46" actId="47"/>
        <pc:sldMkLst>
          <pc:docMk/>
          <pc:sldMk cId="0" sldId="273"/>
        </pc:sldMkLst>
      </pc:sldChg>
      <pc:sldChg chg="del">
        <pc:chgData name="ARUN KARTHIK ." userId="62a047ea-99a3-445a-a127-bd8840139939" providerId="ADAL" clId="{2300E771-4B7D-4D9C-ADED-A67A217ED3F2}" dt="2024-08-10T08:38:25.510" v="46" actId="47"/>
        <pc:sldMkLst>
          <pc:docMk/>
          <pc:sldMk cId="0" sldId="274"/>
        </pc:sldMkLst>
      </pc:sldChg>
      <pc:sldChg chg="del">
        <pc:chgData name="ARUN KARTHIK ." userId="62a047ea-99a3-445a-a127-bd8840139939" providerId="ADAL" clId="{2300E771-4B7D-4D9C-ADED-A67A217ED3F2}" dt="2024-08-10T08:38:25.510" v="46" actId="47"/>
        <pc:sldMkLst>
          <pc:docMk/>
          <pc:sldMk cId="0" sldId="275"/>
        </pc:sldMkLst>
      </pc:sldChg>
      <pc:sldChg chg="del">
        <pc:chgData name="ARUN KARTHIK ." userId="62a047ea-99a3-445a-a127-bd8840139939" providerId="ADAL" clId="{2300E771-4B7D-4D9C-ADED-A67A217ED3F2}" dt="2024-08-10T08:38:25.510" v="46" actId="47"/>
        <pc:sldMkLst>
          <pc:docMk/>
          <pc:sldMk cId="0" sldId="276"/>
        </pc:sldMkLst>
      </pc:sldChg>
      <pc:sldChg chg="del">
        <pc:chgData name="ARUN KARTHIK ." userId="62a047ea-99a3-445a-a127-bd8840139939" providerId="ADAL" clId="{2300E771-4B7D-4D9C-ADED-A67A217ED3F2}" dt="2024-08-10T08:38:25.510" v="46" actId="47"/>
        <pc:sldMkLst>
          <pc:docMk/>
          <pc:sldMk cId="0" sldId="277"/>
        </pc:sldMkLst>
      </pc:sldChg>
      <pc:sldChg chg="del">
        <pc:chgData name="ARUN KARTHIK ." userId="62a047ea-99a3-445a-a127-bd8840139939" providerId="ADAL" clId="{2300E771-4B7D-4D9C-ADED-A67A217ED3F2}" dt="2024-08-10T08:38:25.510" v="46" actId="47"/>
        <pc:sldMkLst>
          <pc:docMk/>
          <pc:sldMk cId="0" sldId="278"/>
        </pc:sldMkLst>
      </pc:sldChg>
      <pc:sldChg chg="del">
        <pc:chgData name="ARUN KARTHIK ." userId="62a047ea-99a3-445a-a127-bd8840139939" providerId="ADAL" clId="{2300E771-4B7D-4D9C-ADED-A67A217ED3F2}" dt="2024-08-10T08:38:25.510" v="46" actId="47"/>
        <pc:sldMkLst>
          <pc:docMk/>
          <pc:sldMk cId="0" sldId="279"/>
        </pc:sldMkLst>
      </pc:sldChg>
      <pc:sldChg chg="del">
        <pc:chgData name="ARUN KARTHIK ." userId="62a047ea-99a3-445a-a127-bd8840139939" providerId="ADAL" clId="{2300E771-4B7D-4D9C-ADED-A67A217ED3F2}" dt="2024-08-10T08:38:25.510" v="46" actId="47"/>
        <pc:sldMkLst>
          <pc:docMk/>
          <pc:sldMk cId="0" sldId="280"/>
        </pc:sldMkLst>
      </pc:sldChg>
      <pc:sldChg chg="del">
        <pc:chgData name="ARUN KARTHIK ." userId="62a047ea-99a3-445a-a127-bd8840139939" providerId="ADAL" clId="{2300E771-4B7D-4D9C-ADED-A67A217ED3F2}" dt="2024-08-10T08:38:25.510" v="46" actId="47"/>
        <pc:sldMkLst>
          <pc:docMk/>
          <pc:sldMk cId="0" sldId="281"/>
        </pc:sldMkLst>
      </pc:sldChg>
      <pc:sldChg chg="del">
        <pc:chgData name="ARUN KARTHIK ." userId="62a047ea-99a3-445a-a127-bd8840139939" providerId="ADAL" clId="{2300E771-4B7D-4D9C-ADED-A67A217ED3F2}" dt="2024-08-10T08:38:25.510" v="46" actId="47"/>
        <pc:sldMkLst>
          <pc:docMk/>
          <pc:sldMk cId="0" sldId="282"/>
        </pc:sldMkLst>
      </pc:sldChg>
      <pc:sldChg chg="del">
        <pc:chgData name="ARUN KARTHIK ." userId="62a047ea-99a3-445a-a127-bd8840139939" providerId="ADAL" clId="{2300E771-4B7D-4D9C-ADED-A67A217ED3F2}" dt="2024-08-10T08:38:25.510" v="46" actId="47"/>
        <pc:sldMkLst>
          <pc:docMk/>
          <pc:sldMk cId="0" sldId="283"/>
        </pc:sldMkLst>
      </pc:sldChg>
      <pc:sldChg chg="del">
        <pc:chgData name="ARUN KARTHIK ." userId="62a047ea-99a3-445a-a127-bd8840139939" providerId="ADAL" clId="{2300E771-4B7D-4D9C-ADED-A67A217ED3F2}" dt="2024-08-10T08:38:25.510" v="46" actId="47"/>
        <pc:sldMkLst>
          <pc:docMk/>
          <pc:sldMk cId="0" sldId="284"/>
        </pc:sldMkLst>
      </pc:sldChg>
      <pc:sldChg chg="del">
        <pc:chgData name="ARUN KARTHIK ." userId="62a047ea-99a3-445a-a127-bd8840139939" providerId="ADAL" clId="{2300E771-4B7D-4D9C-ADED-A67A217ED3F2}" dt="2024-08-10T08:38:25.510" v="46" actId="47"/>
        <pc:sldMkLst>
          <pc:docMk/>
          <pc:sldMk cId="0" sldId="285"/>
        </pc:sldMkLst>
      </pc:sldChg>
      <pc:sldChg chg="del">
        <pc:chgData name="ARUN KARTHIK ." userId="62a047ea-99a3-445a-a127-bd8840139939" providerId="ADAL" clId="{2300E771-4B7D-4D9C-ADED-A67A217ED3F2}" dt="2024-08-10T08:38:25.510" v="46" actId="47"/>
        <pc:sldMkLst>
          <pc:docMk/>
          <pc:sldMk cId="0" sldId="286"/>
        </pc:sldMkLst>
      </pc:sldChg>
      <pc:sldChg chg="addSp modSp add mod">
        <pc:chgData name="ARUN KARTHIK ." userId="62a047ea-99a3-445a-a127-bd8840139939" providerId="ADAL" clId="{2300E771-4B7D-4D9C-ADED-A67A217ED3F2}" dt="2024-08-10T08:39:57.236" v="70" actId="20577"/>
        <pc:sldMkLst>
          <pc:docMk/>
          <pc:sldMk cId="421474102" sldId="2147472362"/>
        </pc:sldMkLst>
      </pc:sldChg>
      <pc:sldChg chg="addSp delSp modSp add mod">
        <pc:chgData name="ARUN KARTHIK ." userId="62a047ea-99a3-445a-a127-bd8840139939" providerId="ADAL" clId="{2300E771-4B7D-4D9C-ADED-A67A217ED3F2}" dt="2024-08-10T08:49:48.443" v="160" actId="1076"/>
        <pc:sldMkLst>
          <pc:docMk/>
          <pc:sldMk cId="4168721080" sldId="2147472363"/>
        </pc:sldMkLst>
      </pc:sldChg>
      <pc:sldChg chg="delSp modSp add mod">
        <pc:chgData name="ARUN KARTHIK ." userId="62a047ea-99a3-445a-a127-bd8840139939" providerId="ADAL" clId="{2300E771-4B7D-4D9C-ADED-A67A217ED3F2}" dt="2024-08-10T08:44:16.501" v="132" actId="12"/>
        <pc:sldMkLst>
          <pc:docMk/>
          <pc:sldMk cId="3044103150" sldId="2147472364"/>
        </pc:sldMkLst>
      </pc:sldChg>
      <pc:sldChg chg="addSp delSp modSp add mod">
        <pc:chgData name="ARUN KARTHIK ." userId="62a047ea-99a3-445a-a127-bd8840139939" providerId="ADAL" clId="{2300E771-4B7D-4D9C-ADED-A67A217ED3F2}" dt="2024-08-10T09:06:38.858" v="218" actId="1076"/>
        <pc:sldMkLst>
          <pc:docMk/>
          <pc:sldMk cId="3970995464" sldId="2147472365"/>
        </pc:sldMkLst>
      </pc:sldChg>
      <pc:sldChg chg="addSp delSp modSp add mod">
        <pc:chgData name="ARUN KARTHIK ." userId="62a047ea-99a3-445a-a127-bd8840139939" providerId="ADAL" clId="{2300E771-4B7D-4D9C-ADED-A67A217ED3F2}" dt="2024-08-10T09:06:07.315" v="210" actId="20577"/>
        <pc:sldMkLst>
          <pc:docMk/>
          <pc:sldMk cId="3543518052" sldId="2147472366"/>
        </pc:sldMkLst>
      </pc:sldChg>
      <pc:sldChg chg="addSp delSp modSp add mod">
        <pc:chgData name="ARUN KARTHIK ." userId="62a047ea-99a3-445a-a127-bd8840139939" providerId="ADAL" clId="{2300E771-4B7D-4D9C-ADED-A67A217ED3F2}" dt="2024-08-10T11:18:11.177" v="1347"/>
        <pc:sldMkLst>
          <pc:docMk/>
          <pc:sldMk cId="2620553551" sldId="2147472367"/>
        </pc:sldMkLst>
      </pc:sldChg>
      <pc:sldChg chg="addSp delSp modSp add mod">
        <pc:chgData name="ARUN KARTHIK ." userId="62a047ea-99a3-445a-a127-bd8840139939" providerId="ADAL" clId="{2300E771-4B7D-4D9C-ADED-A67A217ED3F2}" dt="2024-08-10T09:20:56.593" v="374" actId="1076"/>
        <pc:sldMkLst>
          <pc:docMk/>
          <pc:sldMk cId="1819371886" sldId="2147472368"/>
        </pc:sldMkLst>
      </pc:sldChg>
      <pc:sldChg chg="addSp delSp modSp add mod">
        <pc:chgData name="ARUN KARTHIK ." userId="62a047ea-99a3-445a-a127-bd8840139939" providerId="ADAL" clId="{2300E771-4B7D-4D9C-ADED-A67A217ED3F2}" dt="2024-08-10T11:18:11.177" v="1347"/>
        <pc:sldMkLst>
          <pc:docMk/>
          <pc:sldMk cId="2548683965" sldId="2147472369"/>
        </pc:sldMkLst>
      </pc:sldChg>
      <pc:sldChg chg="addSp delSp modSp add mod">
        <pc:chgData name="ARUN KARTHIK ." userId="62a047ea-99a3-445a-a127-bd8840139939" providerId="ADAL" clId="{2300E771-4B7D-4D9C-ADED-A67A217ED3F2}" dt="2024-08-10T09:24:04.635" v="420" actId="5793"/>
        <pc:sldMkLst>
          <pc:docMk/>
          <pc:sldMk cId="4111662257" sldId="2147472370"/>
        </pc:sldMkLst>
      </pc:sldChg>
      <pc:sldChg chg="addSp delSp modSp add mod modAnim">
        <pc:chgData name="ARUN KARTHIK ." userId="62a047ea-99a3-445a-a127-bd8840139939" providerId="ADAL" clId="{2300E771-4B7D-4D9C-ADED-A67A217ED3F2}" dt="2024-08-10T09:30:18.704" v="508" actId="1076"/>
        <pc:sldMkLst>
          <pc:docMk/>
          <pc:sldMk cId="1142262224" sldId="2147472371"/>
        </pc:sldMkLst>
      </pc:sldChg>
      <pc:sldChg chg="addSp delSp modSp add mod">
        <pc:chgData name="ARUN KARTHIK ." userId="62a047ea-99a3-445a-a127-bd8840139939" providerId="ADAL" clId="{2300E771-4B7D-4D9C-ADED-A67A217ED3F2}" dt="2024-08-10T09:36:31.521" v="527" actId="20577"/>
        <pc:sldMkLst>
          <pc:docMk/>
          <pc:sldMk cId="777166991" sldId="2147472372"/>
        </pc:sldMkLst>
      </pc:sldChg>
      <pc:sldChg chg="addSp delSp modSp add mod delAnim">
        <pc:chgData name="ARUN KARTHIK ." userId="62a047ea-99a3-445a-a127-bd8840139939" providerId="ADAL" clId="{2300E771-4B7D-4D9C-ADED-A67A217ED3F2}" dt="2024-08-10T11:24:17.116" v="1348"/>
        <pc:sldMkLst>
          <pc:docMk/>
          <pc:sldMk cId="266761057" sldId="2147472373"/>
        </pc:sldMkLst>
      </pc:sldChg>
      <pc:sldChg chg="addSp modSp add mod modAnim">
        <pc:chgData name="ARUN KARTHIK ." userId="62a047ea-99a3-445a-a127-bd8840139939" providerId="ADAL" clId="{2300E771-4B7D-4D9C-ADED-A67A217ED3F2}" dt="2024-08-10T09:51:16.188" v="708"/>
        <pc:sldMkLst>
          <pc:docMk/>
          <pc:sldMk cId="1355072385" sldId="2147472374"/>
        </pc:sldMkLst>
      </pc:sldChg>
      <pc:sldChg chg="addSp delSp modSp add mod delAnim modAnim">
        <pc:chgData name="ARUN KARTHIK ." userId="62a047ea-99a3-445a-a127-bd8840139939" providerId="ADAL" clId="{2300E771-4B7D-4D9C-ADED-A67A217ED3F2}" dt="2024-08-10T09:55:21.058" v="783"/>
        <pc:sldMkLst>
          <pc:docMk/>
          <pc:sldMk cId="2487719019" sldId="2147472375"/>
        </pc:sldMkLst>
      </pc:sldChg>
      <pc:sldChg chg="addSp delSp modSp add mod modAnim">
        <pc:chgData name="ARUN KARTHIK ." userId="62a047ea-99a3-445a-a127-bd8840139939" providerId="ADAL" clId="{2300E771-4B7D-4D9C-ADED-A67A217ED3F2}" dt="2024-08-10T12:29:15.427" v="1386"/>
        <pc:sldMkLst>
          <pc:docMk/>
          <pc:sldMk cId="3089551357" sldId="2147472376"/>
        </pc:sldMkLst>
      </pc:sldChg>
      <pc:sldChg chg="addSp delSp modSp add mod delAnim modAnim">
        <pc:chgData name="ARUN KARTHIK ." userId="62a047ea-99a3-445a-a127-bd8840139939" providerId="ADAL" clId="{2300E771-4B7D-4D9C-ADED-A67A217ED3F2}" dt="2024-08-10T09:58:22.172" v="832"/>
        <pc:sldMkLst>
          <pc:docMk/>
          <pc:sldMk cId="1975002370" sldId="2147472377"/>
        </pc:sldMkLst>
      </pc:sldChg>
      <pc:sldChg chg="addSp delSp modSp add mod modAnim">
        <pc:chgData name="ARUN KARTHIK ." userId="62a047ea-99a3-445a-a127-bd8840139939" providerId="ADAL" clId="{2300E771-4B7D-4D9C-ADED-A67A217ED3F2}" dt="2024-08-10T09:58:19.562" v="831"/>
        <pc:sldMkLst>
          <pc:docMk/>
          <pc:sldMk cId="794081513" sldId="2147472378"/>
        </pc:sldMkLst>
      </pc:sldChg>
      <pc:sldChg chg="new del">
        <pc:chgData name="ARUN KARTHIK ." userId="62a047ea-99a3-445a-a127-bd8840139939" providerId="ADAL" clId="{2300E771-4B7D-4D9C-ADED-A67A217ED3F2}" dt="2024-08-10T09:58:31.341" v="834" actId="680"/>
        <pc:sldMkLst>
          <pc:docMk/>
          <pc:sldMk cId="556080140" sldId="2147472379"/>
        </pc:sldMkLst>
      </pc:sldChg>
      <pc:sldChg chg="addSp delSp modSp add mod ord delAnim modAnim">
        <pc:chgData name="ARUN KARTHIK ." userId="62a047ea-99a3-445a-a127-bd8840139939" providerId="ADAL" clId="{2300E771-4B7D-4D9C-ADED-A67A217ED3F2}" dt="2024-08-10T10:01:18.644" v="908"/>
        <pc:sldMkLst>
          <pc:docMk/>
          <pc:sldMk cId="3802152035" sldId="2147472379"/>
        </pc:sldMkLst>
      </pc:sldChg>
      <pc:sldChg chg="addSp delSp modSp add mod modAnim">
        <pc:chgData name="ARUN KARTHIK ." userId="62a047ea-99a3-445a-a127-bd8840139939" providerId="ADAL" clId="{2300E771-4B7D-4D9C-ADED-A67A217ED3F2}" dt="2024-08-10T12:05:11.271" v="1355"/>
        <pc:sldMkLst>
          <pc:docMk/>
          <pc:sldMk cId="3477615367" sldId="2147472380"/>
        </pc:sldMkLst>
      </pc:sldChg>
      <pc:sldChg chg="addSp delSp modSp add mod delAnim">
        <pc:chgData name="ARUN KARTHIK ." userId="62a047ea-99a3-445a-a127-bd8840139939" providerId="ADAL" clId="{2300E771-4B7D-4D9C-ADED-A67A217ED3F2}" dt="2024-08-10T10:05:47.102" v="939" actId="14100"/>
        <pc:sldMkLst>
          <pc:docMk/>
          <pc:sldMk cId="57703861" sldId="2147472381"/>
        </pc:sldMkLst>
      </pc:sldChg>
      <pc:sldChg chg="addSp delSp modSp add mod">
        <pc:chgData name="ARUN KARTHIK ." userId="62a047ea-99a3-445a-a127-bd8840139939" providerId="ADAL" clId="{2300E771-4B7D-4D9C-ADED-A67A217ED3F2}" dt="2024-08-10T10:09:37.201" v="971" actId="6549"/>
        <pc:sldMkLst>
          <pc:docMk/>
          <pc:sldMk cId="2031889850" sldId="2147472382"/>
        </pc:sldMkLst>
      </pc:sldChg>
      <pc:sldChg chg="addSp delSp modSp add mod">
        <pc:chgData name="ARUN KARTHIK ." userId="62a047ea-99a3-445a-a127-bd8840139939" providerId="ADAL" clId="{2300E771-4B7D-4D9C-ADED-A67A217ED3F2}" dt="2024-08-10T10:10:11.414" v="981" actId="1076"/>
        <pc:sldMkLst>
          <pc:docMk/>
          <pc:sldMk cId="3700146145" sldId="2147472383"/>
        </pc:sldMkLst>
      </pc:sldChg>
      <pc:sldChg chg="addSp delSp modSp add mod">
        <pc:chgData name="ARUN KARTHIK ." userId="62a047ea-99a3-445a-a127-bd8840139939" providerId="ADAL" clId="{2300E771-4B7D-4D9C-ADED-A67A217ED3F2}" dt="2024-08-10T10:15:51.710" v="1006" actId="20577"/>
        <pc:sldMkLst>
          <pc:docMk/>
          <pc:sldMk cId="3268246114" sldId="2147472384"/>
        </pc:sldMkLst>
      </pc:sldChg>
      <pc:sldChg chg="addSp delSp modSp add mod">
        <pc:chgData name="ARUN KARTHIK ." userId="62a047ea-99a3-445a-a127-bd8840139939" providerId="ADAL" clId="{2300E771-4B7D-4D9C-ADED-A67A217ED3F2}" dt="2024-08-10T10:17:18.624" v="1080" actId="20577"/>
        <pc:sldMkLst>
          <pc:docMk/>
          <pc:sldMk cId="3640789840" sldId="2147472385"/>
        </pc:sldMkLst>
      </pc:sldChg>
      <pc:sldChg chg="addSp delSp modSp add mod">
        <pc:chgData name="ARUN KARTHIK ." userId="62a047ea-99a3-445a-a127-bd8840139939" providerId="ADAL" clId="{2300E771-4B7D-4D9C-ADED-A67A217ED3F2}" dt="2024-08-10T10:18:22.146" v="1126" actId="20577"/>
        <pc:sldMkLst>
          <pc:docMk/>
          <pc:sldMk cId="3478306711" sldId="2147472386"/>
        </pc:sldMkLst>
      </pc:sldChg>
      <pc:sldChg chg="addSp delSp modSp add mod">
        <pc:chgData name="ARUN KARTHIK ." userId="62a047ea-99a3-445a-a127-bd8840139939" providerId="ADAL" clId="{2300E771-4B7D-4D9C-ADED-A67A217ED3F2}" dt="2024-08-10T10:18:59.932" v="1148" actId="20577"/>
        <pc:sldMkLst>
          <pc:docMk/>
          <pc:sldMk cId="2588407438" sldId="2147472387"/>
        </pc:sldMkLst>
      </pc:sldChg>
      <pc:sldChg chg="addSp delSp modSp add mod">
        <pc:chgData name="ARUN KARTHIK ." userId="62a047ea-99a3-445a-a127-bd8840139939" providerId="ADAL" clId="{2300E771-4B7D-4D9C-ADED-A67A217ED3F2}" dt="2024-08-10T10:21:19.965" v="1182" actId="1076"/>
        <pc:sldMkLst>
          <pc:docMk/>
          <pc:sldMk cId="1909346952" sldId="2147472388"/>
        </pc:sldMkLst>
      </pc:sldChg>
      <pc:sldChg chg="add del">
        <pc:chgData name="ARUN KARTHIK ." userId="62a047ea-99a3-445a-a127-bd8840139939" providerId="ADAL" clId="{2300E771-4B7D-4D9C-ADED-A67A217ED3F2}" dt="2024-08-10T10:19:08.878" v="1152"/>
        <pc:sldMkLst>
          <pc:docMk/>
          <pc:sldMk cId="2140099278" sldId="2147472389"/>
        </pc:sldMkLst>
      </pc:sldChg>
      <pc:sldChg chg="addSp delSp modSp add mod">
        <pc:chgData name="ARUN KARTHIK ." userId="62a047ea-99a3-445a-a127-bd8840139939" providerId="ADAL" clId="{2300E771-4B7D-4D9C-ADED-A67A217ED3F2}" dt="2024-08-10T10:21:13.005" v="1176" actId="1076"/>
        <pc:sldMkLst>
          <pc:docMk/>
          <pc:sldMk cId="3540831262" sldId="2147472389"/>
        </pc:sldMkLst>
      </pc:sldChg>
      <pc:sldChg chg="addSp delSp modSp add mod">
        <pc:chgData name="ARUN KARTHIK ." userId="62a047ea-99a3-445a-a127-bd8840139939" providerId="ADAL" clId="{2300E771-4B7D-4D9C-ADED-A67A217ED3F2}" dt="2024-08-10T10:28:58.725" v="1271" actId="1076"/>
        <pc:sldMkLst>
          <pc:docMk/>
          <pc:sldMk cId="2312948770" sldId="2147472390"/>
        </pc:sldMkLst>
      </pc:sldChg>
      <pc:sldChg chg="new del">
        <pc:chgData name="ARUN KARTHIK ." userId="62a047ea-99a3-445a-a127-bd8840139939" providerId="ADAL" clId="{2300E771-4B7D-4D9C-ADED-A67A217ED3F2}" dt="2024-08-10T10:21:23.820" v="1184" actId="680"/>
        <pc:sldMkLst>
          <pc:docMk/>
          <pc:sldMk cId="3460439534" sldId="2147472390"/>
        </pc:sldMkLst>
      </pc:sldChg>
      <pc:sldChg chg="addSp delSp modSp add mod ord">
        <pc:chgData name="ARUN KARTHIK ." userId="62a047ea-99a3-445a-a127-bd8840139939" providerId="ADAL" clId="{2300E771-4B7D-4D9C-ADED-A67A217ED3F2}" dt="2024-08-10T10:25:23.869" v="1233" actId="1076"/>
        <pc:sldMkLst>
          <pc:docMk/>
          <pc:sldMk cId="2113927364" sldId="2147472391"/>
        </pc:sldMkLst>
      </pc:sldChg>
      <pc:sldChg chg="addSp modSp add mod">
        <pc:chgData name="ARUN KARTHIK ." userId="62a047ea-99a3-445a-a127-bd8840139939" providerId="ADAL" clId="{2300E771-4B7D-4D9C-ADED-A67A217ED3F2}" dt="2024-08-10T10:25:42.677" v="1238" actId="1076"/>
        <pc:sldMkLst>
          <pc:docMk/>
          <pc:sldMk cId="474539182" sldId="2147472392"/>
        </pc:sldMkLst>
      </pc:sldChg>
      <pc:sldChg chg="addSp delSp modSp add mod">
        <pc:chgData name="ARUN KARTHIK ." userId="62a047ea-99a3-445a-a127-bd8840139939" providerId="ADAL" clId="{2300E771-4B7D-4D9C-ADED-A67A217ED3F2}" dt="2024-08-10T10:26:14.078" v="1249" actId="1076"/>
        <pc:sldMkLst>
          <pc:docMk/>
          <pc:sldMk cId="1453361288" sldId="2147472393"/>
        </pc:sldMkLst>
      </pc:sldChg>
      <pc:sldChg chg="add">
        <pc:chgData name="ARUN KARTHIK ." userId="62a047ea-99a3-445a-a127-bd8840139939" providerId="ADAL" clId="{2300E771-4B7D-4D9C-ADED-A67A217ED3F2}" dt="2024-08-10T10:26:15.696" v="1250"/>
        <pc:sldMkLst>
          <pc:docMk/>
          <pc:sldMk cId="1236470835" sldId="2147472394"/>
        </pc:sldMkLst>
      </pc:sldChg>
      <pc:sldChg chg="addSp delSp modSp add mod">
        <pc:chgData name="ARUN KARTHIK ." userId="62a047ea-99a3-445a-a127-bd8840139939" providerId="ADAL" clId="{2300E771-4B7D-4D9C-ADED-A67A217ED3F2}" dt="2024-08-10T10:26:37.050" v="1257" actId="1076"/>
        <pc:sldMkLst>
          <pc:docMk/>
          <pc:sldMk cId="2746148965" sldId="2147472395"/>
        </pc:sldMkLst>
      </pc:sldChg>
      <pc:sldChg chg="addSp delSp modSp add mod">
        <pc:chgData name="ARUN KARTHIK ." userId="62a047ea-99a3-445a-a127-bd8840139939" providerId="ADAL" clId="{2300E771-4B7D-4D9C-ADED-A67A217ED3F2}" dt="2024-08-10T10:26:49.862" v="1262" actId="14100"/>
        <pc:sldMkLst>
          <pc:docMk/>
          <pc:sldMk cId="2066472572" sldId="2147472396"/>
        </pc:sldMkLst>
      </pc:sldChg>
      <pc:sldChg chg="addSp delSp modSp add mod">
        <pc:chgData name="ARUN KARTHIK ." userId="62a047ea-99a3-445a-a127-bd8840139939" providerId="ADAL" clId="{2300E771-4B7D-4D9C-ADED-A67A217ED3F2}" dt="2024-08-10T10:30:40.815" v="1282" actId="20577"/>
        <pc:sldMkLst>
          <pc:docMk/>
          <pc:sldMk cId="1869701847" sldId="2147472397"/>
        </pc:sldMkLst>
      </pc:sldChg>
      <pc:sldChg chg="addSp delSp modSp add mod">
        <pc:chgData name="ARUN KARTHIK ." userId="62a047ea-99a3-445a-a127-bd8840139939" providerId="ADAL" clId="{2300E771-4B7D-4D9C-ADED-A67A217ED3F2}" dt="2024-08-10T10:31:47.284" v="1297" actId="1076"/>
        <pc:sldMkLst>
          <pc:docMk/>
          <pc:sldMk cId="1117156583" sldId="2147472398"/>
        </pc:sldMkLst>
      </pc:sldChg>
      <pc:sldChg chg="addSp delSp modSp add mod">
        <pc:chgData name="ARUN KARTHIK ." userId="62a047ea-99a3-445a-a127-bd8840139939" providerId="ADAL" clId="{2300E771-4B7D-4D9C-ADED-A67A217ED3F2}" dt="2024-08-10T10:32:40.869" v="1312" actId="1076"/>
        <pc:sldMkLst>
          <pc:docMk/>
          <pc:sldMk cId="1895799069" sldId="2147472399"/>
        </pc:sldMkLst>
      </pc:sldChg>
      <pc:sldChg chg="addSp modSp add mod">
        <pc:chgData name="ARUN KARTHIK ." userId="62a047ea-99a3-445a-a127-bd8840139939" providerId="ADAL" clId="{2300E771-4B7D-4D9C-ADED-A67A217ED3F2}" dt="2024-08-10T10:33:12.264" v="1320" actId="1076"/>
        <pc:sldMkLst>
          <pc:docMk/>
          <pc:sldMk cId="540911146" sldId="2147472400"/>
        </pc:sldMkLst>
      </pc:sldChg>
      <pc:sldChg chg="addSp delSp modSp add mod">
        <pc:chgData name="ARUN KARTHIK ." userId="62a047ea-99a3-445a-a127-bd8840139939" providerId="ADAL" clId="{2300E771-4B7D-4D9C-ADED-A67A217ED3F2}" dt="2024-08-10T10:35:07.877" v="1338" actId="478"/>
        <pc:sldMkLst>
          <pc:docMk/>
          <pc:sldMk cId="3253799392" sldId="2147472401"/>
        </pc:sldMkLst>
      </pc:sldChg>
      <pc:sldChg chg="addSp modSp add mod ord">
        <pc:chgData name="ARUN KARTHIK ." userId="62a047ea-99a3-445a-a127-bd8840139939" providerId="ADAL" clId="{2300E771-4B7D-4D9C-ADED-A67A217ED3F2}" dt="2024-08-10T10:33:00.793" v="1318" actId="1076"/>
        <pc:sldMkLst>
          <pc:docMk/>
          <pc:sldMk cId="961111815" sldId="2147472402"/>
        </pc:sldMkLst>
      </pc:sldChg>
      <pc:sldChg chg="delSp modSp add mod">
        <pc:chgData name="ARUN KARTHIK ." userId="62a047ea-99a3-445a-a127-bd8840139939" providerId="ADAL" clId="{2300E771-4B7D-4D9C-ADED-A67A217ED3F2}" dt="2024-08-10T10:35:05.772" v="1337" actId="1076"/>
        <pc:sldMkLst>
          <pc:docMk/>
          <pc:sldMk cId="96506259" sldId="2147472403"/>
        </pc:sldMkLst>
      </pc:sldChg>
      <pc:sldChg chg="addSp delSp modSp add mod">
        <pc:chgData name="ARUN KARTHIK ." userId="62a047ea-99a3-445a-a127-bd8840139939" providerId="ADAL" clId="{2300E771-4B7D-4D9C-ADED-A67A217ED3F2}" dt="2024-08-10T10:35:24.249" v="1344" actId="14100"/>
        <pc:sldMkLst>
          <pc:docMk/>
          <pc:sldMk cId="1668372818" sldId="2147472404"/>
        </pc:sldMkLst>
      </pc:sldChg>
      <pc:sldChg chg="addSp delSp new mod">
        <pc:chgData name="ARUN KARTHIK ." userId="62a047ea-99a3-445a-a127-bd8840139939" providerId="ADAL" clId="{2300E771-4B7D-4D9C-ADED-A67A217ED3F2}" dt="2024-08-10T11:28:56.053" v="1354"/>
        <pc:sldMkLst>
          <pc:docMk/>
          <pc:sldMk cId="1399068448" sldId="2147472405"/>
        </pc:sldMkLst>
      </pc:sldChg>
      <pc:sldChg chg="addSp delSp add mod">
        <pc:chgData name="ARUN KARTHIK ." userId="62a047ea-99a3-445a-a127-bd8840139939" providerId="ADAL" clId="{2300E771-4B7D-4D9C-ADED-A67A217ED3F2}" dt="2024-08-10T12:08:02.762" v="1360"/>
        <pc:sldMkLst>
          <pc:docMk/>
          <pc:sldMk cId="2736853935" sldId="2147472406"/>
        </pc:sldMkLst>
      </pc:sldChg>
      <pc:sldChg chg="addSp delSp modSp new mod modAnim">
        <pc:chgData name="ARUN KARTHIK ." userId="62a047ea-99a3-445a-a127-bd8840139939" providerId="ADAL" clId="{2300E771-4B7D-4D9C-ADED-A67A217ED3F2}" dt="2024-08-10T12:40:12.895" v="1456"/>
        <pc:sldMkLst>
          <pc:docMk/>
          <pc:sldMk cId="2167753590" sldId="2147472407"/>
        </pc:sldMkLst>
      </pc:sldChg>
      <pc:sldChg chg="addSp delSp modSp new del mod">
        <pc:chgData name="ARUN KARTHIK ." userId="62a047ea-99a3-445a-a127-bd8840139939" providerId="ADAL" clId="{2300E771-4B7D-4D9C-ADED-A67A217ED3F2}" dt="2024-08-10T12:15:20.980" v="1377" actId="47"/>
        <pc:sldMkLst>
          <pc:docMk/>
          <pc:sldMk cId="4120483452" sldId="2147472407"/>
        </pc:sldMkLst>
      </pc:sldChg>
      <pc:sldChg chg="addSp delSp modSp add del mod">
        <pc:chgData name="ARUN KARTHIK ." userId="62a047ea-99a3-445a-a127-bd8840139939" providerId="ADAL" clId="{2300E771-4B7D-4D9C-ADED-A67A217ED3F2}" dt="2024-08-10T12:31:27.535" v="1388" actId="47"/>
        <pc:sldMkLst>
          <pc:docMk/>
          <pc:sldMk cId="312669085" sldId="2147472408"/>
        </pc:sldMkLst>
      </pc:sldChg>
      <pc:sldChg chg="addSp delSp modSp new mod">
        <pc:chgData name="ARUN KARTHIK ." userId="62a047ea-99a3-445a-a127-bd8840139939" providerId="ADAL" clId="{2300E771-4B7D-4D9C-ADED-A67A217ED3F2}" dt="2024-08-10T12:44:51.524" v="1472"/>
        <pc:sldMkLst>
          <pc:docMk/>
          <pc:sldMk cId="804197851" sldId="2147472408"/>
        </pc:sldMkLst>
      </pc:sldChg>
      <pc:sldChg chg="addSp delSp modSp new del mod modAnim">
        <pc:chgData name="ARUN KARTHIK ." userId="62a047ea-99a3-445a-a127-bd8840139939" providerId="ADAL" clId="{2300E771-4B7D-4D9C-ADED-A67A217ED3F2}" dt="2024-08-10T12:31:26.420" v="1387" actId="47"/>
        <pc:sldMkLst>
          <pc:docMk/>
          <pc:sldMk cId="2099800586" sldId="2147472409"/>
        </pc:sldMkLst>
      </pc:sldChg>
      <pc:sldChg chg="addSp delSp modSp new mod">
        <pc:chgData name="ARUN KARTHIK ." userId="62a047ea-99a3-445a-a127-bd8840139939" providerId="ADAL" clId="{2300E771-4B7D-4D9C-ADED-A67A217ED3F2}" dt="2024-08-10T12:43:58.689" v="1466"/>
        <pc:sldMkLst>
          <pc:docMk/>
          <pc:sldMk cId="2364980166" sldId="2147472409"/>
        </pc:sldMkLst>
      </pc:sldChg>
      <pc:sldChg chg="addSp delSp modSp new mod">
        <pc:chgData name="ARUN KARTHIK ." userId="62a047ea-99a3-445a-a127-bd8840139939" providerId="ADAL" clId="{2300E771-4B7D-4D9C-ADED-A67A217ED3F2}" dt="2024-08-10T12:44:51.524" v="1472"/>
        <pc:sldMkLst>
          <pc:docMk/>
          <pc:sldMk cId="2041477310" sldId="2147472410"/>
        </pc:sldMkLst>
      </pc:sldChg>
    </pc:docChg>
  </pc:docChgLst>
  <pc:docChgLst>
    <pc:chgData name="ARUN KARTHIK ." userId="62a047ea-99a3-445a-a127-bd8840139939" providerId="ADAL" clId="{79E7736C-4FFF-4C8C-B152-A19A57C5986D}"/>
    <pc:docChg chg="undo redo custSel addSld delSld modSld sldOrd">
      <pc:chgData name="ARUN KARTHIK ." userId="62a047ea-99a3-445a-a127-bd8840139939" providerId="ADAL" clId="{79E7736C-4FFF-4C8C-B152-A19A57C5986D}" dt="2025-03-06T06:22:30.373" v="703" actId="1076"/>
      <pc:docMkLst>
        <pc:docMk/>
      </pc:docMkLst>
      <pc:sldChg chg="modSp mod">
        <pc:chgData name="ARUN KARTHIK ." userId="62a047ea-99a3-445a-a127-bd8840139939" providerId="ADAL" clId="{79E7736C-4FFF-4C8C-B152-A19A57C5986D}" dt="2025-03-06T05:49:59.484" v="16" actId="20577"/>
        <pc:sldMkLst>
          <pc:docMk/>
          <pc:sldMk cId="2487991735" sldId="256"/>
        </pc:sldMkLst>
        <pc:spChg chg="mod">
          <ac:chgData name="ARUN KARTHIK ." userId="62a047ea-99a3-445a-a127-bd8840139939" providerId="ADAL" clId="{79E7736C-4FFF-4C8C-B152-A19A57C5986D}" dt="2025-03-06T05:49:56.870" v="14" actId="20577"/>
          <ac:spMkLst>
            <pc:docMk/>
            <pc:sldMk cId="2487991735" sldId="256"/>
            <ac:spMk id="2" creationId="{C66BF95F-ED5D-7D14-004F-BB3F773AACDB}"/>
          </ac:spMkLst>
        </pc:spChg>
        <pc:spChg chg="mod">
          <ac:chgData name="ARUN KARTHIK ." userId="62a047ea-99a3-445a-a127-bd8840139939" providerId="ADAL" clId="{79E7736C-4FFF-4C8C-B152-A19A57C5986D}" dt="2025-03-06T05:49:59.484" v="16" actId="20577"/>
          <ac:spMkLst>
            <pc:docMk/>
            <pc:sldMk cId="2487991735" sldId="256"/>
            <ac:spMk id="3" creationId="{E2E3432E-C589-ADB8-601E-60B423644398}"/>
          </ac:spMkLst>
        </pc:spChg>
      </pc:sldChg>
      <pc:sldChg chg="del">
        <pc:chgData name="ARUN KARTHIK ." userId="62a047ea-99a3-445a-a127-bd8840139939" providerId="ADAL" clId="{79E7736C-4FFF-4C8C-B152-A19A57C5986D}" dt="2025-03-06T05:50:08.292" v="17" actId="47"/>
        <pc:sldMkLst>
          <pc:docMk/>
          <pc:sldMk cId="0" sldId="257"/>
        </pc:sldMkLst>
      </pc:sldChg>
      <pc:sldChg chg="del">
        <pc:chgData name="ARUN KARTHIK ." userId="62a047ea-99a3-445a-a127-bd8840139939" providerId="ADAL" clId="{79E7736C-4FFF-4C8C-B152-A19A57C5986D}" dt="2025-03-06T05:50:08.292" v="17" actId="47"/>
        <pc:sldMkLst>
          <pc:docMk/>
          <pc:sldMk cId="0" sldId="258"/>
        </pc:sldMkLst>
      </pc:sldChg>
      <pc:sldChg chg="del">
        <pc:chgData name="ARUN KARTHIK ." userId="62a047ea-99a3-445a-a127-bd8840139939" providerId="ADAL" clId="{79E7736C-4FFF-4C8C-B152-A19A57C5986D}" dt="2025-03-06T05:50:08.292" v="17" actId="47"/>
        <pc:sldMkLst>
          <pc:docMk/>
          <pc:sldMk cId="0" sldId="259"/>
        </pc:sldMkLst>
      </pc:sldChg>
      <pc:sldChg chg="del">
        <pc:chgData name="ARUN KARTHIK ." userId="62a047ea-99a3-445a-a127-bd8840139939" providerId="ADAL" clId="{79E7736C-4FFF-4C8C-B152-A19A57C5986D}" dt="2025-03-06T05:50:08.292" v="17" actId="47"/>
        <pc:sldMkLst>
          <pc:docMk/>
          <pc:sldMk cId="0" sldId="260"/>
        </pc:sldMkLst>
      </pc:sldChg>
      <pc:sldChg chg="del">
        <pc:chgData name="ARUN KARTHIK ." userId="62a047ea-99a3-445a-a127-bd8840139939" providerId="ADAL" clId="{79E7736C-4FFF-4C8C-B152-A19A57C5986D}" dt="2025-03-06T05:50:08.292" v="17" actId="47"/>
        <pc:sldMkLst>
          <pc:docMk/>
          <pc:sldMk cId="0" sldId="261"/>
        </pc:sldMkLst>
      </pc:sldChg>
      <pc:sldChg chg="modSp mod">
        <pc:chgData name="ARUN KARTHIK ." userId="62a047ea-99a3-445a-a127-bd8840139939" providerId="ADAL" clId="{79E7736C-4FFF-4C8C-B152-A19A57C5986D}" dt="2025-03-06T06:11:42.616" v="500" actId="20577"/>
        <pc:sldMkLst>
          <pc:docMk/>
          <pc:sldMk cId="0" sldId="262"/>
        </pc:sldMkLst>
        <pc:spChg chg="mod">
          <ac:chgData name="ARUN KARTHIK ." userId="62a047ea-99a3-445a-a127-bd8840139939" providerId="ADAL" clId="{79E7736C-4FFF-4C8C-B152-A19A57C5986D}" dt="2025-03-06T05:51:23.964" v="48" actId="20577"/>
          <ac:spMkLst>
            <pc:docMk/>
            <pc:sldMk cId="0" sldId="262"/>
            <ac:spMk id="2" creationId="{00000000-0000-0000-0000-000000000000}"/>
          </ac:spMkLst>
        </pc:spChg>
        <pc:spChg chg="mod">
          <ac:chgData name="ARUN KARTHIK ." userId="62a047ea-99a3-445a-a127-bd8840139939" providerId="ADAL" clId="{79E7736C-4FFF-4C8C-B152-A19A57C5986D}" dt="2025-03-06T06:11:42.616" v="500" actId="20577"/>
          <ac:spMkLst>
            <pc:docMk/>
            <pc:sldMk cId="0" sldId="262"/>
            <ac:spMk id="3" creationId="{00000000-0000-0000-0000-000000000000}"/>
          </ac:spMkLst>
        </pc:spChg>
      </pc:sldChg>
      <pc:sldChg chg="addSp delSp modSp mod ord">
        <pc:chgData name="ARUN KARTHIK ." userId="62a047ea-99a3-445a-a127-bd8840139939" providerId="ADAL" clId="{79E7736C-4FFF-4C8C-B152-A19A57C5986D}" dt="2025-03-06T05:52:52.402" v="101"/>
        <pc:sldMkLst>
          <pc:docMk/>
          <pc:sldMk cId="0" sldId="394"/>
        </pc:sldMkLst>
        <pc:spChg chg="mod">
          <ac:chgData name="ARUN KARTHIK ." userId="62a047ea-99a3-445a-a127-bd8840139939" providerId="ADAL" clId="{79E7736C-4FFF-4C8C-B152-A19A57C5986D}" dt="2025-03-06T05:52:43.966" v="100"/>
          <ac:spMkLst>
            <pc:docMk/>
            <pc:sldMk cId="0" sldId="394"/>
            <ac:spMk id="2" creationId="{00000000-0000-0000-0000-000000000000}"/>
          </ac:spMkLst>
        </pc:spChg>
        <pc:spChg chg="add del mod">
          <ac:chgData name="ARUN KARTHIK ." userId="62a047ea-99a3-445a-a127-bd8840139939" providerId="ADAL" clId="{79E7736C-4FFF-4C8C-B152-A19A57C5986D}" dt="2025-03-06T05:52:52.402" v="101"/>
          <ac:spMkLst>
            <pc:docMk/>
            <pc:sldMk cId="0" sldId="394"/>
            <ac:spMk id="3" creationId="{00000000-0000-0000-0000-000000000000}"/>
          </ac:spMkLst>
        </pc:spChg>
        <pc:spChg chg="add del mod">
          <ac:chgData name="ARUN KARTHIK ." userId="62a047ea-99a3-445a-a127-bd8840139939" providerId="ADAL" clId="{79E7736C-4FFF-4C8C-B152-A19A57C5986D}" dt="2025-03-06T05:51:38.433" v="51" actId="478"/>
          <ac:spMkLst>
            <pc:docMk/>
            <pc:sldMk cId="0" sldId="394"/>
            <ac:spMk id="6" creationId="{AB56DC5E-5A20-82BA-7F2F-A10F5FB058C8}"/>
          </ac:spMkLst>
        </pc:spChg>
        <pc:picChg chg="add del">
          <ac:chgData name="ARUN KARTHIK ." userId="62a047ea-99a3-445a-a127-bd8840139939" providerId="ADAL" clId="{79E7736C-4FFF-4C8C-B152-A19A57C5986D}" dt="2025-03-06T05:51:40.327" v="52" actId="478"/>
          <ac:picMkLst>
            <pc:docMk/>
            <pc:sldMk cId="0" sldId="394"/>
            <ac:picMk id="5" creationId="{F768F688-8C7E-3D67-57AA-41BBBAE07456}"/>
          </ac:picMkLst>
        </pc:picChg>
      </pc:sldChg>
      <pc:sldChg chg="modSp add del mod">
        <pc:chgData name="ARUN KARTHIK ." userId="62a047ea-99a3-445a-a127-bd8840139939" providerId="ADAL" clId="{79E7736C-4FFF-4C8C-B152-A19A57C5986D}" dt="2025-03-06T05:52:33.960" v="95" actId="47"/>
        <pc:sldMkLst>
          <pc:docMk/>
          <pc:sldMk cId="1434909737" sldId="395"/>
        </pc:sldMkLst>
        <pc:spChg chg="mod">
          <ac:chgData name="ARUN KARTHIK ." userId="62a047ea-99a3-445a-a127-bd8840139939" providerId="ADAL" clId="{79E7736C-4FFF-4C8C-B152-A19A57C5986D}" dt="2025-03-06T05:52:30.905" v="93" actId="20577"/>
          <ac:spMkLst>
            <pc:docMk/>
            <pc:sldMk cId="1434909737" sldId="395"/>
            <ac:spMk id="2" creationId="{5B36D825-79BA-FBA8-B6D7-26ACFC06950C}"/>
          </ac:spMkLst>
        </pc:spChg>
      </pc:sldChg>
      <pc:sldChg chg="del">
        <pc:chgData name="ARUN KARTHIK ." userId="62a047ea-99a3-445a-a127-bd8840139939" providerId="ADAL" clId="{79E7736C-4FFF-4C8C-B152-A19A57C5986D}" dt="2025-03-06T05:50:08.292" v="17" actId="47"/>
        <pc:sldMkLst>
          <pc:docMk/>
          <pc:sldMk cId="2599853175" sldId="395"/>
        </pc:sldMkLst>
      </pc:sldChg>
      <pc:sldChg chg="addSp modSp add mod">
        <pc:chgData name="ARUN KARTHIK ." userId="62a047ea-99a3-445a-a127-bd8840139939" providerId="ADAL" clId="{79E7736C-4FFF-4C8C-B152-A19A57C5986D}" dt="2025-03-06T05:54:24.141" v="141" actId="1076"/>
        <pc:sldMkLst>
          <pc:docMk/>
          <pc:sldMk cId="772552657" sldId="396"/>
        </pc:sldMkLst>
        <pc:spChg chg="mod">
          <ac:chgData name="ARUN KARTHIK ." userId="62a047ea-99a3-445a-a127-bd8840139939" providerId="ADAL" clId="{79E7736C-4FFF-4C8C-B152-A19A57C5986D}" dt="2025-03-06T05:52:59.098" v="104"/>
          <ac:spMkLst>
            <pc:docMk/>
            <pc:sldMk cId="772552657" sldId="396"/>
            <ac:spMk id="2" creationId="{D4189411-1414-5343-B2B8-70E2E709F6EE}"/>
          </ac:spMkLst>
        </pc:spChg>
        <pc:spChg chg="mod">
          <ac:chgData name="ARUN KARTHIK ." userId="62a047ea-99a3-445a-a127-bd8840139939" providerId="ADAL" clId="{79E7736C-4FFF-4C8C-B152-A19A57C5986D}" dt="2025-03-06T05:54:14.887" v="137" actId="20577"/>
          <ac:spMkLst>
            <pc:docMk/>
            <pc:sldMk cId="772552657" sldId="396"/>
            <ac:spMk id="3" creationId="{DB4FD1C5-555D-6569-11A5-39408E2330B8}"/>
          </ac:spMkLst>
        </pc:spChg>
        <pc:spChg chg="add mod">
          <ac:chgData name="ARUN KARTHIK ." userId="62a047ea-99a3-445a-a127-bd8840139939" providerId="ADAL" clId="{79E7736C-4FFF-4C8C-B152-A19A57C5986D}" dt="2025-03-06T05:54:13.339" v="136" actId="1076"/>
          <ac:spMkLst>
            <pc:docMk/>
            <pc:sldMk cId="772552657" sldId="396"/>
            <ac:spMk id="5" creationId="{C4950402-028B-8EB7-1F56-8346D7065C1D}"/>
          </ac:spMkLst>
        </pc:spChg>
        <pc:spChg chg="add">
          <ac:chgData name="ARUN KARTHIK ." userId="62a047ea-99a3-445a-a127-bd8840139939" providerId="ADAL" clId="{79E7736C-4FFF-4C8C-B152-A19A57C5986D}" dt="2025-03-06T05:53:25.058" v="110"/>
          <ac:spMkLst>
            <pc:docMk/>
            <pc:sldMk cId="772552657" sldId="396"/>
            <ac:spMk id="6" creationId="{C9D5F7F3-3920-296B-D79C-375E888E6EC2}"/>
          </ac:spMkLst>
        </pc:spChg>
        <pc:spChg chg="add">
          <ac:chgData name="ARUN KARTHIK ." userId="62a047ea-99a3-445a-a127-bd8840139939" providerId="ADAL" clId="{79E7736C-4FFF-4C8C-B152-A19A57C5986D}" dt="2025-03-06T05:53:29.166" v="118"/>
          <ac:spMkLst>
            <pc:docMk/>
            <pc:sldMk cId="772552657" sldId="396"/>
            <ac:spMk id="7" creationId="{BC0CC256-88F3-5DE7-88FA-CB6886902BBD}"/>
          </ac:spMkLst>
        </pc:spChg>
        <pc:spChg chg="add">
          <ac:chgData name="ARUN KARTHIK ." userId="62a047ea-99a3-445a-a127-bd8840139939" providerId="ADAL" clId="{79E7736C-4FFF-4C8C-B152-A19A57C5986D}" dt="2025-03-06T05:53:34.092" v="119"/>
          <ac:spMkLst>
            <pc:docMk/>
            <pc:sldMk cId="772552657" sldId="396"/>
            <ac:spMk id="8" creationId="{CAA37EBF-626B-43AA-CBBC-5518BE0B3F37}"/>
          </ac:spMkLst>
        </pc:spChg>
        <pc:spChg chg="add mod">
          <ac:chgData name="ARUN KARTHIK ." userId="62a047ea-99a3-445a-a127-bd8840139939" providerId="ADAL" clId="{79E7736C-4FFF-4C8C-B152-A19A57C5986D}" dt="2025-03-06T05:54:24.141" v="141" actId="1076"/>
          <ac:spMkLst>
            <pc:docMk/>
            <pc:sldMk cId="772552657" sldId="396"/>
            <ac:spMk id="10" creationId="{82408B89-75A3-BD68-3207-94C628837D35}"/>
          </ac:spMkLst>
        </pc:spChg>
        <pc:spChg chg="add">
          <ac:chgData name="ARUN KARTHIK ." userId="62a047ea-99a3-445a-a127-bd8840139939" providerId="ADAL" clId="{79E7736C-4FFF-4C8C-B152-A19A57C5986D}" dt="2025-03-06T05:53:48.701" v="125"/>
          <ac:spMkLst>
            <pc:docMk/>
            <pc:sldMk cId="772552657" sldId="396"/>
            <ac:spMk id="11" creationId="{70D7B513-AAEE-B7EB-E9AF-8DAF757FA362}"/>
          </ac:spMkLst>
        </pc:spChg>
        <pc:spChg chg="add">
          <ac:chgData name="ARUN KARTHIK ." userId="62a047ea-99a3-445a-a127-bd8840139939" providerId="ADAL" clId="{79E7736C-4FFF-4C8C-B152-A19A57C5986D}" dt="2025-03-06T05:53:53.290" v="128"/>
          <ac:spMkLst>
            <pc:docMk/>
            <pc:sldMk cId="772552657" sldId="396"/>
            <ac:spMk id="12" creationId="{E9E6B059-893A-BC96-94EC-8A58973C3BAF}"/>
          </ac:spMkLst>
        </pc:spChg>
        <pc:spChg chg="add">
          <ac:chgData name="ARUN KARTHIK ." userId="62a047ea-99a3-445a-a127-bd8840139939" providerId="ADAL" clId="{79E7736C-4FFF-4C8C-B152-A19A57C5986D}" dt="2025-03-06T05:53:56.384" v="129"/>
          <ac:spMkLst>
            <pc:docMk/>
            <pc:sldMk cId="772552657" sldId="396"/>
            <ac:spMk id="13" creationId="{8B901D81-FA03-C9B2-D82C-EB15A971C446}"/>
          </ac:spMkLst>
        </pc:spChg>
        <pc:spChg chg="add mod">
          <ac:chgData name="ARUN KARTHIK ." userId="62a047ea-99a3-445a-a127-bd8840139939" providerId="ADAL" clId="{79E7736C-4FFF-4C8C-B152-A19A57C5986D}" dt="2025-03-06T05:54:24.141" v="141" actId="1076"/>
          <ac:spMkLst>
            <pc:docMk/>
            <pc:sldMk cId="772552657" sldId="396"/>
            <ac:spMk id="15" creationId="{EFA4D8A5-49E8-802B-9583-B687ED58D44E}"/>
          </ac:spMkLst>
        </pc:spChg>
        <pc:picChg chg="add mod">
          <ac:chgData name="ARUN KARTHIK ." userId="62a047ea-99a3-445a-a127-bd8840139939" providerId="ADAL" clId="{79E7736C-4FFF-4C8C-B152-A19A57C5986D}" dt="2025-03-06T05:54:13.339" v="136" actId="1076"/>
          <ac:picMkLst>
            <pc:docMk/>
            <pc:sldMk cId="772552657" sldId="396"/>
            <ac:picMk id="1026" creationId="{2A42E760-D3EB-4FFD-057E-A4DFC2E4A335}"/>
          </ac:picMkLst>
        </pc:picChg>
      </pc:sldChg>
      <pc:sldChg chg="del">
        <pc:chgData name="ARUN KARTHIK ." userId="62a047ea-99a3-445a-a127-bd8840139939" providerId="ADAL" clId="{79E7736C-4FFF-4C8C-B152-A19A57C5986D}" dt="2025-03-06T05:50:08.292" v="17" actId="47"/>
        <pc:sldMkLst>
          <pc:docMk/>
          <pc:sldMk cId="3735820691" sldId="396"/>
        </pc:sldMkLst>
      </pc:sldChg>
      <pc:sldChg chg="del">
        <pc:chgData name="ARUN KARTHIK ." userId="62a047ea-99a3-445a-a127-bd8840139939" providerId="ADAL" clId="{79E7736C-4FFF-4C8C-B152-A19A57C5986D}" dt="2025-03-06T05:50:08.292" v="17" actId="47"/>
        <pc:sldMkLst>
          <pc:docMk/>
          <pc:sldMk cId="644041959" sldId="397"/>
        </pc:sldMkLst>
      </pc:sldChg>
      <pc:sldChg chg="addSp delSp modSp add mod">
        <pc:chgData name="ARUN KARTHIK ." userId="62a047ea-99a3-445a-a127-bd8840139939" providerId="ADAL" clId="{79E7736C-4FFF-4C8C-B152-A19A57C5986D}" dt="2025-03-06T05:56:34.546" v="181" actId="1076"/>
        <pc:sldMkLst>
          <pc:docMk/>
          <pc:sldMk cId="692834707" sldId="397"/>
        </pc:sldMkLst>
        <pc:spChg chg="mod">
          <ac:chgData name="ARUN KARTHIK ." userId="62a047ea-99a3-445a-a127-bd8840139939" providerId="ADAL" clId="{79E7736C-4FFF-4C8C-B152-A19A57C5986D}" dt="2025-03-06T05:56:11.094" v="165" actId="14100"/>
          <ac:spMkLst>
            <pc:docMk/>
            <pc:sldMk cId="692834707" sldId="397"/>
            <ac:spMk id="2" creationId="{3E7F17F6-0817-CFC5-9A86-0E46B6122836}"/>
          </ac:spMkLst>
        </pc:spChg>
        <pc:spChg chg="mod">
          <ac:chgData name="ARUN KARTHIK ." userId="62a047ea-99a3-445a-a127-bd8840139939" providerId="ADAL" clId="{79E7736C-4FFF-4C8C-B152-A19A57C5986D}" dt="2025-03-06T05:56:14.511" v="168" actId="6549"/>
          <ac:spMkLst>
            <pc:docMk/>
            <pc:sldMk cId="692834707" sldId="397"/>
            <ac:spMk id="3" creationId="{BCF9389B-9D47-7566-7DB4-ECF8A3F931E8}"/>
          </ac:spMkLst>
        </pc:spChg>
        <pc:spChg chg="add">
          <ac:chgData name="ARUN KARTHIK ." userId="62a047ea-99a3-445a-a127-bd8840139939" providerId="ADAL" clId="{79E7736C-4FFF-4C8C-B152-A19A57C5986D}" dt="2025-03-06T05:54:45.253" v="149"/>
          <ac:spMkLst>
            <pc:docMk/>
            <pc:sldMk cId="692834707" sldId="397"/>
            <ac:spMk id="4" creationId="{5AB8D4FA-31EB-8A46-D84F-F5A8FFA4ED43}"/>
          </ac:spMkLst>
        </pc:spChg>
        <pc:spChg chg="del">
          <ac:chgData name="ARUN KARTHIK ." userId="62a047ea-99a3-445a-a127-bd8840139939" providerId="ADAL" clId="{79E7736C-4FFF-4C8C-B152-A19A57C5986D}" dt="2025-03-06T05:55:49.598" v="159" actId="478"/>
          <ac:spMkLst>
            <pc:docMk/>
            <pc:sldMk cId="692834707" sldId="397"/>
            <ac:spMk id="5" creationId="{C30EAB2E-1481-D6E2-D5FC-9E84C6E90AE2}"/>
          </ac:spMkLst>
        </pc:spChg>
        <pc:spChg chg="mod">
          <ac:chgData name="ARUN KARTHIK ." userId="62a047ea-99a3-445a-a127-bd8840139939" providerId="ADAL" clId="{79E7736C-4FFF-4C8C-B152-A19A57C5986D}" dt="2025-03-06T05:56:18.422" v="169" actId="1076"/>
          <ac:spMkLst>
            <pc:docMk/>
            <pc:sldMk cId="692834707" sldId="397"/>
            <ac:spMk id="10" creationId="{9E1EA886-DBB9-2EFF-FB47-C255D3C63C44}"/>
          </ac:spMkLst>
        </pc:spChg>
        <pc:spChg chg="del">
          <ac:chgData name="ARUN KARTHIK ." userId="62a047ea-99a3-445a-a127-bd8840139939" providerId="ADAL" clId="{79E7736C-4FFF-4C8C-B152-A19A57C5986D}" dt="2025-03-06T05:54:50.711" v="152" actId="478"/>
          <ac:spMkLst>
            <pc:docMk/>
            <pc:sldMk cId="692834707" sldId="397"/>
            <ac:spMk id="15" creationId="{0AFBE72E-A1A5-43A8-A0CA-2767E7A35AEF}"/>
          </ac:spMkLst>
        </pc:spChg>
        <pc:picChg chg="add mod">
          <ac:chgData name="ARUN KARTHIK ." userId="62a047ea-99a3-445a-a127-bd8840139939" providerId="ADAL" clId="{79E7736C-4FFF-4C8C-B152-A19A57C5986D}" dt="2025-03-06T05:56:28.200" v="176" actId="1076"/>
          <ac:picMkLst>
            <pc:docMk/>
            <pc:sldMk cId="692834707" sldId="397"/>
            <ac:picMk id="7" creationId="{E4952EDC-19D3-916A-B115-5C527B85FB62}"/>
          </ac:picMkLst>
        </pc:picChg>
        <pc:picChg chg="del">
          <ac:chgData name="ARUN KARTHIK ." userId="62a047ea-99a3-445a-a127-bd8840139939" providerId="ADAL" clId="{79E7736C-4FFF-4C8C-B152-A19A57C5986D}" dt="2025-03-06T05:55:49.598" v="159" actId="478"/>
          <ac:picMkLst>
            <pc:docMk/>
            <pc:sldMk cId="692834707" sldId="397"/>
            <ac:picMk id="1026" creationId="{18F30DCF-03EA-C999-4D75-0C2EBD07C6CE}"/>
          </ac:picMkLst>
        </pc:picChg>
        <pc:picChg chg="add mod">
          <ac:chgData name="ARUN KARTHIK ." userId="62a047ea-99a3-445a-a127-bd8840139939" providerId="ADAL" clId="{79E7736C-4FFF-4C8C-B152-A19A57C5986D}" dt="2025-03-06T05:56:34.546" v="181" actId="1076"/>
          <ac:picMkLst>
            <pc:docMk/>
            <pc:sldMk cId="692834707" sldId="397"/>
            <ac:picMk id="2051" creationId="{0DF218D3-2B37-220F-D4B4-80C1111312C6}"/>
          </ac:picMkLst>
        </pc:picChg>
      </pc:sldChg>
      <pc:sldChg chg="addSp delSp modSp add mod">
        <pc:chgData name="ARUN KARTHIK ." userId="62a047ea-99a3-445a-a127-bd8840139939" providerId="ADAL" clId="{79E7736C-4FFF-4C8C-B152-A19A57C5986D}" dt="2025-03-06T05:57:34.278" v="200" actId="1076"/>
        <pc:sldMkLst>
          <pc:docMk/>
          <pc:sldMk cId="1482198516" sldId="398"/>
        </pc:sldMkLst>
        <pc:spChg chg="mod">
          <ac:chgData name="ARUN KARTHIK ." userId="62a047ea-99a3-445a-a127-bd8840139939" providerId="ADAL" clId="{79E7736C-4FFF-4C8C-B152-A19A57C5986D}" dt="2025-03-06T05:56:54.969" v="185" actId="20577"/>
          <ac:spMkLst>
            <pc:docMk/>
            <pc:sldMk cId="1482198516" sldId="398"/>
            <ac:spMk id="2" creationId="{E9BC2400-AF23-4D9A-126E-60B77535FED3}"/>
          </ac:spMkLst>
        </pc:spChg>
        <pc:spChg chg="mod">
          <ac:chgData name="ARUN KARTHIK ." userId="62a047ea-99a3-445a-a127-bd8840139939" providerId="ADAL" clId="{79E7736C-4FFF-4C8C-B152-A19A57C5986D}" dt="2025-03-06T05:57:01.825" v="188"/>
          <ac:spMkLst>
            <pc:docMk/>
            <pc:sldMk cId="1482198516" sldId="398"/>
            <ac:spMk id="3" creationId="{95620604-5288-4EAC-8F11-6DA01292CFD6}"/>
          </ac:spMkLst>
        </pc:spChg>
        <pc:spChg chg="add">
          <ac:chgData name="ARUN KARTHIK ." userId="62a047ea-99a3-445a-a127-bd8840139939" providerId="ADAL" clId="{79E7736C-4FFF-4C8C-B152-A19A57C5986D}" dt="2025-03-06T05:56:44.049" v="183"/>
          <ac:spMkLst>
            <pc:docMk/>
            <pc:sldMk cId="1482198516" sldId="398"/>
            <ac:spMk id="4" creationId="{64D2BBB8-72AE-8ED2-7FB3-C5F6C07DFB0C}"/>
          </ac:spMkLst>
        </pc:spChg>
        <pc:spChg chg="add">
          <ac:chgData name="ARUN KARTHIK ." userId="62a047ea-99a3-445a-a127-bd8840139939" providerId="ADAL" clId="{79E7736C-4FFF-4C8C-B152-A19A57C5986D}" dt="2025-03-06T05:56:59.765" v="186"/>
          <ac:spMkLst>
            <pc:docMk/>
            <pc:sldMk cId="1482198516" sldId="398"/>
            <ac:spMk id="5" creationId="{446A5D0B-9B8F-54A3-6DDC-F523019013AD}"/>
          </ac:spMkLst>
        </pc:spChg>
        <pc:spChg chg="add">
          <ac:chgData name="ARUN KARTHIK ." userId="62a047ea-99a3-445a-a127-bd8840139939" providerId="ADAL" clId="{79E7736C-4FFF-4C8C-B152-A19A57C5986D}" dt="2025-03-06T05:57:15.461" v="193"/>
          <ac:spMkLst>
            <pc:docMk/>
            <pc:sldMk cId="1482198516" sldId="398"/>
            <ac:spMk id="6" creationId="{0440A471-1274-708A-CE35-AADC7CA211E3}"/>
          </ac:spMkLst>
        </pc:spChg>
        <pc:spChg chg="add mod">
          <ac:chgData name="ARUN KARTHIK ." userId="62a047ea-99a3-445a-a127-bd8840139939" providerId="ADAL" clId="{79E7736C-4FFF-4C8C-B152-A19A57C5986D}" dt="2025-03-06T05:57:20.051" v="196" actId="1076"/>
          <ac:spMkLst>
            <pc:docMk/>
            <pc:sldMk cId="1482198516" sldId="398"/>
            <ac:spMk id="9" creationId="{AA663F9C-6361-2386-6CD0-5058CE039C49}"/>
          </ac:spMkLst>
        </pc:spChg>
        <pc:spChg chg="del">
          <ac:chgData name="ARUN KARTHIK ." userId="62a047ea-99a3-445a-a127-bd8840139939" providerId="ADAL" clId="{79E7736C-4FFF-4C8C-B152-A19A57C5986D}" dt="2025-03-06T05:57:04.520" v="189" actId="478"/>
          <ac:spMkLst>
            <pc:docMk/>
            <pc:sldMk cId="1482198516" sldId="398"/>
            <ac:spMk id="10" creationId="{34A35BCA-8798-6912-375A-DBF9C2774FA7}"/>
          </ac:spMkLst>
        </pc:spChg>
        <pc:spChg chg="add mod">
          <ac:chgData name="ARUN KARTHIK ." userId="62a047ea-99a3-445a-a127-bd8840139939" providerId="ADAL" clId="{79E7736C-4FFF-4C8C-B152-A19A57C5986D}" dt="2025-03-06T05:57:34.278" v="200" actId="1076"/>
          <ac:spMkLst>
            <pc:docMk/>
            <pc:sldMk cId="1482198516" sldId="398"/>
            <ac:spMk id="12" creationId="{59FEBF51-B4BF-CC4C-7808-35A542069808}"/>
          </ac:spMkLst>
        </pc:spChg>
        <pc:picChg chg="del">
          <ac:chgData name="ARUN KARTHIK ." userId="62a047ea-99a3-445a-a127-bd8840139939" providerId="ADAL" clId="{79E7736C-4FFF-4C8C-B152-A19A57C5986D}" dt="2025-03-06T05:57:06.330" v="190" actId="478"/>
          <ac:picMkLst>
            <pc:docMk/>
            <pc:sldMk cId="1482198516" sldId="398"/>
            <ac:picMk id="7" creationId="{59ED23E4-10A2-A9F1-A34F-442B5E954AAD}"/>
          </ac:picMkLst>
        </pc:picChg>
        <pc:picChg chg="del">
          <ac:chgData name="ARUN KARTHIK ." userId="62a047ea-99a3-445a-a127-bd8840139939" providerId="ADAL" clId="{79E7736C-4FFF-4C8C-B152-A19A57C5986D}" dt="2025-03-06T05:57:06.330" v="190" actId="478"/>
          <ac:picMkLst>
            <pc:docMk/>
            <pc:sldMk cId="1482198516" sldId="398"/>
            <ac:picMk id="2051" creationId="{5A2A9E07-361B-7D2B-E4BE-A13DEBE74C80}"/>
          </ac:picMkLst>
        </pc:picChg>
        <pc:picChg chg="add">
          <ac:chgData name="ARUN KARTHIK ." userId="62a047ea-99a3-445a-a127-bd8840139939" providerId="ADAL" clId="{79E7736C-4FFF-4C8C-B152-A19A57C5986D}" dt="2025-03-06T05:56:44.049" v="183"/>
          <ac:picMkLst>
            <pc:docMk/>
            <pc:sldMk cId="1482198516" sldId="398"/>
            <ac:picMk id="3074" creationId="{9C137A6C-3FE1-A6AB-D602-13CDF1C07E22}"/>
          </ac:picMkLst>
        </pc:picChg>
        <pc:picChg chg="add mod">
          <ac:chgData name="ARUN KARTHIK ." userId="62a047ea-99a3-445a-a127-bd8840139939" providerId="ADAL" clId="{79E7736C-4FFF-4C8C-B152-A19A57C5986D}" dt="2025-03-06T05:57:12.033" v="192" actId="1076"/>
          <ac:picMkLst>
            <pc:docMk/>
            <pc:sldMk cId="1482198516" sldId="398"/>
            <ac:picMk id="3077" creationId="{8972AF60-D055-9D52-FC30-B8FFD2FBE484}"/>
          </ac:picMkLst>
        </pc:picChg>
      </pc:sldChg>
      <pc:sldChg chg="del">
        <pc:chgData name="ARUN KARTHIK ." userId="62a047ea-99a3-445a-a127-bd8840139939" providerId="ADAL" clId="{79E7736C-4FFF-4C8C-B152-A19A57C5986D}" dt="2025-03-06T05:50:08.292" v="17" actId="47"/>
        <pc:sldMkLst>
          <pc:docMk/>
          <pc:sldMk cId="2064150935" sldId="398"/>
        </pc:sldMkLst>
      </pc:sldChg>
      <pc:sldChg chg="del">
        <pc:chgData name="ARUN KARTHIK ." userId="62a047ea-99a3-445a-a127-bd8840139939" providerId="ADAL" clId="{79E7736C-4FFF-4C8C-B152-A19A57C5986D}" dt="2025-03-06T05:50:08.292" v="17" actId="47"/>
        <pc:sldMkLst>
          <pc:docMk/>
          <pc:sldMk cId="519536905" sldId="399"/>
        </pc:sldMkLst>
      </pc:sldChg>
      <pc:sldChg chg="addSp delSp modSp add mod">
        <pc:chgData name="ARUN KARTHIK ." userId="62a047ea-99a3-445a-a127-bd8840139939" providerId="ADAL" clId="{79E7736C-4FFF-4C8C-B152-A19A57C5986D}" dt="2025-03-06T05:59:03.961" v="239" actId="13926"/>
        <pc:sldMkLst>
          <pc:docMk/>
          <pc:sldMk cId="2244477818" sldId="399"/>
        </pc:sldMkLst>
        <pc:spChg chg="mod">
          <ac:chgData name="ARUN KARTHIK ." userId="62a047ea-99a3-445a-a127-bd8840139939" providerId="ADAL" clId="{79E7736C-4FFF-4C8C-B152-A19A57C5986D}" dt="2025-03-06T05:57:46.976" v="203" actId="20577"/>
          <ac:spMkLst>
            <pc:docMk/>
            <pc:sldMk cId="2244477818" sldId="399"/>
            <ac:spMk id="2" creationId="{B42FC2BB-4370-CC6B-B6BD-662CC6ACD733}"/>
          </ac:spMkLst>
        </pc:spChg>
        <pc:spChg chg="mod">
          <ac:chgData name="ARUN KARTHIK ." userId="62a047ea-99a3-445a-a127-bd8840139939" providerId="ADAL" clId="{79E7736C-4FFF-4C8C-B152-A19A57C5986D}" dt="2025-03-06T05:58:08.757" v="221" actId="20577"/>
          <ac:spMkLst>
            <pc:docMk/>
            <pc:sldMk cId="2244477818" sldId="399"/>
            <ac:spMk id="3" creationId="{07BBF26F-E7BF-99F3-9D24-FD5A95574343}"/>
          </ac:spMkLst>
        </pc:spChg>
        <pc:spChg chg="add">
          <ac:chgData name="ARUN KARTHIK ." userId="62a047ea-99a3-445a-a127-bd8840139939" providerId="ADAL" clId="{79E7736C-4FFF-4C8C-B152-A19A57C5986D}" dt="2025-03-06T05:57:51.376" v="204"/>
          <ac:spMkLst>
            <pc:docMk/>
            <pc:sldMk cId="2244477818" sldId="399"/>
            <ac:spMk id="4" creationId="{5F589EFD-150E-4F5F-F781-1D5F074ABD32}"/>
          </ac:spMkLst>
        </pc:spChg>
        <pc:spChg chg="add">
          <ac:chgData name="ARUN KARTHIK ." userId="62a047ea-99a3-445a-a127-bd8840139939" providerId="ADAL" clId="{79E7736C-4FFF-4C8C-B152-A19A57C5986D}" dt="2025-03-06T05:57:59.557" v="207"/>
          <ac:spMkLst>
            <pc:docMk/>
            <pc:sldMk cId="2244477818" sldId="399"/>
            <ac:spMk id="5" creationId="{FA628069-1389-E9EB-F688-5E42E1A54700}"/>
          </ac:spMkLst>
        </pc:spChg>
        <pc:spChg chg="add">
          <ac:chgData name="ARUN KARTHIK ." userId="62a047ea-99a3-445a-a127-bd8840139939" providerId="ADAL" clId="{79E7736C-4FFF-4C8C-B152-A19A57C5986D}" dt="2025-03-06T05:57:59.557" v="207"/>
          <ac:spMkLst>
            <pc:docMk/>
            <pc:sldMk cId="2244477818" sldId="399"/>
            <ac:spMk id="6" creationId="{BEF86B1E-5104-C6EF-BD6F-F23CCDCFD7BD}"/>
          </ac:spMkLst>
        </pc:spChg>
        <pc:spChg chg="add mod">
          <ac:chgData name="ARUN KARTHIK ." userId="62a047ea-99a3-445a-a127-bd8840139939" providerId="ADAL" clId="{79E7736C-4FFF-4C8C-B152-A19A57C5986D}" dt="2025-03-06T05:58:48.487" v="234" actId="2711"/>
          <ac:spMkLst>
            <pc:docMk/>
            <pc:sldMk cId="2244477818" sldId="399"/>
            <ac:spMk id="8" creationId="{4FAB84CF-A991-264C-3133-3D120FD0F8EE}"/>
          </ac:spMkLst>
        </pc:spChg>
        <pc:spChg chg="del">
          <ac:chgData name="ARUN KARTHIK ." userId="62a047ea-99a3-445a-a127-bd8840139939" providerId="ADAL" clId="{79E7736C-4FFF-4C8C-B152-A19A57C5986D}" dt="2025-03-06T05:58:18.818" v="223" actId="478"/>
          <ac:spMkLst>
            <pc:docMk/>
            <pc:sldMk cId="2244477818" sldId="399"/>
            <ac:spMk id="9" creationId="{8FF7FBBE-7057-CDA8-E077-AF2031A47FEF}"/>
          </ac:spMkLst>
        </pc:spChg>
        <pc:spChg chg="add">
          <ac:chgData name="ARUN KARTHIK ." userId="62a047ea-99a3-445a-a127-bd8840139939" providerId="ADAL" clId="{79E7736C-4FFF-4C8C-B152-A19A57C5986D}" dt="2025-03-06T05:58:35.981" v="230"/>
          <ac:spMkLst>
            <pc:docMk/>
            <pc:sldMk cId="2244477818" sldId="399"/>
            <ac:spMk id="10" creationId="{6AA7C062-FD7C-3B84-6C81-466B755DE3B0}"/>
          </ac:spMkLst>
        </pc:spChg>
        <pc:spChg chg="del">
          <ac:chgData name="ARUN KARTHIK ." userId="62a047ea-99a3-445a-a127-bd8840139939" providerId="ADAL" clId="{79E7736C-4FFF-4C8C-B152-A19A57C5986D}" dt="2025-03-06T05:58:16.537" v="222" actId="478"/>
          <ac:spMkLst>
            <pc:docMk/>
            <pc:sldMk cId="2244477818" sldId="399"/>
            <ac:spMk id="12" creationId="{119D6152-C6EF-EC06-8E4E-5E385EACDAA6}"/>
          </ac:spMkLst>
        </pc:spChg>
        <pc:spChg chg="add mod">
          <ac:chgData name="ARUN KARTHIK ." userId="62a047ea-99a3-445a-a127-bd8840139939" providerId="ADAL" clId="{79E7736C-4FFF-4C8C-B152-A19A57C5986D}" dt="2025-03-06T05:58:41.535" v="233" actId="1076"/>
          <ac:spMkLst>
            <pc:docMk/>
            <pc:sldMk cId="2244477818" sldId="399"/>
            <ac:spMk id="13" creationId="{CFC7AFCB-89B0-B7BB-0B71-1B3F14694360}"/>
          </ac:spMkLst>
        </pc:spChg>
        <pc:spChg chg="add">
          <ac:chgData name="ARUN KARTHIK ." userId="62a047ea-99a3-445a-a127-bd8840139939" providerId="ADAL" clId="{79E7736C-4FFF-4C8C-B152-A19A57C5986D}" dt="2025-03-06T05:58:56.268" v="235"/>
          <ac:spMkLst>
            <pc:docMk/>
            <pc:sldMk cId="2244477818" sldId="399"/>
            <ac:spMk id="14" creationId="{9415A461-4A51-7CF9-9D7A-E890A15C4876}"/>
          </ac:spMkLst>
        </pc:spChg>
        <pc:spChg chg="add mod">
          <ac:chgData name="ARUN KARTHIK ." userId="62a047ea-99a3-445a-a127-bd8840139939" providerId="ADAL" clId="{79E7736C-4FFF-4C8C-B152-A19A57C5986D}" dt="2025-03-06T05:59:03.961" v="239" actId="13926"/>
          <ac:spMkLst>
            <pc:docMk/>
            <pc:sldMk cId="2244477818" sldId="399"/>
            <ac:spMk id="16" creationId="{8A3891A7-35F7-F3C1-474B-C9BE1114A1A0}"/>
          </ac:spMkLst>
        </pc:spChg>
        <pc:picChg chg="del">
          <ac:chgData name="ARUN KARTHIK ." userId="62a047ea-99a3-445a-a127-bd8840139939" providerId="ADAL" clId="{79E7736C-4FFF-4C8C-B152-A19A57C5986D}" dt="2025-03-06T05:58:16.537" v="222" actId="478"/>
          <ac:picMkLst>
            <pc:docMk/>
            <pc:sldMk cId="2244477818" sldId="399"/>
            <ac:picMk id="3077" creationId="{DBA922F6-CDCA-5243-47D9-0073386B7EDE}"/>
          </ac:picMkLst>
        </pc:picChg>
      </pc:sldChg>
      <pc:sldChg chg="del">
        <pc:chgData name="ARUN KARTHIK ." userId="62a047ea-99a3-445a-a127-bd8840139939" providerId="ADAL" clId="{79E7736C-4FFF-4C8C-B152-A19A57C5986D}" dt="2025-03-06T05:50:08.292" v="17" actId="47"/>
        <pc:sldMkLst>
          <pc:docMk/>
          <pc:sldMk cId="988475666" sldId="400"/>
        </pc:sldMkLst>
      </pc:sldChg>
      <pc:sldChg chg="addSp delSp modSp add mod">
        <pc:chgData name="ARUN KARTHIK ." userId="62a047ea-99a3-445a-a127-bd8840139939" providerId="ADAL" clId="{79E7736C-4FFF-4C8C-B152-A19A57C5986D}" dt="2025-03-06T06:00:58.405" v="280" actId="13926"/>
        <pc:sldMkLst>
          <pc:docMk/>
          <pc:sldMk cId="4292651392" sldId="400"/>
        </pc:sldMkLst>
        <pc:spChg chg="mod">
          <ac:chgData name="ARUN KARTHIK ." userId="62a047ea-99a3-445a-a127-bd8840139939" providerId="ADAL" clId="{79E7736C-4FFF-4C8C-B152-A19A57C5986D}" dt="2025-03-06T05:59:36.838" v="249" actId="20577"/>
          <ac:spMkLst>
            <pc:docMk/>
            <pc:sldMk cId="4292651392" sldId="400"/>
            <ac:spMk id="2" creationId="{1FBAFE4C-A773-EAD0-FEA9-AC7A9B76FBD2}"/>
          </ac:spMkLst>
        </pc:spChg>
        <pc:spChg chg="mod">
          <ac:chgData name="ARUN KARTHIK ." userId="62a047ea-99a3-445a-a127-bd8840139939" providerId="ADAL" clId="{79E7736C-4FFF-4C8C-B152-A19A57C5986D}" dt="2025-03-06T05:59:59.516" v="258" actId="20577"/>
          <ac:spMkLst>
            <pc:docMk/>
            <pc:sldMk cId="4292651392" sldId="400"/>
            <ac:spMk id="3" creationId="{2444BFF8-F354-DF27-ABEE-8FB371DF97E4}"/>
          </ac:spMkLst>
        </pc:spChg>
        <pc:spChg chg="add del">
          <ac:chgData name="ARUN KARTHIK ." userId="62a047ea-99a3-445a-a127-bd8840139939" providerId="ADAL" clId="{79E7736C-4FFF-4C8C-B152-A19A57C5986D}" dt="2025-03-06T06:00:05.010" v="260" actId="22"/>
          <ac:spMkLst>
            <pc:docMk/>
            <pc:sldMk cId="4292651392" sldId="400"/>
            <ac:spMk id="5" creationId="{5A3855FA-4DA6-3EEE-32C4-65F90283ED36}"/>
          </ac:spMkLst>
        </pc:spChg>
        <pc:spChg chg="add">
          <ac:chgData name="ARUN KARTHIK ." userId="62a047ea-99a3-445a-a127-bd8840139939" providerId="ADAL" clId="{79E7736C-4FFF-4C8C-B152-A19A57C5986D}" dt="2025-03-06T06:00:12.792" v="263"/>
          <ac:spMkLst>
            <pc:docMk/>
            <pc:sldMk cId="4292651392" sldId="400"/>
            <ac:spMk id="6" creationId="{185BAB35-CF5E-4D10-35F9-E8F5B8D99C2F}"/>
          </ac:spMkLst>
        </pc:spChg>
        <pc:spChg chg="del">
          <ac:chgData name="ARUN KARTHIK ." userId="62a047ea-99a3-445a-a127-bd8840139939" providerId="ADAL" clId="{79E7736C-4FFF-4C8C-B152-A19A57C5986D}" dt="2025-03-06T05:59:44.394" v="252" actId="478"/>
          <ac:spMkLst>
            <pc:docMk/>
            <pc:sldMk cId="4292651392" sldId="400"/>
            <ac:spMk id="8" creationId="{631CB6C7-035B-EDFC-41E3-B88AE4F30822}"/>
          </ac:spMkLst>
        </pc:spChg>
        <pc:spChg chg="add mod">
          <ac:chgData name="ARUN KARTHIK ." userId="62a047ea-99a3-445a-a127-bd8840139939" providerId="ADAL" clId="{79E7736C-4FFF-4C8C-B152-A19A57C5986D}" dt="2025-03-06T06:00:43.685" v="273" actId="1076"/>
          <ac:spMkLst>
            <pc:docMk/>
            <pc:sldMk cId="4292651392" sldId="400"/>
            <ac:spMk id="9" creationId="{D39FF8B8-7B8C-50EE-29D0-835D98467E69}"/>
          </ac:spMkLst>
        </pc:spChg>
        <pc:spChg chg="add mod">
          <ac:chgData name="ARUN KARTHIK ." userId="62a047ea-99a3-445a-a127-bd8840139939" providerId="ADAL" clId="{79E7736C-4FFF-4C8C-B152-A19A57C5986D}" dt="2025-03-06T06:00:47.543" v="275" actId="1076"/>
          <ac:spMkLst>
            <pc:docMk/>
            <pc:sldMk cId="4292651392" sldId="400"/>
            <ac:spMk id="11" creationId="{C2C45ABB-8138-90D2-8ED9-C411E3003ADC}"/>
          </ac:spMkLst>
        </pc:spChg>
        <pc:spChg chg="del">
          <ac:chgData name="ARUN KARTHIK ." userId="62a047ea-99a3-445a-a127-bd8840139939" providerId="ADAL" clId="{79E7736C-4FFF-4C8C-B152-A19A57C5986D}" dt="2025-03-06T05:59:48.138" v="253" actId="478"/>
          <ac:spMkLst>
            <pc:docMk/>
            <pc:sldMk cId="4292651392" sldId="400"/>
            <ac:spMk id="13" creationId="{E7447E35-831A-4D63-E11F-3A6D30FC9C38}"/>
          </ac:spMkLst>
        </pc:spChg>
        <pc:spChg chg="add mod">
          <ac:chgData name="ARUN KARTHIK ." userId="62a047ea-99a3-445a-a127-bd8840139939" providerId="ADAL" clId="{79E7736C-4FFF-4C8C-B152-A19A57C5986D}" dt="2025-03-06T06:00:58.405" v="280" actId="13926"/>
          <ac:spMkLst>
            <pc:docMk/>
            <pc:sldMk cId="4292651392" sldId="400"/>
            <ac:spMk id="14" creationId="{6A7C3985-5A47-DC95-BEB6-3DDEFC89B519}"/>
          </ac:spMkLst>
        </pc:spChg>
        <pc:spChg chg="del mod">
          <ac:chgData name="ARUN KARTHIK ." userId="62a047ea-99a3-445a-a127-bd8840139939" providerId="ADAL" clId="{79E7736C-4FFF-4C8C-B152-A19A57C5986D}" dt="2025-03-06T05:59:43.332" v="251" actId="478"/>
          <ac:spMkLst>
            <pc:docMk/>
            <pc:sldMk cId="4292651392" sldId="400"/>
            <ac:spMk id="16" creationId="{A40BA821-84A7-1ED6-3462-096AF1E58A1C}"/>
          </ac:spMkLst>
        </pc:spChg>
        <pc:picChg chg="add mod">
          <ac:chgData name="ARUN KARTHIK ." userId="62a047ea-99a3-445a-a127-bd8840139939" providerId="ADAL" clId="{79E7736C-4FFF-4C8C-B152-A19A57C5986D}" dt="2025-03-06T06:00:43.685" v="273" actId="1076"/>
          <ac:picMkLst>
            <pc:docMk/>
            <pc:sldMk cId="4292651392" sldId="400"/>
            <ac:picMk id="5122" creationId="{2A998F0A-C336-BF3A-D733-6D96595F6F13}"/>
          </ac:picMkLst>
        </pc:picChg>
      </pc:sldChg>
      <pc:sldChg chg="del">
        <pc:chgData name="ARUN KARTHIK ." userId="62a047ea-99a3-445a-a127-bd8840139939" providerId="ADAL" clId="{79E7736C-4FFF-4C8C-B152-A19A57C5986D}" dt="2025-03-06T05:50:08.292" v="17" actId="47"/>
        <pc:sldMkLst>
          <pc:docMk/>
          <pc:sldMk cId="288671766" sldId="401"/>
        </pc:sldMkLst>
      </pc:sldChg>
      <pc:sldChg chg="addSp delSp modSp add mod">
        <pc:chgData name="ARUN KARTHIK ." userId="62a047ea-99a3-445a-a127-bd8840139939" providerId="ADAL" clId="{79E7736C-4FFF-4C8C-B152-A19A57C5986D}" dt="2025-03-06T06:02:31.267" v="316" actId="1076"/>
        <pc:sldMkLst>
          <pc:docMk/>
          <pc:sldMk cId="460102558" sldId="401"/>
        </pc:sldMkLst>
        <pc:spChg chg="mod">
          <ac:chgData name="ARUN KARTHIK ." userId="62a047ea-99a3-445a-a127-bd8840139939" providerId="ADAL" clId="{79E7736C-4FFF-4C8C-B152-A19A57C5986D}" dt="2025-03-06T06:01:08.021" v="284" actId="20577"/>
          <ac:spMkLst>
            <pc:docMk/>
            <pc:sldMk cId="460102558" sldId="401"/>
            <ac:spMk id="2" creationId="{9BBB3622-3879-6FE7-6ADB-EBDC63F86D02}"/>
          </ac:spMkLst>
        </pc:spChg>
        <pc:spChg chg="mod">
          <ac:chgData name="ARUN KARTHIK ." userId="62a047ea-99a3-445a-a127-bd8840139939" providerId="ADAL" clId="{79E7736C-4FFF-4C8C-B152-A19A57C5986D}" dt="2025-03-06T06:01:44.123" v="298" actId="20577"/>
          <ac:spMkLst>
            <pc:docMk/>
            <pc:sldMk cId="460102558" sldId="401"/>
            <ac:spMk id="3" creationId="{9B89757C-1A6C-40FD-4427-53008827305A}"/>
          </ac:spMkLst>
        </pc:spChg>
        <pc:spChg chg="add">
          <ac:chgData name="ARUN KARTHIK ." userId="62a047ea-99a3-445a-a127-bd8840139939" providerId="ADAL" clId="{79E7736C-4FFF-4C8C-B152-A19A57C5986D}" dt="2025-03-06T06:01:51.235" v="299"/>
          <ac:spMkLst>
            <pc:docMk/>
            <pc:sldMk cId="460102558" sldId="401"/>
            <ac:spMk id="4" creationId="{6CFF5C45-BBDB-DD1A-8175-59AE922455B2}"/>
          </ac:spMkLst>
        </pc:spChg>
        <pc:spChg chg="add mod">
          <ac:chgData name="ARUN KARTHIK ." userId="62a047ea-99a3-445a-a127-bd8840139939" providerId="ADAL" clId="{79E7736C-4FFF-4C8C-B152-A19A57C5986D}" dt="2025-03-06T06:01:56.968" v="303" actId="1076"/>
          <ac:spMkLst>
            <pc:docMk/>
            <pc:sldMk cId="460102558" sldId="401"/>
            <ac:spMk id="6" creationId="{9DE72284-FF51-1111-F837-DBFA737C2443}"/>
          </ac:spMkLst>
        </pc:spChg>
        <pc:spChg chg="add mod">
          <ac:chgData name="ARUN KARTHIK ." userId="62a047ea-99a3-445a-a127-bd8840139939" providerId="ADAL" clId="{79E7736C-4FFF-4C8C-B152-A19A57C5986D}" dt="2025-03-06T06:02:20.770" v="310" actId="1076"/>
          <ac:spMkLst>
            <pc:docMk/>
            <pc:sldMk cId="460102558" sldId="401"/>
            <ac:spMk id="8" creationId="{E83C33BD-3328-4499-FC71-F74831699CCD}"/>
          </ac:spMkLst>
        </pc:spChg>
        <pc:spChg chg="del">
          <ac:chgData name="ARUN KARTHIK ." userId="62a047ea-99a3-445a-a127-bd8840139939" providerId="ADAL" clId="{79E7736C-4FFF-4C8C-B152-A19A57C5986D}" dt="2025-03-06T06:01:40.249" v="294" actId="478"/>
          <ac:spMkLst>
            <pc:docMk/>
            <pc:sldMk cId="460102558" sldId="401"/>
            <ac:spMk id="9" creationId="{E142CCD9-CC31-D261-2B27-020BD878C964}"/>
          </ac:spMkLst>
        </pc:spChg>
        <pc:spChg chg="del">
          <ac:chgData name="ARUN KARTHIK ." userId="62a047ea-99a3-445a-a127-bd8840139939" providerId="ADAL" clId="{79E7736C-4FFF-4C8C-B152-A19A57C5986D}" dt="2025-03-06T06:01:40.249" v="294" actId="478"/>
          <ac:spMkLst>
            <pc:docMk/>
            <pc:sldMk cId="460102558" sldId="401"/>
            <ac:spMk id="11" creationId="{F70EF787-824D-67F8-C629-A71ED7209843}"/>
          </ac:spMkLst>
        </pc:spChg>
        <pc:spChg chg="add mod">
          <ac:chgData name="ARUN KARTHIK ." userId="62a047ea-99a3-445a-a127-bd8840139939" providerId="ADAL" clId="{79E7736C-4FFF-4C8C-B152-A19A57C5986D}" dt="2025-03-06T06:02:31.267" v="316" actId="1076"/>
          <ac:spMkLst>
            <pc:docMk/>
            <pc:sldMk cId="460102558" sldId="401"/>
            <ac:spMk id="12" creationId="{BCE865E6-3395-D63A-8FE0-15C8D32C1F70}"/>
          </ac:spMkLst>
        </pc:spChg>
        <pc:spChg chg="del">
          <ac:chgData name="ARUN KARTHIK ." userId="62a047ea-99a3-445a-a127-bd8840139939" providerId="ADAL" clId="{79E7736C-4FFF-4C8C-B152-A19A57C5986D}" dt="2025-03-06T06:01:32.920" v="293" actId="478"/>
          <ac:spMkLst>
            <pc:docMk/>
            <pc:sldMk cId="460102558" sldId="401"/>
            <ac:spMk id="14" creationId="{FB2090B8-1D92-AE87-4BC1-BA68F2562689}"/>
          </ac:spMkLst>
        </pc:spChg>
        <pc:picChg chg="del">
          <ac:chgData name="ARUN KARTHIK ." userId="62a047ea-99a3-445a-a127-bd8840139939" providerId="ADAL" clId="{79E7736C-4FFF-4C8C-B152-A19A57C5986D}" dt="2025-03-06T06:01:40.249" v="294" actId="478"/>
          <ac:picMkLst>
            <pc:docMk/>
            <pc:sldMk cId="460102558" sldId="401"/>
            <ac:picMk id="5122" creationId="{3C682EB4-F321-D9CC-A391-7CE1324D3332}"/>
          </ac:picMkLst>
        </pc:picChg>
        <pc:picChg chg="add mod">
          <ac:chgData name="ARUN KARTHIK ." userId="62a047ea-99a3-445a-a127-bd8840139939" providerId="ADAL" clId="{79E7736C-4FFF-4C8C-B152-A19A57C5986D}" dt="2025-03-06T06:01:56.968" v="303" actId="1076"/>
          <ac:picMkLst>
            <pc:docMk/>
            <pc:sldMk cId="460102558" sldId="401"/>
            <ac:picMk id="6146" creationId="{EE30A14A-9A42-78D0-67F6-9075653F5E1C}"/>
          </ac:picMkLst>
        </pc:picChg>
        <pc:picChg chg="add mod">
          <ac:chgData name="ARUN KARTHIK ." userId="62a047ea-99a3-445a-a127-bd8840139939" providerId="ADAL" clId="{79E7736C-4FFF-4C8C-B152-A19A57C5986D}" dt="2025-03-06T06:02:20.770" v="310" actId="1076"/>
          <ac:picMkLst>
            <pc:docMk/>
            <pc:sldMk cId="460102558" sldId="401"/>
            <ac:picMk id="6149" creationId="{7521F569-AA84-3C11-1B6A-234B6282F867}"/>
          </ac:picMkLst>
        </pc:picChg>
      </pc:sldChg>
      <pc:sldChg chg="del">
        <pc:chgData name="ARUN KARTHIK ." userId="62a047ea-99a3-445a-a127-bd8840139939" providerId="ADAL" clId="{79E7736C-4FFF-4C8C-B152-A19A57C5986D}" dt="2025-03-06T05:50:08.292" v="17" actId="47"/>
        <pc:sldMkLst>
          <pc:docMk/>
          <pc:sldMk cId="1253913914" sldId="402"/>
        </pc:sldMkLst>
      </pc:sldChg>
      <pc:sldChg chg="addSp delSp modSp add mod">
        <pc:chgData name="ARUN KARTHIK ." userId="62a047ea-99a3-445a-a127-bd8840139939" providerId="ADAL" clId="{79E7736C-4FFF-4C8C-B152-A19A57C5986D}" dt="2025-03-06T06:03:09.281" v="329" actId="1076"/>
        <pc:sldMkLst>
          <pc:docMk/>
          <pc:sldMk cId="1428761612" sldId="402"/>
        </pc:sldMkLst>
        <pc:spChg chg="mod">
          <ac:chgData name="ARUN KARTHIK ." userId="62a047ea-99a3-445a-a127-bd8840139939" providerId="ADAL" clId="{79E7736C-4FFF-4C8C-B152-A19A57C5986D}" dt="2025-03-06T06:02:40.590" v="320"/>
          <ac:spMkLst>
            <pc:docMk/>
            <pc:sldMk cId="1428761612" sldId="402"/>
            <ac:spMk id="3" creationId="{8C75CFBD-72CA-791C-E8C6-91548E99A1FF}"/>
          </ac:spMkLst>
        </pc:spChg>
        <pc:spChg chg="add">
          <ac:chgData name="ARUN KARTHIK ." userId="62a047ea-99a3-445a-a127-bd8840139939" providerId="ADAL" clId="{79E7736C-4FFF-4C8C-B152-A19A57C5986D}" dt="2025-03-06T06:02:38.639" v="318"/>
          <ac:spMkLst>
            <pc:docMk/>
            <pc:sldMk cId="1428761612" sldId="402"/>
            <ac:spMk id="4" creationId="{18839541-8E14-7459-43D9-C54E8EBEA36D}"/>
          </ac:spMkLst>
        </pc:spChg>
        <pc:spChg chg="add">
          <ac:chgData name="ARUN KARTHIK ." userId="62a047ea-99a3-445a-a127-bd8840139939" providerId="ADAL" clId="{79E7736C-4FFF-4C8C-B152-A19A57C5986D}" dt="2025-03-06T06:02:53.785" v="324"/>
          <ac:spMkLst>
            <pc:docMk/>
            <pc:sldMk cId="1428761612" sldId="402"/>
            <ac:spMk id="5" creationId="{21E9F172-CDB0-FE79-C025-AB15B1FC7FAA}"/>
          </ac:spMkLst>
        </pc:spChg>
        <pc:spChg chg="del">
          <ac:chgData name="ARUN KARTHIK ." userId="62a047ea-99a3-445a-a127-bd8840139939" providerId="ADAL" clId="{79E7736C-4FFF-4C8C-B152-A19A57C5986D}" dt="2025-03-06T06:02:44.434" v="321" actId="478"/>
          <ac:spMkLst>
            <pc:docMk/>
            <pc:sldMk cId="1428761612" sldId="402"/>
            <ac:spMk id="6" creationId="{4104E2B9-8E9B-092B-551A-A55E72006D4C}"/>
          </ac:spMkLst>
        </pc:spChg>
        <pc:spChg chg="add">
          <ac:chgData name="ARUN KARTHIK ." userId="62a047ea-99a3-445a-a127-bd8840139939" providerId="ADAL" clId="{79E7736C-4FFF-4C8C-B152-A19A57C5986D}" dt="2025-03-06T06:02:53.785" v="324"/>
          <ac:spMkLst>
            <pc:docMk/>
            <pc:sldMk cId="1428761612" sldId="402"/>
            <ac:spMk id="7" creationId="{365CF82D-0FF9-1734-8E39-83065D116A99}"/>
          </ac:spMkLst>
        </pc:spChg>
        <pc:spChg chg="del">
          <ac:chgData name="ARUN KARTHIK ." userId="62a047ea-99a3-445a-a127-bd8840139939" providerId="ADAL" clId="{79E7736C-4FFF-4C8C-B152-A19A57C5986D}" dt="2025-03-06T06:02:44.434" v="321" actId="478"/>
          <ac:spMkLst>
            <pc:docMk/>
            <pc:sldMk cId="1428761612" sldId="402"/>
            <ac:spMk id="8" creationId="{113AD878-551B-DF09-9663-DD8D314222CF}"/>
          </ac:spMkLst>
        </pc:spChg>
        <pc:spChg chg="add mod">
          <ac:chgData name="ARUN KARTHIK ." userId="62a047ea-99a3-445a-a127-bd8840139939" providerId="ADAL" clId="{79E7736C-4FFF-4C8C-B152-A19A57C5986D}" dt="2025-03-06T06:03:09.281" v="329" actId="1076"/>
          <ac:spMkLst>
            <pc:docMk/>
            <pc:sldMk cId="1428761612" sldId="402"/>
            <ac:spMk id="10" creationId="{8CE9EACA-7609-4754-40C8-42062FC46DBB}"/>
          </ac:spMkLst>
        </pc:spChg>
        <pc:spChg chg="del">
          <ac:chgData name="ARUN KARTHIK ." userId="62a047ea-99a3-445a-a127-bd8840139939" providerId="ADAL" clId="{79E7736C-4FFF-4C8C-B152-A19A57C5986D}" dt="2025-03-06T06:02:44.434" v="321" actId="478"/>
          <ac:spMkLst>
            <pc:docMk/>
            <pc:sldMk cId="1428761612" sldId="402"/>
            <ac:spMk id="12" creationId="{A58B5E26-3187-22EB-26BC-4D39073F1E52}"/>
          </ac:spMkLst>
        </pc:spChg>
        <pc:picChg chg="del">
          <ac:chgData name="ARUN KARTHIK ." userId="62a047ea-99a3-445a-a127-bd8840139939" providerId="ADAL" clId="{79E7736C-4FFF-4C8C-B152-A19A57C5986D}" dt="2025-03-06T06:02:44.434" v="321" actId="478"/>
          <ac:picMkLst>
            <pc:docMk/>
            <pc:sldMk cId="1428761612" sldId="402"/>
            <ac:picMk id="6146" creationId="{AA570A6E-7410-C748-B898-55ECEDDA1BE7}"/>
          </ac:picMkLst>
        </pc:picChg>
        <pc:picChg chg="del">
          <ac:chgData name="ARUN KARTHIK ." userId="62a047ea-99a3-445a-a127-bd8840139939" providerId="ADAL" clId="{79E7736C-4FFF-4C8C-B152-A19A57C5986D}" dt="2025-03-06T06:02:44.434" v="321" actId="478"/>
          <ac:picMkLst>
            <pc:docMk/>
            <pc:sldMk cId="1428761612" sldId="402"/>
            <ac:picMk id="6149" creationId="{721AF731-4937-DA23-1E27-72A75E306788}"/>
          </ac:picMkLst>
        </pc:picChg>
        <pc:picChg chg="add mod">
          <ac:chgData name="ARUN KARTHIK ." userId="62a047ea-99a3-445a-a127-bd8840139939" providerId="ADAL" clId="{79E7736C-4FFF-4C8C-B152-A19A57C5986D}" dt="2025-03-06T06:03:09.281" v="329" actId="1076"/>
          <ac:picMkLst>
            <pc:docMk/>
            <pc:sldMk cId="1428761612" sldId="402"/>
            <ac:picMk id="7171" creationId="{D79C22C5-8B82-03B4-E32D-025488647407}"/>
          </ac:picMkLst>
        </pc:picChg>
      </pc:sldChg>
      <pc:sldChg chg="del">
        <pc:chgData name="ARUN KARTHIK ." userId="62a047ea-99a3-445a-a127-bd8840139939" providerId="ADAL" clId="{79E7736C-4FFF-4C8C-B152-A19A57C5986D}" dt="2025-03-06T05:50:08.292" v="17" actId="47"/>
        <pc:sldMkLst>
          <pc:docMk/>
          <pc:sldMk cId="2149166933" sldId="403"/>
        </pc:sldMkLst>
      </pc:sldChg>
      <pc:sldChg chg="addSp delSp modSp add mod">
        <pc:chgData name="ARUN KARTHIK ." userId="62a047ea-99a3-445a-a127-bd8840139939" providerId="ADAL" clId="{79E7736C-4FFF-4C8C-B152-A19A57C5986D}" dt="2025-03-06T06:04:05.475" v="349" actId="1076"/>
        <pc:sldMkLst>
          <pc:docMk/>
          <pc:sldMk cId="3828644106" sldId="403"/>
        </pc:sldMkLst>
        <pc:spChg chg="mod">
          <ac:chgData name="ARUN KARTHIK ." userId="62a047ea-99a3-445a-a127-bd8840139939" providerId="ADAL" clId="{79E7736C-4FFF-4C8C-B152-A19A57C5986D}" dt="2025-03-06T06:03:17.844" v="331"/>
          <ac:spMkLst>
            <pc:docMk/>
            <pc:sldMk cId="3828644106" sldId="403"/>
            <ac:spMk id="2" creationId="{0041D76E-7871-0B2A-CA34-C9D40FD75A13}"/>
          </ac:spMkLst>
        </pc:spChg>
        <pc:spChg chg="mod">
          <ac:chgData name="ARUN KARTHIK ." userId="62a047ea-99a3-445a-a127-bd8840139939" providerId="ADAL" clId="{79E7736C-4FFF-4C8C-B152-A19A57C5986D}" dt="2025-03-06T06:03:31.559" v="337" actId="20577"/>
          <ac:spMkLst>
            <pc:docMk/>
            <pc:sldMk cId="3828644106" sldId="403"/>
            <ac:spMk id="3" creationId="{7F4F7A6B-E13D-E675-1362-68C09CC0F184}"/>
          </ac:spMkLst>
        </pc:spChg>
        <pc:spChg chg="add">
          <ac:chgData name="ARUN KARTHIK ." userId="62a047ea-99a3-445a-a127-bd8840139939" providerId="ADAL" clId="{79E7736C-4FFF-4C8C-B152-A19A57C5986D}" dt="2025-03-06T06:03:45.643" v="341"/>
          <ac:spMkLst>
            <pc:docMk/>
            <pc:sldMk cId="3828644106" sldId="403"/>
            <ac:spMk id="4" creationId="{5230CEE4-3644-920B-1729-09C2BFBC86A7}"/>
          </ac:spMkLst>
        </pc:spChg>
        <pc:spChg chg="add mod">
          <ac:chgData name="ARUN KARTHIK ." userId="62a047ea-99a3-445a-a127-bd8840139939" providerId="ADAL" clId="{79E7736C-4FFF-4C8C-B152-A19A57C5986D}" dt="2025-03-06T06:03:50.363" v="344" actId="1076"/>
          <ac:spMkLst>
            <pc:docMk/>
            <pc:sldMk cId="3828644106" sldId="403"/>
            <ac:spMk id="6" creationId="{6C13B5BE-83D4-5689-14E3-8699CBFD80E2}"/>
          </ac:spMkLst>
        </pc:spChg>
        <pc:spChg chg="add mod">
          <ac:chgData name="ARUN KARTHIK ." userId="62a047ea-99a3-445a-a127-bd8840139939" providerId="ADAL" clId="{79E7736C-4FFF-4C8C-B152-A19A57C5986D}" dt="2025-03-06T06:03:59.199" v="347" actId="1076"/>
          <ac:spMkLst>
            <pc:docMk/>
            <pc:sldMk cId="3828644106" sldId="403"/>
            <ac:spMk id="8" creationId="{BDF1BC99-9586-15BB-94B2-CDE8A62627F9}"/>
          </ac:spMkLst>
        </pc:spChg>
        <pc:spChg chg="del">
          <ac:chgData name="ARUN KARTHIK ." userId="62a047ea-99a3-445a-a127-bd8840139939" providerId="ADAL" clId="{79E7736C-4FFF-4C8C-B152-A19A57C5986D}" dt="2025-03-06T06:03:33.853" v="338" actId="478"/>
          <ac:spMkLst>
            <pc:docMk/>
            <pc:sldMk cId="3828644106" sldId="403"/>
            <ac:spMk id="10" creationId="{CE865F98-1B55-4B74-7F8C-6B2F117A3166}"/>
          </ac:spMkLst>
        </pc:spChg>
        <pc:spChg chg="add mod">
          <ac:chgData name="ARUN KARTHIK ." userId="62a047ea-99a3-445a-a127-bd8840139939" providerId="ADAL" clId="{79E7736C-4FFF-4C8C-B152-A19A57C5986D}" dt="2025-03-06T06:04:05.475" v="349" actId="1076"/>
          <ac:spMkLst>
            <pc:docMk/>
            <pc:sldMk cId="3828644106" sldId="403"/>
            <ac:spMk id="11" creationId="{75124B71-B1FC-2023-CA82-73FDD6B66F07}"/>
          </ac:spMkLst>
        </pc:spChg>
        <pc:picChg chg="del">
          <ac:chgData name="ARUN KARTHIK ." userId="62a047ea-99a3-445a-a127-bd8840139939" providerId="ADAL" clId="{79E7736C-4FFF-4C8C-B152-A19A57C5986D}" dt="2025-03-06T06:03:33.853" v="338" actId="478"/>
          <ac:picMkLst>
            <pc:docMk/>
            <pc:sldMk cId="3828644106" sldId="403"/>
            <ac:picMk id="7171" creationId="{CDDA5443-FD2B-F8D1-39F6-2ECB39C9F851}"/>
          </ac:picMkLst>
        </pc:picChg>
        <pc:picChg chg="add mod">
          <ac:chgData name="ARUN KARTHIK ." userId="62a047ea-99a3-445a-a127-bd8840139939" providerId="ADAL" clId="{79E7736C-4FFF-4C8C-B152-A19A57C5986D}" dt="2025-03-06T06:03:51.106" v="345" actId="1076"/>
          <ac:picMkLst>
            <pc:docMk/>
            <pc:sldMk cId="3828644106" sldId="403"/>
            <ac:picMk id="8194" creationId="{E488FB3E-A70E-2F67-2087-6632F4AF0AE3}"/>
          </ac:picMkLst>
        </pc:picChg>
      </pc:sldChg>
      <pc:sldChg chg="addSp delSp modSp add mod">
        <pc:chgData name="ARUN KARTHIK ." userId="62a047ea-99a3-445a-a127-bd8840139939" providerId="ADAL" clId="{79E7736C-4FFF-4C8C-B152-A19A57C5986D}" dt="2025-03-06T06:04:56.697" v="367" actId="1076"/>
        <pc:sldMkLst>
          <pc:docMk/>
          <pc:sldMk cId="753442658" sldId="404"/>
        </pc:sldMkLst>
        <pc:spChg chg="mod">
          <ac:chgData name="ARUN KARTHIK ." userId="62a047ea-99a3-445a-a127-bd8840139939" providerId="ADAL" clId="{79E7736C-4FFF-4C8C-B152-A19A57C5986D}" dt="2025-03-06T06:04:16.569" v="352" actId="20577"/>
          <ac:spMkLst>
            <pc:docMk/>
            <pc:sldMk cId="753442658" sldId="404"/>
            <ac:spMk id="2" creationId="{326B4176-B3EA-4721-2C6B-07342399C18A}"/>
          </ac:spMkLst>
        </pc:spChg>
        <pc:spChg chg="mod">
          <ac:chgData name="ARUN KARTHIK ." userId="62a047ea-99a3-445a-a127-bd8840139939" providerId="ADAL" clId="{79E7736C-4FFF-4C8C-B152-A19A57C5986D}" dt="2025-03-06T06:04:39.572" v="362" actId="20577"/>
          <ac:spMkLst>
            <pc:docMk/>
            <pc:sldMk cId="753442658" sldId="404"/>
            <ac:spMk id="3" creationId="{8BEE6DBD-14DD-AD07-2606-3370BFD30099}"/>
          </ac:spMkLst>
        </pc:spChg>
        <pc:spChg chg="add">
          <ac:chgData name="ARUN KARTHIK ." userId="62a047ea-99a3-445a-a127-bd8840139939" providerId="ADAL" clId="{79E7736C-4FFF-4C8C-B152-A19A57C5986D}" dt="2025-03-06T06:04:21.357" v="353"/>
          <ac:spMkLst>
            <pc:docMk/>
            <pc:sldMk cId="753442658" sldId="404"/>
            <ac:spMk id="4" creationId="{0497D5DA-BF4A-2A96-85C9-132353331C65}"/>
          </ac:spMkLst>
        </pc:spChg>
        <pc:spChg chg="add">
          <ac:chgData name="ARUN KARTHIK ." userId="62a047ea-99a3-445a-a127-bd8840139939" providerId="ADAL" clId="{79E7736C-4FFF-4C8C-B152-A19A57C5986D}" dt="2025-03-06T06:04:21.357" v="353"/>
          <ac:spMkLst>
            <pc:docMk/>
            <pc:sldMk cId="753442658" sldId="404"/>
            <ac:spMk id="5" creationId="{9CB238FC-80F3-A9D6-1B0C-70775DB64E0D}"/>
          </ac:spMkLst>
        </pc:spChg>
        <pc:spChg chg="del">
          <ac:chgData name="ARUN KARTHIK ." userId="62a047ea-99a3-445a-a127-bd8840139939" providerId="ADAL" clId="{79E7736C-4FFF-4C8C-B152-A19A57C5986D}" dt="2025-03-06T06:04:53.629" v="366" actId="478"/>
          <ac:spMkLst>
            <pc:docMk/>
            <pc:sldMk cId="753442658" sldId="404"/>
            <ac:spMk id="8" creationId="{B5C7EDA1-2522-90D9-88C5-E20BC98FA52A}"/>
          </ac:spMkLst>
        </pc:spChg>
        <pc:spChg chg="add del">
          <ac:chgData name="ARUN KARTHIK ." userId="62a047ea-99a3-445a-a127-bd8840139939" providerId="ADAL" clId="{79E7736C-4FFF-4C8C-B152-A19A57C5986D}" dt="2025-03-06T06:04:25.673" v="356" actId="22"/>
          <ac:spMkLst>
            <pc:docMk/>
            <pc:sldMk cId="753442658" sldId="404"/>
            <ac:spMk id="9" creationId="{3CF735C2-EB71-2105-4A68-EE4020F2CC17}"/>
          </ac:spMkLst>
        </pc:spChg>
        <pc:spChg chg="add">
          <ac:chgData name="ARUN KARTHIK ." userId="62a047ea-99a3-445a-a127-bd8840139939" providerId="ADAL" clId="{79E7736C-4FFF-4C8C-B152-A19A57C5986D}" dt="2025-03-06T06:04:48.234" v="363"/>
          <ac:spMkLst>
            <pc:docMk/>
            <pc:sldMk cId="753442658" sldId="404"/>
            <ac:spMk id="10" creationId="{CE82C2AE-C1C6-5C77-0A07-BF883FDA8E11}"/>
          </ac:spMkLst>
        </pc:spChg>
        <pc:spChg chg="mod">
          <ac:chgData name="ARUN KARTHIK ." userId="62a047ea-99a3-445a-a127-bd8840139939" providerId="ADAL" clId="{79E7736C-4FFF-4C8C-B152-A19A57C5986D}" dt="2025-03-06T06:04:56.697" v="367" actId="1076"/>
          <ac:spMkLst>
            <pc:docMk/>
            <pc:sldMk cId="753442658" sldId="404"/>
            <ac:spMk id="11" creationId="{55486598-3E60-2572-5F35-B3FB8C78E9CF}"/>
          </ac:spMkLst>
        </pc:spChg>
      </pc:sldChg>
      <pc:sldChg chg="del">
        <pc:chgData name="ARUN KARTHIK ." userId="62a047ea-99a3-445a-a127-bd8840139939" providerId="ADAL" clId="{79E7736C-4FFF-4C8C-B152-A19A57C5986D}" dt="2025-03-06T05:50:08.292" v="17" actId="47"/>
        <pc:sldMkLst>
          <pc:docMk/>
          <pc:sldMk cId="1398714479" sldId="404"/>
        </pc:sldMkLst>
      </pc:sldChg>
      <pc:sldChg chg="del">
        <pc:chgData name="ARUN KARTHIK ." userId="62a047ea-99a3-445a-a127-bd8840139939" providerId="ADAL" clId="{79E7736C-4FFF-4C8C-B152-A19A57C5986D}" dt="2025-03-06T05:50:08.292" v="17" actId="47"/>
        <pc:sldMkLst>
          <pc:docMk/>
          <pc:sldMk cId="2935241697" sldId="405"/>
        </pc:sldMkLst>
      </pc:sldChg>
      <pc:sldChg chg="addSp delSp modSp add mod">
        <pc:chgData name="ARUN KARTHIK ." userId="62a047ea-99a3-445a-a127-bd8840139939" providerId="ADAL" clId="{79E7736C-4FFF-4C8C-B152-A19A57C5986D}" dt="2025-03-06T06:06:42.815" v="399" actId="1076"/>
        <pc:sldMkLst>
          <pc:docMk/>
          <pc:sldMk cId="3714684351" sldId="405"/>
        </pc:sldMkLst>
        <pc:spChg chg="mod">
          <ac:chgData name="ARUN KARTHIK ." userId="62a047ea-99a3-445a-a127-bd8840139939" providerId="ADAL" clId="{79E7736C-4FFF-4C8C-B152-A19A57C5986D}" dt="2025-03-06T06:05:15.623" v="369"/>
          <ac:spMkLst>
            <pc:docMk/>
            <pc:sldMk cId="3714684351" sldId="405"/>
            <ac:spMk id="2" creationId="{B93CBE5D-1387-BE7E-9C0B-5A47853469AB}"/>
          </ac:spMkLst>
        </pc:spChg>
        <pc:spChg chg="mod">
          <ac:chgData name="ARUN KARTHIK ." userId="62a047ea-99a3-445a-a127-bd8840139939" providerId="ADAL" clId="{79E7736C-4FFF-4C8C-B152-A19A57C5986D}" dt="2025-03-06T06:05:42.379" v="374" actId="6549"/>
          <ac:spMkLst>
            <pc:docMk/>
            <pc:sldMk cId="3714684351" sldId="405"/>
            <ac:spMk id="3" creationId="{459E38AF-4CF6-6271-2521-0A14F9E32E0F}"/>
          </ac:spMkLst>
        </pc:spChg>
        <pc:spChg chg="add">
          <ac:chgData name="ARUN KARTHIK ." userId="62a047ea-99a3-445a-a127-bd8840139939" providerId="ADAL" clId="{79E7736C-4FFF-4C8C-B152-A19A57C5986D}" dt="2025-03-06T06:06:04.935" v="383"/>
          <ac:spMkLst>
            <pc:docMk/>
            <pc:sldMk cId="3714684351" sldId="405"/>
            <ac:spMk id="4" creationId="{9EED2DE1-04EA-9E61-6603-2AC55514261C}"/>
          </ac:spMkLst>
        </pc:spChg>
        <pc:spChg chg="del mod">
          <ac:chgData name="ARUN KARTHIK ." userId="62a047ea-99a3-445a-a127-bd8840139939" providerId="ADAL" clId="{79E7736C-4FFF-4C8C-B152-A19A57C5986D}" dt="2025-03-06T06:05:47.935" v="378" actId="478"/>
          <ac:spMkLst>
            <pc:docMk/>
            <pc:sldMk cId="3714684351" sldId="405"/>
            <ac:spMk id="6" creationId="{C508F8D4-2E5F-03F5-40C5-C70B4EA947CE}"/>
          </ac:spMkLst>
        </pc:spChg>
        <pc:spChg chg="add mod">
          <ac:chgData name="ARUN KARTHIK ." userId="62a047ea-99a3-445a-a127-bd8840139939" providerId="ADAL" clId="{79E7736C-4FFF-4C8C-B152-A19A57C5986D}" dt="2025-03-06T06:06:17.213" v="390" actId="1076"/>
          <ac:spMkLst>
            <pc:docMk/>
            <pc:sldMk cId="3714684351" sldId="405"/>
            <ac:spMk id="7" creationId="{B6435F12-51CE-410F-7886-998CDE7B2F9E}"/>
          </ac:spMkLst>
        </pc:spChg>
        <pc:spChg chg="add">
          <ac:chgData name="ARUN KARTHIK ." userId="62a047ea-99a3-445a-a127-bd8840139939" providerId="ADAL" clId="{79E7736C-4FFF-4C8C-B152-A19A57C5986D}" dt="2025-03-06T06:06:36.034" v="395"/>
          <ac:spMkLst>
            <pc:docMk/>
            <pc:sldMk cId="3714684351" sldId="405"/>
            <ac:spMk id="8" creationId="{CA3F6BA7-CB65-B9D4-139D-BCD43D55B4DC}"/>
          </ac:spMkLst>
        </pc:spChg>
        <pc:spChg chg="add mod">
          <ac:chgData name="ARUN KARTHIK ." userId="62a047ea-99a3-445a-a127-bd8840139939" providerId="ADAL" clId="{79E7736C-4FFF-4C8C-B152-A19A57C5986D}" dt="2025-03-06T06:06:41.900" v="398" actId="1076"/>
          <ac:spMkLst>
            <pc:docMk/>
            <pc:sldMk cId="3714684351" sldId="405"/>
            <ac:spMk id="10" creationId="{CFEE30FA-E1E9-8667-433B-457D35C28E21}"/>
          </ac:spMkLst>
        </pc:spChg>
        <pc:spChg chg="del">
          <ac:chgData name="ARUN KARTHIK ." userId="62a047ea-99a3-445a-a127-bd8840139939" providerId="ADAL" clId="{79E7736C-4FFF-4C8C-B152-A19A57C5986D}" dt="2025-03-06T06:05:44.429" v="375" actId="478"/>
          <ac:spMkLst>
            <pc:docMk/>
            <pc:sldMk cId="3714684351" sldId="405"/>
            <ac:spMk id="11" creationId="{C786044B-1F2E-39C3-9551-5A0881586059}"/>
          </ac:spMkLst>
        </pc:spChg>
        <pc:picChg chg="del mod">
          <ac:chgData name="ARUN KARTHIK ." userId="62a047ea-99a3-445a-a127-bd8840139939" providerId="ADAL" clId="{79E7736C-4FFF-4C8C-B152-A19A57C5986D}" dt="2025-03-06T06:05:44.976" v="376" actId="478"/>
          <ac:picMkLst>
            <pc:docMk/>
            <pc:sldMk cId="3714684351" sldId="405"/>
            <ac:picMk id="8194" creationId="{8134199A-753B-7391-1ECA-F2CB5166DCA5}"/>
          </ac:picMkLst>
        </pc:picChg>
        <pc:picChg chg="add mod">
          <ac:chgData name="ARUN KARTHIK ." userId="62a047ea-99a3-445a-a127-bd8840139939" providerId="ADAL" clId="{79E7736C-4FFF-4C8C-B152-A19A57C5986D}" dt="2025-03-06T06:06:20.026" v="391" actId="1076"/>
          <ac:picMkLst>
            <pc:docMk/>
            <pc:sldMk cId="3714684351" sldId="405"/>
            <ac:picMk id="10242" creationId="{97FA6F30-25F0-157C-908E-F0039D481407}"/>
          </ac:picMkLst>
        </pc:picChg>
        <pc:picChg chg="add mod">
          <ac:chgData name="ARUN KARTHIK ." userId="62a047ea-99a3-445a-a127-bd8840139939" providerId="ADAL" clId="{79E7736C-4FFF-4C8C-B152-A19A57C5986D}" dt="2025-03-06T06:06:42.815" v="399" actId="1076"/>
          <ac:picMkLst>
            <pc:docMk/>
            <pc:sldMk cId="3714684351" sldId="405"/>
            <ac:picMk id="10245" creationId="{A5E0C56B-8A11-B85F-FB0F-A022A80BDB90}"/>
          </ac:picMkLst>
        </pc:picChg>
      </pc:sldChg>
      <pc:sldChg chg="del">
        <pc:chgData name="ARUN KARTHIK ." userId="62a047ea-99a3-445a-a127-bd8840139939" providerId="ADAL" clId="{79E7736C-4FFF-4C8C-B152-A19A57C5986D}" dt="2025-03-06T05:50:08.292" v="17" actId="47"/>
        <pc:sldMkLst>
          <pc:docMk/>
          <pc:sldMk cId="3107062026" sldId="406"/>
        </pc:sldMkLst>
      </pc:sldChg>
      <pc:sldChg chg="modSp add mod">
        <pc:chgData name="ARUN KARTHIK ." userId="62a047ea-99a3-445a-a127-bd8840139939" providerId="ADAL" clId="{79E7736C-4FFF-4C8C-B152-A19A57C5986D}" dt="2025-03-06T06:07:01.447" v="405" actId="1076"/>
        <pc:sldMkLst>
          <pc:docMk/>
          <pc:sldMk cId="3139437167" sldId="406"/>
        </pc:sldMkLst>
        <pc:spChg chg="mod">
          <ac:chgData name="ARUN KARTHIK ." userId="62a047ea-99a3-445a-a127-bd8840139939" providerId="ADAL" clId="{79E7736C-4FFF-4C8C-B152-A19A57C5986D}" dt="2025-03-06T06:06:57.951" v="404" actId="20577"/>
          <ac:spMkLst>
            <pc:docMk/>
            <pc:sldMk cId="3139437167" sldId="406"/>
            <ac:spMk id="3" creationId="{46DE0E46-94FE-6982-0539-88A78C65FCE1}"/>
          </ac:spMkLst>
        </pc:spChg>
        <pc:spChg chg="mod">
          <ac:chgData name="ARUN KARTHIK ." userId="62a047ea-99a3-445a-a127-bd8840139939" providerId="ADAL" clId="{79E7736C-4FFF-4C8C-B152-A19A57C5986D}" dt="2025-03-06T06:07:01.447" v="405" actId="1076"/>
          <ac:spMkLst>
            <pc:docMk/>
            <pc:sldMk cId="3139437167" sldId="406"/>
            <ac:spMk id="7" creationId="{AD602D59-2301-5BD0-F3F7-5E3D1AB09BF5}"/>
          </ac:spMkLst>
        </pc:spChg>
        <pc:spChg chg="mod">
          <ac:chgData name="ARUN KARTHIK ." userId="62a047ea-99a3-445a-a127-bd8840139939" providerId="ADAL" clId="{79E7736C-4FFF-4C8C-B152-A19A57C5986D}" dt="2025-03-06T06:07:01.447" v="405" actId="1076"/>
          <ac:spMkLst>
            <pc:docMk/>
            <pc:sldMk cId="3139437167" sldId="406"/>
            <ac:spMk id="10" creationId="{D088C4BA-F4AD-0516-ECB1-7DE7DF215B22}"/>
          </ac:spMkLst>
        </pc:spChg>
        <pc:picChg chg="mod">
          <ac:chgData name="ARUN KARTHIK ." userId="62a047ea-99a3-445a-a127-bd8840139939" providerId="ADAL" clId="{79E7736C-4FFF-4C8C-B152-A19A57C5986D}" dt="2025-03-06T06:07:01.447" v="405" actId="1076"/>
          <ac:picMkLst>
            <pc:docMk/>
            <pc:sldMk cId="3139437167" sldId="406"/>
            <ac:picMk id="10242" creationId="{4EEDF982-1171-0279-0F07-843DF5813AB1}"/>
          </ac:picMkLst>
        </pc:picChg>
        <pc:picChg chg="mod">
          <ac:chgData name="ARUN KARTHIK ." userId="62a047ea-99a3-445a-a127-bd8840139939" providerId="ADAL" clId="{79E7736C-4FFF-4C8C-B152-A19A57C5986D}" dt="2025-03-06T06:07:01.447" v="405" actId="1076"/>
          <ac:picMkLst>
            <pc:docMk/>
            <pc:sldMk cId="3139437167" sldId="406"/>
            <ac:picMk id="10245" creationId="{6D99C491-14FC-7F03-7486-1977DAB85605}"/>
          </ac:picMkLst>
        </pc:picChg>
      </pc:sldChg>
      <pc:sldChg chg="addSp delSp modSp add mod">
        <pc:chgData name="ARUN KARTHIK ." userId="62a047ea-99a3-445a-a127-bd8840139939" providerId="ADAL" clId="{79E7736C-4FFF-4C8C-B152-A19A57C5986D}" dt="2025-03-06T06:08:50.161" v="444" actId="1076"/>
        <pc:sldMkLst>
          <pc:docMk/>
          <pc:sldMk cId="3222393930" sldId="407"/>
        </pc:sldMkLst>
        <pc:spChg chg="mod">
          <ac:chgData name="ARUN KARTHIK ." userId="62a047ea-99a3-445a-a127-bd8840139939" providerId="ADAL" clId="{79E7736C-4FFF-4C8C-B152-A19A57C5986D}" dt="2025-03-06T06:07:30.233" v="416" actId="20577"/>
          <ac:spMkLst>
            <pc:docMk/>
            <pc:sldMk cId="3222393930" sldId="407"/>
            <ac:spMk id="2" creationId="{188D9819-A592-5E69-D225-B2000BC54F37}"/>
          </ac:spMkLst>
        </pc:spChg>
        <pc:spChg chg="mod">
          <ac:chgData name="ARUN KARTHIK ." userId="62a047ea-99a3-445a-a127-bd8840139939" providerId="ADAL" clId="{79E7736C-4FFF-4C8C-B152-A19A57C5986D}" dt="2025-03-06T06:08:08.021" v="432" actId="27636"/>
          <ac:spMkLst>
            <pc:docMk/>
            <pc:sldMk cId="3222393930" sldId="407"/>
            <ac:spMk id="3" creationId="{4048BE31-2853-95E5-D316-1C5C1F68EA32}"/>
          </ac:spMkLst>
        </pc:spChg>
        <pc:spChg chg="add">
          <ac:chgData name="ARUN KARTHIK ." userId="62a047ea-99a3-445a-a127-bd8840139939" providerId="ADAL" clId="{79E7736C-4FFF-4C8C-B152-A19A57C5986D}" dt="2025-03-06T06:07:23.017" v="414"/>
          <ac:spMkLst>
            <pc:docMk/>
            <pc:sldMk cId="3222393930" sldId="407"/>
            <ac:spMk id="4" creationId="{88125BCD-524F-24C1-9842-CD0FF8F88D86}"/>
          </ac:spMkLst>
        </pc:spChg>
        <pc:spChg chg="add">
          <ac:chgData name="ARUN KARTHIK ." userId="62a047ea-99a3-445a-a127-bd8840139939" providerId="ADAL" clId="{79E7736C-4FFF-4C8C-B152-A19A57C5986D}" dt="2025-03-06T06:08:02.076" v="426"/>
          <ac:spMkLst>
            <pc:docMk/>
            <pc:sldMk cId="3222393930" sldId="407"/>
            <ac:spMk id="5" creationId="{18958DD8-AEBE-1306-08C7-0CEE28047DDB}"/>
          </ac:spMkLst>
        </pc:spChg>
        <pc:spChg chg="del">
          <ac:chgData name="ARUN KARTHIK ." userId="62a047ea-99a3-445a-a127-bd8840139939" providerId="ADAL" clId="{79E7736C-4FFF-4C8C-B152-A19A57C5986D}" dt="2025-03-06T06:07:52.088" v="423" actId="478"/>
          <ac:spMkLst>
            <pc:docMk/>
            <pc:sldMk cId="3222393930" sldId="407"/>
            <ac:spMk id="7" creationId="{9631C119-7822-1B72-BE46-4023CA5AC785}"/>
          </ac:spMkLst>
        </pc:spChg>
        <pc:spChg chg="add mod">
          <ac:chgData name="ARUN KARTHIK ." userId="62a047ea-99a3-445a-a127-bd8840139939" providerId="ADAL" clId="{79E7736C-4FFF-4C8C-B152-A19A57C5986D}" dt="2025-03-06T06:08:41.508" v="438" actId="1076"/>
          <ac:spMkLst>
            <pc:docMk/>
            <pc:sldMk cId="3222393930" sldId="407"/>
            <ac:spMk id="8" creationId="{AB073976-9F88-F67C-87E0-369DE6CA5940}"/>
          </ac:spMkLst>
        </pc:spChg>
        <pc:spChg chg="del mod">
          <ac:chgData name="ARUN KARTHIK ." userId="62a047ea-99a3-445a-a127-bd8840139939" providerId="ADAL" clId="{79E7736C-4FFF-4C8C-B152-A19A57C5986D}" dt="2025-03-06T06:08:47.942" v="443" actId="478"/>
          <ac:spMkLst>
            <pc:docMk/>
            <pc:sldMk cId="3222393930" sldId="407"/>
            <ac:spMk id="10" creationId="{7702E5F8-0428-9E30-794F-13148658B1BF}"/>
          </ac:spMkLst>
        </pc:spChg>
        <pc:spChg chg="add mod">
          <ac:chgData name="ARUN KARTHIK ." userId="62a047ea-99a3-445a-a127-bd8840139939" providerId="ADAL" clId="{79E7736C-4FFF-4C8C-B152-A19A57C5986D}" dt="2025-03-06T06:08:50.161" v="444" actId="1076"/>
          <ac:spMkLst>
            <pc:docMk/>
            <pc:sldMk cId="3222393930" sldId="407"/>
            <ac:spMk id="11" creationId="{CA2E224B-6B4D-EC7B-7690-197C0FCADECC}"/>
          </ac:spMkLst>
        </pc:spChg>
        <pc:picChg chg="del mod">
          <ac:chgData name="ARUN KARTHIK ." userId="62a047ea-99a3-445a-a127-bd8840139939" providerId="ADAL" clId="{79E7736C-4FFF-4C8C-B152-A19A57C5986D}" dt="2025-03-06T06:07:51.068" v="422" actId="478"/>
          <ac:picMkLst>
            <pc:docMk/>
            <pc:sldMk cId="3222393930" sldId="407"/>
            <ac:picMk id="10242" creationId="{B8B2DEB4-8498-3E8F-6D7E-112F82BE3807}"/>
          </ac:picMkLst>
        </pc:picChg>
        <pc:picChg chg="del mod">
          <ac:chgData name="ARUN KARTHIK ." userId="62a047ea-99a3-445a-a127-bd8840139939" providerId="ADAL" clId="{79E7736C-4FFF-4C8C-B152-A19A57C5986D}" dt="2025-03-06T06:08:45.570" v="441" actId="478"/>
          <ac:picMkLst>
            <pc:docMk/>
            <pc:sldMk cId="3222393930" sldId="407"/>
            <ac:picMk id="10245" creationId="{F3523678-9C95-D1F8-BB9F-E047E91743B3}"/>
          </ac:picMkLst>
        </pc:picChg>
        <pc:picChg chg="add">
          <ac:chgData name="ARUN KARTHIK ." userId="62a047ea-99a3-445a-a127-bd8840139939" providerId="ADAL" clId="{79E7736C-4FFF-4C8C-B152-A19A57C5986D}" dt="2025-03-06T06:07:23.017" v="414"/>
          <ac:picMkLst>
            <pc:docMk/>
            <pc:sldMk cId="3222393930" sldId="407"/>
            <ac:picMk id="11266" creationId="{7AC6CB05-1666-F5B6-BAE7-580223DA397C}"/>
          </ac:picMkLst>
        </pc:picChg>
        <pc:picChg chg="add">
          <ac:chgData name="ARUN KARTHIK ." userId="62a047ea-99a3-445a-a127-bd8840139939" providerId="ADAL" clId="{79E7736C-4FFF-4C8C-B152-A19A57C5986D}" dt="2025-03-06T06:07:23.017" v="414"/>
          <ac:picMkLst>
            <pc:docMk/>
            <pc:sldMk cId="3222393930" sldId="407"/>
            <ac:picMk id="11267" creationId="{7808F696-D90E-436B-70B6-5018A3A8B008}"/>
          </ac:picMkLst>
        </pc:picChg>
      </pc:sldChg>
      <pc:sldChg chg="del">
        <pc:chgData name="ARUN KARTHIK ." userId="62a047ea-99a3-445a-a127-bd8840139939" providerId="ADAL" clId="{79E7736C-4FFF-4C8C-B152-A19A57C5986D}" dt="2025-03-06T05:50:08.292" v="17" actId="47"/>
        <pc:sldMkLst>
          <pc:docMk/>
          <pc:sldMk cId="3732477868" sldId="407"/>
        </pc:sldMkLst>
      </pc:sldChg>
      <pc:sldChg chg="del">
        <pc:chgData name="ARUN KARTHIK ." userId="62a047ea-99a3-445a-a127-bd8840139939" providerId="ADAL" clId="{79E7736C-4FFF-4C8C-B152-A19A57C5986D}" dt="2025-03-06T05:50:08.292" v="17" actId="47"/>
        <pc:sldMkLst>
          <pc:docMk/>
          <pc:sldMk cId="429783308" sldId="408"/>
        </pc:sldMkLst>
      </pc:sldChg>
      <pc:sldChg chg="addSp delSp modSp add mod">
        <pc:chgData name="ARUN KARTHIK ." userId="62a047ea-99a3-445a-a127-bd8840139939" providerId="ADAL" clId="{79E7736C-4FFF-4C8C-B152-A19A57C5986D}" dt="2025-03-06T06:14:46.441" v="567" actId="1076"/>
        <pc:sldMkLst>
          <pc:docMk/>
          <pc:sldMk cId="2108258526" sldId="408"/>
        </pc:sldMkLst>
        <pc:spChg chg="mod">
          <ac:chgData name="ARUN KARTHIK ." userId="62a047ea-99a3-445a-a127-bd8840139939" providerId="ADAL" clId="{79E7736C-4FFF-4C8C-B152-A19A57C5986D}" dt="2025-03-06T06:11:59.009" v="503"/>
          <ac:spMkLst>
            <pc:docMk/>
            <pc:sldMk cId="2108258526" sldId="408"/>
            <ac:spMk id="2" creationId="{19D7C01A-F668-6935-B974-30371402F623}"/>
          </ac:spMkLst>
        </pc:spChg>
        <pc:spChg chg="mod">
          <ac:chgData name="ARUN KARTHIK ." userId="62a047ea-99a3-445a-a127-bd8840139939" providerId="ADAL" clId="{79E7736C-4FFF-4C8C-B152-A19A57C5986D}" dt="2025-03-06T06:14:29.976" v="558" actId="5793"/>
          <ac:spMkLst>
            <pc:docMk/>
            <pc:sldMk cId="2108258526" sldId="408"/>
            <ac:spMk id="3" creationId="{86BBC579-1E8B-51E8-9F72-492F2DC72445}"/>
          </ac:spMkLst>
        </pc:spChg>
        <pc:spChg chg="add del">
          <ac:chgData name="ARUN KARTHIK ." userId="62a047ea-99a3-445a-a127-bd8840139939" providerId="ADAL" clId="{79E7736C-4FFF-4C8C-B152-A19A57C5986D}" dt="2025-03-06T06:13:23.238" v="535" actId="22"/>
          <ac:spMkLst>
            <pc:docMk/>
            <pc:sldMk cId="2108258526" sldId="408"/>
            <ac:spMk id="5" creationId="{E0907DFE-BA62-D217-EC08-207AAAC06951}"/>
          </ac:spMkLst>
        </pc:spChg>
        <pc:spChg chg="add">
          <ac:chgData name="ARUN KARTHIK ." userId="62a047ea-99a3-445a-a127-bd8840139939" providerId="ADAL" clId="{79E7736C-4FFF-4C8C-B152-A19A57C5986D}" dt="2025-03-06T06:14:06.782" v="549"/>
          <ac:spMkLst>
            <pc:docMk/>
            <pc:sldMk cId="2108258526" sldId="408"/>
            <ac:spMk id="6" creationId="{DD375188-99B3-CF60-5EE4-0D4317DBE21D}"/>
          </ac:spMkLst>
        </pc:spChg>
        <pc:spChg chg="del">
          <ac:chgData name="ARUN KARTHIK ." userId="62a047ea-99a3-445a-a127-bd8840139939" providerId="ADAL" clId="{79E7736C-4FFF-4C8C-B152-A19A57C5986D}" dt="2025-03-06T06:13:17.815" v="533" actId="478"/>
          <ac:spMkLst>
            <pc:docMk/>
            <pc:sldMk cId="2108258526" sldId="408"/>
            <ac:spMk id="8" creationId="{2515171C-B959-11E6-3252-F9B7FA2DC859}"/>
          </ac:spMkLst>
        </pc:spChg>
        <pc:spChg chg="add del mod">
          <ac:chgData name="ARUN KARTHIK ." userId="62a047ea-99a3-445a-a127-bd8840139939" providerId="ADAL" clId="{79E7736C-4FFF-4C8C-B152-A19A57C5986D}" dt="2025-03-06T06:14:46.441" v="567" actId="1076"/>
          <ac:spMkLst>
            <pc:docMk/>
            <pc:sldMk cId="2108258526" sldId="408"/>
            <ac:spMk id="9" creationId="{EC93D3E3-0B98-C17D-0271-843F2DC29229}"/>
          </ac:spMkLst>
        </pc:spChg>
        <pc:spChg chg="add">
          <ac:chgData name="ARUN KARTHIK ." userId="62a047ea-99a3-445a-a127-bd8840139939" providerId="ADAL" clId="{79E7736C-4FFF-4C8C-B152-A19A57C5986D}" dt="2025-03-06T06:14:31.072" v="559"/>
          <ac:spMkLst>
            <pc:docMk/>
            <pc:sldMk cId="2108258526" sldId="408"/>
            <ac:spMk id="10" creationId="{38171CC4-2134-35C7-0F6D-72D35B0677F4}"/>
          </ac:spMkLst>
        </pc:spChg>
        <pc:spChg chg="del">
          <ac:chgData name="ARUN KARTHIK ." userId="62a047ea-99a3-445a-a127-bd8840139939" providerId="ADAL" clId="{79E7736C-4FFF-4C8C-B152-A19A57C5986D}" dt="2025-03-06T06:13:17.815" v="533" actId="478"/>
          <ac:spMkLst>
            <pc:docMk/>
            <pc:sldMk cId="2108258526" sldId="408"/>
            <ac:spMk id="11" creationId="{0074B4E5-DA9B-8983-5632-C39179A2EEE6}"/>
          </ac:spMkLst>
        </pc:spChg>
        <pc:spChg chg="add mod">
          <ac:chgData name="ARUN KARTHIK ." userId="62a047ea-99a3-445a-a127-bd8840139939" providerId="ADAL" clId="{79E7736C-4FFF-4C8C-B152-A19A57C5986D}" dt="2025-03-06T06:14:40.219" v="566" actId="20577"/>
          <ac:spMkLst>
            <pc:docMk/>
            <pc:sldMk cId="2108258526" sldId="408"/>
            <ac:spMk id="13" creationId="{7FE2696C-177F-5C51-35D3-0744949EEECE}"/>
          </ac:spMkLst>
        </pc:spChg>
        <pc:picChg chg="add mod">
          <ac:chgData name="ARUN KARTHIK ." userId="62a047ea-99a3-445a-a127-bd8840139939" providerId="ADAL" clId="{79E7736C-4FFF-4C8C-B152-A19A57C5986D}" dt="2025-03-06T06:14:01.362" v="548" actId="1076"/>
          <ac:picMkLst>
            <pc:docMk/>
            <pc:sldMk cId="2108258526" sldId="408"/>
            <ac:picMk id="13314" creationId="{CDEC77D7-4F1E-EECE-602C-4AC7A3F9092E}"/>
          </ac:picMkLst>
        </pc:picChg>
      </pc:sldChg>
      <pc:sldChg chg="addSp delSp modSp add mod">
        <pc:chgData name="ARUN KARTHIK ." userId="62a047ea-99a3-445a-a127-bd8840139939" providerId="ADAL" clId="{79E7736C-4FFF-4C8C-B152-A19A57C5986D}" dt="2025-03-06T06:17:01.990" v="630" actId="20577"/>
        <pc:sldMkLst>
          <pc:docMk/>
          <pc:sldMk cId="41180623" sldId="409"/>
        </pc:sldMkLst>
        <pc:spChg chg="mod">
          <ac:chgData name="ARUN KARTHIK ." userId="62a047ea-99a3-445a-a127-bd8840139939" providerId="ADAL" clId="{79E7736C-4FFF-4C8C-B152-A19A57C5986D}" dt="2025-03-06T06:17:01.990" v="630" actId="20577"/>
          <ac:spMkLst>
            <pc:docMk/>
            <pc:sldMk cId="41180623" sldId="409"/>
            <ac:spMk id="2" creationId="{DC3A9D2C-2403-5847-A5F8-9D867A5F9EF5}"/>
          </ac:spMkLst>
        </pc:spChg>
        <pc:spChg chg="mod">
          <ac:chgData name="ARUN KARTHIK ." userId="62a047ea-99a3-445a-a127-bd8840139939" providerId="ADAL" clId="{79E7736C-4FFF-4C8C-B152-A19A57C5986D}" dt="2025-03-06T06:16:37.297" v="620"/>
          <ac:spMkLst>
            <pc:docMk/>
            <pc:sldMk cId="41180623" sldId="409"/>
            <ac:spMk id="3" creationId="{441468AE-3507-59C1-5A1B-AFB364ADB9C3}"/>
          </ac:spMkLst>
        </pc:spChg>
        <pc:spChg chg="add">
          <ac:chgData name="ARUN KARTHIK ." userId="62a047ea-99a3-445a-a127-bd8840139939" providerId="ADAL" clId="{79E7736C-4FFF-4C8C-B152-A19A57C5986D}" dt="2025-03-06T06:16:20.706" v="609"/>
          <ac:spMkLst>
            <pc:docMk/>
            <pc:sldMk cId="41180623" sldId="409"/>
            <ac:spMk id="4" creationId="{96111D74-A507-36DB-3F08-FEC475B0369C}"/>
          </ac:spMkLst>
        </pc:spChg>
        <pc:spChg chg="add">
          <ac:chgData name="ARUN KARTHIK ." userId="62a047ea-99a3-445a-a127-bd8840139939" providerId="ADAL" clId="{79E7736C-4FFF-4C8C-B152-A19A57C5986D}" dt="2025-03-06T06:16:35.557" v="618"/>
          <ac:spMkLst>
            <pc:docMk/>
            <pc:sldMk cId="41180623" sldId="409"/>
            <ac:spMk id="5" creationId="{6DF2BEF5-CB2A-7DD6-6FBD-4AA3563D4FD8}"/>
          </ac:spMkLst>
        </pc:spChg>
        <pc:spChg chg="del">
          <ac:chgData name="ARUN KARTHIK ." userId="62a047ea-99a3-445a-a127-bd8840139939" providerId="ADAL" clId="{79E7736C-4FFF-4C8C-B152-A19A57C5986D}" dt="2025-03-06T06:15:21.625" v="578" actId="478"/>
          <ac:spMkLst>
            <pc:docMk/>
            <pc:sldMk cId="41180623" sldId="409"/>
            <ac:spMk id="9" creationId="{8CAD8A66-6F1C-2112-AA35-D4CDC9B33FA7}"/>
          </ac:spMkLst>
        </pc:spChg>
        <pc:spChg chg="del">
          <ac:chgData name="ARUN KARTHIK ." userId="62a047ea-99a3-445a-a127-bd8840139939" providerId="ADAL" clId="{79E7736C-4FFF-4C8C-B152-A19A57C5986D}" dt="2025-03-06T06:15:19.979" v="577" actId="478"/>
          <ac:spMkLst>
            <pc:docMk/>
            <pc:sldMk cId="41180623" sldId="409"/>
            <ac:spMk id="13" creationId="{D48DC76F-D14F-58EC-130B-67DDE04D25F6}"/>
          </ac:spMkLst>
        </pc:spChg>
        <pc:picChg chg="del">
          <ac:chgData name="ARUN KARTHIK ." userId="62a047ea-99a3-445a-a127-bd8840139939" providerId="ADAL" clId="{79E7736C-4FFF-4C8C-B152-A19A57C5986D}" dt="2025-03-06T06:15:19.979" v="577" actId="478"/>
          <ac:picMkLst>
            <pc:docMk/>
            <pc:sldMk cId="41180623" sldId="409"/>
            <ac:picMk id="13314" creationId="{32B476A8-3387-3811-846A-BD78BD9EE053}"/>
          </ac:picMkLst>
        </pc:picChg>
      </pc:sldChg>
      <pc:sldChg chg="del">
        <pc:chgData name="ARUN KARTHIK ." userId="62a047ea-99a3-445a-a127-bd8840139939" providerId="ADAL" clId="{79E7736C-4FFF-4C8C-B152-A19A57C5986D}" dt="2025-03-06T05:50:08.292" v="17" actId="47"/>
        <pc:sldMkLst>
          <pc:docMk/>
          <pc:sldMk cId="1634000648" sldId="409"/>
        </pc:sldMkLst>
      </pc:sldChg>
      <pc:sldChg chg="modSp add mod ord">
        <pc:chgData name="ARUN KARTHIK ." userId="62a047ea-99a3-445a-a127-bd8840139939" providerId="ADAL" clId="{79E7736C-4FFF-4C8C-B152-A19A57C5986D}" dt="2025-03-06T06:16:58.376" v="623"/>
        <pc:sldMkLst>
          <pc:docMk/>
          <pc:sldMk cId="1977889693" sldId="410"/>
        </pc:sldMkLst>
        <pc:spChg chg="mod">
          <ac:chgData name="ARUN KARTHIK ." userId="62a047ea-99a3-445a-a127-bd8840139939" providerId="ADAL" clId="{79E7736C-4FFF-4C8C-B152-A19A57C5986D}" dt="2025-03-06T06:16:58.376" v="623"/>
          <ac:spMkLst>
            <pc:docMk/>
            <pc:sldMk cId="1977889693" sldId="410"/>
            <ac:spMk id="2" creationId="{168CE6EE-1A6B-C138-CB4B-2C326D727977}"/>
          </ac:spMkLst>
        </pc:spChg>
      </pc:sldChg>
      <pc:sldChg chg="del">
        <pc:chgData name="ARUN KARTHIK ." userId="62a047ea-99a3-445a-a127-bd8840139939" providerId="ADAL" clId="{79E7736C-4FFF-4C8C-B152-A19A57C5986D}" dt="2025-03-06T05:50:08.292" v="17" actId="47"/>
        <pc:sldMkLst>
          <pc:docMk/>
          <pc:sldMk cId="3409473927" sldId="410"/>
        </pc:sldMkLst>
      </pc:sldChg>
      <pc:sldChg chg="del">
        <pc:chgData name="ARUN KARTHIK ." userId="62a047ea-99a3-445a-a127-bd8840139939" providerId="ADAL" clId="{79E7736C-4FFF-4C8C-B152-A19A57C5986D}" dt="2025-03-06T05:50:08.292" v="17" actId="47"/>
        <pc:sldMkLst>
          <pc:docMk/>
          <pc:sldMk cId="60643848" sldId="411"/>
        </pc:sldMkLst>
      </pc:sldChg>
      <pc:sldChg chg="addSp modSp add del mod">
        <pc:chgData name="ARUN KARTHIK ." userId="62a047ea-99a3-445a-a127-bd8840139939" providerId="ADAL" clId="{79E7736C-4FFF-4C8C-B152-A19A57C5986D}" dt="2025-03-06T06:19:19.973" v="649" actId="47"/>
        <pc:sldMkLst>
          <pc:docMk/>
          <pc:sldMk cId="2135886294" sldId="411"/>
        </pc:sldMkLst>
        <pc:spChg chg="mod">
          <ac:chgData name="ARUN KARTHIK ." userId="62a047ea-99a3-445a-a127-bd8840139939" providerId="ADAL" clId="{79E7736C-4FFF-4C8C-B152-A19A57C5986D}" dt="2025-03-06T06:19:08.911" v="645"/>
          <ac:spMkLst>
            <pc:docMk/>
            <pc:sldMk cId="2135886294" sldId="411"/>
            <ac:spMk id="2" creationId="{1B59FF8E-A3A4-B20B-5CCD-721DCF3D2C8B}"/>
          </ac:spMkLst>
        </pc:spChg>
        <pc:spChg chg="mod">
          <ac:chgData name="ARUN KARTHIK ." userId="62a047ea-99a3-445a-a127-bd8840139939" providerId="ADAL" clId="{79E7736C-4FFF-4C8C-B152-A19A57C5986D}" dt="2025-03-06T06:19:11.356" v="646" actId="5793"/>
          <ac:spMkLst>
            <pc:docMk/>
            <pc:sldMk cId="2135886294" sldId="411"/>
            <ac:spMk id="3" creationId="{C783E8D8-CDD6-E584-B858-86B592C27C34}"/>
          </ac:spMkLst>
        </pc:spChg>
        <pc:spChg chg="add">
          <ac:chgData name="ARUN KARTHIK ." userId="62a047ea-99a3-445a-a127-bd8840139939" providerId="ADAL" clId="{79E7736C-4FFF-4C8C-B152-A19A57C5986D}" dt="2025-03-06T06:17:31.652" v="634"/>
          <ac:spMkLst>
            <pc:docMk/>
            <pc:sldMk cId="2135886294" sldId="411"/>
            <ac:spMk id="4" creationId="{567483E2-8C8A-9853-79B5-D4ABABFB638A}"/>
          </ac:spMkLst>
        </pc:spChg>
        <pc:spChg chg="add">
          <ac:chgData name="ARUN KARTHIK ." userId="62a047ea-99a3-445a-a127-bd8840139939" providerId="ADAL" clId="{79E7736C-4FFF-4C8C-B152-A19A57C5986D}" dt="2025-03-06T06:17:53.686" v="641"/>
          <ac:spMkLst>
            <pc:docMk/>
            <pc:sldMk cId="2135886294" sldId="411"/>
            <ac:spMk id="5" creationId="{AC661CDB-A583-6B60-F7B5-C41945553BDB}"/>
          </ac:spMkLst>
        </pc:spChg>
        <pc:spChg chg="add">
          <ac:chgData name="ARUN KARTHIK ." userId="62a047ea-99a3-445a-a127-bd8840139939" providerId="ADAL" clId="{79E7736C-4FFF-4C8C-B152-A19A57C5986D}" dt="2025-03-06T06:17:53.686" v="641"/>
          <ac:spMkLst>
            <pc:docMk/>
            <pc:sldMk cId="2135886294" sldId="411"/>
            <ac:spMk id="6" creationId="{E7A6DCA9-0A63-5790-9D78-6AE6C0EA0B92}"/>
          </ac:spMkLst>
        </pc:spChg>
        <pc:spChg chg="add">
          <ac:chgData name="ARUN KARTHIK ." userId="62a047ea-99a3-445a-a127-bd8840139939" providerId="ADAL" clId="{79E7736C-4FFF-4C8C-B152-A19A57C5986D}" dt="2025-03-06T06:17:53.686" v="641"/>
          <ac:spMkLst>
            <pc:docMk/>
            <pc:sldMk cId="2135886294" sldId="411"/>
            <ac:spMk id="7" creationId="{58CACDBE-E241-6B60-BFA1-90FCFAA2D361}"/>
          </ac:spMkLst>
        </pc:spChg>
        <pc:spChg chg="add">
          <ac:chgData name="ARUN KARTHIK ." userId="62a047ea-99a3-445a-a127-bd8840139939" providerId="ADAL" clId="{79E7736C-4FFF-4C8C-B152-A19A57C5986D}" dt="2025-03-06T06:17:53.686" v="641"/>
          <ac:spMkLst>
            <pc:docMk/>
            <pc:sldMk cId="2135886294" sldId="411"/>
            <ac:spMk id="8" creationId="{0FE06D78-A479-8B2D-59A6-722F14A5C3DB}"/>
          </ac:spMkLst>
        </pc:spChg>
        <pc:spChg chg="add">
          <ac:chgData name="ARUN KARTHIK ." userId="62a047ea-99a3-445a-a127-bd8840139939" providerId="ADAL" clId="{79E7736C-4FFF-4C8C-B152-A19A57C5986D}" dt="2025-03-06T06:17:53.686" v="641"/>
          <ac:spMkLst>
            <pc:docMk/>
            <pc:sldMk cId="2135886294" sldId="411"/>
            <ac:spMk id="9" creationId="{F3A247CE-106D-DA7D-6208-2DD96F162F8A}"/>
          </ac:spMkLst>
        </pc:spChg>
        <pc:spChg chg="add">
          <ac:chgData name="ARUN KARTHIK ." userId="62a047ea-99a3-445a-a127-bd8840139939" providerId="ADAL" clId="{79E7736C-4FFF-4C8C-B152-A19A57C5986D}" dt="2025-03-06T06:17:53.686" v="641"/>
          <ac:spMkLst>
            <pc:docMk/>
            <pc:sldMk cId="2135886294" sldId="411"/>
            <ac:spMk id="10" creationId="{0972D620-1E0A-3EF2-68DC-80315A0C3A41}"/>
          </ac:spMkLst>
        </pc:spChg>
        <pc:spChg chg="add">
          <ac:chgData name="ARUN KARTHIK ." userId="62a047ea-99a3-445a-a127-bd8840139939" providerId="ADAL" clId="{79E7736C-4FFF-4C8C-B152-A19A57C5986D}" dt="2025-03-06T06:17:53.686" v="641"/>
          <ac:spMkLst>
            <pc:docMk/>
            <pc:sldMk cId="2135886294" sldId="411"/>
            <ac:spMk id="11" creationId="{13FFA043-76CD-B234-AF48-6CD4C480B7EA}"/>
          </ac:spMkLst>
        </pc:spChg>
        <pc:picChg chg="add">
          <ac:chgData name="ARUN KARTHIK ." userId="62a047ea-99a3-445a-a127-bd8840139939" providerId="ADAL" clId="{79E7736C-4FFF-4C8C-B152-A19A57C5986D}" dt="2025-03-06T06:17:53.686" v="641"/>
          <ac:picMkLst>
            <pc:docMk/>
            <pc:sldMk cId="2135886294" sldId="411"/>
            <ac:picMk id="16392" creationId="{66227F23-306D-F07F-C049-279CB5F5BAEB}"/>
          </ac:picMkLst>
        </pc:picChg>
      </pc:sldChg>
      <pc:sldChg chg="addSp modSp add mod">
        <pc:chgData name="ARUN KARTHIK ." userId="62a047ea-99a3-445a-a127-bd8840139939" providerId="ADAL" clId="{79E7736C-4FFF-4C8C-B152-A19A57C5986D}" dt="2025-03-06T06:20:41.610" v="689"/>
        <pc:sldMkLst>
          <pc:docMk/>
          <pc:sldMk cId="1323953729" sldId="412"/>
        </pc:sldMkLst>
        <pc:spChg chg="mod">
          <ac:chgData name="ARUN KARTHIK ." userId="62a047ea-99a3-445a-a127-bd8840139939" providerId="ADAL" clId="{79E7736C-4FFF-4C8C-B152-A19A57C5986D}" dt="2025-03-06T06:19:18.639" v="648"/>
          <ac:spMkLst>
            <pc:docMk/>
            <pc:sldMk cId="1323953729" sldId="412"/>
            <ac:spMk id="2" creationId="{472909BD-40CE-33F1-69B9-BE632FAC5747}"/>
          </ac:spMkLst>
        </pc:spChg>
        <pc:spChg chg="mod">
          <ac:chgData name="ARUN KARTHIK ." userId="62a047ea-99a3-445a-a127-bd8840139939" providerId="ADAL" clId="{79E7736C-4FFF-4C8C-B152-A19A57C5986D}" dt="2025-03-06T06:20:41.610" v="689"/>
          <ac:spMkLst>
            <pc:docMk/>
            <pc:sldMk cId="1323953729" sldId="412"/>
            <ac:spMk id="3" creationId="{9663F95C-1A8E-42ED-9875-C698FED768CC}"/>
          </ac:spMkLst>
        </pc:spChg>
        <pc:spChg chg="add">
          <ac:chgData name="ARUN KARTHIK ." userId="62a047ea-99a3-445a-a127-bd8840139939" providerId="ADAL" clId="{79E7736C-4FFF-4C8C-B152-A19A57C5986D}" dt="2025-03-06T06:19:44.592" v="661"/>
          <ac:spMkLst>
            <pc:docMk/>
            <pc:sldMk cId="1323953729" sldId="412"/>
            <ac:spMk id="4" creationId="{F5D5AFFA-798E-5D6B-9D8A-9DE20A8B2F42}"/>
          </ac:spMkLst>
        </pc:spChg>
        <pc:spChg chg="add">
          <ac:chgData name="ARUN KARTHIK ." userId="62a047ea-99a3-445a-a127-bd8840139939" providerId="ADAL" clId="{79E7736C-4FFF-4C8C-B152-A19A57C5986D}" dt="2025-03-06T06:20:09.304" v="673"/>
          <ac:spMkLst>
            <pc:docMk/>
            <pc:sldMk cId="1323953729" sldId="412"/>
            <ac:spMk id="5" creationId="{5840D68E-21D5-F28B-25FD-E04887B1E36C}"/>
          </ac:spMkLst>
        </pc:spChg>
        <pc:spChg chg="add">
          <ac:chgData name="ARUN KARTHIK ." userId="62a047ea-99a3-445a-a127-bd8840139939" providerId="ADAL" clId="{79E7736C-4FFF-4C8C-B152-A19A57C5986D}" dt="2025-03-06T06:20:40.074" v="687"/>
          <ac:spMkLst>
            <pc:docMk/>
            <pc:sldMk cId="1323953729" sldId="412"/>
            <ac:spMk id="6" creationId="{1886877D-22E5-FFC4-B174-6DD4504F0FF9}"/>
          </ac:spMkLst>
        </pc:spChg>
        <pc:picChg chg="add mod">
          <ac:chgData name="ARUN KARTHIK ." userId="62a047ea-99a3-445a-a127-bd8840139939" providerId="ADAL" clId="{79E7736C-4FFF-4C8C-B152-A19A57C5986D}" dt="2025-03-06T06:20:26.401" v="686" actId="1076"/>
          <ac:picMkLst>
            <pc:docMk/>
            <pc:sldMk cId="1323953729" sldId="412"/>
            <ac:picMk id="17412" creationId="{83795AD9-8EF3-7693-B055-1FEF4013BCE3}"/>
          </ac:picMkLst>
        </pc:picChg>
      </pc:sldChg>
      <pc:sldChg chg="del">
        <pc:chgData name="ARUN KARTHIK ." userId="62a047ea-99a3-445a-a127-bd8840139939" providerId="ADAL" clId="{79E7736C-4FFF-4C8C-B152-A19A57C5986D}" dt="2025-03-06T05:50:08.292" v="17" actId="47"/>
        <pc:sldMkLst>
          <pc:docMk/>
          <pc:sldMk cId="4224753896" sldId="412"/>
        </pc:sldMkLst>
      </pc:sldChg>
      <pc:sldChg chg="addSp delSp modSp add mod modClrScheme chgLayout">
        <pc:chgData name="ARUN KARTHIK ." userId="62a047ea-99a3-445a-a127-bd8840139939" providerId="ADAL" clId="{79E7736C-4FFF-4C8C-B152-A19A57C5986D}" dt="2025-03-06T06:22:30.373" v="703" actId="1076"/>
        <pc:sldMkLst>
          <pc:docMk/>
          <pc:sldMk cId="292445159" sldId="413"/>
        </pc:sldMkLst>
        <pc:spChg chg="mod">
          <ac:chgData name="ARUN KARTHIK ." userId="62a047ea-99a3-445a-a127-bd8840139939" providerId="ADAL" clId="{79E7736C-4FFF-4C8C-B152-A19A57C5986D}" dt="2025-03-06T06:21:11.444" v="700" actId="26606"/>
          <ac:spMkLst>
            <pc:docMk/>
            <pc:sldMk cId="292445159" sldId="413"/>
            <ac:spMk id="2" creationId="{563C7AF2-EC5E-71A5-05FF-F4D01A10EBB0}"/>
          </ac:spMkLst>
        </pc:spChg>
        <pc:spChg chg="mod">
          <ac:chgData name="ARUN KARTHIK ." userId="62a047ea-99a3-445a-a127-bd8840139939" providerId="ADAL" clId="{79E7736C-4FFF-4C8C-B152-A19A57C5986D}" dt="2025-03-06T06:22:28.146" v="702" actId="5793"/>
          <ac:spMkLst>
            <pc:docMk/>
            <pc:sldMk cId="292445159" sldId="413"/>
            <ac:spMk id="3" creationId="{7F38E608-042B-EDB4-46D3-D90AC445DC3F}"/>
          </ac:spMkLst>
        </pc:spChg>
        <pc:spChg chg="add del">
          <ac:chgData name="ARUN KARTHIK ." userId="62a047ea-99a3-445a-a127-bd8840139939" providerId="ADAL" clId="{79E7736C-4FFF-4C8C-B152-A19A57C5986D}" dt="2025-03-06T06:21:03.254" v="696" actId="22"/>
          <ac:spMkLst>
            <pc:docMk/>
            <pc:sldMk cId="292445159" sldId="413"/>
            <ac:spMk id="5" creationId="{0391CEEE-CA68-8CC3-7CD3-B410319334D4}"/>
          </ac:spMkLst>
        </pc:spChg>
        <pc:picChg chg="del">
          <ac:chgData name="ARUN KARTHIK ." userId="62a047ea-99a3-445a-a127-bd8840139939" providerId="ADAL" clId="{79E7736C-4FFF-4C8C-B152-A19A57C5986D}" dt="2025-03-06T06:21:02.153" v="694" actId="478"/>
          <ac:picMkLst>
            <pc:docMk/>
            <pc:sldMk cId="292445159" sldId="413"/>
            <ac:picMk id="17412" creationId="{4BA4339F-44B9-1055-432B-15A5A2CBC1F1}"/>
          </ac:picMkLst>
        </pc:picChg>
        <pc:picChg chg="add mod">
          <ac:chgData name="ARUN KARTHIK ." userId="62a047ea-99a3-445a-a127-bd8840139939" providerId="ADAL" clId="{79E7736C-4FFF-4C8C-B152-A19A57C5986D}" dt="2025-03-06T06:22:30.373" v="703" actId="1076"/>
          <ac:picMkLst>
            <pc:docMk/>
            <pc:sldMk cId="292445159" sldId="413"/>
            <ac:picMk id="18434" creationId="{8FC29FAA-771F-A674-FC35-DFF76B5CCAD2}"/>
          </ac:picMkLst>
        </pc:picChg>
      </pc:sldChg>
      <pc:sldChg chg="del">
        <pc:chgData name="ARUN KARTHIK ." userId="62a047ea-99a3-445a-a127-bd8840139939" providerId="ADAL" clId="{79E7736C-4FFF-4C8C-B152-A19A57C5986D}" dt="2025-03-06T05:50:08.292" v="17" actId="47"/>
        <pc:sldMkLst>
          <pc:docMk/>
          <pc:sldMk cId="4037103828" sldId="413"/>
        </pc:sldMkLst>
      </pc:sldChg>
      <pc:sldChg chg="del">
        <pc:chgData name="ARUN KARTHIK ." userId="62a047ea-99a3-445a-a127-bd8840139939" providerId="ADAL" clId="{79E7736C-4FFF-4C8C-B152-A19A57C5986D}" dt="2025-03-06T05:50:08.292" v="17" actId="47"/>
        <pc:sldMkLst>
          <pc:docMk/>
          <pc:sldMk cId="1207635534" sldId="414"/>
        </pc:sldMkLst>
      </pc:sldChg>
      <pc:sldChg chg="del">
        <pc:chgData name="ARUN KARTHIK ." userId="62a047ea-99a3-445a-a127-bd8840139939" providerId="ADAL" clId="{79E7736C-4FFF-4C8C-B152-A19A57C5986D}" dt="2025-03-06T05:50:08.292" v="17" actId="47"/>
        <pc:sldMkLst>
          <pc:docMk/>
          <pc:sldMk cId="3115112427" sldId="415"/>
        </pc:sldMkLst>
      </pc:sldChg>
      <pc:sldChg chg="del">
        <pc:chgData name="ARUN KARTHIK ." userId="62a047ea-99a3-445a-a127-bd8840139939" providerId="ADAL" clId="{79E7736C-4FFF-4C8C-B152-A19A57C5986D}" dt="2025-03-06T05:50:08.292" v="17" actId="47"/>
        <pc:sldMkLst>
          <pc:docMk/>
          <pc:sldMk cId="3722966818" sldId="416"/>
        </pc:sldMkLst>
      </pc:sldChg>
      <pc:sldChg chg="del">
        <pc:chgData name="ARUN KARTHIK ." userId="62a047ea-99a3-445a-a127-bd8840139939" providerId="ADAL" clId="{79E7736C-4FFF-4C8C-B152-A19A57C5986D}" dt="2025-03-06T05:50:08.292" v="17" actId="47"/>
        <pc:sldMkLst>
          <pc:docMk/>
          <pc:sldMk cId="191533592" sldId="417"/>
        </pc:sldMkLst>
      </pc:sldChg>
      <pc:sldChg chg="del">
        <pc:chgData name="ARUN KARTHIK ." userId="62a047ea-99a3-445a-a127-bd8840139939" providerId="ADAL" clId="{79E7736C-4FFF-4C8C-B152-A19A57C5986D}" dt="2025-03-06T05:50:08.292" v="17" actId="47"/>
        <pc:sldMkLst>
          <pc:docMk/>
          <pc:sldMk cId="3751449712" sldId="418"/>
        </pc:sldMkLst>
      </pc:sldChg>
      <pc:sldChg chg="del">
        <pc:chgData name="ARUN KARTHIK ." userId="62a047ea-99a3-445a-a127-bd8840139939" providerId="ADAL" clId="{79E7736C-4FFF-4C8C-B152-A19A57C5986D}" dt="2025-03-06T05:50:08.292" v="17" actId="47"/>
        <pc:sldMkLst>
          <pc:docMk/>
          <pc:sldMk cId="1012608781" sldId="419"/>
        </pc:sldMkLst>
      </pc:sldChg>
    </pc:docChg>
  </pc:docChgLst>
  <pc:docChgLst>
    <pc:chgData name="ARUN KARTHIK ." userId="62a047ea-99a3-445a-a127-bd8840139939" providerId="ADAL" clId="{740E8017-0233-47FD-B99C-A107EB038A2C}"/>
    <pc:docChg chg="undo custSel addSld delSld modSld">
      <pc:chgData name="ARUN KARTHIK ." userId="62a047ea-99a3-445a-a127-bd8840139939" providerId="ADAL" clId="{740E8017-0233-47FD-B99C-A107EB038A2C}" dt="2024-07-13T07:41:39.378" v="230" actId="478"/>
      <pc:docMkLst>
        <pc:docMk/>
      </pc:docMkLst>
      <pc:sldChg chg="addSp modSp mod">
        <pc:chgData name="ARUN KARTHIK ." userId="62a047ea-99a3-445a-a127-bd8840139939" providerId="ADAL" clId="{740E8017-0233-47FD-B99C-A107EB038A2C}" dt="2024-07-13T07:36:28.249" v="226"/>
        <pc:sldMkLst>
          <pc:docMk/>
          <pc:sldMk cId="2487991735" sldId="256"/>
        </pc:sldMkLst>
      </pc:sldChg>
      <pc:sldChg chg="modSp mod">
        <pc:chgData name="ARUN KARTHIK ." userId="62a047ea-99a3-445a-a127-bd8840139939" providerId="ADAL" clId="{740E8017-0233-47FD-B99C-A107EB038A2C}" dt="2024-07-13T05:54:33.249" v="91" actId="20577"/>
        <pc:sldMkLst>
          <pc:docMk/>
          <pc:sldMk cId="2093432532" sldId="257"/>
        </pc:sldMkLst>
      </pc:sldChg>
      <pc:sldChg chg="add del">
        <pc:chgData name="ARUN KARTHIK ." userId="62a047ea-99a3-445a-a127-bd8840139939" providerId="ADAL" clId="{740E8017-0233-47FD-B99C-A107EB038A2C}" dt="2024-07-13T05:54:21.315" v="51"/>
        <pc:sldMkLst>
          <pc:docMk/>
          <pc:sldMk cId="220054051" sldId="2147472318"/>
        </pc:sldMkLst>
      </pc:sldChg>
      <pc:sldChg chg="del">
        <pc:chgData name="ARUN KARTHIK ." userId="62a047ea-99a3-445a-a127-bd8840139939" providerId="ADAL" clId="{740E8017-0233-47FD-B99C-A107EB038A2C}" dt="2024-07-13T05:53:27.719" v="0" actId="47"/>
        <pc:sldMkLst>
          <pc:docMk/>
          <pc:sldMk cId="603800340" sldId="2147472319"/>
        </pc:sldMkLst>
      </pc:sldChg>
      <pc:sldChg chg="del">
        <pc:chgData name="ARUN KARTHIK ." userId="62a047ea-99a3-445a-a127-bd8840139939" providerId="ADAL" clId="{740E8017-0233-47FD-B99C-A107EB038A2C}" dt="2024-07-13T05:53:32.435" v="23" actId="47"/>
        <pc:sldMkLst>
          <pc:docMk/>
          <pc:sldMk cId="2380601133" sldId="2147472360"/>
        </pc:sldMkLst>
      </pc:sldChg>
      <pc:sldChg chg="addSp delSp modSp add del mod">
        <pc:chgData name="ARUN KARTHIK ." userId="62a047ea-99a3-445a-a127-bd8840139939" providerId="ADAL" clId="{740E8017-0233-47FD-B99C-A107EB038A2C}" dt="2024-07-13T07:36:28.249" v="226"/>
        <pc:sldMkLst>
          <pc:docMk/>
          <pc:sldMk cId="4252618562" sldId="2147472361"/>
        </pc:sldMkLst>
      </pc:sldChg>
      <pc:sldChg chg="del">
        <pc:chgData name="ARUN KARTHIK ." userId="62a047ea-99a3-445a-a127-bd8840139939" providerId="ADAL" clId="{740E8017-0233-47FD-B99C-A107EB038A2C}" dt="2024-07-13T05:53:27.910" v="1" actId="47"/>
        <pc:sldMkLst>
          <pc:docMk/>
          <pc:sldMk cId="1071382573" sldId="2147472362"/>
        </pc:sldMkLst>
      </pc:sldChg>
      <pc:sldChg chg="addSp delSp modSp add del mod">
        <pc:chgData name="ARUN KARTHIK ." userId="62a047ea-99a3-445a-a127-bd8840139939" providerId="ADAL" clId="{740E8017-0233-47FD-B99C-A107EB038A2C}" dt="2024-07-13T06:04:49.802" v="225" actId="20577"/>
        <pc:sldMkLst>
          <pc:docMk/>
          <pc:sldMk cId="2378067692" sldId="2147472362"/>
        </pc:sldMkLst>
      </pc:sldChg>
      <pc:sldChg chg="new del">
        <pc:chgData name="ARUN KARTHIK ." userId="62a047ea-99a3-445a-a127-bd8840139939" providerId="ADAL" clId="{740E8017-0233-47FD-B99C-A107EB038A2C}" dt="2024-07-13T05:56:28.729" v="117" actId="680"/>
        <pc:sldMkLst>
          <pc:docMk/>
          <pc:sldMk cId="4246957243" sldId="2147472362"/>
        </pc:sldMkLst>
      </pc:sldChg>
      <pc:sldChg chg="del">
        <pc:chgData name="ARUN KARTHIK ." userId="62a047ea-99a3-445a-a127-bd8840139939" providerId="ADAL" clId="{740E8017-0233-47FD-B99C-A107EB038A2C}" dt="2024-07-13T05:53:29.569" v="10" actId="47"/>
        <pc:sldMkLst>
          <pc:docMk/>
          <pc:sldMk cId="277764760" sldId="2147472363"/>
        </pc:sldMkLst>
      </pc:sldChg>
      <pc:sldChg chg="add del">
        <pc:chgData name="ARUN KARTHIK ." userId="62a047ea-99a3-445a-a127-bd8840139939" providerId="ADAL" clId="{740E8017-0233-47FD-B99C-A107EB038A2C}" dt="2024-07-13T05:57:15.772" v="137" actId="47"/>
        <pc:sldMkLst>
          <pc:docMk/>
          <pc:sldMk cId="1229190295" sldId="2147472363"/>
        </pc:sldMkLst>
      </pc:sldChg>
      <pc:sldChg chg="addSp delSp modSp add mod">
        <pc:chgData name="ARUN KARTHIK ." userId="62a047ea-99a3-445a-a127-bd8840139939" providerId="ADAL" clId="{740E8017-0233-47FD-B99C-A107EB038A2C}" dt="2024-07-13T05:58:40.223" v="194" actId="1076"/>
        <pc:sldMkLst>
          <pc:docMk/>
          <pc:sldMk cId="1979480180" sldId="2147472363"/>
        </pc:sldMkLst>
      </pc:sldChg>
      <pc:sldChg chg="new del">
        <pc:chgData name="ARUN KARTHIK ." userId="62a047ea-99a3-445a-a127-bd8840139939" providerId="ADAL" clId="{740E8017-0233-47FD-B99C-A107EB038A2C}" dt="2024-07-13T05:56:28.136" v="116" actId="680"/>
        <pc:sldMkLst>
          <pc:docMk/>
          <pc:sldMk cId="2604255423" sldId="2147472363"/>
        </pc:sldMkLst>
      </pc:sldChg>
      <pc:sldChg chg="add del">
        <pc:chgData name="ARUN KARTHIK ." userId="62a047ea-99a3-445a-a127-bd8840139939" providerId="ADAL" clId="{740E8017-0233-47FD-B99C-A107EB038A2C}" dt="2024-07-13T05:57:15.998" v="138" actId="47"/>
        <pc:sldMkLst>
          <pc:docMk/>
          <pc:sldMk cId="1261871730" sldId="2147472364"/>
        </pc:sldMkLst>
      </pc:sldChg>
      <pc:sldChg chg="addSp delSp modSp add mod">
        <pc:chgData name="ARUN KARTHIK ." userId="62a047ea-99a3-445a-a127-bd8840139939" providerId="ADAL" clId="{740E8017-0233-47FD-B99C-A107EB038A2C}" dt="2024-07-13T07:41:39.378" v="230" actId="478"/>
        <pc:sldMkLst>
          <pc:docMk/>
          <pc:sldMk cId="1357403730" sldId="2147472364"/>
        </pc:sldMkLst>
      </pc:sldChg>
      <pc:sldChg chg="new del">
        <pc:chgData name="ARUN KARTHIK ." userId="62a047ea-99a3-445a-a127-bd8840139939" providerId="ADAL" clId="{740E8017-0233-47FD-B99C-A107EB038A2C}" dt="2024-07-13T05:56:27.804" v="115" actId="680"/>
        <pc:sldMkLst>
          <pc:docMk/>
          <pc:sldMk cId="1426977083" sldId="2147472364"/>
        </pc:sldMkLst>
      </pc:sldChg>
      <pc:sldChg chg="del">
        <pc:chgData name="ARUN KARTHIK ." userId="62a047ea-99a3-445a-a127-bd8840139939" providerId="ADAL" clId="{740E8017-0233-47FD-B99C-A107EB038A2C}" dt="2024-07-13T05:53:29.791" v="11" actId="47"/>
        <pc:sldMkLst>
          <pc:docMk/>
          <pc:sldMk cId="1903466361" sldId="2147472364"/>
        </pc:sldMkLst>
      </pc:sldChg>
      <pc:sldChg chg="del">
        <pc:chgData name="ARUN KARTHIK ." userId="62a047ea-99a3-445a-a127-bd8840139939" providerId="ADAL" clId="{740E8017-0233-47FD-B99C-A107EB038A2C}" dt="2024-07-13T05:53:30.580" v="15" actId="47"/>
        <pc:sldMkLst>
          <pc:docMk/>
          <pc:sldMk cId="770342137" sldId="2147472365"/>
        </pc:sldMkLst>
      </pc:sldChg>
      <pc:sldChg chg="addSp modSp add">
        <pc:chgData name="ARUN KARTHIK ." userId="62a047ea-99a3-445a-a127-bd8840139939" providerId="ADAL" clId="{740E8017-0233-47FD-B99C-A107EB038A2C}" dt="2024-07-13T06:01:55.689" v="201" actId="14100"/>
        <pc:sldMkLst>
          <pc:docMk/>
          <pc:sldMk cId="1305049055" sldId="2147472365"/>
        </pc:sldMkLst>
      </pc:sldChg>
      <pc:sldChg chg="new del">
        <pc:chgData name="ARUN KARTHIK ." userId="62a047ea-99a3-445a-a127-bd8840139939" providerId="ADAL" clId="{740E8017-0233-47FD-B99C-A107EB038A2C}" dt="2024-07-13T05:56:19.121" v="114" actId="680"/>
        <pc:sldMkLst>
          <pc:docMk/>
          <pc:sldMk cId="2416423527" sldId="2147472365"/>
        </pc:sldMkLst>
      </pc:sldChg>
      <pc:sldChg chg="add del">
        <pc:chgData name="ARUN KARTHIK ." userId="62a047ea-99a3-445a-a127-bd8840139939" providerId="ADAL" clId="{740E8017-0233-47FD-B99C-A107EB038A2C}" dt="2024-07-13T05:57:16.241" v="139" actId="47"/>
        <pc:sldMkLst>
          <pc:docMk/>
          <pc:sldMk cId="2928872614" sldId="2147472365"/>
        </pc:sldMkLst>
      </pc:sldChg>
      <pc:sldChg chg="new del">
        <pc:chgData name="ARUN KARTHIK ." userId="62a047ea-99a3-445a-a127-bd8840139939" providerId="ADAL" clId="{740E8017-0233-47FD-B99C-A107EB038A2C}" dt="2024-07-13T05:56:18.969" v="113" actId="680"/>
        <pc:sldMkLst>
          <pc:docMk/>
          <pc:sldMk cId="695003193" sldId="2147472366"/>
        </pc:sldMkLst>
      </pc:sldChg>
      <pc:sldChg chg="add del">
        <pc:chgData name="ARUN KARTHIK ." userId="62a047ea-99a3-445a-a127-bd8840139939" providerId="ADAL" clId="{740E8017-0233-47FD-B99C-A107EB038A2C}" dt="2024-07-13T05:57:16.749" v="140" actId="47"/>
        <pc:sldMkLst>
          <pc:docMk/>
          <pc:sldMk cId="1787356648" sldId="2147472366"/>
        </pc:sldMkLst>
      </pc:sldChg>
      <pc:sldChg chg="del">
        <pc:chgData name="ARUN KARTHIK ." userId="62a047ea-99a3-445a-a127-bd8840139939" providerId="ADAL" clId="{740E8017-0233-47FD-B99C-A107EB038A2C}" dt="2024-07-13T05:53:30.768" v="16" actId="47"/>
        <pc:sldMkLst>
          <pc:docMk/>
          <pc:sldMk cId="2185375664" sldId="2147472366"/>
        </pc:sldMkLst>
      </pc:sldChg>
      <pc:sldChg chg="addSp modSp add">
        <pc:chgData name="ARUN KARTHIK ." userId="62a047ea-99a3-445a-a127-bd8840139939" providerId="ADAL" clId="{740E8017-0233-47FD-B99C-A107EB038A2C}" dt="2024-07-13T06:03:20.727" v="207" actId="14100"/>
        <pc:sldMkLst>
          <pc:docMk/>
          <pc:sldMk cId="3399735016" sldId="2147472366"/>
        </pc:sldMkLst>
      </pc:sldChg>
      <pc:sldChg chg="add del">
        <pc:chgData name="ARUN KARTHIK ." userId="62a047ea-99a3-445a-a127-bd8840139939" providerId="ADAL" clId="{740E8017-0233-47FD-B99C-A107EB038A2C}" dt="2024-07-13T05:57:17.007" v="141" actId="47"/>
        <pc:sldMkLst>
          <pc:docMk/>
          <pc:sldMk cId="498194281" sldId="2147472367"/>
        </pc:sldMkLst>
      </pc:sldChg>
      <pc:sldChg chg="del">
        <pc:chgData name="ARUN KARTHIK ." userId="62a047ea-99a3-445a-a127-bd8840139939" providerId="ADAL" clId="{740E8017-0233-47FD-B99C-A107EB038A2C}" dt="2024-07-13T05:53:30.966" v="17" actId="47"/>
        <pc:sldMkLst>
          <pc:docMk/>
          <pc:sldMk cId="944827065" sldId="2147472367"/>
        </pc:sldMkLst>
      </pc:sldChg>
      <pc:sldChg chg="add">
        <pc:chgData name="ARUN KARTHIK ." userId="62a047ea-99a3-445a-a127-bd8840139939" providerId="ADAL" clId="{740E8017-0233-47FD-B99C-A107EB038A2C}" dt="2024-07-13T05:57:58.133" v="182"/>
        <pc:sldMkLst>
          <pc:docMk/>
          <pc:sldMk cId="1099779584" sldId="2147472367"/>
        </pc:sldMkLst>
      </pc:sldChg>
      <pc:sldChg chg="new del">
        <pc:chgData name="ARUN KARTHIK ." userId="62a047ea-99a3-445a-a127-bd8840139939" providerId="ADAL" clId="{740E8017-0233-47FD-B99C-A107EB038A2C}" dt="2024-07-13T05:56:18.816" v="112" actId="680"/>
        <pc:sldMkLst>
          <pc:docMk/>
          <pc:sldMk cId="1174575056" sldId="2147472367"/>
        </pc:sldMkLst>
      </pc:sldChg>
      <pc:sldChg chg="new del">
        <pc:chgData name="ARUN KARTHIK ." userId="62a047ea-99a3-445a-a127-bd8840139939" providerId="ADAL" clId="{740E8017-0233-47FD-B99C-A107EB038A2C}" dt="2024-07-13T05:56:18.568" v="111" actId="680"/>
        <pc:sldMkLst>
          <pc:docMk/>
          <pc:sldMk cId="234084108" sldId="2147472368"/>
        </pc:sldMkLst>
      </pc:sldChg>
      <pc:sldChg chg="add del">
        <pc:chgData name="ARUN KARTHIK ." userId="62a047ea-99a3-445a-a127-bd8840139939" providerId="ADAL" clId="{740E8017-0233-47FD-B99C-A107EB038A2C}" dt="2024-07-13T05:57:17.257" v="142" actId="47"/>
        <pc:sldMkLst>
          <pc:docMk/>
          <pc:sldMk cId="596630510" sldId="2147472368"/>
        </pc:sldMkLst>
      </pc:sldChg>
      <pc:sldChg chg="del">
        <pc:chgData name="ARUN KARTHIK ." userId="62a047ea-99a3-445a-a127-bd8840139939" providerId="ADAL" clId="{740E8017-0233-47FD-B99C-A107EB038A2C}" dt="2024-07-13T05:53:31.181" v="18" actId="47"/>
        <pc:sldMkLst>
          <pc:docMk/>
          <pc:sldMk cId="3252232318" sldId="2147472368"/>
        </pc:sldMkLst>
      </pc:sldChg>
      <pc:sldChg chg="add">
        <pc:chgData name="ARUN KARTHIK ." userId="62a047ea-99a3-445a-a127-bd8840139939" providerId="ADAL" clId="{740E8017-0233-47FD-B99C-A107EB038A2C}" dt="2024-07-13T05:57:58.329" v="183"/>
        <pc:sldMkLst>
          <pc:docMk/>
          <pc:sldMk cId="4254276041" sldId="2147472368"/>
        </pc:sldMkLst>
      </pc:sldChg>
      <pc:sldChg chg="del">
        <pc:chgData name="ARUN KARTHIK ." userId="62a047ea-99a3-445a-a127-bd8840139939" providerId="ADAL" clId="{740E8017-0233-47FD-B99C-A107EB038A2C}" dt="2024-07-13T05:53:31.845" v="21" actId="47"/>
        <pc:sldMkLst>
          <pc:docMk/>
          <pc:sldMk cId="1725510741" sldId="2147472369"/>
        </pc:sldMkLst>
      </pc:sldChg>
      <pc:sldChg chg="add">
        <pc:chgData name="ARUN KARTHIK ." userId="62a047ea-99a3-445a-a127-bd8840139939" providerId="ADAL" clId="{740E8017-0233-47FD-B99C-A107EB038A2C}" dt="2024-07-13T05:57:58.504" v="184"/>
        <pc:sldMkLst>
          <pc:docMk/>
          <pc:sldMk cId="3028363073" sldId="2147472369"/>
        </pc:sldMkLst>
      </pc:sldChg>
      <pc:sldChg chg="add del">
        <pc:chgData name="ARUN KARTHIK ." userId="62a047ea-99a3-445a-a127-bd8840139939" providerId="ADAL" clId="{740E8017-0233-47FD-B99C-A107EB038A2C}" dt="2024-07-13T05:57:17.548" v="143" actId="47"/>
        <pc:sldMkLst>
          <pc:docMk/>
          <pc:sldMk cId="3376310577" sldId="2147472369"/>
        </pc:sldMkLst>
      </pc:sldChg>
      <pc:sldChg chg="del">
        <pc:chgData name="ARUN KARTHIK ." userId="62a047ea-99a3-445a-a127-bd8840139939" providerId="ADAL" clId="{740E8017-0233-47FD-B99C-A107EB038A2C}" dt="2024-07-13T05:53:32.186" v="22" actId="47"/>
        <pc:sldMkLst>
          <pc:docMk/>
          <pc:sldMk cId="2918518219" sldId="2147472370"/>
        </pc:sldMkLst>
      </pc:sldChg>
      <pc:sldChg chg="add">
        <pc:chgData name="ARUN KARTHIK ." userId="62a047ea-99a3-445a-a127-bd8840139939" providerId="ADAL" clId="{740E8017-0233-47FD-B99C-A107EB038A2C}" dt="2024-07-13T05:57:58.713" v="185"/>
        <pc:sldMkLst>
          <pc:docMk/>
          <pc:sldMk cId="2980261896" sldId="2147472370"/>
        </pc:sldMkLst>
      </pc:sldChg>
      <pc:sldChg chg="add del">
        <pc:chgData name="ARUN KARTHIK ." userId="62a047ea-99a3-445a-a127-bd8840139939" providerId="ADAL" clId="{740E8017-0233-47FD-B99C-A107EB038A2C}" dt="2024-07-13T05:57:17.942" v="144" actId="47"/>
        <pc:sldMkLst>
          <pc:docMk/>
          <pc:sldMk cId="3834060426" sldId="2147472370"/>
        </pc:sldMkLst>
      </pc:sldChg>
      <pc:sldChg chg="del">
        <pc:chgData name="ARUN KARTHIK ." userId="62a047ea-99a3-445a-a127-bd8840139939" providerId="ADAL" clId="{740E8017-0233-47FD-B99C-A107EB038A2C}" dt="2024-07-13T05:53:30.211" v="13" actId="47"/>
        <pc:sldMkLst>
          <pc:docMk/>
          <pc:sldMk cId="1540426061" sldId="2147472371"/>
        </pc:sldMkLst>
      </pc:sldChg>
      <pc:sldChg chg="add">
        <pc:chgData name="ARUN KARTHIK ." userId="62a047ea-99a3-445a-a127-bd8840139939" providerId="ADAL" clId="{740E8017-0233-47FD-B99C-A107EB038A2C}" dt="2024-07-13T05:57:58.880" v="186"/>
        <pc:sldMkLst>
          <pc:docMk/>
          <pc:sldMk cId="2544381468" sldId="2147472371"/>
        </pc:sldMkLst>
      </pc:sldChg>
      <pc:sldChg chg="add del">
        <pc:chgData name="ARUN KARTHIK ." userId="62a047ea-99a3-445a-a127-bd8840139939" providerId="ADAL" clId="{740E8017-0233-47FD-B99C-A107EB038A2C}" dt="2024-07-13T05:57:18.309" v="145" actId="47"/>
        <pc:sldMkLst>
          <pc:docMk/>
          <pc:sldMk cId="4080755512" sldId="2147472371"/>
        </pc:sldMkLst>
      </pc:sldChg>
      <pc:sldChg chg="del">
        <pc:chgData name="ARUN KARTHIK ." userId="62a047ea-99a3-445a-a127-bd8840139939" providerId="ADAL" clId="{740E8017-0233-47FD-B99C-A107EB038A2C}" dt="2024-07-13T05:53:31.406" v="19" actId="47"/>
        <pc:sldMkLst>
          <pc:docMk/>
          <pc:sldMk cId="2111280575" sldId="2147472372"/>
        </pc:sldMkLst>
      </pc:sldChg>
      <pc:sldChg chg="add del">
        <pc:chgData name="ARUN KARTHIK ." userId="62a047ea-99a3-445a-a127-bd8840139939" providerId="ADAL" clId="{740E8017-0233-47FD-B99C-A107EB038A2C}" dt="2024-07-13T05:57:18.660" v="146" actId="47"/>
        <pc:sldMkLst>
          <pc:docMk/>
          <pc:sldMk cId="4240444502" sldId="2147472372"/>
        </pc:sldMkLst>
      </pc:sldChg>
      <pc:sldChg chg="del">
        <pc:chgData name="ARUN KARTHIK ." userId="62a047ea-99a3-445a-a127-bd8840139939" providerId="ADAL" clId="{740E8017-0233-47FD-B99C-A107EB038A2C}" dt="2024-07-13T05:53:31.613" v="20" actId="47"/>
        <pc:sldMkLst>
          <pc:docMk/>
          <pc:sldMk cId="3976756508" sldId="2147472373"/>
        </pc:sldMkLst>
      </pc:sldChg>
      <pc:sldChg chg="del">
        <pc:chgData name="ARUN KARTHIK ." userId="62a047ea-99a3-445a-a127-bd8840139939" providerId="ADAL" clId="{740E8017-0233-47FD-B99C-A107EB038A2C}" dt="2024-07-13T05:53:28.092" v="2" actId="47"/>
        <pc:sldMkLst>
          <pc:docMk/>
          <pc:sldMk cId="941017616" sldId="2147472374"/>
        </pc:sldMkLst>
      </pc:sldChg>
      <pc:sldChg chg="del">
        <pc:chgData name="ARUN KARTHIK ." userId="62a047ea-99a3-445a-a127-bd8840139939" providerId="ADAL" clId="{740E8017-0233-47FD-B99C-A107EB038A2C}" dt="2024-07-13T05:53:28.247" v="3" actId="47"/>
        <pc:sldMkLst>
          <pc:docMk/>
          <pc:sldMk cId="1855895382" sldId="2147472375"/>
        </pc:sldMkLst>
      </pc:sldChg>
      <pc:sldChg chg="del">
        <pc:chgData name="ARUN KARTHIK ." userId="62a047ea-99a3-445a-a127-bd8840139939" providerId="ADAL" clId="{740E8017-0233-47FD-B99C-A107EB038A2C}" dt="2024-07-13T05:53:28.421" v="4" actId="47"/>
        <pc:sldMkLst>
          <pc:docMk/>
          <pc:sldMk cId="1843801971" sldId="2147472376"/>
        </pc:sldMkLst>
      </pc:sldChg>
      <pc:sldChg chg="del">
        <pc:chgData name="ARUN KARTHIK ." userId="62a047ea-99a3-445a-a127-bd8840139939" providerId="ADAL" clId="{740E8017-0233-47FD-B99C-A107EB038A2C}" dt="2024-07-13T05:53:28.593" v="5" actId="47"/>
        <pc:sldMkLst>
          <pc:docMk/>
          <pc:sldMk cId="1577339389" sldId="2147472377"/>
        </pc:sldMkLst>
      </pc:sldChg>
      <pc:sldChg chg="del">
        <pc:chgData name="ARUN KARTHIK ." userId="62a047ea-99a3-445a-a127-bd8840139939" providerId="ADAL" clId="{740E8017-0233-47FD-B99C-A107EB038A2C}" dt="2024-07-13T05:53:28.767" v="6" actId="47"/>
        <pc:sldMkLst>
          <pc:docMk/>
          <pc:sldMk cId="3995010085" sldId="2147472378"/>
        </pc:sldMkLst>
      </pc:sldChg>
      <pc:sldChg chg="del">
        <pc:chgData name="ARUN KARTHIK ." userId="62a047ea-99a3-445a-a127-bd8840139939" providerId="ADAL" clId="{740E8017-0233-47FD-B99C-A107EB038A2C}" dt="2024-07-13T05:53:28.954" v="7" actId="47"/>
        <pc:sldMkLst>
          <pc:docMk/>
          <pc:sldMk cId="113361996" sldId="2147472379"/>
        </pc:sldMkLst>
      </pc:sldChg>
      <pc:sldChg chg="del">
        <pc:chgData name="ARUN KARTHIK ." userId="62a047ea-99a3-445a-a127-bd8840139939" providerId="ADAL" clId="{740E8017-0233-47FD-B99C-A107EB038A2C}" dt="2024-07-13T05:53:29.144" v="8" actId="47"/>
        <pc:sldMkLst>
          <pc:docMk/>
          <pc:sldMk cId="2195800177" sldId="2147472380"/>
        </pc:sldMkLst>
      </pc:sldChg>
      <pc:sldChg chg="del">
        <pc:chgData name="ARUN KARTHIK ." userId="62a047ea-99a3-445a-a127-bd8840139939" providerId="ADAL" clId="{740E8017-0233-47FD-B99C-A107EB038A2C}" dt="2024-07-13T05:53:29.354" v="9" actId="47"/>
        <pc:sldMkLst>
          <pc:docMk/>
          <pc:sldMk cId="3475647193" sldId="2147472381"/>
        </pc:sldMkLst>
      </pc:sldChg>
      <pc:sldChg chg="del">
        <pc:chgData name="ARUN KARTHIK ." userId="62a047ea-99a3-445a-a127-bd8840139939" providerId="ADAL" clId="{740E8017-0233-47FD-B99C-A107EB038A2C}" dt="2024-07-13T05:53:30.015" v="12" actId="47"/>
        <pc:sldMkLst>
          <pc:docMk/>
          <pc:sldMk cId="4191511362" sldId="2147472382"/>
        </pc:sldMkLst>
      </pc:sldChg>
      <pc:sldChg chg="del">
        <pc:chgData name="ARUN KARTHIK ." userId="62a047ea-99a3-445a-a127-bd8840139939" providerId="ADAL" clId="{740E8017-0233-47FD-B99C-A107EB038A2C}" dt="2024-07-13T05:53:30.391" v="14" actId="47"/>
        <pc:sldMkLst>
          <pc:docMk/>
          <pc:sldMk cId="3105783908" sldId="2147472383"/>
        </pc:sldMkLst>
      </pc:sldChg>
    </pc:docChg>
  </pc:docChgLst>
  <pc:docChgLst>
    <pc:chgData name="ARUN KARTHIK ." userId="62a047ea-99a3-445a-a127-bd8840139939" providerId="ADAL" clId="{76D99538-AB8E-4316-A70E-453D1C117969}"/>
    <pc:docChg chg="undo custSel addSld delSld modSld">
      <pc:chgData name="ARUN KARTHIK ." userId="62a047ea-99a3-445a-a127-bd8840139939" providerId="ADAL" clId="{76D99538-AB8E-4316-A70E-453D1C117969}" dt="2024-08-01T16:57:58.861" v="401" actId="20577"/>
      <pc:docMkLst>
        <pc:docMk/>
      </pc:docMkLst>
      <pc:sldChg chg="delSp modSp mod">
        <pc:chgData name="ARUN KARTHIK ." userId="62a047ea-99a3-445a-a127-bd8840139939" providerId="ADAL" clId="{76D99538-AB8E-4316-A70E-453D1C117969}" dt="2024-08-01T16:57:58.861" v="401" actId="20577"/>
        <pc:sldMkLst>
          <pc:docMk/>
          <pc:sldMk cId="2487991735" sldId="256"/>
        </pc:sldMkLst>
      </pc:sldChg>
      <pc:sldChg chg="del">
        <pc:chgData name="ARUN KARTHIK ." userId="62a047ea-99a3-445a-a127-bd8840139939" providerId="ADAL" clId="{76D99538-AB8E-4316-A70E-453D1C117969}" dt="2024-07-20T06:08:14.225" v="43" actId="47"/>
        <pc:sldMkLst>
          <pc:docMk/>
          <pc:sldMk cId="2093432532" sldId="257"/>
        </pc:sldMkLst>
      </pc:sldChg>
      <pc:sldChg chg="addSp add">
        <pc:chgData name="ARUN KARTHIK ." userId="62a047ea-99a3-445a-a127-bd8840139939" providerId="ADAL" clId="{76D99538-AB8E-4316-A70E-453D1C117969}" dt="2024-07-20T07:28:56.740" v="174"/>
        <pc:sldMkLst>
          <pc:docMk/>
          <pc:sldMk cId="0" sldId="261"/>
        </pc:sldMkLst>
      </pc:sldChg>
      <pc:sldChg chg="add">
        <pc:chgData name="ARUN KARTHIK ." userId="62a047ea-99a3-445a-a127-bd8840139939" providerId="ADAL" clId="{76D99538-AB8E-4316-A70E-453D1C117969}" dt="2024-07-20T06:09:52.658" v="110"/>
        <pc:sldMkLst>
          <pc:docMk/>
          <pc:sldMk cId="0" sldId="262"/>
        </pc:sldMkLst>
      </pc:sldChg>
      <pc:sldChg chg="addSp add">
        <pc:chgData name="ARUN KARTHIK ." userId="62a047ea-99a3-445a-a127-bd8840139939" providerId="ADAL" clId="{76D99538-AB8E-4316-A70E-453D1C117969}" dt="2024-07-20T07:51:35.239" v="190"/>
        <pc:sldMkLst>
          <pc:docMk/>
          <pc:sldMk cId="0" sldId="263"/>
        </pc:sldMkLst>
      </pc:sldChg>
      <pc:sldChg chg="addSp add">
        <pc:chgData name="ARUN KARTHIK ." userId="62a047ea-99a3-445a-a127-bd8840139939" providerId="ADAL" clId="{76D99538-AB8E-4316-A70E-453D1C117969}" dt="2024-07-20T07:51:35.239" v="190"/>
        <pc:sldMkLst>
          <pc:docMk/>
          <pc:sldMk cId="0" sldId="264"/>
        </pc:sldMkLst>
      </pc:sldChg>
      <pc:sldChg chg="add">
        <pc:chgData name="ARUN KARTHIK ." userId="62a047ea-99a3-445a-a127-bd8840139939" providerId="ADAL" clId="{76D99538-AB8E-4316-A70E-453D1C117969}" dt="2024-07-20T06:09:52.658" v="110"/>
        <pc:sldMkLst>
          <pc:docMk/>
          <pc:sldMk cId="0" sldId="265"/>
        </pc:sldMkLst>
      </pc:sldChg>
      <pc:sldChg chg="add">
        <pc:chgData name="ARUN KARTHIK ." userId="62a047ea-99a3-445a-a127-bd8840139939" providerId="ADAL" clId="{76D99538-AB8E-4316-A70E-453D1C117969}" dt="2024-07-20T06:09:52.658" v="110"/>
        <pc:sldMkLst>
          <pc:docMk/>
          <pc:sldMk cId="0" sldId="266"/>
        </pc:sldMkLst>
      </pc:sldChg>
      <pc:sldChg chg="del">
        <pc:chgData name="ARUN KARTHIK ." userId="62a047ea-99a3-445a-a127-bd8840139939" providerId="ADAL" clId="{76D99538-AB8E-4316-A70E-453D1C117969}" dt="2024-07-20T06:10:22.627" v="139" actId="47"/>
        <pc:sldMkLst>
          <pc:docMk/>
          <pc:sldMk cId="2255416091" sldId="2147472317"/>
        </pc:sldMkLst>
      </pc:sldChg>
      <pc:sldChg chg="delSp modSp mod">
        <pc:chgData name="ARUN KARTHIK ." userId="62a047ea-99a3-445a-a127-bd8840139939" providerId="ADAL" clId="{76D99538-AB8E-4316-A70E-453D1C117969}" dt="2024-07-20T06:08:28.107" v="45"/>
        <pc:sldMkLst>
          <pc:docMk/>
          <pc:sldMk cId="4252618562" sldId="2147472361"/>
        </pc:sldMkLst>
      </pc:sldChg>
      <pc:sldChg chg="delSp new del mod">
        <pc:chgData name="ARUN KARTHIK ." userId="62a047ea-99a3-445a-a127-bd8840139939" providerId="ADAL" clId="{76D99538-AB8E-4316-A70E-453D1C117969}" dt="2024-08-01T16:48:11.417" v="399" actId="47"/>
        <pc:sldMkLst>
          <pc:docMk/>
          <pc:sldMk cId="1434405566" sldId="2147472362"/>
        </pc:sldMkLst>
      </pc:sldChg>
      <pc:sldChg chg="del">
        <pc:chgData name="ARUN KARTHIK ." userId="62a047ea-99a3-445a-a127-bd8840139939" providerId="ADAL" clId="{76D99538-AB8E-4316-A70E-453D1C117969}" dt="2024-07-20T06:08:35.579" v="46" actId="47"/>
        <pc:sldMkLst>
          <pc:docMk/>
          <pc:sldMk cId="2378067692" sldId="2147472362"/>
        </pc:sldMkLst>
      </pc:sldChg>
      <pc:sldChg chg="del">
        <pc:chgData name="ARUN KARTHIK ." userId="62a047ea-99a3-445a-a127-bd8840139939" providerId="ADAL" clId="{76D99538-AB8E-4316-A70E-453D1C117969}" dt="2024-07-20T06:08:35.757" v="47" actId="47"/>
        <pc:sldMkLst>
          <pc:docMk/>
          <pc:sldMk cId="1979480180" sldId="2147472363"/>
        </pc:sldMkLst>
      </pc:sldChg>
      <pc:sldChg chg="addSp modSp add mod">
        <pc:chgData name="ARUN KARTHIK ." userId="62a047ea-99a3-445a-a127-bd8840139939" providerId="ADAL" clId="{76D99538-AB8E-4316-A70E-453D1C117969}" dt="2024-07-20T06:27:34.633" v="140"/>
        <pc:sldMkLst>
          <pc:docMk/>
          <pc:sldMk cId="2476927650" sldId="2147472363"/>
        </pc:sldMkLst>
      </pc:sldChg>
      <pc:sldChg chg="addSp modSp add mod">
        <pc:chgData name="ARUN KARTHIK ." userId="62a047ea-99a3-445a-a127-bd8840139939" providerId="ADAL" clId="{76D99538-AB8E-4316-A70E-453D1C117969}" dt="2024-07-20T06:41:50.446" v="147"/>
        <pc:sldMkLst>
          <pc:docMk/>
          <pc:sldMk cId="22200761" sldId="2147472364"/>
        </pc:sldMkLst>
      </pc:sldChg>
      <pc:sldChg chg="del">
        <pc:chgData name="ARUN KARTHIK ." userId="62a047ea-99a3-445a-a127-bd8840139939" providerId="ADAL" clId="{76D99538-AB8E-4316-A70E-453D1C117969}" dt="2024-07-20T06:08:35.905" v="48" actId="47"/>
        <pc:sldMkLst>
          <pc:docMk/>
          <pc:sldMk cId="1357403730" sldId="2147472364"/>
        </pc:sldMkLst>
      </pc:sldChg>
      <pc:sldChg chg="addSp delSp add mod">
        <pc:chgData name="ARUN KARTHIK ." userId="62a047ea-99a3-445a-a127-bd8840139939" providerId="ADAL" clId="{76D99538-AB8E-4316-A70E-453D1C117969}" dt="2024-07-20T06:09:06.025" v="88" actId="478"/>
        <pc:sldMkLst>
          <pc:docMk/>
          <pc:sldMk cId="410898500" sldId="2147472365"/>
        </pc:sldMkLst>
      </pc:sldChg>
      <pc:sldChg chg="del">
        <pc:chgData name="ARUN KARTHIK ." userId="62a047ea-99a3-445a-a127-bd8840139939" providerId="ADAL" clId="{76D99538-AB8E-4316-A70E-453D1C117969}" dt="2024-07-20T06:08:36.089" v="49" actId="47"/>
        <pc:sldMkLst>
          <pc:docMk/>
          <pc:sldMk cId="1305049055" sldId="2147472365"/>
        </pc:sldMkLst>
      </pc:sldChg>
      <pc:sldChg chg="del">
        <pc:chgData name="ARUN KARTHIK ." userId="62a047ea-99a3-445a-a127-bd8840139939" providerId="ADAL" clId="{76D99538-AB8E-4316-A70E-453D1C117969}" dt="2024-07-20T06:08:36.262" v="50" actId="47"/>
        <pc:sldMkLst>
          <pc:docMk/>
          <pc:sldMk cId="3399735016" sldId="2147472366"/>
        </pc:sldMkLst>
      </pc:sldChg>
      <pc:sldChg chg="add">
        <pc:chgData name="ARUN KARTHIK ." userId="62a047ea-99a3-445a-a127-bd8840139939" providerId="ADAL" clId="{76D99538-AB8E-4316-A70E-453D1C117969}" dt="2024-07-20T06:09:52.658" v="110"/>
        <pc:sldMkLst>
          <pc:docMk/>
          <pc:sldMk cId="3543518052" sldId="2147472366"/>
        </pc:sldMkLst>
      </pc:sldChg>
      <pc:sldChg chg="del">
        <pc:chgData name="ARUN KARTHIK ." userId="62a047ea-99a3-445a-a127-bd8840139939" providerId="ADAL" clId="{76D99538-AB8E-4316-A70E-453D1C117969}" dt="2024-07-20T06:08:36.487" v="51" actId="47"/>
        <pc:sldMkLst>
          <pc:docMk/>
          <pc:sldMk cId="1099779584" sldId="2147472367"/>
        </pc:sldMkLst>
      </pc:sldChg>
      <pc:sldChg chg="addSp delSp modSp add mod">
        <pc:chgData name="ARUN KARTHIK ." userId="62a047ea-99a3-445a-a127-bd8840139939" providerId="ADAL" clId="{76D99538-AB8E-4316-A70E-453D1C117969}" dt="2024-07-20T06:41:50.446" v="147"/>
        <pc:sldMkLst>
          <pc:docMk/>
          <pc:sldMk cId="4102070013" sldId="2147472367"/>
        </pc:sldMkLst>
      </pc:sldChg>
      <pc:sldChg chg="addSp new">
        <pc:chgData name="ARUN KARTHIK ." userId="62a047ea-99a3-445a-a127-bd8840139939" providerId="ADAL" clId="{76D99538-AB8E-4316-A70E-453D1C117969}" dt="2024-07-20T06:41:50.446" v="147"/>
        <pc:sldMkLst>
          <pc:docMk/>
          <pc:sldMk cId="3553816635" sldId="2147472368"/>
        </pc:sldMkLst>
      </pc:sldChg>
      <pc:sldChg chg="del">
        <pc:chgData name="ARUN KARTHIK ." userId="62a047ea-99a3-445a-a127-bd8840139939" providerId="ADAL" clId="{76D99538-AB8E-4316-A70E-453D1C117969}" dt="2024-07-20T06:08:36.660" v="52" actId="47"/>
        <pc:sldMkLst>
          <pc:docMk/>
          <pc:sldMk cId="4254276041" sldId="2147472368"/>
        </pc:sldMkLst>
      </pc:sldChg>
      <pc:sldChg chg="del">
        <pc:chgData name="ARUN KARTHIK ." userId="62a047ea-99a3-445a-a127-bd8840139939" providerId="ADAL" clId="{76D99538-AB8E-4316-A70E-453D1C117969}" dt="2024-07-20T06:08:36.839" v="53" actId="47"/>
        <pc:sldMkLst>
          <pc:docMk/>
          <pc:sldMk cId="3028363073" sldId="2147472369"/>
        </pc:sldMkLst>
      </pc:sldChg>
      <pc:sldChg chg="addSp delSp modSp add mod">
        <pc:chgData name="ARUN KARTHIK ." userId="62a047ea-99a3-445a-a127-bd8840139939" providerId="ADAL" clId="{76D99538-AB8E-4316-A70E-453D1C117969}" dt="2024-07-20T07:07:16.978" v="170"/>
        <pc:sldMkLst>
          <pc:docMk/>
          <pc:sldMk cId="3141558004" sldId="2147472369"/>
        </pc:sldMkLst>
      </pc:sldChg>
      <pc:sldChg chg="addSp delSp modSp new mod">
        <pc:chgData name="ARUN KARTHIK ." userId="62a047ea-99a3-445a-a127-bd8840139939" providerId="ADAL" clId="{76D99538-AB8E-4316-A70E-453D1C117969}" dt="2024-07-20T07:07:16.978" v="170"/>
        <pc:sldMkLst>
          <pc:docMk/>
          <pc:sldMk cId="1472615096" sldId="2147472370"/>
        </pc:sldMkLst>
      </pc:sldChg>
      <pc:sldChg chg="del">
        <pc:chgData name="ARUN KARTHIK ." userId="62a047ea-99a3-445a-a127-bd8840139939" providerId="ADAL" clId="{76D99538-AB8E-4316-A70E-453D1C117969}" dt="2024-07-20T06:08:37.061" v="54" actId="47"/>
        <pc:sldMkLst>
          <pc:docMk/>
          <pc:sldMk cId="2980261896" sldId="2147472370"/>
        </pc:sldMkLst>
      </pc:sldChg>
      <pc:sldChg chg="addSp new">
        <pc:chgData name="ARUN KARTHIK ." userId="62a047ea-99a3-445a-a127-bd8840139939" providerId="ADAL" clId="{76D99538-AB8E-4316-A70E-453D1C117969}" dt="2024-07-20T07:13:48.139" v="173"/>
        <pc:sldMkLst>
          <pc:docMk/>
          <pc:sldMk cId="1401197912" sldId="2147472371"/>
        </pc:sldMkLst>
      </pc:sldChg>
      <pc:sldChg chg="del">
        <pc:chgData name="ARUN KARTHIK ." userId="62a047ea-99a3-445a-a127-bd8840139939" providerId="ADAL" clId="{76D99538-AB8E-4316-A70E-453D1C117969}" dt="2024-07-20T06:08:37.319" v="55" actId="47"/>
        <pc:sldMkLst>
          <pc:docMk/>
          <pc:sldMk cId="2544381468" sldId="2147472371"/>
        </pc:sldMkLst>
      </pc:sldChg>
      <pc:sldChg chg="addSp modSp new mod">
        <pc:chgData name="ARUN KARTHIK ." userId="62a047ea-99a3-445a-a127-bd8840139939" providerId="ADAL" clId="{76D99538-AB8E-4316-A70E-453D1C117969}" dt="2024-07-20T07:31:23.921" v="178"/>
        <pc:sldMkLst>
          <pc:docMk/>
          <pc:sldMk cId="3125410914" sldId="2147472372"/>
        </pc:sldMkLst>
      </pc:sldChg>
      <pc:sldChg chg="addSp delSp add mod">
        <pc:chgData name="ARUN KARTHIK ." userId="62a047ea-99a3-445a-a127-bd8840139939" providerId="ADAL" clId="{76D99538-AB8E-4316-A70E-453D1C117969}" dt="2024-07-20T07:51:35.239" v="190"/>
        <pc:sldMkLst>
          <pc:docMk/>
          <pc:sldMk cId="2428253262" sldId="2147472373"/>
        </pc:sldMkLst>
      </pc:sldChg>
      <pc:sldChg chg="addSp delSp add mod">
        <pc:chgData name="ARUN KARTHIK ." userId="62a047ea-99a3-445a-a127-bd8840139939" providerId="ADAL" clId="{76D99538-AB8E-4316-A70E-453D1C117969}" dt="2024-07-20T07:51:35.239" v="190"/>
        <pc:sldMkLst>
          <pc:docMk/>
          <pc:sldMk cId="2481192230" sldId="2147472374"/>
        </pc:sldMkLst>
      </pc:sldChg>
      <pc:sldChg chg="addSp new mod">
        <pc:chgData name="ARUN KARTHIK ." userId="62a047ea-99a3-445a-a127-bd8840139939" providerId="ADAL" clId="{76D99538-AB8E-4316-A70E-453D1C117969}" dt="2024-07-20T07:42:34.064" v="187"/>
        <pc:sldMkLst>
          <pc:docMk/>
          <pc:sldMk cId="2449063953" sldId="2147472375"/>
        </pc:sldMkLst>
      </pc:sldChg>
      <pc:sldChg chg="addSp delSp add mod">
        <pc:chgData name="ARUN KARTHIK ." userId="62a047ea-99a3-445a-a127-bd8840139939" providerId="ADAL" clId="{76D99538-AB8E-4316-A70E-453D1C117969}" dt="2024-07-20T07:51:35.239" v="190"/>
        <pc:sldMkLst>
          <pc:docMk/>
          <pc:sldMk cId="920283376" sldId="2147472376"/>
        </pc:sldMkLst>
      </pc:sldChg>
      <pc:sldChg chg="addSp delSp modSp new mod">
        <pc:chgData name="ARUN KARTHIK ." userId="62a047ea-99a3-445a-a127-bd8840139939" providerId="ADAL" clId="{76D99538-AB8E-4316-A70E-453D1C117969}" dt="2024-07-20T08:05:27.465" v="398" actId="1076"/>
        <pc:sldMkLst>
          <pc:docMk/>
          <pc:sldMk cId="3357857050" sldId="2147472377"/>
        </pc:sldMkLst>
      </pc:sldChg>
    </pc:docChg>
  </pc:docChgLst>
  <pc:docChgLst>
    <pc:chgData name="ARUN KARTHIK ." userId="62a047ea-99a3-445a-a127-bd8840139939" providerId="ADAL" clId="{B117A5F2-1886-4A68-8A2E-C944BB049D49}"/>
    <pc:docChg chg="undo custSel addSld delSld modSld">
      <pc:chgData name="ARUN KARTHIK ." userId="62a047ea-99a3-445a-a127-bd8840139939" providerId="ADAL" clId="{B117A5F2-1886-4A68-8A2E-C944BB049D49}" dt="2024-08-03T06:04:28.543" v="57"/>
      <pc:docMkLst>
        <pc:docMk/>
      </pc:docMkLst>
      <pc:sldChg chg="add">
        <pc:chgData name="ARUN KARTHIK ." userId="62a047ea-99a3-445a-a127-bd8840139939" providerId="ADAL" clId="{B117A5F2-1886-4A68-8A2E-C944BB049D49}" dt="2024-08-03T06:04:28.543" v="57"/>
        <pc:sldMkLst>
          <pc:docMk/>
          <pc:sldMk cId="0" sldId="260"/>
        </pc:sldMkLst>
      </pc:sldChg>
      <pc:sldChg chg="add del">
        <pc:chgData name="ARUN KARTHIK ." userId="62a047ea-99a3-445a-a127-bd8840139939" providerId="ADAL" clId="{B117A5F2-1886-4A68-8A2E-C944BB049D49}" dt="2024-08-03T06:04:28.543" v="57"/>
        <pc:sldMkLst>
          <pc:docMk/>
          <pc:sldMk cId="0" sldId="261"/>
        </pc:sldMkLst>
      </pc:sldChg>
      <pc:sldChg chg="add del">
        <pc:chgData name="ARUN KARTHIK ." userId="62a047ea-99a3-445a-a127-bd8840139939" providerId="ADAL" clId="{B117A5F2-1886-4A68-8A2E-C944BB049D49}" dt="2024-08-03T06:04:28.543" v="57"/>
        <pc:sldMkLst>
          <pc:docMk/>
          <pc:sldMk cId="0" sldId="262"/>
        </pc:sldMkLst>
      </pc:sldChg>
      <pc:sldChg chg="add del">
        <pc:chgData name="ARUN KARTHIK ." userId="62a047ea-99a3-445a-a127-bd8840139939" providerId="ADAL" clId="{B117A5F2-1886-4A68-8A2E-C944BB049D49}" dt="2024-08-03T06:04:28.543" v="57"/>
        <pc:sldMkLst>
          <pc:docMk/>
          <pc:sldMk cId="0" sldId="263"/>
        </pc:sldMkLst>
      </pc:sldChg>
      <pc:sldChg chg="add del">
        <pc:chgData name="ARUN KARTHIK ." userId="62a047ea-99a3-445a-a127-bd8840139939" providerId="ADAL" clId="{B117A5F2-1886-4A68-8A2E-C944BB049D49}" dt="2024-08-03T06:04:28.543" v="57"/>
        <pc:sldMkLst>
          <pc:docMk/>
          <pc:sldMk cId="0" sldId="264"/>
        </pc:sldMkLst>
      </pc:sldChg>
      <pc:sldChg chg="add del">
        <pc:chgData name="ARUN KARTHIK ." userId="62a047ea-99a3-445a-a127-bd8840139939" providerId="ADAL" clId="{B117A5F2-1886-4A68-8A2E-C944BB049D49}" dt="2024-08-03T06:04:28.543" v="57"/>
        <pc:sldMkLst>
          <pc:docMk/>
          <pc:sldMk cId="0" sldId="265"/>
        </pc:sldMkLst>
      </pc:sldChg>
      <pc:sldChg chg="add del">
        <pc:chgData name="ARUN KARTHIK ." userId="62a047ea-99a3-445a-a127-bd8840139939" providerId="ADAL" clId="{B117A5F2-1886-4A68-8A2E-C944BB049D49}" dt="2024-08-03T06:04:28.543" v="57"/>
        <pc:sldMkLst>
          <pc:docMk/>
          <pc:sldMk cId="0" sldId="266"/>
        </pc:sldMkLst>
      </pc:sldChg>
      <pc:sldChg chg="add">
        <pc:chgData name="ARUN KARTHIK ." userId="62a047ea-99a3-445a-a127-bd8840139939" providerId="ADAL" clId="{B117A5F2-1886-4A68-8A2E-C944BB049D49}" dt="2024-08-03T06:04:28.543" v="57"/>
        <pc:sldMkLst>
          <pc:docMk/>
          <pc:sldMk cId="0" sldId="267"/>
        </pc:sldMkLst>
      </pc:sldChg>
      <pc:sldChg chg="add">
        <pc:chgData name="ARUN KARTHIK ." userId="62a047ea-99a3-445a-a127-bd8840139939" providerId="ADAL" clId="{B117A5F2-1886-4A68-8A2E-C944BB049D49}" dt="2024-08-03T06:04:28.543" v="57"/>
        <pc:sldMkLst>
          <pc:docMk/>
          <pc:sldMk cId="0" sldId="268"/>
        </pc:sldMkLst>
      </pc:sldChg>
      <pc:sldChg chg="add">
        <pc:chgData name="ARUN KARTHIK ." userId="62a047ea-99a3-445a-a127-bd8840139939" providerId="ADAL" clId="{B117A5F2-1886-4A68-8A2E-C944BB049D49}" dt="2024-08-03T06:04:28.543" v="57"/>
        <pc:sldMkLst>
          <pc:docMk/>
          <pc:sldMk cId="0" sldId="269"/>
        </pc:sldMkLst>
      </pc:sldChg>
      <pc:sldChg chg="add">
        <pc:chgData name="ARUN KARTHIK ." userId="62a047ea-99a3-445a-a127-bd8840139939" providerId="ADAL" clId="{B117A5F2-1886-4A68-8A2E-C944BB049D49}" dt="2024-08-03T06:04:28.543" v="57"/>
        <pc:sldMkLst>
          <pc:docMk/>
          <pc:sldMk cId="0" sldId="270"/>
        </pc:sldMkLst>
      </pc:sldChg>
      <pc:sldChg chg="add">
        <pc:chgData name="ARUN KARTHIK ." userId="62a047ea-99a3-445a-a127-bd8840139939" providerId="ADAL" clId="{B117A5F2-1886-4A68-8A2E-C944BB049D49}" dt="2024-08-03T06:04:28.543" v="57"/>
        <pc:sldMkLst>
          <pc:docMk/>
          <pc:sldMk cId="0" sldId="271"/>
        </pc:sldMkLst>
      </pc:sldChg>
      <pc:sldChg chg="add">
        <pc:chgData name="ARUN KARTHIK ." userId="62a047ea-99a3-445a-a127-bd8840139939" providerId="ADAL" clId="{B117A5F2-1886-4A68-8A2E-C944BB049D49}" dt="2024-08-03T06:04:28.543" v="57"/>
        <pc:sldMkLst>
          <pc:docMk/>
          <pc:sldMk cId="0" sldId="272"/>
        </pc:sldMkLst>
      </pc:sldChg>
      <pc:sldChg chg="add">
        <pc:chgData name="ARUN KARTHIK ." userId="62a047ea-99a3-445a-a127-bd8840139939" providerId="ADAL" clId="{B117A5F2-1886-4A68-8A2E-C944BB049D49}" dt="2024-08-03T06:04:28.543" v="57"/>
        <pc:sldMkLst>
          <pc:docMk/>
          <pc:sldMk cId="0" sldId="273"/>
        </pc:sldMkLst>
      </pc:sldChg>
      <pc:sldChg chg="add">
        <pc:chgData name="ARUN KARTHIK ." userId="62a047ea-99a3-445a-a127-bd8840139939" providerId="ADAL" clId="{B117A5F2-1886-4A68-8A2E-C944BB049D49}" dt="2024-08-03T06:04:28.543" v="57"/>
        <pc:sldMkLst>
          <pc:docMk/>
          <pc:sldMk cId="0" sldId="274"/>
        </pc:sldMkLst>
      </pc:sldChg>
      <pc:sldChg chg="add">
        <pc:chgData name="ARUN KARTHIK ." userId="62a047ea-99a3-445a-a127-bd8840139939" providerId="ADAL" clId="{B117A5F2-1886-4A68-8A2E-C944BB049D49}" dt="2024-08-03T06:04:28.543" v="57"/>
        <pc:sldMkLst>
          <pc:docMk/>
          <pc:sldMk cId="0" sldId="275"/>
        </pc:sldMkLst>
      </pc:sldChg>
      <pc:sldChg chg="add">
        <pc:chgData name="ARUN KARTHIK ." userId="62a047ea-99a3-445a-a127-bd8840139939" providerId="ADAL" clId="{B117A5F2-1886-4A68-8A2E-C944BB049D49}" dt="2024-08-03T06:04:28.543" v="57"/>
        <pc:sldMkLst>
          <pc:docMk/>
          <pc:sldMk cId="0" sldId="276"/>
        </pc:sldMkLst>
      </pc:sldChg>
      <pc:sldChg chg="add">
        <pc:chgData name="ARUN KARTHIK ." userId="62a047ea-99a3-445a-a127-bd8840139939" providerId="ADAL" clId="{B117A5F2-1886-4A68-8A2E-C944BB049D49}" dt="2024-08-03T06:04:28.543" v="57"/>
        <pc:sldMkLst>
          <pc:docMk/>
          <pc:sldMk cId="0" sldId="277"/>
        </pc:sldMkLst>
      </pc:sldChg>
      <pc:sldChg chg="add">
        <pc:chgData name="ARUN KARTHIK ." userId="62a047ea-99a3-445a-a127-bd8840139939" providerId="ADAL" clId="{B117A5F2-1886-4A68-8A2E-C944BB049D49}" dt="2024-08-03T06:04:28.543" v="57"/>
        <pc:sldMkLst>
          <pc:docMk/>
          <pc:sldMk cId="0" sldId="278"/>
        </pc:sldMkLst>
      </pc:sldChg>
      <pc:sldChg chg="add">
        <pc:chgData name="ARUN KARTHIK ." userId="62a047ea-99a3-445a-a127-bd8840139939" providerId="ADAL" clId="{B117A5F2-1886-4A68-8A2E-C944BB049D49}" dt="2024-08-03T06:04:28.543" v="57"/>
        <pc:sldMkLst>
          <pc:docMk/>
          <pc:sldMk cId="0" sldId="279"/>
        </pc:sldMkLst>
      </pc:sldChg>
      <pc:sldChg chg="add">
        <pc:chgData name="ARUN KARTHIK ." userId="62a047ea-99a3-445a-a127-bd8840139939" providerId="ADAL" clId="{B117A5F2-1886-4A68-8A2E-C944BB049D49}" dt="2024-08-03T06:04:28.543" v="57"/>
        <pc:sldMkLst>
          <pc:docMk/>
          <pc:sldMk cId="0" sldId="280"/>
        </pc:sldMkLst>
      </pc:sldChg>
      <pc:sldChg chg="add">
        <pc:chgData name="ARUN KARTHIK ." userId="62a047ea-99a3-445a-a127-bd8840139939" providerId="ADAL" clId="{B117A5F2-1886-4A68-8A2E-C944BB049D49}" dt="2024-08-03T06:04:28.543" v="57"/>
        <pc:sldMkLst>
          <pc:docMk/>
          <pc:sldMk cId="0" sldId="281"/>
        </pc:sldMkLst>
      </pc:sldChg>
      <pc:sldChg chg="add">
        <pc:chgData name="ARUN KARTHIK ." userId="62a047ea-99a3-445a-a127-bd8840139939" providerId="ADAL" clId="{B117A5F2-1886-4A68-8A2E-C944BB049D49}" dt="2024-08-03T06:04:28.543" v="57"/>
        <pc:sldMkLst>
          <pc:docMk/>
          <pc:sldMk cId="0" sldId="282"/>
        </pc:sldMkLst>
      </pc:sldChg>
      <pc:sldChg chg="add">
        <pc:chgData name="ARUN KARTHIK ." userId="62a047ea-99a3-445a-a127-bd8840139939" providerId="ADAL" clId="{B117A5F2-1886-4A68-8A2E-C944BB049D49}" dt="2024-08-03T06:04:28.543" v="57"/>
        <pc:sldMkLst>
          <pc:docMk/>
          <pc:sldMk cId="0" sldId="283"/>
        </pc:sldMkLst>
      </pc:sldChg>
      <pc:sldChg chg="add">
        <pc:chgData name="ARUN KARTHIK ." userId="62a047ea-99a3-445a-a127-bd8840139939" providerId="ADAL" clId="{B117A5F2-1886-4A68-8A2E-C944BB049D49}" dt="2024-08-03T06:04:28.543" v="57"/>
        <pc:sldMkLst>
          <pc:docMk/>
          <pc:sldMk cId="0" sldId="284"/>
        </pc:sldMkLst>
      </pc:sldChg>
      <pc:sldChg chg="add">
        <pc:chgData name="ARUN KARTHIK ." userId="62a047ea-99a3-445a-a127-bd8840139939" providerId="ADAL" clId="{B117A5F2-1886-4A68-8A2E-C944BB049D49}" dt="2024-08-03T06:04:28.543" v="57"/>
        <pc:sldMkLst>
          <pc:docMk/>
          <pc:sldMk cId="0" sldId="285"/>
        </pc:sldMkLst>
      </pc:sldChg>
      <pc:sldChg chg="add">
        <pc:chgData name="ARUN KARTHIK ." userId="62a047ea-99a3-445a-a127-bd8840139939" providerId="ADAL" clId="{B117A5F2-1886-4A68-8A2E-C944BB049D49}" dt="2024-08-03T06:04:28.543" v="57"/>
        <pc:sldMkLst>
          <pc:docMk/>
          <pc:sldMk cId="0" sldId="286"/>
        </pc:sldMkLst>
      </pc:sldChg>
      <pc:sldChg chg="addSp delSp modSp mod">
        <pc:chgData name="ARUN KARTHIK ." userId="62a047ea-99a3-445a-a127-bd8840139939" providerId="ADAL" clId="{B117A5F2-1886-4A68-8A2E-C944BB049D49}" dt="2024-08-03T06:03:53.245" v="56" actId="1076"/>
        <pc:sldMkLst>
          <pc:docMk/>
          <pc:sldMk cId="4252618562" sldId="2147472361"/>
        </pc:sldMkLst>
      </pc:sldChg>
      <pc:sldChg chg="del">
        <pc:chgData name="ARUN KARTHIK ." userId="62a047ea-99a3-445a-a127-bd8840139939" providerId="ADAL" clId="{B117A5F2-1886-4A68-8A2E-C944BB049D49}" dt="2024-08-03T06:02:10.649" v="31" actId="47"/>
        <pc:sldMkLst>
          <pc:docMk/>
          <pc:sldMk cId="2476927650" sldId="2147472363"/>
        </pc:sldMkLst>
      </pc:sldChg>
      <pc:sldChg chg="del">
        <pc:chgData name="ARUN KARTHIK ." userId="62a047ea-99a3-445a-a127-bd8840139939" providerId="ADAL" clId="{B117A5F2-1886-4A68-8A2E-C944BB049D49}" dt="2024-08-03T06:02:10.857" v="32" actId="47"/>
        <pc:sldMkLst>
          <pc:docMk/>
          <pc:sldMk cId="22200761" sldId="2147472364"/>
        </pc:sldMkLst>
      </pc:sldChg>
      <pc:sldChg chg="delSp del mod">
        <pc:chgData name="ARUN KARTHIK ." userId="62a047ea-99a3-445a-a127-bd8840139939" providerId="ADAL" clId="{B117A5F2-1886-4A68-8A2E-C944BB049D49}" dt="2024-08-03T06:03:04.752" v="52" actId="47"/>
        <pc:sldMkLst>
          <pc:docMk/>
          <pc:sldMk cId="410898500" sldId="2147472365"/>
        </pc:sldMkLst>
      </pc:sldChg>
      <pc:sldChg chg="del">
        <pc:chgData name="ARUN KARTHIK ." userId="62a047ea-99a3-445a-a127-bd8840139939" providerId="ADAL" clId="{B117A5F2-1886-4A68-8A2E-C944BB049D49}" dt="2024-08-03T06:02:12.141" v="39" actId="47"/>
        <pc:sldMkLst>
          <pc:docMk/>
          <pc:sldMk cId="3543518052" sldId="2147472366"/>
        </pc:sldMkLst>
      </pc:sldChg>
      <pc:sldChg chg="del">
        <pc:chgData name="ARUN KARTHIK ." userId="62a047ea-99a3-445a-a127-bd8840139939" providerId="ADAL" clId="{B117A5F2-1886-4A68-8A2E-C944BB049D49}" dt="2024-08-03T06:02:11.217" v="33" actId="47"/>
        <pc:sldMkLst>
          <pc:docMk/>
          <pc:sldMk cId="4102070013" sldId="2147472367"/>
        </pc:sldMkLst>
      </pc:sldChg>
      <pc:sldChg chg="del">
        <pc:chgData name="ARUN KARTHIK ." userId="62a047ea-99a3-445a-a127-bd8840139939" providerId="ADAL" clId="{B117A5F2-1886-4A68-8A2E-C944BB049D49}" dt="2024-08-03T06:02:11.581" v="35" actId="47"/>
        <pc:sldMkLst>
          <pc:docMk/>
          <pc:sldMk cId="3553816635" sldId="2147472368"/>
        </pc:sldMkLst>
      </pc:sldChg>
      <pc:sldChg chg="del">
        <pc:chgData name="ARUN KARTHIK ." userId="62a047ea-99a3-445a-a127-bd8840139939" providerId="ADAL" clId="{B117A5F2-1886-4A68-8A2E-C944BB049D49}" dt="2024-08-03T06:02:11.627" v="36" actId="47"/>
        <pc:sldMkLst>
          <pc:docMk/>
          <pc:sldMk cId="3141558004" sldId="2147472369"/>
        </pc:sldMkLst>
      </pc:sldChg>
      <pc:sldChg chg="del">
        <pc:chgData name="ARUN KARTHIK ." userId="62a047ea-99a3-445a-a127-bd8840139939" providerId="ADAL" clId="{B117A5F2-1886-4A68-8A2E-C944BB049D49}" dt="2024-08-03T06:02:11.279" v="34" actId="47"/>
        <pc:sldMkLst>
          <pc:docMk/>
          <pc:sldMk cId="1472615096" sldId="2147472370"/>
        </pc:sldMkLst>
      </pc:sldChg>
      <pc:sldChg chg="del">
        <pc:chgData name="ARUN KARTHIK ." userId="62a047ea-99a3-445a-a127-bd8840139939" providerId="ADAL" clId="{B117A5F2-1886-4A68-8A2E-C944BB049D49}" dt="2024-08-03T06:02:11.823" v="37" actId="47"/>
        <pc:sldMkLst>
          <pc:docMk/>
          <pc:sldMk cId="1401197912" sldId="2147472371"/>
        </pc:sldMkLst>
      </pc:sldChg>
      <pc:sldChg chg="del">
        <pc:chgData name="ARUN KARTHIK ." userId="62a047ea-99a3-445a-a127-bd8840139939" providerId="ADAL" clId="{B117A5F2-1886-4A68-8A2E-C944BB049D49}" dt="2024-08-03T06:02:12.749" v="42" actId="47"/>
        <pc:sldMkLst>
          <pc:docMk/>
          <pc:sldMk cId="3125410914" sldId="2147472372"/>
        </pc:sldMkLst>
      </pc:sldChg>
      <pc:sldChg chg="del">
        <pc:chgData name="ARUN KARTHIK ." userId="62a047ea-99a3-445a-a127-bd8840139939" providerId="ADAL" clId="{B117A5F2-1886-4A68-8A2E-C944BB049D49}" dt="2024-08-03T06:02:12.953" v="43" actId="47"/>
        <pc:sldMkLst>
          <pc:docMk/>
          <pc:sldMk cId="2428253262" sldId="2147472373"/>
        </pc:sldMkLst>
      </pc:sldChg>
      <pc:sldChg chg="del">
        <pc:chgData name="ARUN KARTHIK ." userId="62a047ea-99a3-445a-a127-bd8840139939" providerId="ADAL" clId="{B117A5F2-1886-4A68-8A2E-C944BB049D49}" dt="2024-08-03T06:02:13.149" v="44" actId="47"/>
        <pc:sldMkLst>
          <pc:docMk/>
          <pc:sldMk cId="2481192230" sldId="2147472374"/>
        </pc:sldMkLst>
      </pc:sldChg>
      <pc:sldChg chg="del">
        <pc:chgData name="ARUN KARTHIK ." userId="62a047ea-99a3-445a-a127-bd8840139939" providerId="ADAL" clId="{B117A5F2-1886-4A68-8A2E-C944BB049D49}" dt="2024-08-03T06:02:13.335" v="45" actId="47"/>
        <pc:sldMkLst>
          <pc:docMk/>
          <pc:sldMk cId="2449063953" sldId="2147472375"/>
        </pc:sldMkLst>
      </pc:sldChg>
      <pc:sldChg chg="del">
        <pc:chgData name="ARUN KARTHIK ." userId="62a047ea-99a3-445a-a127-bd8840139939" providerId="ADAL" clId="{B117A5F2-1886-4A68-8A2E-C944BB049D49}" dt="2024-08-03T06:02:13.542" v="46" actId="47"/>
        <pc:sldMkLst>
          <pc:docMk/>
          <pc:sldMk cId="920283376" sldId="2147472376"/>
        </pc:sldMkLst>
      </pc:sldChg>
      <pc:sldChg chg="del">
        <pc:chgData name="ARUN KARTHIK ." userId="62a047ea-99a3-445a-a127-bd8840139939" providerId="ADAL" clId="{B117A5F2-1886-4A68-8A2E-C944BB049D49}" dt="2024-08-03T06:02:13.946" v="48" actId="47"/>
        <pc:sldMkLst>
          <pc:docMk/>
          <pc:sldMk cId="3357857050" sldId="2147472377"/>
        </pc:sldMkLst>
      </pc:sldChg>
    </pc:docChg>
  </pc:docChgLst>
  <pc:docChgLst>
    <pc:chgData name="ARUN KARTHIK ." userId="62a047ea-99a3-445a-a127-bd8840139939" providerId="ADAL" clId="{C2903D19-D351-4C50-9190-1EA97962501C}"/>
    <pc:docChg chg="undo custSel addSld modSld">
      <pc:chgData name="ARUN KARTHIK ." userId="62a047ea-99a3-445a-a127-bd8840139939" providerId="ADAL" clId="{C2903D19-D351-4C50-9190-1EA97962501C}" dt="2023-10-28T05:51:10.571" v="26" actId="20577"/>
      <pc:docMkLst>
        <pc:docMk/>
      </pc:docMkLst>
      <pc:sldChg chg="modSp mod">
        <pc:chgData name="ARUN KARTHIK ." userId="62a047ea-99a3-445a-a127-bd8840139939" providerId="ADAL" clId="{C2903D19-D351-4C50-9190-1EA97962501C}" dt="2023-10-28T05:07:07.026" v="0" actId="6549"/>
        <pc:sldMkLst>
          <pc:docMk/>
          <pc:sldMk cId="2961716487" sldId="2147472329"/>
        </pc:sldMkLst>
      </pc:sldChg>
      <pc:sldChg chg="modSp mod">
        <pc:chgData name="ARUN KARTHIK ." userId="62a047ea-99a3-445a-a127-bd8840139939" providerId="ADAL" clId="{C2903D19-D351-4C50-9190-1EA97962501C}" dt="2023-10-28T05:51:10.571" v="26" actId="20577"/>
        <pc:sldMkLst>
          <pc:docMk/>
          <pc:sldMk cId="3091053289" sldId="2147472346"/>
        </pc:sldMkLst>
      </pc:sldChg>
      <pc:sldChg chg="addSp delSp modSp add mod">
        <pc:chgData name="ARUN KARTHIK ." userId="62a047ea-99a3-445a-a127-bd8840139939" providerId="ADAL" clId="{C2903D19-D351-4C50-9190-1EA97962501C}" dt="2023-10-28T05:41:16.157" v="25"/>
        <pc:sldMkLst>
          <pc:docMk/>
          <pc:sldMk cId="2978089624" sldId="2147472362"/>
        </pc:sldMkLst>
      </pc:sldChg>
    </pc:docChg>
  </pc:docChgLst>
  <pc:docChgLst>
    <pc:chgData name="ARUN KARTHIK ." userId="62a047ea-99a3-445a-a127-bd8840139939" providerId="ADAL" clId="{C13492A3-B57C-4176-880B-91C2E01CFE87}"/>
    <pc:docChg chg="modSld">
      <pc:chgData name="ARUN KARTHIK ." userId="62a047ea-99a3-445a-a127-bd8840139939" providerId="ADAL" clId="{C13492A3-B57C-4176-880B-91C2E01CFE87}" dt="2025-03-06T06:32:30.698" v="5" actId="20577"/>
      <pc:docMkLst>
        <pc:docMk/>
      </pc:docMkLst>
      <pc:sldChg chg="modSp mod">
        <pc:chgData name="ARUN KARTHIK ." userId="62a047ea-99a3-445a-a127-bd8840139939" providerId="ADAL" clId="{C13492A3-B57C-4176-880B-91C2E01CFE87}" dt="2025-03-06T06:32:30.698" v="5" actId="20577"/>
        <pc:sldMkLst>
          <pc:docMk/>
          <pc:sldMk cId="2487991735" sldId="256"/>
        </pc:sldMkLst>
        <pc:spChg chg="mod">
          <ac:chgData name="ARUN KARTHIK ." userId="62a047ea-99a3-445a-a127-bd8840139939" providerId="ADAL" clId="{C13492A3-B57C-4176-880B-91C2E01CFE87}" dt="2025-03-06T06:32:30.698" v="5" actId="20577"/>
          <ac:spMkLst>
            <pc:docMk/>
            <pc:sldMk cId="2487991735" sldId="256"/>
            <ac:spMk id="3" creationId="{E2E3432E-C589-ADB8-601E-60B423644398}"/>
          </ac:spMkLst>
        </pc:spChg>
      </pc:sldChg>
    </pc:docChg>
  </pc:docChgLst>
  <pc:docChgLst>
    <pc:chgData name="ARUN KARTHIK ." userId="62a047ea-99a3-445a-a127-bd8840139939" providerId="ADAL" clId="{85DF26CD-E7AD-4CAF-8F1C-084075467733}"/>
    <pc:docChg chg="undo custSel addSld delSld modSld modMainMaster">
      <pc:chgData name="ARUN KARTHIK ." userId="62a047ea-99a3-445a-a127-bd8840139939" providerId="ADAL" clId="{85DF26CD-E7AD-4CAF-8F1C-084075467733}" dt="2025-02-16T06:51:10.055" v="1010" actId="20577"/>
      <pc:docMkLst>
        <pc:docMk/>
      </pc:docMkLst>
      <pc:sldChg chg="modSp mod">
        <pc:chgData name="ARUN KARTHIK ." userId="62a047ea-99a3-445a-a127-bd8840139939" providerId="ADAL" clId="{85DF26CD-E7AD-4CAF-8F1C-084075467733}" dt="2025-02-16T04:50:53.643" v="33" actId="20577"/>
        <pc:sldMkLst>
          <pc:docMk/>
          <pc:sldMk cId="2487991735" sldId="256"/>
        </pc:sldMkLst>
        <pc:spChg chg="mod">
          <ac:chgData name="ARUN KARTHIK ." userId="62a047ea-99a3-445a-a127-bd8840139939" providerId="ADAL" clId="{85DF26CD-E7AD-4CAF-8F1C-084075467733}" dt="2025-02-16T04:50:50.547" v="30" actId="20577"/>
          <ac:spMkLst>
            <pc:docMk/>
            <pc:sldMk cId="2487991735" sldId="256"/>
            <ac:spMk id="2" creationId="{C66BF95F-ED5D-7D14-004F-BB3F773AACDB}"/>
          </ac:spMkLst>
        </pc:spChg>
        <pc:spChg chg="mod">
          <ac:chgData name="ARUN KARTHIK ." userId="62a047ea-99a3-445a-a127-bd8840139939" providerId="ADAL" clId="{85DF26CD-E7AD-4CAF-8F1C-084075467733}" dt="2025-02-16T04:50:53.643" v="33" actId="20577"/>
          <ac:spMkLst>
            <pc:docMk/>
            <pc:sldMk cId="2487991735" sldId="256"/>
            <ac:spMk id="3" creationId="{E2E3432E-C589-ADB8-601E-60B423644398}"/>
          </ac:spMkLst>
        </pc:spChg>
      </pc:sldChg>
      <pc:sldChg chg="addSp modSp add del mod">
        <pc:chgData name="ARUN KARTHIK ." userId="62a047ea-99a3-445a-a127-bd8840139939" providerId="ADAL" clId="{85DF26CD-E7AD-4CAF-8F1C-084075467733}" dt="2025-02-16T04:55:36.588" v="92" actId="14100"/>
        <pc:sldMkLst>
          <pc:docMk/>
          <pc:sldMk cId="0" sldId="257"/>
        </pc:sldMkLst>
      </pc:sldChg>
      <pc:sldChg chg="modSp add mod">
        <pc:chgData name="ARUN KARTHIK ." userId="62a047ea-99a3-445a-a127-bd8840139939" providerId="ADAL" clId="{85DF26CD-E7AD-4CAF-8F1C-084075467733}" dt="2025-02-16T05:01:07.597" v="175" actId="20577"/>
        <pc:sldMkLst>
          <pc:docMk/>
          <pc:sldMk cId="0" sldId="258"/>
        </pc:sldMkLst>
      </pc:sldChg>
      <pc:sldChg chg="addSp modSp add mod">
        <pc:chgData name="ARUN KARTHIK ." userId="62a047ea-99a3-445a-a127-bd8840139939" providerId="ADAL" clId="{85DF26CD-E7AD-4CAF-8F1C-084075467733}" dt="2025-02-16T05:01:56.728" v="188" actId="1076"/>
        <pc:sldMkLst>
          <pc:docMk/>
          <pc:sldMk cId="0" sldId="259"/>
        </pc:sldMkLst>
      </pc:sldChg>
      <pc:sldChg chg="addSp modSp add mod">
        <pc:chgData name="ARUN KARTHIK ." userId="62a047ea-99a3-445a-a127-bd8840139939" providerId="ADAL" clId="{85DF26CD-E7AD-4CAF-8F1C-084075467733}" dt="2025-02-16T05:07:16.763" v="200" actId="14100"/>
        <pc:sldMkLst>
          <pc:docMk/>
          <pc:sldMk cId="0" sldId="260"/>
        </pc:sldMkLst>
      </pc:sldChg>
      <pc:sldChg chg="addSp modSp add mod">
        <pc:chgData name="ARUN KARTHIK ." userId="62a047ea-99a3-445a-a127-bd8840139939" providerId="ADAL" clId="{85DF26CD-E7AD-4CAF-8F1C-084075467733}" dt="2025-02-16T05:08:51.677" v="210" actId="1076"/>
        <pc:sldMkLst>
          <pc:docMk/>
          <pc:sldMk cId="0" sldId="261"/>
        </pc:sldMkLst>
      </pc:sldChg>
      <pc:sldChg chg="modSp add mod">
        <pc:chgData name="ARUN KARTHIK ." userId="62a047ea-99a3-445a-a127-bd8840139939" providerId="ADAL" clId="{85DF26CD-E7AD-4CAF-8F1C-084075467733}" dt="2025-02-16T05:08:57.785" v="222" actId="5793"/>
        <pc:sldMkLst>
          <pc:docMk/>
          <pc:sldMk cId="0" sldId="262"/>
        </pc:sldMkLst>
        <pc:spChg chg="mod">
          <ac:chgData name="ARUN KARTHIK ." userId="62a047ea-99a3-445a-a127-bd8840139939" providerId="ADAL" clId="{85DF26CD-E7AD-4CAF-8F1C-084075467733}" dt="2025-02-16T05:08:57.785" v="222" actId="5793"/>
          <ac:spMkLst>
            <pc:docMk/>
            <pc:sldMk cId="0" sldId="262"/>
            <ac:spMk id="3" creationId="{00000000-0000-0000-0000-000000000000}"/>
          </ac:spMkLst>
        </pc:spChg>
      </pc:sldChg>
      <pc:sldChg chg="del">
        <pc:chgData name="ARUN KARTHIK ." userId="62a047ea-99a3-445a-a127-bd8840139939" providerId="ADAL" clId="{85DF26CD-E7AD-4CAF-8F1C-084075467733}" dt="2025-02-16T04:52:15.864" v="35" actId="47"/>
        <pc:sldMkLst>
          <pc:docMk/>
          <pc:sldMk cId="0" sldId="365"/>
        </pc:sldMkLst>
      </pc:sldChg>
      <pc:sldChg chg="del">
        <pc:chgData name="ARUN KARTHIK ." userId="62a047ea-99a3-445a-a127-bd8840139939" providerId="ADAL" clId="{85DF26CD-E7AD-4CAF-8F1C-084075467733}" dt="2025-02-16T04:52:15.864" v="35" actId="47"/>
        <pc:sldMkLst>
          <pc:docMk/>
          <pc:sldMk cId="0" sldId="371"/>
        </pc:sldMkLst>
      </pc:sldChg>
      <pc:sldChg chg="del">
        <pc:chgData name="ARUN KARTHIK ." userId="62a047ea-99a3-445a-a127-bd8840139939" providerId="ADAL" clId="{85DF26CD-E7AD-4CAF-8F1C-084075467733}" dt="2025-02-16T04:52:15.864" v="35" actId="47"/>
        <pc:sldMkLst>
          <pc:docMk/>
          <pc:sldMk cId="0" sldId="378"/>
        </pc:sldMkLst>
      </pc:sldChg>
      <pc:sldChg chg="del">
        <pc:chgData name="ARUN KARTHIK ." userId="62a047ea-99a3-445a-a127-bd8840139939" providerId="ADAL" clId="{85DF26CD-E7AD-4CAF-8F1C-084075467733}" dt="2025-02-16T04:52:15.864" v="35" actId="47"/>
        <pc:sldMkLst>
          <pc:docMk/>
          <pc:sldMk cId="0" sldId="388"/>
        </pc:sldMkLst>
      </pc:sldChg>
      <pc:sldChg chg="del">
        <pc:chgData name="ARUN KARTHIK ." userId="62a047ea-99a3-445a-a127-bd8840139939" providerId="ADAL" clId="{85DF26CD-E7AD-4CAF-8F1C-084075467733}" dt="2025-02-16T04:52:15.864" v="35" actId="47"/>
        <pc:sldMkLst>
          <pc:docMk/>
          <pc:sldMk cId="0" sldId="389"/>
        </pc:sldMkLst>
      </pc:sldChg>
      <pc:sldChg chg="del">
        <pc:chgData name="ARUN KARTHIK ." userId="62a047ea-99a3-445a-a127-bd8840139939" providerId="ADAL" clId="{85DF26CD-E7AD-4CAF-8F1C-084075467733}" dt="2025-02-16T04:52:15.864" v="35" actId="47"/>
        <pc:sldMkLst>
          <pc:docMk/>
          <pc:sldMk cId="0" sldId="391"/>
        </pc:sldMkLst>
      </pc:sldChg>
      <pc:sldChg chg="del">
        <pc:chgData name="ARUN KARTHIK ." userId="62a047ea-99a3-445a-a127-bd8840139939" providerId="ADAL" clId="{85DF26CD-E7AD-4CAF-8F1C-084075467733}" dt="2025-02-16T04:50:56.108" v="34" actId="47"/>
        <pc:sldMkLst>
          <pc:docMk/>
          <pc:sldMk cId="2694511544" sldId="392"/>
        </pc:sldMkLst>
      </pc:sldChg>
      <pc:sldChg chg="del">
        <pc:chgData name="ARUN KARTHIK ." userId="62a047ea-99a3-445a-a127-bd8840139939" providerId="ADAL" clId="{85DF26CD-E7AD-4CAF-8F1C-084075467733}" dt="2025-02-16T05:21:30.905" v="223" actId="47"/>
        <pc:sldMkLst>
          <pc:docMk/>
          <pc:sldMk cId="2668859357" sldId="393"/>
        </pc:sldMkLst>
      </pc:sldChg>
      <pc:sldChg chg="addSp modSp add mod">
        <pc:chgData name="ARUN KARTHIK ." userId="62a047ea-99a3-445a-a127-bd8840139939" providerId="ADAL" clId="{85DF26CD-E7AD-4CAF-8F1C-084075467733}" dt="2025-02-16T04:53:52.006" v="57" actId="1076"/>
        <pc:sldMkLst>
          <pc:docMk/>
          <pc:sldMk cId="0" sldId="394"/>
        </pc:sldMkLst>
        <pc:spChg chg="mod">
          <ac:chgData name="ARUN KARTHIK ." userId="62a047ea-99a3-445a-a127-bd8840139939" providerId="ADAL" clId="{85DF26CD-E7AD-4CAF-8F1C-084075467733}" dt="2025-02-16T04:53:29.925" v="49" actId="14100"/>
          <ac:spMkLst>
            <pc:docMk/>
            <pc:sldMk cId="0" sldId="394"/>
            <ac:spMk id="3" creationId="{00000000-0000-0000-0000-000000000000}"/>
          </ac:spMkLst>
        </pc:spChg>
      </pc:sldChg>
      <pc:sldChg chg="del">
        <pc:chgData name="ARUN KARTHIK ." userId="62a047ea-99a3-445a-a127-bd8840139939" providerId="ADAL" clId="{85DF26CD-E7AD-4CAF-8F1C-084075467733}" dt="2025-02-16T04:52:15.864" v="35" actId="47"/>
        <pc:sldMkLst>
          <pc:docMk/>
          <pc:sldMk cId="2214914933" sldId="394"/>
        </pc:sldMkLst>
      </pc:sldChg>
      <pc:sldChg chg="del">
        <pc:chgData name="ARUN KARTHIK ." userId="62a047ea-99a3-445a-a127-bd8840139939" providerId="ADAL" clId="{85DF26CD-E7AD-4CAF-8F1C-084075467733}" dt="2025-02-16T04:52:15.864" v="35" actId="47"/>
        <pc:sldMkLst>
          <pc:docMk/>
          <pc:sldMk cId="442980523" sldId="395"/>
        </pc:sldMkLst>
      </pc:sldChg>
      <pc:sldChg chg="addSp delSp modSp add mod">
        <pc:chgData name="ARUN KARTHIK ." userId="62a047ea-99a3-445a-a127-bd8840139939" providerId="ADAL" clId="{85DF26CD-E7AD-4CAF-8F1C-084075467733}" dt="2025-02-16T06:03:25.975" v="719" actId="12"/>
        <pc:sldMkLst>
          <pc:docMk/>
          <pc:sldMk cId="2599853175" sldId="395"/>
        </pc:sldMkLst>
      </pc:sldChg>
      <pc:sldChg chg="addSp new">
        <pc:chgData name="ARUN KARTHIK ." userId="62a047ea-99a3-445a-a127-bd8840139939" providerId="ADAL" clId="{85DF26CD-E7AD-4CAF-8F1C-084075467733}" dt="2025-02-16T06:00:58.897" v="707"/>
        <pc:sldMkLst>
          <pc:docMk/>
          <pc:sldMk cId="3735820691" sldId="396"/>
        </pc:sldMkLst>
      </pc:sldChg>
      <pc:sldChg chg="addSp delSp modSp new mod">
        <pc:chgData name="ARUN KARTHIK ." userId="62a047ea-99a3-445a-a127-bd8840139939" providerId="ADAL" clId="{85DF26CD-E7AD-4CAF-8F1C-084075467733}" dt="2025-02-16T05:32:41.669" v="383" actId="1582"/>
        <pc:sldMkLst>
          <pc:docMk/>
          <pc:sldMk cId="644041959" sldId="397"/>
        </pc:sldMkLst>
      </pc:sldChg>
      <pc:sldChg chg="addSp delSp modSp add mod">
        <pc:chgData name="ARUN KARTHIK ." userId="62a047ea-99a3-445a-a127-bd8840139939" providerId="ADAL" clId="{85DF26CD-E7AD-4CAF-8F1C-084075467733}" dt="2025-02-16T05:37:17.677" v="626" actId="207"/>
        <pc:sldMkLst>
          <pc:docMk/>
          <pc:sldMk cId="2064150935" sldId="398"/>
        </pc:sldMkLst>
      </pc:sldChg>
      <pc:sldChg chg="modSp add del mod">
        <pc:chgData name="ARUN KARTHIK ." userId="62a047ea-99a3-445a-a127-bd8840139939" providerId="ADAL" clId="{85DF26CD-E7AD-4CAF-8F1C-084075467733}" dt="2025-02-16T05:37:24.157" v="627" actId="47"/>
        <pc:sldMkLst>
          <pc:docMk/>
          <pc:sldMk cId="199555965" sldId="399"/>
        </pc:sldMkLst>
      </pc:sldChg>
      <pc:sldChg chg="modSp add mod">
        <pc:chgData name="ARUN KARTHIK ." userId="62a047ea-99a3-445a-a127-bd8840139939" providerId="ADAL" clId="{85DF26CD-E7AD-4CAF-8F1C-084075467733}" dt="2025-02-16T05:37:44.731" v="636" actId="20577"/>
        <pc:sldMkLst>
          <pc:docMk/>
          <pc:sldMk cId="519536905" sldId="399"/>
        </pc:sldMkLst>
      </pc:sldChg>
      <pc:sldChg chg="add del">
        <pc:chgData name="ARUN KARTHIK ." userId="62a047ea-99a3-445a-a127-bd8840139939" providerId="ADAL" clId="{85DF26CD-E7AD-4CAF-8F1C-084075467733}" dt="2025-02-16T05:33:36.582" v="440"/>
        <pc:sldMkLst>
          <pc:docMk/>
          <pc:sldMk cId="2810407104" sldId="399"/>
        </pc:sldMkLst>
      </pc:sldChg>
      <pc:sldChg chg="modSp add mod">
        <pc:chgData name="ARUN KARTHIK ." userId="62a047ea-99a3-445a-a127-bd8840139939" providerId="ADAL" clId="{85DF26CD-E7AD-4CAF-8F1C-084075467733}" dt="2025-02-16T05:38:04.218" v="644" actId="20577"/>
        <pc:sldMkLst>
          <pc:docMk/>
          <pc:sldMk cId="988475666" sldId="400"/>
        </pc:sldMkLst>
      </pc:sldChg>
      <pc:sldChg chg="modSp add mod">
        <pc:chgData name="ARUN KARTHIK ." userId="62a047ea-99a3-445a-a127-bd8840139939" providerId="ADAL" clId="{85DF26CD-E7AD-4CAF-8F1C-084075467733}" dt="2025-02-16T05:38:18.470" v="652" actId="20577"/>
        <pc:sldMkLst>
          <pc:docMk/>
          <pc:sldMk cId="288671766" sldId="401"/>
        </pc:sldMkLst>
      </pc:sldChg>
      <pc:sldChg chg="modSp add mod">
        <pc:chgData name="ARUN KARTHIK ." userId="62a047ea-99a3-445a-a127-bd8840139939" providerId="ADAL" clId="{85DF26CD-E7AD-4CAF-8F1C-084075467733}" dt="2025-02-16T05:38:56.561" v="660" actId="20577"/>
        <pc:sldMkLst>
          <pc:docMk/>
          <pc:sldMk cId="1253913914" sldId="402"/>
        </pc:sldMkLst>
      </pc:sldChg>
      <pc:sldChg chg="modSp add mod">
        <pc:chgData name="ARUN KARTHIK ." userId="62a047ea-99a3-445a-a127-bd8840139939" providerId="ADAL" clId="{85DF26CD-E7AD-4CAF-8F1C-084075467733}" dt="2025-02-16T05:39:10.873" v="668" actId="20577"/>
        <pc:sldMkLst>
          <pc:docMk/>
          <pc:sldMk cId="2149166933" sldId="403"/>
        </pc:sldMkLst>
      </pc:sldChg>
      <pc:sldChg chg="modSp add mod">
        <pc:chgData name="ARUN KARTHIK ." userId="62a047ea-99a3-445a-a127-bd8840139939" providerId="ADAL" clId="{85DF26CD-E7AD-4CAF-8F1C-084075467733}" dt="2025-02-16T05:39:23.140" v="676" actId="20577"/>
        <pc:sldMkLst>
          <pc:docMk/>
          <pc:sldMk cId="1398714479" sldId="404"/>
        </pc:sldMkLst>
      </pc:sldChg>
      <pc:sldChg chg="modSp add mod">
        <pc:chgData name="ARUN KARTHIK ." userId="62a047ea-99a3-445a-a127-bd8840139939" providerId="ADAL" clId="{85DF26CD-E7AD-4CAF-8F1C-084075467733}" dt="2025-02-16T05:39:36.240" v="684" actId="20577"/>
        <pc:sldMkLst>
          <pc:docMk/>
          <pc:sldMk cId="2935241697" sldId="405"/>
        </pc:sldMkLst>
      </pc:sldChg>
      <pc:sldChg chg="modSp add mod">
        <pc:chgData name="ARUN KARTHIK ." userId="62a047ea-99a3-445a-a127-bd8840139939" providerId="ADAL" clId="{85DF26CD-E7AD-4CAF-8F1C-084075467733}" dt="2025-02-16T05:39:48.411" v="694" actId="20577"/>
        <pc:sldMkLst>
          <pc:docMk/>
          <pc:sldMk cId="3107062026" sldId="406"/>
        </pc:sldMkLst>
      </pc:sldChg>
      <pc:sldChg chg="modSp add mod">
        <pc:chgData name="ARUN KARTHIK ." userId="62a047ea-99a3-445a-a127-bd8840139939" providerId="ADAL" clId="{85DF26CD-E7AD-4CAF-8F1C-084075467733}" dt="2025-02-16T05:40:02.868" v="706" actId="20577"/>
        <pc:sldMkLst>
          <pc:docMk/>
          <pc:sldMk cId="3732477868" sldId="407"/>
        </pc:sldMkLst>
      </pc:sldChg>
      <pc:sldChg chg="addSp modSp add mod">
        <pc:chgData name="ARUN KARTHIK ." userId="62a047ea-99a3-445a-a127-bd8840139939" providerId="ADAL" clId="{85DF26CD-E7AD-4CAF-8F1C-084075467733}" dt="2025-02-16T06:24:13.818" v="733" actId="1076"/>
        <pc:sldMkLst>
          <pc:docMk/>
          <pc:sldMk cId="429783308" sldId="408"/>
        </pc:sldMkLst>
      </pc:sldChg>
      <pc:sldChg chg="addSp delSp modSp new">
        <pc:chgData name="ARUN KARTHIK ." userId="62a047ea-99a3-445a-a127-bd8840139939" providerId="ADAL" clId="{85DF26CD-E7AD-4CAF-8F1C-084075467733}" dt="2025-02-16T06:27:25.131" v="740"/>
        <pc:sldMkLst>
          <pc:docMk/>
          <pc:sldMk cId="1634000648" sldId="409"/>
        </pc:sldMkLst>
      </pc:sldChg>
      <pc:sldChg chg="add del">
        <pc:chgData name="ARUN KARTHIK ." userId="62a047ea-99a3-445a-a127-bd8840139939" providerId="ADAL" clId="{85DF26CD-E7AD-4CAF-8F1C-084075467733}" dt="2025-02-16T06:02:19.748" v="710"/>
        <pc:sldMkLst>
          <pc:docMk/>
          <pc:sldMk cId="3853612209" sldId="409"/>
        </pc:sldMkLst>
      </pc:sldChg>
      <pc:sldChg chg="addSp new">
        <pc:chgData name="ARUN KARTHIK ." userId="62a047ea-99a3-445a-a127-bd8840139939" providerId="ADAL" clId="{85DF26CD-E7AD-4CAF-8F1C-084075467733}" dt="2025-02-16T06:33:33.061" v="742"/>
        <pc:sldMkLst>
          <pc:docMk/>
          <pc:sldMk cId="3409473927" sldId="410"/>
        </pc:sldMkLst>
      </pc:sldChg>
      <pc:sldChg chg="addSp new">
        <pc:chgData name="ARUN KARTHIK ." userId="62a047ea-99a3-445a-a127-bd8840139939" providerId="ADAL" clId="{85DF26CD-E7AD-4CAF-8F1C-084075467733}" dt="2025-02-16T06:34:15.644" v="744"/>
        <pc:sldMkLst>
          <pc:docMk/>
          <pc:sldMk cId="60643848" sldId="411"/>
        </pc:sldMkLst>
      </pc:sldChg>
      <pc:sldChg chg="addSp new">
        <pc:chgData name="ARUN KARTHIK ." userId="62a047ea-99a3-445a-a127-bd8840139939" providerId="ADAL" clId="{85DF26CD-E7AD-4CAF-8F1C-084075467733}" dt="2025-02-16T06:39:58.662" v="746"/>
        <pc:sldMkLst>
          <pc:docMk/>
          <pc:sldMk cId="4224753896" sldId="412"/>
        </pc:sldMkLst>
      </pc:sldChg>
      <pc:sldChg chg="addSp new">
        <pc:chgData name="ARUN KARTHIK ." userId="62a047ea-99a3-445a-a127-bd8840139939" providerId="ADAL" clId="{85DF26CD-E7AD-4CAF-8F1C-084075467733}" dt="2025-02-16T06:40:37.280" v="748"/>
        <pc:sldMkLst>
          <pc:docMk/>
          <pc:sldMk cId="4037103828" sldId="413"/>
        </pc:sldMkLst>
      </pc:sldChg>
      <pc:sldChg chg="addSp delSp modSp new mod modClrScheme chgLayout">
        <pc:chgData name="ARUN KARTHIK ." userId="62a047ea-99a3-445a-a127-bd8840139939" providerId="ADAL" clId="{85DF26CD-E7AD-4CAF-8F1C-084075467733}" dt="2025-02-16T06:42:18.039" v="757" actId="26606"/>
        <pc:sldMkLst>
          <pc:docMk/>
          <pc:sldMk cId="1207635534" sldId="414"/>
        </pc:sldMkLst>
      </pc:sldChg>
      <pc:sldChg chg="addSp delSp modSp new mod">
        <pc:chgData name="ARUN KARTHIK ." userId="62a047ea-99a3-445a-a127-bd8840139939" providerId="ADAL" clId="{85DF26CD-E7AD-4CAF-8F1C-084075467733}" dt="2025-02-16T06:44:45.075" v="767" actId="26606"/>
        <pc:sldMkLst>
          <pc:docMk/>
          <pc:sldMk cId="3115112427" sldId="415"/>
        </pc:sldMkLst>
      </pc:sldChg>
      <pc:sldChg chg="addSp modSp new mod">
        <pc:chgData name="ARUN KARTHIK ." userId="62a047ea-99a3-445a-a127-bd8840139939" providerId="ADAL" clId="{85DF26CD-E7AD-4CAF-8F1C-084075467733}" dt="2025-02-16T06:46:35.425" v="777"/>
        <pc:sldMkLst>
          <pc:docMk/>
          <pc:sldMk cId="3722966818" sldId="416"/>
        </pc:sldMkLst>
      </pc:sldChg>
      <pc:sldChg chg="addSp modSp new mod">
        <pc:chgData name="ARUN KARTHIK ." userId="62a047ea-99a3-445a-a127-bd8840139939" providerId="ADAL" clId="{85DF26CD-E7AD-4CAF-8F1C-084075467733}" dt="2025-02-16T06:48:01.276" v="860" actId="1076"/>
        <pc:sldMkLst>
          <pc:docMk/>
          <pc:sldMk cId="191533592" sldId="417"/>
        </pc:sldMkLst>
      </pc:sldChg>
      <pc:sldChg chg="addSp modSp new">
        <pc:chgData name="ARUN KARTHIK ." userId="62a047ea-99a3-445a-a127-bd8840139939" providerId="ADAL" clId="{85DF26CD-E7AD-4CAF-8F1C-084075467733}" dt="2025-02-16T06:49:44.156" v="884" actId="1076"/>
        <pc:sldMkLst>
          <pc:docMk/>
          <pc:sldMk cId="3751449712" sldId="418"/>
        </pc:sldMkLst>
      </pc:sldChg>
      <pc:sldChg chg="addSp modSp new mod">
        <pc:chgData name="ARUN KARTHIK ." userId="62a047ea-99a3-445a-a127-bd8840139939" providerId="ADAL" clId="{85DF26CD-E7AD-4CAF-8F1C-084075467733}" dt="2025-02-16T06:51:10.055" v="1010" actId="20577"/>
        <pc:sldMkLst>
          <pc:docMk/>
          <pc:sldMk cId="1012608781" sldId="419"/>
        </pc:sldMkLst>
      </pc:sldChg>
      <pc:sldMasterChg chg="modSldLayout">
        <pc:chgData name="ARUN KARTHIK ." userId="62a047ea-99a3-445a-a127-bd8840139939" providerId="ADAL" clId="{85DF26CD-E7AD-4CAF-8F1C-084075467733}" dt="2025-02-16T04:52:46.048" v="42" actId="255"/>
        <pc:sldMasterMkLst>
          <pc:docMk/>
          <pc:sldMasterMk cId="3452829547" sldId="2147483672"/>
        </pc:sldMasterMkLst>
        <pc:sldLayoutChg chg="modSp mod">
          <pc:chgData name="ARUN KARTHIK ." userId="62a047ea-99a3-445a-a127-bd8840139939" providerId="ADAL" clId="{85DF26CD-E7AD-4CAF-8F1C-084075467733}" dt="2025-02-16T04:52:46.048" v="42" actId="255"/>
          <pc:sldLayoutMkLst>
            <pc:docMk/>
            <pc:sldMasterMk cId="3452829547" sldId="2147483672"/>
            <pc:sldLayoutMk cId="830335595" sldId="2147483674"/>
          </pc:sldLayoutMkLst>
          <pc:spChg chg="mod">
            <ac:chgData name="ARUN KARTHIK ." userId="62a047ea-99a3-445a-a127-bd8840139939" providerId="ADAL" clId="{85DF26CD-E7AD-4CAF-8F1C-084075467733}" dt="2025-02-16T04:52:41.136" v="40" actId="255"/>
            <ac:spMkLst>
              <pc:docMk/>
              <pc:sldMasterMk cId="3452829547" sldId="2147483672"/>
              <pc:sldLayoutMk cId="830335595" sldId="2147483674"/>
              <ac:spMk id="2" creationId="{4C3B18E9-BEA5-8AF6-A86B-4576B92D7043}"/>
            </ac:spMkLst>
          </pc:spChg>
          <pc:spChg chg="mod">
            <ac:chgData name="ARUN KARTHIK ." userId="62a047ea-99a3-445a-a127-bd8840139939" providerId="ADAL" clId="{85DF26CD-E7AD-4CAF-8F1C-084075467733}" dt="2025-02-16T04:52:46.048" v="42" actId="255"/>
            <ac:spMkLst>
              <pc:docMk/>
              <pc:sldMasterMk cId="3452829547" sldId="2147483672"/>
              <pc:sldLayoutMk cId="830335595" sldId="2147483674"/>
              <ac:spMk id="3" creationId="{E8407D47-875A-7538-D74B-D9E38FF4C0CB}"/>
            </ac:spMkLst>
          </pc:spChg>
        </pc:sldLayoutChg>
      </pc:sldMasterChg>
    </pc:docChg>
  </pc:docChgLst>
  <pc:docChgLst>
    <pc:chgData name="ARUN KARTHIK ." userId="62a047ea-99a3-445a-a127-bd8840139939" providerId="ADAL" clId="{67DA7673-998F-4451-8B56-1FA0EBACFECB}"/>
    <pc:docChg chg="custSel modSld">
      <pc:chgData name="ARUN KARTHIK ." userId="62a047ea-99a3-445a-a127-bd8840139939" providerId="ADAL" clId="{67DA7673-998F-4451-8B56-1FA0EBACFECB}" dt="2025-02-09T06:38:22.861" v="1" actId="478"/>
      <pc:docMkLst>
        <pc:docMk/>
      </pc:docMkLst>
      <pc:sldChg chg="delSp mod">
        <pc:chgData name="ARUN KARTHIK ." userId="62a047ea-99a3-445a-a127-bd8840139939" providerId="ADAL" clId="{67DA7673-998F-4451-8B56-1FA0EBACFECB}" dt="2025-02-09T06:38:22.861" v="1" actId="478"/>
        <pc:sldMkLst>
          <pc:docMk/>
          <pc:sldMk cId="2694511544" sldId="392"/>
        </pc:sldMkLst>
      </pc:sldChg>
    </pc:docChg>
  </pc:docChgLst>
  <pc:docChgLst>
    <pc:chgData name="ARUN KARTHIK ." userId="62a047ea-99a3-445a-a127-bd8840139939" providerId="ADAL" clId="{1E126722-D3AF-42B1-AD4D-07271E8E1D54}"/>
    <pc:docChg chg="undo custSel addSld delSld modSld">
      <pc:chgData name="ARUN KARTHIK ." userId="62a047ea-99a3-445a-a127-bd8840139939" providerId="ADAL" clId="{1E126722-D3AF-42B1-AD4D-07271E8E1D54}" dt="2024-06-15T10:30:38.344" v="410"/>
      <pc:docMkLst>
        <pc:docMk/>
      </pc:docMkLst>
      <pc:sldChg chg="modSp mod">
        <pc:chgData name="ARUN KARTHIK ." userId="62a047ea-99a3-445a-a127-bd8840139939" providerId="ADAL" clId="{1E126722-D3AF-42B1-AD4D-07271E8E1D54}" dt="2024-06-15T08:24:12.870" v="21" actId="20577"/>
        <pc:sldMkLst>
          <pc:docMk/>
          <pc:sldMk cId="2487991735" sldId="256"/>
        </pc:sldMkLst>
      </pc:sldChg>
      <pc:sldChg chg="delSp modSp mod">
        <pc:chgData name="ARUN KARTHIK ." userId="62a047ea-99a3-445a-a127-bd8840139939" providerId="ADAL" clId="{1E126722-D3AF-42B1-AD4D-07271E8E1D54}" dt="2024-06-15T08:26:55.935" v="66" actId="478"/>
        <pc:sldMkLst>
          <pc:docMk/>
          <pc:sldMk cId="2093432532" sldId="257"/>
        </pc:sldMkLst>
      </pc:sldChg>
      <pc:sldChg chg="del">
        <pc:chgData name="ARUN KARTHIK ." userId="62a047ea-99a3-445a-a127-bd8840139939" providerId="ADAL" clId="{1E126722-D3AF-42B1-AD4D-07271E8E1D54}" dt="2024-06-15T08:27:40.260" v="70" actId="47"/>
        <pc:sldMkLst>
          <pc:docMk/>
          <pc:sldMk cId="981144513" sldId="2147472290"/>
        </pc:sldMkLst>
      </pc:sldChg>
      <pc:sldChg chg="del">
        <pc:chgData name="ARUN KARTHIK ." userId="62a047ea-99a3-445a-a127-bd8840139939" providerId="ADAL" clId="{1E126722-D3AF-42B1-AD4D-07271E8E1D54}" dt="2024-06-15T08:27:40.260" v="70" actId="47"/>
        <pc:sldMkLst>
          <pc:docMk/>
          <pc:sldMk cId="1106636162" sldId="2147472291"/>
        </pc:sldMkLst>
      </pc:sldChg>
      <pc:sldChg chg="del">
        <pc:chgData name="ARUN KARTHIK ." userId="62a047ea-99a3-445a-a127-bd8840139939" providerId="ADAL" clId="{1E126722-D3AF-42B1-AD4D-07271E8E1D54}" dt="2024-06-15T08:27:40.260" v="70" actId="47"/>
        <pc:sldMkLst>
          <pc:docMk/>
          <pc:sldMk cId="2470488274" sldId="2147472301"/>
        </pc:sldMkLst>
      </pc:sldChg>
      <pc:sldChg chg="del">
        <pc:chgData name="ARUN KARTHIK ." userId="62a047ea-99a3-445a-a127-bd8840139939" providerId="ADAL" clId="{1E126722-D3AF-42B1-AD4D-07271E8E1D54}" dt="2024-06-15T08:27:40.260" v="70" actId="47"/>
        <pc:sldMkLst>
          <pc:docMk/>
          <pc:sldMk cId="4230480413" sldId="2147472302"/>
        </pc:sldMkLst>
      </pc:sldChg>
      <pc:sldChg chg="del">
        <pc:chgData name="ARUN KARTHIK ." userId="62a047ea-99a3-445a-a127-bd8840139939" providerId="ADAL" clId="{1E126722-D3AF-42B1-AD4D-07271E8E1D54}" dt="2024-06-15T08:27:40.260" v="70" actId="47"/>
        <pc:sldMkLst>
          <pc:docMk/>
          <pc:sldMk cId="3260295635" sldId="2147472305"/>
        </pc:sldMkLst>
      </pc:sldChg>
      <pc:sldChg chg="del">
        <pc:chgData name="ARUN KARTHIK ." userId="62a047ea-99a3-445a-a127-bd8840139939" providerId="ADAL" clId="{1E126722-D3AF-42B1-AD4D-07271E8E1D54}" dt="2024-06-15T08:27:40.260" v="70" actId="47"/>
        <pc:sldMkLst>
          <pc:docMk/>
          <pc:sldMk cId="354326647" sldId="2147472306"/>
        </pc:sldMkLst>
      </pc:sldChg>
      <pc:sldChg chg="del">
        <pc:chgData name="ARUN KARTHIK ." userId="62a047ea-99a3-445a-a127-bd8840139939" providerId="ADAL" clId="{1E126722-D3AF-42B1-AD4D-07271E8E1D54}" dt="2024-06-15T08:27:40.260" v="70" actId="47"/>
        <pc:sldMkLst>
          <pc:docMk/>
          <pc:sldMk cId="4162049918" sldId="2147472309"/>
        </pc:sldMkLst>
      </pc:sldChg>
      <pc:sldChg chg="modSp modAnim">
        <pc:chgData name="ARUN KARTHIK ." userId="62a047ea-99a3-445a-a127-bd8840139939" providerId="ADAL" clId="{1E126722-D3AF-42B1-AD4D-07271E8E1D54}" dt="2024-06-15T08:27:34.468" v="69"/>
        <pc:sldMkLst>
          <pc:docMk/>
          <pc:sldMk cId="2255416091" sldId="2147472317"/>
        </pc:sldMkLst>
      </pc:sldChg>
      <pc:sldChg chg="addSp delSp modSp mod delAnim">
        <pc:chgData name="ARUN KARTHIK ." userId="62a047ea-99a3-445a-a127-bd8840139939" providerId="ADAL" clId="{1E126722-D3AF-42B1-AD4D-07271E8E1D54}" dt="2024-06-15T08:29:28.882" v="113" actId="20577"/>
        <pc:sldMkLst>
          <pc:docMk/>
          <pc:sldMk cId="603800340" sldId="2147472319"/>
        </pc:sldMkLst>
      </pc:sldChg>
      <pc:sldChg chg="del">
        <pc:chgData name="ARUN KARTHIK ." userId="62a047ea-99a3-445a-a127-bd8840139939" providerId="ADAL" clId="{1E126722-D3AF-42B1-AD4D-07271E8E1D54}" dt="2024-06-15T08:27:40.260" v="70" actId="47"/>
        <pc:sldMkLst>
          <pc:docMk/>
          <pc:sldMk cId="1144803936" sldId="2147472321"/>
        </pc:sldMkLst>
      </pc:sldChg>
      <pc:sldChg chg="del">
        <pc:chgData name="ARUN KARTHIK ." userId="62a047ea-99a3-445a-a127-bd8840139939" providerId="ADAL" clId="{1E126722-D3AF-42B1-AD4D-07271E8E1D54}" dt="2024-06-15T08:27:40.260" v="70" actId="47"/>
        <pc:sldMkLst>
          <pc:docMk/>
          <pc:sldMk cId="831893227" sldId="2147472322"/>
        </pc:sldMkLst>
      </pc:sldChg>
      <pc:sldChg chg="del">
        <pc:chgData name="ARUN KARTHIK ." userId="62a047ea-99a3-445a-a127-bd8840139939" providerId="ADAL" clId="{1E126722-D3AF-42B1-AD4D-07271E8E1D54}" dt="2024-06-15T08:27:40.260" v="70" actId="47"/>
        <pc:sldMkLst>
          <pc:docMk/>
          <pc:sldMk cId="2224199110" sldId="2147472326"/>
        </pc:sldMkLst>
      </pc:sldChg>
      <pc:sldChg chg="del">
        <pc:chgData name="ARUN KARTHIK ." userId="62a047ea-99a3-445a-a127-bd8840139939" providerId="ADAL" clId="{1E126722-D3AF-42B1-AD4D-07271E8E1D54}" dt="2024-06-15T08:27:40.260" v="70" actId="47"/>
        <pc:sldMkLst>
          <pc:docMk/>
          <pc:sldMk cId="3790967337" sldId="2147472328"/>
        </pc:sldMkLst>
      </pc:sldChg>
      <pc:sldChg chg="del">
        <pc:chgData name="ARUN KARTHIK ." userId="62a047ea-99a3-445a-a127-bd8840139939" providerId="ADAL" clId="{1E126722-D3AF-42B1-AD4D-07271E8E1D54}" dt="2024-06-15T08:27:40.260" v="70" actId="47"/>
        <pc:sldMkLst>
          <pc:docMk/>
          <pc:sldMk cId="2961716487" sldId="2147472329"/>
        </pc:sldMkLst>
      </pc:sldChg>
      <pc:sldChg chg="del">
        <pc:chgData name="ARUN KARTHIK ." userId="62a047ea-99a3-445a-a127-bd8840139939" providerId="ADAL" clId="{1E126722-D3AF-42B1-AD4D-07271E8E1D54}" dt="2024-06-15T08:27:40.260" v="70" actId="47"/>
        <pc:sldMkLst>
          <pc:docMk/>
          <pc:sldMk cId="1536423590" sldId="2147472330"/>
        </pc:sldMkLst>
      </pc:sldChg>
      <pc:sldChg chg="del">
        <pc:chgData name="ARUN KARTHIK ." userId="62a047ea-99a3-445a-a127-bd8840139939" providerId="ADAL" clId="{1E126722-D3AF-42B1-AD4D-07271E8E1D54}" dt="2024-06-15T08:27:40.260" v="70" actId="47"/>
        <pc:sldMkLst>
          <pc:docMk/>
          <pc:sldMk cId="2161333238" sldId="2147472331"/>
        </pc:sldMkLst>
      </pc:sldChg>
      <pc:sldChg chg="del">
        <pc:chgData name="ARUN KARTHIK ." userId="62a047ea-99a3-445a-a127-bd8840139939" providerId="ADAL" clId="{1E126722-D3AF-42B1-AD4D-07271E8E1D54}" dt="2024-06-15T08:27:40.260" v="70" actId="47"/>
        <pc:sldMkLst>
          <pc:docMk/>
          <pc:sldMk cId="533569582" sldId="2147472332"/>
        </pc:sldMkLst>
      </pc:sldChg>
      <pc:sldChg chg="del">
        <pc:chgData name="ARUN KARTHIK ." userId="62a047ea-99a3-445a-a127-bd8840139939" providerId="ADAL" clId="{1E126722-D3AF-42B1-AD4D-07271E8E1D54}" dt="2024-06-15T08:27:40.260" v="70" actId="47"/>
        <pc:sldMkLst>
          <pc:docMk/>
          <pc:sldMk cId="2808448036" sldId="2147472333"/>
        </pc:sldMkLst>
      </pc:sldChg>
      <pc:sldChg chg="del">
        <pc:chgData name="ARUN KARTHIK ." userId="62a047ea-99a3-445a-a127-bd8840139939" providerId="ADAL" clId="{1E126722-D3AF-42B1-AD4D-07271E8E1D54}" dt="2024-06-15T08:27:40.260" v="70" actId="47"/>
        <pc:sldMkLst>
          <pc:docMk/>
          <pc:sldMk cId="1733555137" sldId="2147472334"/>
        </pc:sldMkLst>
      </pc:sldChg>
      <pc:sldChg chg="del">
        <pc:chgData name="ARUN KARTHIK ." userId="62a047ea-99a3-445a-a127-bd8840139939" providerId="ADAL" clId="{1E126722-D3AF-42B1-AD4D-07271E8E1D54}" dt="2024-06-15T08:27:40.260" v="70" actId="47"/>
        <pc:sldMkLst>
          <pc:docMk/>
          <pc:sldMk cId="3592123453" sldId="2147472335"/>
        </pc:sldMkLst>
      </pc:sldChg>
      <pc:sldChg chg="del">
        <pc:chgData name="ARUN KARTHIK ." userId="62a047ea-99a3-445a-a127-bd8840139939" providerId="ADAL" clId="{1E126722-D3AF-42B1-AD4D-07271E8E1D54}" dt="2024-06-15T08:27:40.260" v="70" actId="47"/>
        <pc:sldMkLst>
          <pc:docMk/>
          <pc:sldMk cId="2250700426" sldId="2147472337"/>
        </pc:sldMkLst>
      </pc:sldChg>
      <pc:sldChg chg="del">
        <pc:chgData name="ARUN KARTHIK ." userId="62a047ea-99a3-445a-a127-bd8840139939" providerId="ADAL" clId="{1E126722-D3AF-42B1-AD4D-07271E8E1D54}" dt="2024-06-15T08:27:40.260" v="70" actId="47"/>
        <pc:sldMkLst>
          <pc:docMk/>
          <pc:sldMk cId="1378988986" sldId="2147472338"/>
        </pc:sldMkLst>
      </pc:sldChg>
      <pc:sldChg chg="del">
        <pc:chgData name="ARUN KARTHIK ." userId="62a047ea-99a3-445a-a127-bd8840139939" providerId="ADAL" clId="{1E126722-D3AF-42B1-AD4D-07271E8E1D54}" dt="2024-06-15T08:27:40.260" v="70" actId="47"/>
        <pc:sldMkLst>
          <pc:docMk/>
          <pc:sldMk cId="4239796815" sldId="2147472339"/>
        </pc:sldMkLst>
      </pc:sldChg>
      <pc:sldChg chg="del">
        <pc:chgData name="ARUN KARTHIK ." userId="62a047ea-99a3-445a-a127-bd8840139939" providerId="ADAL" clId="{1E126722-D3AF-42B1-AD4D-07271E8E1D54}" dt="2024-06-15T08:27:40.260" v="70" actId="47"/>
        <pc:sldMkLst>
          <pc:docMk/>
          <pc:sldMk cId="631722811" sldId="2147472340"/>
        </pc:sldMkLst>
      </pc:sldChg>
      <pc:sldChg chg="del">
        <pc:chgData name="ARUN KARTHIK ." userId="62a047ea-99a3-445a-a127-bd8840139939" providerId="ADAL" clId="{1E126722-D3AF-42B1-AD4D-07271E8E1D54}" dt="2024-06-15T08:27:40.260" v="70" actId="47"/>
        <pc:sldMkLst>
          <pc:docMk/>
          <pc:sldMk cId="1659761723" sldId="2147472342"/>
        </pc:sldMkLst>
      </pc:sldChg>
      <pc:sldChg chg="del">
        <pc:chgData name="ARUN KARTHIK ." userId="62a047ea-99a3-445a-a127-bd8840139939" providerId="ADAL" clId="{1E126722-D3AF-42B1-AD4D-07271E8E1D54}" dt="2024-06-15T08:27:40.260" v="70" actId="47"/>
        <pc:sldMkLst>
          <pc:docMk/>
          <pc:sldMk cId="778676749" sldId="2147472343"/>
        </pc:sldMkLst>
      </pc:sldChg>
      <pc:sldChg chg="del">
        <pc:chgData name="ARUN KARTHIK ." userId="62a047ea-99a3-445a-a127-bd8840139939" providerId="ADAL" clId="{1E126722-D3AF-42B1-AD4D-07271E8E1D54}" dt="2024-06-15T08:27:40.260" v="70" actId="47"/>
        <pc:sldMkLst>
          <pc:docMk/>
          <pc:sldMk cId="1905182876" sldId="2147472344"/>
        </pc:sldMkLst>
      </pc:sldChg>
      <pc:sldChg chg="del">
        <pc:chgData name="ARUN KARTHIK ." userId="62a047ea-99a3-445a-a127-bd8840139939" providerId="ADAL" clId="{1E126722-D3AF-42B1-AD4D-07271E8E1D54}" dt="2024-06-15T08:27:40.260" v="70" actId="47"/>
        <pc:sldMkLst>
          <pc:docMk/>
          <pc:sldMk cId="1080593602" sldId="2147472345"/>
        </pc:sldMkLst>
      </pc:sldChg>
      <pc:sldChg chg="del">
        <pc:chgData name="ARUN KARTHIK ." userId="62a047ea-99a3-445a-a127-bd8840139939" providerId="ADAL" clId="{1E126722-D3AF-42B1-AD4D-07271E8E1D54}" dt="2024-06-15T08:27:40.260" v="70" actId="47"/>
        <pc:sldMkLst>
          <pc:docMk/>
          <pc:sldMk cId="3091053289" sldId="2147472346"/>
        </pc:sldMkLst>
      </pc:sldChg>
      <pc:sldChg chg="del">
        <pc:chgData name="ARUN KARTHIK ." userId="62a047ea-99a3-445a-a127-bd8840139939" providerId="ADAL" clId="{1E126722-D3AF-42B1-AD4D-07271E8E1D54}" dt="2024-06-15T08:27:40.260" v="70" actId="47"/>
        <pc:sldMkLst>
          <pc:docMk/>
          <pc:sldMk cId="3678934189" sldId="2147472347"/>
        </pc:sldMkLst>
      </pc:sldChg>
      <pc:sldChg chg="del">
        <pc:chgData name="ARUN KARTHIK ." userId="62a047ea-99a3-445a-a127-bd8840139939" providerId="ADAL" clId="{1E126722-D3AF-42B1-AD4D-07271E8E1D54}" dt="2024-06-15T08:27:40.260" v="70" actId="47"/>
        <pc:sldMkLst>
          <pc:docMk/>
          <pc:sldMk cId="1148265028" sldId="2147472348"/>
        </pc:sldMkLst>
      </pc:sldChg>
      <pc:sldChg chg="del">
        <pc:chgData name="ARUN KARTHIK ." userId="62a047ea-99a3-445a-a127-bd8840139939" providerId="ADAL" clId="{1E126722-D3AF-42B1-AD4D-07271E8E1D54}" dt="2024-06-15T08:27:40.260" v="70" actId="47"/>
        <pc:sldMkLst>
          <pc:docMk/>
          <pc:sldMk cId="846333885" sldId="2147472349"/>
        </pc:sldMkLst>
      </pc:sldChg>
      <pc:sldChg chg="del">
        <pc:chgData name="ARUN KARTHIK ." userId="62a047ea-99a3-445a-a127-bd8840139939" providerId="ADAL" clId="{1E126722-D3AF-42B1-AD4D-07271E8E1D54}" dt="2024-06-15T08:27:40.260" v="70" actId="47"/>
        <pc:sldMkLst>
          <pc:docMk/>
          <pc:sldMk cId="3420597673" sldId="2147472350"/>
        </pc:sldMkLst>
      </pc:sldChg>
      <pc:sldChg chg="del">
        <pc:chgData name="ARUN KARTHIK ." userId="62a047ea-99a3-445a-a127-bd8840139939" providerId="ADAL" clId="{1E126722-D3AF-42B1-AD4D-07271E8E1D54}" dt="2024-06-15T08:27:40.260" v="70" actId="47"/>
        <pc:sldMkLst>
          <pc:docMk/>
          <pc:sldMk cId="1766650018" sldId="2147472351"/>
        </pc:sldMkLst>
      </pc:sldChg>
      <pc:sldChg chg="del">
        <pc:chgData name="ARUN KARTHIK ." userId="62a047ea-99a3-445a-a127-bd8840139939" providerId="ADAL" clId="{1E126722-D3AF-42B1-AD4D-07271E8E1D54}" dt="2024-06-15T08:27:40.260" v="70" actId="47"/>
        <pc:sldMkLst>
          <pc:docMk/>
          <pc:sldMk cId="3809350670" sldId="2147472352"/>
        </pc:sldMkLst>
      </pc:sldChg>
      <pc:sldChg chg="del">
        <pc:chgData name="ARUN KARTHIK ." userId="62a047ea-99a3-445a-a127-bd8840139939" providerId="ADAL" clId="{1E126722-D3AF-42B1-AD4D-07271E8E1D54}" dt="2024-06-15T08:27:40.260" v="70" actId="47"/>
        <pc:sldMkLst>
          <pc:docMk/>
          <pc:sldMk cId="750325423" sldId="2147472353"/>
        </pc:sldMkLst>
      </pc:sldChg>
      <pc:sldChg chg="del">
        <pc:chgData name="ARUN KARTHIK ." userId="62a047ea-99a3-445a-a127-bd8840139939" providerId="ADAL" clId="{1E126722-D3AF-42B1-AD4D-07271E8E1D54}" dt="2024-06-15T08:27:40.260" v="70" actId="47"/>
        <pc:sldMkLst>
          <pc:docMk/>
          <pc:sldMk cId="2964618606" sldId="2147472354"/>
        </pc:sldMkLst>
      </pc:sldChg>
      <pc:sldChg chg="del">
        <pc:chgData name="ARUN KARTHIK ." userId="62a047ea-99a3-445a-a127-bd8840139939" providerId="ADAL" clId="{1E126722-D3AF-42B1-AD4D-07271E8E1D54}" dt="2024-06-15T08:27:40.260" v="70" actId="47"/>
        <pc:sldMkLst>
          <pc:docMk/>
          <pc:sldMk cId="829455799" sldId="2147472355"/>
        </pc:sldMkLst>
      </pc:sldChg>
      <pc:sldChg chg="del">
        <pc:chgData name="ARUN KARTHIK ." userId="62a047ea-99a3-445a-a127-bd8840139939" providerId="ADAL" clId="{1E126722-D3AF-42B1-AD4D-07271E8E1D54}" dt="2024-06-15T08:27:40.260" v="70" actId="47"/>
        <pc:sldMkLst>
          <pc:docMk/>
          <pc:sldMk cId="1414215677" sldId="2147472356"/>
        </pc:sldMkLst>
      </pc:sldChg>
      <pc:sldChg chg="del">
        <pc:chgData name="ARUN KARTHIK ." userId="62a047ea-99a3-445a-a127-bd8840139939" providerId="ADAL" clId="{1E126722-D3AF-42B1-AD4D-07271E8E1D54}" dt="2024-06-15T08:27:40.260" v="70" actId="47"/>
        <pc:sldMkLst>
          <pc:docMk/>
          <pc:sldMk cId="1721248961" sldId="2147472357"/>
        </pc:sldMkLst>
      </pc:sldChg>
      <pc:sldChg chg="del">
        <pc:chgData name="ARUN KARTHIK ." userId="62a047ea-99a3-445a-a127-bd8840139939" providerId="ADAL" clId="{1E126722-D3AF-42B1-AD4D-07271E8E1D54}" dt="2024-06-15T08:27:40.260" v="70" actId="47"/>
        <pc:sldMkLst>
          <pc:docMk/>
          <pc:sldMk cId="3451242298" sldId="2147472358"/>
        </pc:sldMkLst>
      </pc:sldChg>
      <pc:sldChg chg="del">
        <pc:chgData name="ARUN KARTHIK ." userId="62a047ea-99a3-445a-a127-bd8840139939" providerId="ADAL" clId="{1E126722-D3AF-42B1-AD4D-07271E8E1D54}" dt="2024-06-15T08:27:40.260" v="70" actId="47"/>
        <pc:sldMkLst>
          <pc:docMk/>
          <pc:sldMk cId="3203303874" sldId="2147472359"/>
        </pc:sldMkLst>
      </pc:sldChg>
      <pc:sldChg chg="delSp mod">
        <pc:chgData name="ARUN KARTHIK ." userId="62a047ea-99a3-445a-a127-bd8840139939" providerId="ADAL" clId="{1E126722-D3AF-42B1-AD4D-07271E8E1D54}" dt="2024-06-15T08:27:43.232" v="71" actId="478"/>
        <pc:sldMkLst>
          <pc:docMk/>
          <pc:sldMk cId="4252618562" sldId="2147472361"/>
        </pc:sldMkLst>
      </pc:sldChg>
      <pc:sldChg chg="addSp delSp modSp add mod">
        <pc:chgData name="ARUN KARTHIK ." userId="62a047ea-99a3-445a-a127-bd8840139939" providerId="ADAL" clId="{1E126722-D3AF-42B1-AD4D-07271E8E1D54}" dt="2024-06-15T09:05:00.388" v="279"/>
        <pc:sldMkLst>
          <pc:docMk/>
          <pc:sldMk cId="1071382573" sldId="2147472362"/>
        </pc:sldMkLst>
      </pc:sldChg>
      <pc:sldChg chg="del">
        <pc:chgData name="ARUN KARTHIK ." userId="62a047ea-99a3-445a-a127-bd8840139939" providerId="ADAL" clId="{1E126722-D3AF-42B1-AD4D-07271E8E1D54}" dt="2024-06-15T08:27:40.260" v="70" actId="47"/>
        <pc:sldMkLst>
          <pc:docMk/>
          <pc:sldMk cId="2978089624" sldId="2147472362"/>
        </pc:sldMkLst>
      </pc:sldChg>
      <pc:sldChg chg="addSp delSp modSp add mod">
        <pc:chgData name="ARUN KARTHIK ." userId="62a047ea-99a3-445a-a127-bd8840139939" providerId="ADAL" clId="{1E126722-D3AF-42B1-AD4D-07271E8E1D54}" dt="2024-06-15T09:54:31.465" v="405"/>
        <pc:sldMkLst>
          <pc:docMk/>
          <pc:sldMk cId="277764760" sldId="2147472363"/>
        </pc:sldMkLst>
      </pc:sldChg>
      <pc:sldChg chg="del">
        <pc:chgData name="ARUN KARTHIK ." userId="62a047ea-99a3-445a-a127-bd8840139939" providerId="ADAL" clId="{1E126722-D3AF-42B1-AD4D-07271E8E1D54}" dt="2024-06-15T08:27:40.260" v="70" actId="47"/>
        <pc:sldMkLst>
          <pc:docMk/>
          <pc:sldMk cId="2783640296" sldId="2147472363"/>
        </pc:sldMkLst>
      </pc:sldChg>
      <pc:sldChg chg="addSp modSp add mod">
        <pc:chgData name="ARUN KARTHIK ." userId="62a047ea-99a3-445a-a127-bd8840139939" providerId="ADAL" clId="{1E126722-D3AF-42B1-AD4D-07271E8E1D54}" dt="2024-06-15T10:19:59.846" v="407"/>
        <pc:sldMkLst>
          <pc:docMk/>
          <pc:sldMk cId="1903466361" sldId="2147472364"/>
        </pc:sldMkLst>
      </pc:sldChg>
      <pc:sldChg chg="del">
        <pc:chgData name="ARUN KARTHIK ." userId="62a047ea-99a3-445a-a127-bd8840139939" providerId="ADAL" clId="{1E126722-D3AF-42B1-AD4D-07271E8E1D54}" dt="2024-06-15T08:27:40.260" v="70" actId="47"/>
        <pc:sldMkLst>
          <pc:docMk/>
          <pc:sldMk cId="2604963721" sldId="2147472364"/>
        </pc:sldMkLst>
      </pc:sldChg>
      <pc:sldChg chg="addSp delSp modSp add mod">
        <pc:chgData name="ARUN KARTHIK ." userId="62a047ea-99a3-445a-a127-bd8840139939" providerId="ADAL" clId="{1E126722-D3AF-42B1-AD4D-07271E8E1D54}" dt="2024-06-15T10:30:38.344" v="410"/>
        <pc:sldMkLst>
          <pc:docMk/>
          <pc:sldMk cId="770342137" sldId="2147472365"/>
        </pc:sldMkLst>
      </pc:sldChg>
      <pc:sldChg chg="del">
        <pc:chgData name="ARUN KARTHIK ." userId="62a047ea-99a3-445a-a127-bd8840139939" providerId="ADAL" clId="{1E126722-D3AF-42B1-AD4D-07271E8E1D54}" dt="2024-06-15T08:27:40.260" v="70" actId="47"/>
        <pc:sldMkLst>
          <pc:docMk/>
          <pc:sldMk cId="1223650770" sldId="2147472365"/>
        </pc:sldMkLst>
      </pc:sldChg>
      <pc:sldChg chg="addSp modSp add mod">
        <pc:chgData name="ARUN KARTHIK ." userId="62a047ea-99a3-445a-a127-bd8840139939" providerId="ADAL" clId="{1E126722-D3AF-42B1-AD4D-07271E8E1D54}" dt="2024-06-15T08:37:50.786" v="236" actId="14100"/>
        <pc:sldMkLst>
          <pc:docMk/>
          <pc:sldMk cId="2185375664" sldId="2147472366"/>
        </pc:sldMkLst>
      </pc:sldChg>
      <pc:sldChg chg="addSp modSp add mod">
        <pc:chgData name="ARUN KARTHIK ." userId="62a047ea-99a3-445a-a127-bd8840139939" providerId="ADAL" clId="{1E126722-D3AF-42B1-AD4D-07271E8E1D54}" dt="2024-06-15T10:30:38.344" v="410"/>
        <pc:sldMkLst>
          <pc:docMk/>
          <pc:sldMk cId="944827065" sldId="2147472367"/>
        </pc:sldMkLst>
      </pc:sldChg>
      <pc:sldChg chg="addSp modSp add mod">
        <pc:chgData name="ARUN KARTHIK ." userId="62a047ea-99a3-445a-a127-bd8840139939" providerId="ADAL" clId="{1E126722-D3AF-42B1-AD4D-07271E8E1D54}" dt="2024-06-15T08:39:09.630" v="249" actId="14100"/>
        <pc:sldMkLst>
          <pc:docMk/>
          <pc:sldMk cId="3252232318" sldId="2147472368"/>
        </pc:sldMkLst>
      </pc:sldChg>
      <pc:sldChg chg="add">
        <pc:chgData name="ARUN KARTHIK ." userId="62a047ea-99a3-445a-a127-bd8840139939" providerId="ADAL" clId="{1E126722-D3AF-42B1-AD4D-07271E8E1D54}" dt="2024-06-15T08:30:32.137" v="141"/>
        <pc:sldMkLst>
          <pc:docMk/>
          <pc:sldMk cId="1725510741" sldId="2147472369"/>
        </pc:sldMkLst>
      </pc:sldChg>
      <pc:sldChg chg="add">
        <pc:chgData name="ARUN KARTHIK ." userId="62a047ea-99a3-445a-a127-bd8840139939" providerId="ADAL" clId="{1E126722-D3AF-42B1-AD4D-07271E8E1D54}" dt="2024-06-15T08:30:32.276" v="142"/>
        <pc:sldMkLst>
          <pc:docMk/>
          <pc:sldMk cId="2918518219" sldId="2147472370"/>
        </pc:sldMkLst>
      </pc:sldChg>
      <pc:sldChg chg="addSp delSp modSp add">
        <pc:chgData name="ARUN KARTHIK ." userId="62a047ea-99a3-445a-a127-bd8840139939" providerId="ADAL" clId="{1E126722-D3AF-42B1-AD4D-07271E8E1D54}" dt="2024-06-15T10:19:59.846" v="407"/>
        <pc:sldMkLst>
          <pc:docMk/>
          <pc:sldMk cId="1540426061" sldId="2147472371"/>
        </pc:sldMkLst>
      </pc:sldChg>
      <pc:sldChg chg="addSp delSp modSp add mod">
        <pc:chgData name="ARUN KARTHIK ." userId="62a047ea-99a3-445a-a127-bd8840139939" providerId="ADAL" clId="{1E126722-D3AF-42B1-AD4D-07271E8E1D54}" dt="2024-06-15T08:40:11.197" v="266" actId="1076"/>
        <pc:sldMkLst>
          <pc:docMk/>
          <pc:sldMk cId="2111280575" sldId="2147472372"/>
        </pc:sldMkLst>
      </pc:sldChg>
      <pc:sldChg chg="addSp delSp modSp add mod">
        <pc:chgData name="ARUN KARTHIK ." userId="62a047ea-99a3-445a-a127-bd8840139939" providerId="ADAL" clId="{1E126722-D3AF-42B1-AD4D-07271E8E1D54}" dt="2024-06-15T08:40:43.437" v="275" actId="1076"/>
        <pc:sldMkLst>
          <pc:docMk/>
          <pc:sldMk cId="3976756508" sldId="2147472373"/>
        </pc:sldMkLst>
      </pc:sldChg>
      <pc:sldChg chg="addSp new">
        <pc:chgData name="ARUN KARTHIK ." userId="62a047ea-99a3-445a-a127-bd8840139939" providerId="ADAL" clId="{1E126722-D3AF-42B1-AD4D-07271E8E1D54}" dt="2024-06-15T08:59:36.576" v="277"/>
        <pc:sldMkLst>
          <pc:docMk/>
          <pc:sldMk cId="941017616" sldId="2147472374"/>
        </pc:sldMkLst>
      </pc:sldChg>
      <pc:sldChg chg="addSp new">
        <pc:chgData name="ARUN KARTHIK ." userId="62a047ea-99a3-445a-a127-bd8840139939" providerId="ADAL" clId="{1E126722-D3AF-42B1-AD4D-07271E8E1D54}" dt="2024-06-15T09:05:00.388" v="279"/>
        <pc:sldMkLst>
          <pc:docMk/>
          <pc:sldMk cId="1855895382" sldId="2147472375"/>
        </pc:sldMkLst>
      </pc:sldChg>
      <pc:sldChg chg="addSp modSp new">
        <pc:chgData name="ARUN KARTHIK ." userId="62a047ea-99a3-445a-a127-bd8840139939" providerId="ADAL" clId="{1E126722-D3AF-42B1-AD4D-07271E8E1D54}" dt="2024-06-15T09:07:18.055" v="287"/>
        <pc:sldMkLst>
          <pc:docMk/>
          <pc:sldMk cId="1843801971" sldId="2147472376"/>
        </pc:sldMkLst>
      </pc:sldChg>
      <pc:sldChg chg="addSp modSp new mod">
        <pc:chgData name="ARUN KARTHIK ." userId="62a047ea-99a3-445a-a127-bd8840139939" providerId="ADAL" clId="{1E126722-D3AF-42B1-AD4D-07271E8E1D54}" dt="2024-06-15T09:08:10.979" v="298" actId="1076"/>
        <pc:sldMkLst>
          <pc:docMk/>
          <pc:sldMk cId="1577339389" sldId="2147472377"/>
        </pc:sldMkLst>
      </pc:sldChg>
      <pc:sldChg chg="addSp delSp modSp new mod">
        <pc:chgData name="ARUN KARTHIK ." userId="62a047ea-99a3-445a-a127-bd8840139939" providerId="ADAL" clId="{1E126722-D3AF-42B1-AD4D-07271E8E1D54}" dt="2024-06-15T09:23:20.131" v="383" actId="1582"/>
        <pc:sldMkLst>
          <pc:docMk/>
          <pc:sldMk cId="3995010085" sldId="2147472378"/>
        </pc:sldMkLst>
      </pc:sldChg>
      <pc:sldChg chg="addSp delSp modSp add mod">
        <pc:chgData name="ARUN KARTHIK ." userId="62a047ea-99a3-445a-a127-bd8840139939" providerId="ADAL" clId="{1E126722-D3AF-42B1-AD4D-07271E8E1D54}" dt="2024-06-15T09:26:24.430" v="402"/>
        <pc:sldMkLst>
          <pc:docMk/>
          <pc:sldMk cId="113361996" sldId="2147472379"/>
        </pc:sldMkLst>
      </pc:sldChg>
      <pc:sldChg chg="addSp delSp modSp add mod">
        <pc:chgData name="ARUN KARTHIK ." userId="62a047ea-99a3-445a-a127-bd8840139939" providerId="ADAL" clId="{1E126722-D3AF-42B1-AD4D-07271E8E1D54}" dt="2024-06-15T09:25:31.961" v="401"/>
        <pc:sldMkLst>
          <pc:docMk/>
          <pc:sldMk cId="2195800177" sldId="2147472380"/>
        </pc:sldMkLst>
      </pc:sldChg>
      <pc:sldChg chg="addSp new">
        <pc:chgData name="ARUN KARTHIK ." userId="62a047ea-99a3-445a-a127-bd8840139939" providerId="ADAL" clId="{1E126722-D3AF-42B1-AD4D-07271E8E1D54}" dt="2024-06-15T09:36:53.045" v="404"/>
        <pc:sldMkLst>
          <pc:docMk/>
          <pc:sldMk cId="3475647193" sldId="2147472381"/>
        </pc:sldMkLst>
      </pc:sldChg>
      <pc:sldChg chg="addSp new">
        <pc:chgData name="ARUN KARTHIK ." userId="62a047ea-99a3-445a-a127-bd8840139939" providerId="ADAL" clId="{1E126722-D3AF-42B1-AD4D-07271E8E1D54}" dt="2024-06-15T10:19:59.846" v="407"/>
        <pc:sldMkLst>
          <pc:docMk/>
          <pc:sldMk cId="4191511362" sldId="2147472382"/>
        </pc:sldMkLst>
      </pc:sldChg>
      <pc:sldChg chg="addSp delSp add mod">
        <pc:chgData name="ARUN KARTHIK ." userId="62a047ea-99a3-445a-a127-bd8840139939" providerId="ADAL" clId="{1E126722-D3AF-42B1-AD4D-07271E8E1D54}" dt="2024-06-15T10:30:38.344" v="410"/>
        <pc:sldMkLst>
          <pc:docMk/>
          <pc:sldMk cId="3105783908" sldId="21474723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E1B124-F008-4812-8C3C-7322EF152ED0}" type="datetimeFigureOut">
              <a:rPr lang="en-US" smtClean="0"/>
              <a:t>3/9/2025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641699-4C5C-4635-94E5-5AE39DBEB665}" type="slidenum">
              <a:rPr lang="en-US" smtClean="0"/>
              <a:t>‹#›</a:t>
            </a:fld>
            <a:endParaRPr lang="en-US"/>
          </a:p>
        </p:txBody>
      </p:sp>
    </p:spTree>
    <p:extLst>
      <p:ext uri="{BB962C8B-B14F-4D97-AF65-F5344CB8AC3E}">
        <p14:creationId xmlns:p14="http://schemas.microsoft.com/office/powerpoint/2010/main" val="4137898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641699-4C5C-4635-94E5-5AE39DBEB665}" type="slidenum">
              <a:rPr lang="en-US" smtClean="0"/>
              <a:t>1</a:t>
            </a:fld>
            <a:endParaRPr lang="en-US"/>
          </a:p>
        </p:txBody>
      </p:sp>
    </p:spTree>
    <p:extLst>
      <p:ext uri="{BB962C8B-B14F-4D97-AF65-F5344CB8AC3E}">
        <p14:creationId xmlns:p14="http://schemas.microsoft.com/office/powerpoint/2010/main" val="16091286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A39EE-BEB5-0079-9C80-D6F7B1A5C1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364489-06DF-F584-A69D-BD6B101D80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5E6C30-7CA3-B3EB-6D73-751D400C9085}"/>
              </a:ext>
            </a:extLst>
          </p:cNvPr>
          <p:cNvSpPr>
            <a:spLocks noGrp="1"/>
          </p:cNvSpPr>
          <p:nvPr>
            <p:ph type="dt" sz="half" idx="10"/>
          </p:nvPr>
        </p:nvSpPr>
        <p:spPr/>
        <p:txBody>
          <a:bodyPr/>
          <a:lstStyle/>
          <a:p>
            <a:fld id="{BBAB2B42-F852-4C02-80DC-C8056EBC4F9E}" type="datetimeFigureOut">
              <a:rPr lang="en-US" smtClean="0"/>
              <a:t>3/9/2025</a:t>
            </a:fld>
            <a:endParaRPr lang="en-US"/>
          </a:p>
        </p:txBody>
      </p:sp>
      <p:sp>
        <p:nvSpPr>
          <p:cNvPr id="5" name="Footer Placeholder 4">
            <a:extLst>
              <a:ext uri="{FF2B5EF4-FFF2-40B4-BE49-F238E27FC236}">
                <a16:creationId xmlns:a16="http://schemas.microsoft.com/office/drawing/2014/main" id="{0A273E0A-C318-2789-EEEA-2AF36EA521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05C6F-9384-4208-1997-F93EBF45D9F2}"/>
              </a:ext>
            </a:extLst>
          </p:cNvPr>
          <p:cNvSpPr>
            <a:spLocks noGrp="1"/>
          </p:cNvSpPr>
          <p:nvPr>
            <p:ph type="sldNum" sz="quarter" idx="12"/>
          </p:nvPr>
        </p:nvSpPr>
        <p:spPr/>
        <p:txBody>
          <a:bodyPr/>
          <a:lstStyle/>
          <a:p>
            <a:fld id="{B15811C8-7B02-46CE-9E51-658D1E471C50}" type="slidenum">
              <a:rPr lang="en-US" smtClean="0"/>
              <a:t>‹#›</a:t>
            </a:fld>
            <a:endParaRPr lang="en-US"/>
          </a:p>
        </p:txBody>
      </p:sp>
      <p:pic>
        <p:nvPicPr>
          <p:cNvPr id="7" name="Picture 6">
            <a:extLst>
              <a:ext uri="{FF2B5EF4-FFF2-40B4-BE49-F238E27FC236}">
                <a16:creationId xmlns:a16="http://schemas.microsoft.com/office/drawing/2014/main" id="{A423DE48-7822-1E24-B416-B3251EDCDCEC}"/>
              </a:ext>
            </a:extLst>
          </p:cNvPr>
          <p:cNvPicPr>
            <a:picLocks noChangeAspect="1"/>
          </p:cNvPicPr>
          <p:nvPr userDrawn="1"/>
        </p:nvPicPr>
        <p:blipFill rotWithShape="1">
          <a:blip r:embed="rId2"/>
          <a:srcRect l="28118" t="1" b="34440"/>
          <a:stretch/>
        </p:blipFill>
        <p:spPr>
          <a:xfrm>
            <a:off x="0" y="0"/>
            <a:ext cx="12192000" cy="6857999"/>
          </a:xfrm>
          <a:prstGeom prst="rect">
            <a:avLst/>
          </a:prstGeom>
        </p:spPr>
      </p:pic>
      <p:pic>
        <p:nvPicPr>
          <p:cNvPr id="8" name="Picture 7">
            <a:extLst>
              <a:ext uri="{FF2B5EF4-FFF2-40B4-BE49-F238E27FC236}">
                <a16:creationId xmlns:a16="http://schemas.microsoft.com/office/drawing/2014/main" id="{8BAFBFD7-14B8-9F8C-6A48-89B02501B76D}"/>
              </a:ext>
            </a:extLst>
          </p:cNvPr>
          <p:cNvPicPr>
            <a:picLocks noChangeAspect="1"/>
          </p:cNvPicPr>
          <p:nvPr userDrawn="1"/>
        </p:nvPicPr>
        <p:blipFill>
          <a:blip r:embed="rId3"/>
          <a:stretch>
            <a:fillRect/>
          </a:stretch>
        </p:blipFill>
        <p:spPr>
          <a:xfrm>
            <a:off x="381000" y="5902045"/>
            <a:ext cx="688908" cy="682811"/>
          </a:xfrm>
          <a:prstGeom prst="rect">
            <a:avLst/>
          </a:prstGeom>
        </p:spPr>
      </p:pic>
      <p:sp>
        <p:nvSpPr>
          <p:cNvPr id="9" name="Rectangle 8">
            <a:extLst>
              <a:ext uri="{FF2B5EF4-FFF2-40B4-BE49-F238E27FC236}">
                <a16:creationId xmlns:a16="http://schemas.microsoft.com/office/drawing/2014/main" id="{9C87F8E4-8551-96AB-41F7-F767124BC93E}"/>
              </a:ext>
            </a:extLst>
          </p:cNvPr>
          <p:cNvSpPr/>
          <p:nvPr userDrawn="1"/>
        </p:nvSpPr>
        <p:spPr>
          <a:xfrm>
            <a:off x="3733800" y="1524794"/>
            <a:ext cx="8458200" cy="1985169"/>
          </a:xfrm>
          <a:custGeom>
            <a:avLst/>
            <a:gdLst>
              <a:gd name="connsiteX0" fmla="*/ 0 w 6096000"/>
              <a:gd name="connsiteY0" fmla="*/ 0 h 1308100"/>
              <a:gd name="connsiteX1" fmla="*/ 6096000 w 6096000"/>
              <a:gd name="connsiteY1" fmla="*/ 0 h 1308100"/>
              <a:gd name="connsiteX2" fmla="*/ 6096000 w 6096000"/>
              <a:gd name="connsiteY2" fmla="*/ 1308100 h 1308100"/>
              <a:gd name="connsiteX3" fmla="*/ 0 w 6096000"/>
              <a:gd name="connsiteY3" fmla="*/ 1308100 h 1308100"/>
              <a:gd name="connsiteX4" fmla="*/ 0 w 6096000"/>
              <a:gd name="connsiteY4" fmla="*/ 0 h 1308100"/>
              <a:gd name="connsiteX0" fmla="*/ 584200 w 6096000"/>
              <a:gd name="connsiteY0" fmla="*/ 0 h 1308100"/>
              <a:gd name="connsiteX1" fmla="*/ 6096000 w 6096000"/>
              <a:gd name="connsiteY1" fmla="*/ 0 h 1308100"/>
              <a:gd name="connsiteX2" fmla="*/ 6096000 w 6096000"/>
              <a:gd name="connsiteY2" fmla="*/ 1308100 h 1308100"/>
              <a:gd name="connsiteX3" fmla="*/ 0 w 6096000"/>
              <a:gd name="connsiteY3" fmla="*/ 1308100 h 1308100"/>
              <a:gd name="connsiteX4" fmla="*/ 584200 w 6096000"/>
              <a:gd name="connsiteY4" fmla="*/ 0 h 1308100"/>
              <a:gd name="connsiteX0" fmla="*/ 305526 w 6096000"/>
              <a:gd name="connsiteY0" fmla="*/ 12700 h 1308100"/>
              <a:gd name="connsiteX1" fmla="*/ 6096000 w 6096000"/>
              <a:gd name="connsiteY1" fmla="*/ 0 h 1308100"/>
              <a:gd name="connsiteX2" fmla="*/ 6096000 w 6096000"/>
              <a:gd name="connsiteY2" fmla="*/ 1308100 h 1308100"/>
              <a:gd name="connsiteX3" fmla="*/ 0 w 6096000"/>
              <a:gd name="connsiteY3" fmla="*/ 1308100 h 1308100"/>
              <a:gd name="connsiteX4" fmla="*/ 305526 w 6096000"/>
              <a:gd name="connsiteY4" fmla="*/ 12700 h 130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1308100">
                <a:moveTo>
                  <a:pt x="305526" y="12700"/>
                </a:moveTo>
                <a:lnTo>
                  <a:pt x="6096000" y="0"/>
                </a:lnTo>
                <a:lnTo>
                  <a:pt x="6096000" y="1308100"/>
                </a:lnTo>
                <a:lnTo>
                  <a:pt x="0" y="1308100"/>
                </a:lnTo>
                <a:lnTo>
                  <a:pt x="305526" y="1270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5930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B18E9-BEA5-8AF6-A86B-4576B92D7043}"/>
              </a:ext>
            </a:extLst>
          </p:cNvPr>
          <p:cNvSpPr>
            <a:spLocks noGrp="1"/>
          </p:cNvSpPr>
          <p:nvPr>
            <p:ph type="title"/>
          </p:nvPr>
        </p:nvSpPr>
        <p:spPr>
          <a:xfrm>
            <a:off x="200025" y="142875"/>
            <a:ext cx="10515600" cy="1325563"/>
          </a:xfrm>
        </p:spPr>
        <p:txBody>
          <a:bodyPr>
            <a:normAutofit/>
          </a:bodyPr>
          <a:lstStyle>
            <a:lvl1pPr>
              <a:defRPr sz="3200">
                <a:latin typeface="Cambria" panose="02040503050406030204" pitchFamily="18" charset="0"/>
                <a:ea typeface="Cambria" panose="020405030504060302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E8407D47-875A-7538-D74B-D9E38FF4C0CB}"/>
              </a:ext>
            </a:extLst>
          </p:cNvPr>
          <p:cNvSpPr>
            <a:spLocks noGrp="1"/>
          </p:cNvSpPr>
          <p:nvPr>
            <p:ph idx="1"/>
          </p:nvPr>
        </p:nvSpPr>
        <p:spPr>
          <a:xfrm>
            <a:off x="200025" y="1573213"/>
            <a:ext cx="10515600" cy="4351338"/>
          </a:xfrm>
        </p:spPr>
        <p:txBody>
          <a:bodyPr>
            <a:normAutofit/>
          </a:bodyPr>
          <a:lstStyle>
            <a:lvl1pPr>
              <a:defRPr sz="2000">
                <a:latin typeface="Cambria" panose="02040503050406030204" pitchFamily="18" charset="0"/>
                <a:ea typeface="Cambria" panose="02040503050406030204" pitchFamily="18" charset="0"/>
              </a:defRPr>
            </a:lvl1pPr>
            <a:lvl2pPr>
              <a:defRPr sz="2000">
                <a:latin typeface="Cambria" panose="02040503050406030204" pitchFamily="18" charset="0"/>
                <a:ea typeface="Cambria" panose="02040503050406030204" pitchFamily="18" charset="0"/>
              </a:defRPr>
            </a:lvl2pPr>
            <a:lvl3pPr>
              <a:defRPr sz="2000">
                <a:latin typeface="Cambria" panose="02040503050406030204" pitchFamily="18" charset="0"/>
                <a:ea typeface="Cambria" panose="02040503050406030204" pitchFamily="18" charset="0"/>
              </a:defRPr>
            </a:lvl3pPr>
            <a:lvl4pPr>
              <a:defRPr sz="2000">
                <a:latin typeface="Cambria" panose="02040503050406030204" pitchFamily="18" charset="0"/>
                <a:ea typeface="Cambria" panose="02040503050406030204" pitchFamily="18" charset="0"/>
              </a:defRPr>
            </a:lvl4pPr>
            <a:lvl5pPr>
              <a:defRPr sz="20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1B271B-236E-BC0A-85BA-E725CD020556}"/>
              </a:ext>
            </a:extLst>
          </p:cNvPr>
          <p:cNvSpPr>
            <a:spLocks noGrp="1"/>
          </p:cNvSpPr>
          <p:nvPr>
            <p:ph type="dt" sz="half" idx="10"/>
          </p:nvPr>
        </p:nvSpPr>
        <p:spPr/>
        <p:txBody>
          <a:bodyPr/>
          <a:lstStyle/>
          <a:p>
            <a:fld id="{BBAB2B42-F852-4C02-80DC-C8056EBC4F9E}" type="datetimeFigureOut">
              <a:rPr lang="en-US" smtClean="0"/>
              <a:pPr/>
              <a:t>3/9/2025</a:t>
            </a:fld>
            <a:r>
              <a:rPr lang="en-US" dirty="0"/>
              <a:t> </a:t>
            </a:r>
          </a:p>
        </p:txBody>
      </p:sp>
      <p:sp>
        <p:nvSpPr>
          <p:cNvPr id="5" name="Footer Placeholder 4">
            <a:extLst>
              <a:ext uri="{FF2B5EF4-FFF2-40B4-BE49-F238E27FC236}">
                <a16:creationId xmlns:a16="http://schemas.microsoft.com/office/drawing/2014/main" id="{AD8F0FBC-935F-FA5F-B334-0866C3195501}"/>
              </a:ext>
            </a:extLst>
          </p:cNvPr>
          <p:cNvSpPr>
            <a:spLocks noGrp="1"/>
          </p:cNvSpPr>
          <p:nvPr>
            <p:ph type="ftr" sz="quarter" idx="11"/>
          </p:nvPr>
        </p:nvSpPr>
        <p:spPr/>
        <p:txBody>
          <a:bodyPr/>
          <a:lstStyle/>
          <a:p>
            <a:r>
              <a:rPr lang="en-US" dirty="0"/>
              <a:t>BITS </a:t>
            </a:r>
            <a:r>
              <a:rPr lang="en-US" dirty="0" err="1"/>
              <a:t>Pilani</a:t>
            </a:r>
            <a:r>
              <a:rPr lang="en-US" dirty="0"/>
              <a:t> – Work Integrated Learning </a:t>
            </a:r>
            <a:r>
              <a:rPr lang="en-US" dirty="0" err="1"/>
              <a:t>Programmes</a:t>
            </a:r>
            <a:r>
              <a:rPr lang="en-US" dirty="0"/>
              <a:t> Division</a:t>
            </a:r>
          </a:p>
        </p:txBody>
      </p:sp>
      <p:sp>
        <p:nvSpPr>
          <p:cNvPr id="6" name="Slide Number Placeholder 5">
            <a:extLst>
              <a:ext uri="{FF2B5EF4-FFF2-40B4-BE49-F238E27FC236}">
                <a16:creationId xmlns:a16="http://schemas.microsoft.com/office/drawing/2014/main" id="{42210D98-DB67-00A5-976D-6FA274D8CCEB}"/>
              </a:ext>
            </a:extLst>
          </p:cNvPr>
          <p:cNvSpPr>
            <a:spLocks noGrp="1"/>
          </p:cNvSpPr>
          <p:nvPr>
            <p:ph type="sldNum" sz="quarter" idx="12"/>
          </p:nvPr>
        </p:nvSpPr>
        <p:spPr/>
        <p:txBody>
          <a:bodyPr/>
          <a:lstStyle/>
          <a:p>
            <a:fld id="{B15811C8-7B02-46CE-9E51-658D1E471C50}" type="slidenum">
              <a:rPr lang="en-US" smtClean="0"/>
              <a:t>‹#›</a:t>
            </a:fld>
            <a:endParaRPr lang="en-US"/>
          </a:p>
        </p:txBody>
      </p:sp>
      <p:pic>
        <p:nvPicPr>
          <p:cNvPr id="7" name="Picture 6">
            <a:extLst>
              <a:ext uri="{FF2B5EF4-FFF2-40B4-BE49-F238E27FC236}">
                <a16:creationId xmlns:a16="http://schemas.microsoft.com/office/drawing/2014/main" id="{38ED3EE6-ECE8-3F73-1666-9246BF5E07A4}"/>
              </a:ext>
            </a:extLst>
          </p:cNvPr>
          <p:cNvPicPr>
            <a:picLocks noChangeAspect="1"/>
          </p:cNvPicPr>
          <p:nvPr userDrawn="1"/>
        </p:nvPicPr>
        <p:blipFill>
          <a:blip r:embed="rId2"/>
          <a:stretch>
            <a:fillRect/>
          </a:stretch>
        </p:blipFill>
        <p:spPr>
          <a:xfrm>
            <a:off x="95250" y="6192838"/>
            <a:ext cx="571500" cy="566442"/>
          </a:xfrm>
          <a:prstGeom prst="rect">
            <a:avLst/>
          </a:prstGeom>
        </p:spPr>
      </p:pic>
      <p:sp>
        <p:nvSpPr>
          <p:cNvPr id="10" name="Footer Placeholder 4">
            <a:extLst>
              <a:ext uri="{FF2B5EF4-FFF2-40B4-BE49-F238E27FC236}">
                <a16:creationId xmlns:a16="http://schemas.microsoft.com/office/drawing/2014/main" id="{4EF4E408-EFA7-4496-B89B-A927839EF35C}"/>
              </a:ext>
            </a:extLst>
          </p:cNvPr>
          <p:cNvSpPr txBox="1">
            <a:spLocks/>
          </p:cNvSpPr>
          <p:nvPr userDrawn="1"/>
        </p:nvSpPr>
        <p:spPr>
          <a:xfrm>
            <a:off x="4038600" y="635000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BITS Pilani – Work Integrated Learning Programmes Division</a:t>
            </a:r>
            <a:endParaRPr lang="en-US" dirty="0"/>
          </a:p>
        </p:txBody>
      </p:sp>
      <p:sp>
        <p:nvSpPr>
          <p:cNvPr id="11" name="Slide Number Placeholder 5">
            <a:extLst>
              <a:ext uri="{FF2B5EF4-FFF2-40B4-BE49-F238E27FC236}">
                <a16:creationId xmlns:a16="http://schemas.microsoft.com/office/drawing/2014/main" id="{2EA01541-97FB-9188-08A8-B916DA090085}"/>
              </a:ext>
            </a:extLst>
          </p:cNvPr>
          <p:cNvSpPr txBox="1">
            <a:spLocks/>
          </p:cNvSpPr>
          <p:nvPr userDrawn="1"/>
        </p:nvSpPr>
        <p:spPr>
          <a:xfrm>
            <a:off x="8610600" y="634999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5811C8-7B02-46CE-9E51-658D1E471C50}" type="slidenum">
              <a:rPr lang="en-US" smtClean="0"/>
              <a:pPr/>
              <a:t>‹#›</a:t>
            </a:fld>
            <a:endParaRPr lang="en-US"/>
          </a:p>
        </p:txBody>
      </p:sp>
    </p:spTree>
    <p:extLst>
      <p:ext uri="{BB962C8B-B14F-4D97-AF65-F5344CB8AC3E}">
        <p14:creationId xmlns:p14="http://schemas.microsoft.com/office/powerpoint/2010/main" val="830335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BD1E9-3E92-79FE-4F90-425921073B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AD59D-3066-13E3-7FEF-AFB50D7360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107A54-46DF-4DE7-C9BD-AFABA74A0B2D}"/>
              </a:ext>
            </a:extLst>
          </p:cNvPr>
          <p:cNvSpPr>
            <a:spLocks noGrp="1"/>
          </p:cNvSpPr>
          <p:nvPr>
            <p:ph type="dt" sz="half" idx="10"/>
          </p:nvPr>
        </p:nvSpPr>
        <p:spPr/>
        <p:txBody>
          <a:bodyPr/>
          <a:lstStyle/>
          <a:p>
            <a:fld id="{BBAB2B42-F852-4C02-80DC-C8056EBC4F9E}" type="datetimeFigureOut">
              <a:rPr lang="en-US" smtClean="0"/>
              <a:t>3/9/2025</a:t>
            </a:fld>
            <a:endParaRPr lang="en-US"/>
          </a:p>
        </p:txBody>
      </p:sp>
      <p:sp>
        <p:nvSpPr>
          <p:cNvPr id="5" name="Footer Placeholder 4">
            <a:extLst>
              <a:ext uri="{FF2B5EF4-FFF2-40B4-BE49-F238E27FC236}">
                <a16:creationId xmlns:a16="http://schemas.microsoft.com/office/drawing/2014/main" id="{BCC402D4-1CBC-B0C9-55EE-59066C819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B30A62-D3EF-7929-6652-DDB663615194}"/>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1016612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EBD1F-D673-16F5-1A6C-E9DCB27F73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5833D0-49D2-7BF5-8AEA-AD9003CD99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C31A85-7AF9-4112-5803-FE5223ECDE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1C56A0-BBAB-3FF5-1F35-5254B133DF4C}"/>
              </a:ext>
            </a:extLst>
          </p:cNvPr>
          <p:cNvSpPr>
            <a:spLocks noGrp="1"/>
          </p:cNvSpPr>
          <p:nvPr>
            <p:ph type="dt" sz="half" idx="10"/>
          </p:nvPr>
        </p:nvSpPr>
        <p:spPr/>
        <p:txBody>
          <a:bodyPr/>
          <a:lstStyle/>
          <a:p>
            <a:fld id="{BBAB2B42-F852-4C02-80DC-C8056EBC4F9E}" type="datetimeFigureOut">
              <a:rPr lang="en-US" smtClean="0"/>
              <a:t>3/9/2025</a:t>
            </a:fld>
            <a:endParaRPr lang="en-US"/>
          </a:p>
        </p:txBody>
      </p:sp>
      <p:sp>
        <p:nvSpPr>
          <p:cNvPr id="6" name="Footer Placeholder 5">
            <a:extLst>
              <a:ext uri="{FF2B5EF4-FFF2-40B4-BE49-F238E27FC236}">
                <a16:creationId xmlns:a16="http://schemas.microsoft.com/office/drawing/2014/main" id="{3F1CDA4D-3C44-F48E-370F-858F0F5980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A941F1-6759-1318-BE57-5A3FE0813096}"/>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3975540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4ECA3-5CAA-4880-3684-37CC96C5B9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45FB28-2AA0-7834-C4B1-4F5B1EA5FF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F0E58B-F30B-A76C-5FB7-B7D39BC4E6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4CF27E-B43E-A640-771F-AA2E9B1E20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DD7948-F331-CD55-0548-3A843303F0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1D90D0-E243-D533-87AE-FB632E05DE6E}"/>
              </a:ext>
            </a:extLst>
          </p:cNvPr>
          <p:cNvSpPr>
            <a:spLocks noGrp="1"/>
          </p:cNvSpPr>
          <p:nvPr>
            <p:ph type="dt" sz="half" idx="10"/>
          </p:nvPr>
        </p:nvSpPr>
        <p:spPr/>
        <p:txBody>
          <a:bodyPr/>
          <a:lstStyle/>
          <a:p>
            <a:fld id="{BBAB2B42-F852-4C02-80DC-C8056EBC4F9E}" type="datetimeFigureOut">
              <a:rPr lang="en-US" smtClean="0"/>
              <a:t>3/9/2025</a:t>
            </a:fld>
            <a:endParaRPr lang="en-US"/>
          </a:p>
        </p:txBody>
      </p:sp>
      <p:sp>
        <p:nvSpPr>
          <p:cNvPr id="8" name="Footer Placeholder 7">
            <a:extLst>
              <a:ext uri="{FF2B5EF4-FFF2-40B4-BE49-F238E27FC236}">
                <a16:creationId xmlns:a16="http://schemas.microsoft.com/office/drawing/2014/main" id="{2CEE1DD5-9F1F-6E48-B17A-2B66752F62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0E2F55-11D5-BBA0-750E-75320ACC1258}"/>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4242667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81CED-FDA4-EF29-E5DB-0FA7FF4D2C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41AFA4-EAE9-6E09-8594-134475FD6A1F}"/>
              </a:ext>
            </a:extLst>
          </p:cNvPr>
          <p:cNvSpPr>
            <a:spLocks noGrp="1"/>
          </p:cNvSpPr>
          <p:nvPr>
            <p:ph type="dt" sz="half" idx="10"/>
          </p:nvPr>
        </p:nvSpPr>
        <p:spPr/>
        <p:txBody>
          <a:bodyPr/>
          <a:lstStyle/>
          <a:p>
            <a:fld id="{BBAB2B42-F852-4C02-80DC-C8056EBC4F9E}" type="datetimeFigureOut">
              <a:rPr lang="en-US" smtClean="0"/>
              <a:t>3/9/2025</a:t>
            </a:fld>
            <a:endParaRPr lang="en-US"/>
          </a:p>
        </p:txBody>
      </p:sp>
      <p:sp>
        <p:nvSpPr>
          <p:cNvPr id="4" name="Footer Placeholder 3">
            <a:extLst>
              <a:ext uri="{FF2B5EF4-FFF2-40B4-BE49-F238E27FC236}">
                <a16:creationId xmlns:a16="http://schemas.microsoft.com/office/drawing/2014/main" id="{4142462B-F623-356A-FFAD-DF41B23CE6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CCE6-79DD-6E5F-9B04-542369C0EE08}"/>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2135180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BFDFA8-307C-2482-1287-C2A64C724ED3}"/>
              </a:ext>
            </a:extLst>
          </p:cNvPr>
          <p:cNvSpPr>
            <a:spLocks noGrp="1"/>
          </p:cNvSpPr>
          <p:nvPr>
            <p:ph type="dt" sz="half" idx="10"/>
          </p:nvPr>
        </p:nvSpPr>
        <p:spPr/>
        <p:txBody>
          <a:bodyPr/>
          <a:lstStyle/>
          <a:p>
            <a:fld id="{BBAB2B42-F852-4C02-80DC-C8056EBC4F9E}" type="datetimeFigureOut">
              <a:rPr lang="en-US" smtClean="0"/>
              <a:t>3/9/2025</a:t>
            </a:fld>
            <a:endParaRPr lang="en-US"/>
          </a:p>
        </p:txBody>
      </p:sp>
      <p:sp>
        <p:nvSpPr>
          <p:cNvPr id="3" name="Footer Placeholder 2">
            <a:extLst>
              <a:ext uri="{FF2B5EF4-FFF2-40B4-BE49-F238E27FC236}">
                <a16:creationId xmlns:a16="http://schemas.microsoft.com/office/drawing/2014/main" id="{67DE9060-B074-BDC4-CA4D-DB7199CAF1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AC5906-9983-AE43-EAB3-350CADF69CC4}"/>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3104195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607C8-0019-E8F4-F015-7316322935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47668D-09A9-C61D-33CF-4D4A97E0DC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B6FEFB-24F1-9584-7DB0-5036BD34DC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9BA3D5-CB31-7FE7-83CE-EBF00F7143B9}"/>
              </a:ext>
            </a:extLst>
          </p:cNvPr>
          <p:cNvSpPr>
            <a:spLocks noGrp="1"/>
          </p:cNvSpPr>
          <p:nvPr>
            <p:ph type="dt" sz="half" idx="10"/>
          </p:nvPr>
        </p:nvSpPr>
        <p:spPr/>
        <p:txBody>
          <a:bodyPr/>
          <a:lstStyle/>
          <a:p>
            <a:fld id="{BBAB2B42-F852-4C02-80DC-C8056EBC4F9E}" type="datetimeFigureOut">
              <a:rPr lang="en-US" smtClean="0"/>
              <a:t>3/9/2025</a:t>
            </a:fld>
            <a:endParaRPr lang="en-US"/>
          </a:p>
        </p:txBody>
      </p:sp>
      <p:sp>
        <p:nvSpPr>
          <p:cNvPr id="6" name="Footer Placeholder 5">
            <a:extLst>
              <a:ext uri="{FF2B5EF4-FFF2-40B4-BE49-F238E27FC236}">
                <a16:creationId xmlns:a16="http://schemas.microsoft.com/office/drawing/2014/main" id="{275FA992-3DAC-2951-B404-32B9905416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6F43EB-F8DE-1048-C24E-65FA4A6E04FE}"/>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2088052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05D67-450D-2B99-327E-DE366D7B10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350ACE-1BD6-B188-97A6-BD99DDE059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C8F4CC-0145-D3ED-4A63-1AC1DCDC2C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D32681-B957-918E-9F62-394213D4AADE}"/>
              </a:ext>
            </a:extLst>
          </p:cNvPr>
          <p:cNvSpPr>
            <a:spLocks noGrp="1"/>
          </p:cNvSpPr>
          <p:nvPr>
            <p:ph type="dt" sz="half" idx="10"/>
          </p:nvPr>
        </p:nvSpPr>
        <p:spPr/>
        <p:txBody>
          <a:bodyPr/>
          <a:lstStyle/>
          <a:p>
            <a:fld id="{BBAB2B42-F852-4C02-80DC-C8056EBC4F9E}" type="datetimeFigureOut">
              <a:rPr lang="en-US" smtClean="0"/>
              <a:t>3/9/2025</a:t>
            </a:fld>
            <a:endParaRPr lang="en-US"/>
          </a:p>
        </p:txBody>
      </p:sp>
      <p:sp>
        <p:nvSpPr>
          <p:cNvPr id="6" name="Footer Placeholder 5">
            <a:extLst>
              <a:ext uri="{FF2B5EF4-FFF2-40B4-BE49-F238E27FC236}">
                <a16:creationId xmlns:a16="http://schemas.microsoft.com/office/drawing/2014/main" id="{F427CD77-A505-25A7-87DA-2E68D8B72E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B38BA7-1BAA-3241-A914-64D2B1AE854B}"/>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2441475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48201-6F9E-FBC6-8B50-A3016316C3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39975C-8C8B-145F-7B54-4EA2539C01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F7474E-67E7-3332-6D99-5B3D9F8497B0}"/>
              </a:ext>
            </a:extLst>
          </p:cNvPr>
          <p:cNvSpPr>
            <a:spLocks noGrp="1"/>
          </p:cNvSpPr>
          <p:nvPr>
            <p:ph type="dt" sz="half" idx="10"/>
          </p:nvPr>
        </p:nvSpPr>
        <p:spPr/>
        <p:txBody>
          <a:bodyPr/>
          <a:lstStyle/>
          <a:p>
            <a:fld id="{BBAB2B42-F852-4C02-80DC-C8056EBC4F9E}" type="datetimeFigureOut">
              <a:rPr lang="en-US" smtClean="0"/>
              <a:t>3/9/2025</a:t>
            </a:fld>
            <a:endParaRPr lang="en-US"/>
          </a:p>
        </p:txBody>
      </p:sp>
      <p:sp>
        <p:nvSpPr>
          <p:cNvPr id="5" name="Footer Placeholder 4">
            <a:extLst>
              <a:ext uri="{FF2B5EF4-FFF2-40B4-BE49-F238E27FC236}">
                <a16:creationId xmlns:a16="http://schemas.microsoft.com/office/drawing/2014/main" id="{4F54F72B-817E-3681-6558-9ADA517B2B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6D234C-E656-81B2-F7F8-7DF375F13218}"/>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4271114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6A694-9FCB-C755-EC67-4BDEF03744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9C26B4-AC0F-A713-BC81-BBE50A5984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6E63A0-41A4-BADD-A70F-2BA0F52A62D6}"/>
              </a:ext>
            </a:extLst>
          </p:cNvPr>
          <p:cNvSpPr>
            <a:spLocks noGrp="1"/>
          </p:cNvSpPr>
          <p:nvPr>
            <p:ph type="dt" sz="half" idx="10"/>
          </p:nvPr>
        </p:nvSpPr>
        <p:spPr/>
        <p:txBody>
          <a:bodyPr/>
          <a:lstStyle/>
          <a:p>
            <a:fld id="{BBAB2B42-F852-4C02-80DC-C8056EBC4F9E}" type="datetimeFigureOut">
              <a:rPr lang="en-US" smtClean="0"/>
              <a:t>3/9/2025</a:t>
            </a:fld>
            <a:endParaRPr lang="en-US"/>
          </a:p>
        </p:txBody>
      </p:sp>
      <p:sp>
        <p:nvSpPr>
          <p:cNvPr id="5" name="Footer Placeholder 4">
            <a:extLst>
              <a:ext uri="{FF2B5EF4-FFF2-40B4-BE49-F238E27FC236}">
                <a16:creationId xmlns:a16="http://schemas.microsoft.com/office/drawing/2014/main" id="{82CFC10C-006E-F20A-F687-6CF254E751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923EFC-6E58-4BD5-CB53-38565F9455CB}"/>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608843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76164E-F46B-656A-5FE8-0E145C1060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765D2A-52A7-73BE-40C5-A991C1953F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D35AF-470D-79FA-BA4D-D10373830E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AB2B42-F852-4C02-80DC-C8056EBC4F9E}" type="datetimeFigureOut">
              <a:rPr lang="en-US" smtClean="0"/>
              <a:t>3/9/2025</a:t>
            </a:fld>
            <a:endParaRPr lang="en-US"/>
          </a:p>
        </p:txBody>
      </p:sp>
      <p:sp>
        <p:nvSpPr>
          <p:cNvPr id="5" name="Footer Placeholder 4">
            <a:extLst>
              <a:ext uri="{FF2B5EF4-FFF2-40B4-BE49-F238E27FC236}">
                <a16:creationId xmlns:a16="http://schemas.microsoft.com/office/drawing/2014/main" id="{2F3575E0-D692-BF94-4BDF-3B71573073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87AE334-5200-BBB1-46CD-EAA8172B26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5811C8-7B02-46CE-9E51-658D1E471C50}" type="slidenum">
              <a:rPr lang="en-US" smtClean="0"/>
              <a:t>‹#›</a:t>
            </a:fld>
            <a:endParaRPr lang="en-US"/>
          </a:p>
        </p:txBody>
      </p:sp>
    </p:spTree>
    <p:extLst>
      <p:ext uri="{BB962C8B-B14F-4D97-AF65-F5344CB8AC3E}">
        <p14:creationId xmlns:p14="http://schemas.microsoft.com/office/powerpoint/2010/main" val="34528295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tensorflow.org/api_docs/python/tf/keras/layers/Conv2D" TargetMode="Externa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s://www.tensorflow.org/api_docs/python/tf/keras/layers/Add" TargetMode="External"/><Relationship Id="rId5" Type="http://schemas.openxmlformats.org/officeDocument/2006/relationships/hyperlink" Target="https://www.tensorflow.org/api_docs/python/tf/keras/layers/Embedding" TargetMode="External"/><Relationship Id="rId4" Type="http://schemas.openxmlformats.org/officeDocument/2006/relationships/hyperlink" Target="https://www.tensorflow.org/api_docs/python/tf/keras/layers/RNN"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scikit-learn.org/stable/modules/generated/sklearn.preprocessing.MinMaxScaler.html" TargetMode="External"/><Relationship Id="rId2" Type="http://schemas.openxmlformats.org/officeDocument/2006/relationships/hyperlink" Target="https://scikit-learn.org/stable/modules/generated/sklearn.preprocessing.StandardScaler.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tensorflow.org/api_docs/python/tf/keras/metrics/BinaryAccurac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BF95F-ED5D-7D14-004F-BB3F773AACDB}"/>
              </a:ext>
            </a:extLst>
          </p:cNvPr>
          <p:cNvSpPr>
            <a:spLocks noGrp="1"/>
          </p:cNvSpPr>
          <p:nvPr>
            <p:ph type="ctrTitle"/>
          </p:nvPr>
        </p:nvSpPr>
        <p:spPr>
          <a:xfrm>
            <a:off x="4064000" y="1714500"/>
            <a:ext cx="7848600" cy="1485900"/>
          </a:xfrm>
        </p:spPr>
        <p:txBody>
          <a:bodyPr>
            <a:normAutofit/>
          </a:bodyPr>
          <a:lstStyle/>
          <a:p>
            <a:pPr algn="r"/>
            <a:r>
              <a:rPr lang="en-US" sz="4000" kern="0" dirty="0">
                <a:solidFill>
                  <a:srgbClr val="5E5E5E"/>
                </a:solidFill>
                <a:latin typeface="Century Gothic" panose="020B0502020202020204" pitchFamily="34" charset="0"/>
                <a:ea typeface="Cambria" panose="02040503050406030204" pitchFamily="18" charset="0"/>
                <a:cs typeface="Arial" panose="020B0604020202020204" pitchFamily="34" charset="0"/>
              </a:rPr>
              <a:t>Introduction to Deep Learning</a:t>
            </a:r>
            <a:endParaRPr lang="en-US" sz="4000" b="1" dirty="0">
              <a:solidFill>
                <a:schemeClr val="tx1">
                  <a:lumMod val="75000"/>
                  <a:lumOff val="25000"/>
                </a:schemeClr>
              </a:solidFill>
              <a:latin typeface="Cambria" panose="02040503050406030204" pitchFamily="18" charset="0"/>
              <a:ea typeface="Cambria" panose="02040503050406030204" pitchFamily="18" charset="0"/>
            </a:endParaRPr>
          </a:p>
        </p:txBody>
      </p:sp>
      <p:sp>
        <p:nvSpPr>
          <p:cNvPr id="3" name="Subtitle 2">
            <a:extLst>
              <a:ext uri="{FF2B5EF4-FFF2-40B4-BE49-F238E27FC236}">
                <a16:creationId xmlns:a16="http://schemas.microsoft.com/office/drawing/2014/main" id="{E2E3432E-C589-ADB8-601E-60B423644398}"/>
              </a:ext>
            </a:extLst>
          </p:cNvPr>
          <p:cNvSpPr>
            <a:spLocks noGrp="1"/>
          </p:cNvSpPr>
          <p:nvPr>
            <p:ph type="subTitle" idx="1"/>
          </p:nvPr>
        </p:nvSpPr>
        <p:spPr>
          <a:xfrm>
            <a:off x="2768600" y="5692351"/>
            <a:ext cx="9144000" cy="1000549"/>
          </a:xfrm>
        </p:spPr>
        <p:txBody>
          <a:bodyPr/>
          <a:lstStyle/>
          <a:p>
            <a:pPr algn="r"/>
            <a:r>
              <a:rPr lang="en-US" dirty="0">
                <a:solidFill>
                  <a:schemeClr val="bg1"/>
                </a:solidFill>
              </a:rPr>
              <a:t>Session11,12,13</a:t>
            </a:r>
          </a:p>
          <a:p>
            <a:pPr algn="r"/>
            <a:r>
              <a:rPr lang="en-US" dirty="0">
                <a:solidFill>
                  <a:schemeClr val="bg1"/>
                </a:solidFill>
              </a:rPr>
              <a:t>Arunkarthik T</a:t>
            </a:r>
          </a:p>
        </p:txBody>
      </p:sp>
    </p:spTree>
    <p:extLst>
      <p:ext uri="{BB962C8B-B14F-4D97-AF65-F5344CB8AC3E}">
        <p14:creationId xmlns:p14="http://schemas.microsoft.com/office/powerpoint/2010/main" val="2487991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Agenda</a:t>
            </a:r>
            <a:endParaRPr dirty="0"/>
          </a:p>
        </p:txBody>
      </p:sp>
      <p:sp>
        <p:nvSpPr>
          <p:cNvPr id="3" name="Content Placeholder 2"/>
          <p:cNvSpPr>
            <a:spLocks noGrp="1"/>
          </p:cNvSpPr>
          <p:nvPr>
            <p:ph idx="1"/>
          </p:nvPr>
        </p:nvSpPr>
        <p:spPr/>
        <p:txBody>
          <a:bodyPr>
            <a:normAutofit/>
          </a:bodyPr>
          <a:lstStyle/>
          <a:p>
            <a:r>
              <a:rPr lang="en-US" dirty="0"/>
              <a:t>A Single Neuron</a:t>
            </a:r>
          </a:p>
          <a:p>
            <a:r>
              <a:rPr lang="en-US" dirty="0"/>
              <a:t>Deep Neural Networks</a:t>
            </a:r>
          </a:p>
          <a:p>
            <a:r>
              <a:rPr lang="en-US" dirty="0"/>
              <a:t>Stochastic Gradient Descent</a:t>
            </a:r>
          </a:p>
          <a:p>
            <a:r>
              <a:rPr lang="en-US" dirty="0"/>
              <a:t>Overfitting and Underfitting similar to linear and logistic regression session</a:t>
            </a:r>
          </a:p>
          <a:p>
            <a:r>
              <a:rPr lang="en-US" dirty="0"/>
              <a:t>Dropout and Batch Normalization</a:t>
            </a:r>
          </a:p>
          <a:p>
            <a:r>
              <a:rPr lang="en-US" dirty="0"/>
              <a:t>Binary Classification</a:t>
            </a:r>
          </a:p>
          <a:p>
            <a:endParaRPr lang="en-US" dirty="0"/>
          </a:p>
          <a:p>
            <a:pPr marL="0" indent="0">
              <a:buNone/>
            </a:pPr>
            <a:r>
              <a:rPr lang="en-US" dirty="0"/>
              <a:t>Courtesy: Kaggle.com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Deep Learning?</a:t>
            </a:r>
          </a:p>
        </p:txBody>
      </p:sp>
      <p:sp>
        <p:nvSpPr>
          <p:cNvPr id="3" name="Content Placeholder 2"/>
          <p:cNvSpPr>
            <a:spLocks noGrp="1"/>
          </p:cNvSpPr>
          <p:nvPr>
            <p:ph idx="1"/>
          </p:nvPr>
        </p:nvSpPr>
        <p:spPr>
          <a:xfrm>
            <a:off x="200025" y="1573213"/>
            <a:ext cx="6127203" cy="4351338"/>
          </a:xfrm>
        </p:spPr>
        <p:txBody>
          <a:bodyPr/>
          <a:lstStyle/>
          <a:p>
            <a:pPr algn="l" fontAlgn="base">
              <a:spcAft>
                <a:spcPts val="1200"/>
              </a:spcAft>
            </a:pPr>
            <a:r>
              <a:rPr lang="en-US" b="1" i="0" dirty="0">
                <a:solidFill>
                  <a:srgbClr val="3C4043"/>
                </a:solidFill>
                <a:effectLst/>
                <a:latin typeface="inherit"/>
              </a:rPr>
              <a:t>Deep learning</a:t>
            </a:r>
            <a:r>
              <a:rPr lang="en-US" b="0" i="0" dirty="0">
                <a:solidFill>
                  <a:srgbClr val="3C4043"/>
                </a:solidFill>
                <a:effectLst/>
                <a:latin typeface="Inter"/>
              </a:rPr>
              <a:t> is an approach to machine learning characterized by deep stacks of computations. This depth of computation is what has enabled deep learning models to disentangle the kinds of complex and hierarchical patterns found in the most challenging real-world datasets.</a:t>
            </a:r>
          </a:p>
          <a:p>
            <a:pPr algn="l" fontAlgn="base">
              <a:spcAft>
                <a:spcPts val="1200"/>
              </a:spcAft>
            </a:pPr>
            <a:r>
              <a:rPr lang="en-US" b="0" i="0" dirty="0">
                <a:solidFill>
                  <a:srgbClr val="3C4043"/>
                </a:solidFill>
                <a:effectLst/>
                <a:latin typeface="Inter"/>
              </a:rPr>
              <a:t>Through their power and scalability </a:t>
            </a:r>
            <a:r>
              <a:rPr lang="en-US" b="1" i="0" dirty="0">
                <a:solidFill>
                  <a:srgbClr val="3C4043"/>
                </a:solidFill>
                <a:effectLst/>
                <a:latin typeface="inherit"/>
              </a:rPr>
              <a:t>neural networks</a:t>
            </a:r>
            <a:r>
              <a:rPr lang="en-US" b="0" i="0" dirty="0">
                <a:solidFill>
                  <a:srgbClr val="3C4043"/>
                </a:solidFill>
                <a:effectLst/>
                <a:latin typeface="Inter"/>
              </a:rPr>
              <a:t> have become the defining model of deep learning. Neural networks are composed of neurons, where each neuron individually performs only a simple computation. The power of a neural network comes instead from the complexity of the connections these neurons can form.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86C6E-D143-33F4-A974-61B387929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189411-1414-5343-B2B8-70E2E709F6EE}"/>
              </a:ext>
            </a:extLst>
          </p:cNvPr>
          <p:cNvSpPr>
            <a:spLocks noGrp="1"/>
          </p:cNvSpPr>
          <p:nvPr>
            <p:ph type="title"/>
          </p:nvPr>
        </p:nvSpPr>
        <p:spPr/>
        <p:txBody>
          <a:bodyPr>
            <a:normAutofit/>
          </a:bodyPr>
          <a:lstStyle/>
          <a:p>
            <a:r>
              <a:rPr lang="en-US" dirty="0"/>
              <a:t>A Single Neuron: Learn about linear units, the building blocks of deep learning.</a:t>
            </a:r>
          </a:p>
        </p:txBody>
      </p:sp>
      <p:sp>
        <p:nvSpPr>
          <p:cNvPr id="3" name="Content Placeholder 2">
            <a:extLst>
              <a:ext uri="{FF2B5EF4-FFF2-40B4-BE49-F238E27FC236}">
                <a16:creationId xmlns:a16="http://schemas.microsoft.com/office/drawing/2014/main" id="{DB4FD1C5-555D-6569-11A5-39408E2330B8}"/>
              </a:ext>
            </a:extLst>
          </p:cNvPr>
          <p:cNvSpPr>
            <a:spLocks noGrp="1"/>
          </p:cNvSpPr>
          <p:nvPr>
            <p:ph idx="1"/>
          </p:nvPr>
        </p:nvSpPr>
        <p:spPr>
          <a:xfrm>
            <a:off x="200025" y="1400958"/>
            <a:ext cx="8018000" cy="4351338"/>
          </a:xfrm>
        </p:spPr>
        <p:txBody>
          <a:bodyPr/>
          <a:lstStyle/>
          <a:p>
            <a:r>
              <a:rPr lang="en-US" b="0" i="0" dirty="0">
                <a:solidFill>
                  <a:srgbClr val="3C4043"/>
                </a:solidFill>
                <a:effectLst/>
                <a:latin typeface="Inter"/>
              </a:rPr>
              <a:t>Let's begin with the fundamental component of a neural network: the individual neuron. As a diagram, a </a:t>
            </a:r>
            <a:r>
              <a:rPr lang="en-US" b="1" i="0" dirty="0">
                <a:solidFill>
                  <a:srgbClr val="3C4043"/>
                </a:solidFill>
                <a:effectLst/>
                <a:latin typeface="Inter"/>
              </a:rPr>
              <a:t>neuron</a:t>
            </a:r>
            <a:r>
              <a:rPr lang="en-US" b="0" i="0" dirty="0">
                <a:solidFill>
                  <a:srgbClr val="3C4043"/>
                </a:solidFill>
                <a:effectLst/>
                <a:latin typeface="Inter"/>
              </a:rPr>
              <a:t> (or </a:t>
            </a:r>
            <a:r>
              <a:rPr lang="en-US" b="1" i="0" dirty="0">
                <a:solidFill>
                  <a:srgbClr val="3C4043"/>
                </a:solidFill>
                <a:effectLst/>
                <a:latin typeface="Inter"/>
              </a:rPr>
              <a:t>unit</a:t>
            </a:r>
            <a:r>
              <a:rPr lang="en-US" b="0" i="0" dirty="0">
                <a:solidFill>
                  <a:srgbClr val="3C4043"/>
                </a:solidFill>
                <a:effectLst/>
                <a:latin typeface="Inter"/>
              </a:rPr>
              <a:t>) with one input looks like:</a:t>
            </a:r>
          </a:p>
          <a:p>
            <a:endParaRPr lang="en-US" dirty="0">
              <a:solidFill>
                <a:srgbClr val="3C4043"/>
              </a:solidFill>
              <a:latin typeface="Inter"/>
            </a:endParaRPr>
          </a:p>
          <a:p>
            <a:endParaRPr lang="en-US" dirty="0">
              <a:solidFill>
                <a:srgbClr val="3C4043"/>
              </a:solidFill>
              <a:latin typeface="Inter"/>
            </a:endParaRPr>
          </a:p>
          <a:p>
            <a:endParaRPr lang="en-US" dirty="0">
              <a:solidFill>
                <a:srgbClr val="3C4043"/>
              </a:solidFill>
              <a:latin typeface="Inter"/>
            </a:endParaRPr>
          </a:p>
          <a:p>
            <a:endParaRPr lang="en-US" dirty="0">
              <a:solidFill>
                <a:srgbClr val="3C4043"/>
              </a:solidFill>
              <a:latin typeface="Inter"/>
            </a:endParaRPr>
          </a:p>
          <a:p>
            <a:endParaRPr lang="en-US" dirty="0">
              <a:solidFill>
                <a:srgbClr val="3C4043"/>
              </a:solidFill>
              <a:latin typeface="Inter"/>
            </a:endParaRPr>
          </a:p>
          <a:p>
            <a:endParaRPr lang="en-US" dirty="0">
              <a:solidFill>
                <a:srgbClr val="3C4043"/>
              </a:solidFill>
              <a:latin typeface="Inter"/>
            </a:endParaRPr>
          </a:p>
          <a:p>
            <a:endParaRPr dirty="0"/>
          </a:p>
        </p:txBody>
      </p:sp>
      <p:pic>
        <p:nvPicPr>
          <p:cNvPr id="1026" name="Picture 2" descr="Diagram of a linear unit.">
            <a:extLst>
              <a:ext uri="{FF2B5EF4-FFF2-40B4-BE49-F238E27FC236}">
                <a16:creationId xmlns:a16="http://schemas.microsoft.com/office/drawing/2014/main" id="{2A42E760-D3EB-4FFD-057E-A4DFC2E4A3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520" y="2361256"/>
            <a:ext cx="2590800" cy="12477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4950402-028B-8EB7-1F56-8346D7065C1D}"/>
              </a:ext>
            </a:extLst>
          </p:cNvPr>
          <p:cNvSpPr txBox="1"/>
          <p:nvPr/>
        </p:nvSpPr>
        <p:spPr>
          <a:xfrm>
            <a:off x="448520" y="3609031"/>
            <a:ext cx="6094070" cy="369332"/>
          </a:xfrm>
          <a:prstGeom prst="rect">
            <a:avLst/>
          </a:prstGeom>
          <a:noFill/>
        </p:spPr>
        <p:txBody>
          <a:bodyPr wrap="square">
            <a:spAutoFit/>
          </a:bodyPr>
          <a:lstStyle/>
          <a:p>
            <a:r>
              <a:rPr lang="en-US" b="0" i="1" dirty="0">
                <a:solidFill>
                  <a:srgbClr val="3C4043"/>
                </a:solidFill>
                <a:effectLst/>
                <a:latin typeface="Inter"/>
              </a:rPr>
              <a:t>The Linear Unit: </a:t>
            </a:r>
            <a:r>
              <a:rPr lang="en-US" b="0" i="0" dirty="0">
                <a:solidFill>
                  <a:srgbClr val="3C4043"/>
                </a:solidFill>
                <a:effectLst/>
                <a:latin typeface="MJXc-TeX-math-I"/>
              </a:rPr>
              <a:t>y</a:t>
            </a:r>
            <a:r>
              <a:rPr lang="en-US" b="0" i="0" dirty="0">
                <a:solidFill>
                  <a:srgbClr val="3C4043"/>
                </a:solidFill>
                <a:effectLst/>
                <a:latin typeface="MJXc-TeX-main-R"/>
              </a:rPr>
              <a:t>=</a:t>
            </a:r>
            <a:r>
              <a:rPr lang="en-US" b="0" i="0" dirty="0" err="1">
                <a:solidFill>
                  <a:srgbClr val="3C4043"/>
                </a:solidFill>
                <a:effectLst/>
                <a:latin typeface="MJXc-TeX-math-I"/>
              </a:rPr>
              <a:t>wx</a:t>
            </a:r>
            <a:r>
              <a:rPr lang="en-US" b="0" i="0" dirty="0" err="1">
                <a:solidFill>
                  <a:srgbClr val="3C4043"/>
                </a:solidFill>
                <a:effectLst/>
                <a:latin typeface="MJXc-TeX-main-R"/>
              </a:rPr>
              <a:t>+</a:t>
            </a:r>
            <a:r>
              <a:rPr lang="en-US" b="0" i="0" dirty="0" err="1">
                <a:solidFill>
                  <a:srgbClr val="3C4043"/>
                </a:solidFill>
                <a:effectLst/>
                <a:latin typeface="MJXc-TeX-math-I"/>
              </a:rPr>
              <a:t>b</a:t>
            </a:r>
            <a:endParaRPr lang="en-IN" dirty="0"/>
          </a:p>
        </p:txBody>
      </p:sp>
      <p:sp>
        <p:nvSpPr>
          <p:cNvPr id="10" name="TextBox 9">
            <a:extLst>
              <a:ext uri="{FF2B5EF4-FFF2-40B4-BE49-F238E27FC236}">
                <a16:creationId xmlns:a16="http://schemas.microsoft.com/office/drawing/2014/main" id="{82408B89-75A3-BD68-3207-94C628837D35}"/>
              </a:ext>
            </a:extLst>
          </p:cNvPr>
          <p:cNvSpPr txBox="1"/>
          <p:nvPr/>
        </p:nvSpPr>
        <p:spPr>
          <a:xfrm>
            <a:off x="4651094" y="2225917"/>
            <a:ext cx="7540906" cy="3693319"/>
          </a:xfrm>
          <a:prstGeom prst="rect">
            <a:avLst/>
          </a:prstGeom>
          <a:noFill/>
        </p:spPr>
        <p:txBody>
          <a:bodyPr wrap="square">
            <a:spAutoFit/>
          </a:bodyPr>
          <a:lstStyle/>
          <a:p>
            <a:r>
              <a:rPr lang="en-US" dirty="0"/>
              <a:t>The input is x. Its connection to the neuron has a weight which is w. Whenever a value flows through a connection, you multiply the value by the connection's weight. For the input x, what reaches the neuron is w * x. A neural network "learns" by modifying its weights.</a:t>
            </a:r>
          </a:p>
          <a:p>
            <a:endParaRPr lang="en-US" dirty="0"/>
          </a:p>
          <a:p>
            <a:r>
              <a:rPr lang="en-US" dirty="0"/>
              <a:t>The b is a special kind of weight we call the bias. The bias doesn't have any input data associated with it; instead, we put a 1 in the diagram so that the value that reaches the neuron is just b (since 1 * b = b). The bias enables the neuron to modify the output independently of its inputs.</a:t>
            </a:r>
          </a:p>
          <a:p>
            <a:endParaRPr lang="en-US" dirty="0"/>
          </a:p>
          <a:p>
            <a:endParaRPr lang="en-US" dirty="0"/>
          </a:p>
          <a:p>
            <a:endParaRPr lang="en-US" dirty="0"/>
          </a:p>
          <a:p>
            <a:endParaRPr lang="en-US" dirty="0"/>
          </a:p>
        </p:txBody>
      </p:sp>
      <p:sp>
        <p:nvSpPr>
          <p:cNvPr id="15" name="TextBox 14">
            <a:extLst>
              <a:ext uri="{FF2B5EF4-FFF2-40B4-BE49-F238E27FC236}">
                <a16:creationId xmlns:a16="http://schemas.microsoft.com/office/drawing/2014/main" id="{EFA4D8A5-49E8-802B-9583-B687ED58D44E}"/>
              </a:ext>
            </a:extLst>
          </p:cNvPr>
          <p:cNvSpPr txBox="1"/>
          <p:nvPr/>
        </p:nvSpPr>
        <p:spPr>
          <a:xfrm>
            <a:off x="4684227" y="5270202"/>
            <a:ext cx="7307748" cy="923330"/>
          </a:xfrm>
          <a:prstGeom prst="rect">
            <a:avLst/>
          </a:prstGeom>
          <a:noFill/>
        </p:spPr>
        <p:txBody>
          <a:bodyPr wrap="square">
            <a:spAutoFit/>
          </a:bodyPr>
          <a:lstStyle/>
          <a:p>
            <a:r>
              <a:rPr lang="en-US" dirty="0"/>
              <a:t>The y is the value the neuron ultimately outputs. To get the output, the neuron sums up all the values it receives through its connections. This neuron's activation is y = w * x + b, or as a formula  </a:t>
            </a:r>
          </a:p>
        </p:txBody>
      </p:sp>
    </p:spTree>
    <p:extLst>
      <p:ext uri="{BB962C8B-B14F-4D97-AF65-F5344CB8AC3E}">
        <p14:creationId xmlns:p14="http://schemas.microsoft.com/office/powerpoint/2010/main" val="772552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4135A-4923-4159-4CDE-7E114900E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F17F6-0817-CFC5-9A86-0E46B6122836}"/>
              </a:ext>
            </a:extLst>
          </p:cNvPr>
          <p:cNvSpPr>
            <a:spLocks noGrp="1"/>
          </p:cNvSpPr>
          <p:nvPr>
            <p:ph type="title"/>
          </p:nvPr>
        </p:nvSpPr>
        <p:spPr>
          <a:xfrm>
            <a:off x="200024" y="0"/>
            <a:ext cx="10515600" cy="874171"/>
          </a:xfrm>
        </p:spPr>
        <p:txBody>
          <a:bodyPr>
            <a:normAutofit/>
          </a:bodyPr>
          <a:lstStyle/>
          <a:p>
            <a:r>
              <a:rPr lang="en-US" dirty="0"/>
              <a:t>Example - The Linear Unit as a Model</a:t>
            </a:r>
          </a:p>
        </p:txBody>
      </p:sp>
      <p:sp>
        <p:nvSpPr>
          <p:cNvPr id="3" name="Content Placeholder 2">
            <a:extLst>
              <a:ext uri="{FF2B5EF4-FFF2-40B4-BE49-F238E27FC236}">
                <a16:creationId xmlns:a16="http://schemas.microsoft.com/office/drawing/2014/main" id="{BCF9389B-9D47-7566-7DB4-ECF8A3F931E8}"/>
              </a:ext>
            </a:extLst>
          </p:cNvPr>
          <p:cNvSpPr>
            <a:spLocks noGrp="1"/>
          </p:cNvSpPr>
          <p:nvPr>
            <p:ph idx="1"/>
          </p:nvPr>
        </p:nvSpPr>
        <p:spPr>
          <a:xfrm>
            <a:off x="165451" y="706601"/>
            <a:ext cx="11861097" cy="4351338"/>
          </a:xfrm>
        </p:spPr>
        <p:txBody>
          <a:bodyPr/>
          <a:lstStyle/>
          <a:p>
            <a:pPr algn="l" fontAlgn="base">
              <a:spcAft>
                <a:spcPts val="1200"/>
              </a:spcAft>
            </a:pPr>
            <a:r>
              <a:rPr lang="en-US" b="0" i="0" dirty="0">
                <a:solidFill>
                  <a:srgbClr val="3C4043"/>
                </a:solidFill>
                <a:effectLst/>
                <a:latin typeface="Inter"/>
              </a:rPr>
              <a:t>Though individual neurons will usually only function as part of a larger network, it's often useful to start with a single neuron model as a baseline. Single neuron models are </a:t>
            </a:r>
            <a:r>
              <a:rPr lang="en-US" b="0" i="1" dirty="0">
                <a:solidFill>
                  <a:srgbClr val="3C4043"/>
                </a:solidFill>
                <a:effectLst/>
                <a:latin typeface="inherit"/>
              </a:rPr>
              <a:t>linear</a:t>
            </a:r>
            <a:r>
              <a:rPr lang="en-US" b="0" i="0" dirty="0">
                <a:solidFill>
                  <a:srgbClr val="3C4043"/>
                </a:solidFill>
                <a:effectLst/>
                <a:latin typeface="Inter"/>
              </a:rPr>
              <a:t> models.</a:t>
            </a:r>
          </a:p>
          <a:p>
            <a:pPr marL="0" indent="0">
              <a:buNone/>
            </a:pPr>
            <a:endParaRPr dirty="0"/>
          </a:p>
        </p:txBody>
      </p:sp>
      <p:sp>
        <p:nvSpPr>
          <p:cNvPr id="10" name="TextBox 9">
            <a:extLst>
              <a:ext uri="{FF2B5EF4-FFF2-40B4-BE49-F238E27FC236}">
                <a16:creationId xmlns:a16="http://schemas.microsoft.com/office/drawing/2014/main" id="{9E1EA886-DBB9-2EFF-FB47-C255D3C63C44}"/>
              </a:ext>
            </a:extLst>
          </p:cNvPr>
          <p:cNvSpPr txBox="1"/>
          <p:nvPr/>
        </p:nvSpPr>
        <p:spPr>
          <a:xfrm>
            <a:off x="240897" y="1406681"/>
            <a:ext cx="11991975" cy="1200329"/>
          </a:xfrm>
          <a:prstGeom prst="rect">
            <a:avLst/>
          </a:prstGeom>
          <a:noFill/>
        </p:spPr>
        <p:txBody>
          <a:bodyPr wrap="square">
            <a:spAutoFit/>
          </a:bodyPr>
          <a:lstStyle/>
          <a:p>
            <a:r>
              <a:rPr lang="en-US" dirty="0"/>
              <a:t>Let's think about how this might work on a dataset like 80 Cereals. Training a model with 'sugars' (grams of sugars per serving) as input and 'calories' (calories per serving) as output, we might find the bias is b=90 and the weight is w=2.5. We could estimate the calorie content of a cereal with 5 grams of sugar per serving like this:</a:t>
            </a:r>
          </a:p>
          <a:p>
            <a:endParaRPr lang="en-US" dirty="0"/>
          </a:p>
        </p:txBody>
      </p:sp>
      <p:pic>
        <p:nvPicPr>
          <p:cNvPr id="7" name="Picture 6">
            <a:extLst>
              <a:ext uri="{FF2B5EF4-FFF2-40B4-BE49-F238E27FC236}">
                <a16:creationId xmlns:a16="http://schemas.microsoft.com/office/drawing/2014/main" id="{E4952EDC-19D3-916A-B115-5C527B85FB62}"/>
              </a:ext>
            </a:extLst>
          </p:cNvPr>
          <p:cNvPicPr>
            <a:picLocks noChangeAspect="1"/>
          </p:cNvPicPr>
          <p:nvPr/>
        </p:nvPicPr>
        <p:blipFill>
          <a:blip r:embed="rId2"/>
          <a:stretch>
            <a:fillRect/>
          </a:stretch>
        </p:blipFill>
        <p:spPr>
          <a:xfrm>
            <a:off x="240897" y="2296821"/>
            <a:ext cx="8405391" cy="2657722"/>
          </a:xfrm>
          <a:prstGeom prst="rect">
            <a:avLst/>
          </a:prstGeom>
        </p:spPr>
      </p:pic>
      <p:pic>
        <p:nvPicPr>
          <p:cNvPr id="2051" name="Picture 3" descr="Computing with the linear unit.">
            <a:extLst>
              <a:ext uri="{FF2B5EF4-FFF2-40B4-BE49-F238E27FC236}">
                <a16:creationId xmlns:a16="http://schemas.microsoft.com/office/drawing/2014/main" id="{0DF218D3-2B37-220F-D4B4-80C1111312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0322" y="5057939"/>
            <a:ext cx="10093124" cy="1710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834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F4B11-E7E4-6C7C-F61B-0815AD84E5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C2400-AF23-4D9A-126E-60B77535FED3}"/>
              </a:ext>
            </a:extLst>
          </p:cNvPr>
          <p:cNvSpPr>
            <a:spLocks noGrp="1"/>
          </p:cNvSpPr>
          <p:nvPr>
            <p:ph type="title"/>
          </p:nvPr>
        </p:nvSpPr>
        <p:spPr>
          <a:xfrm>
            <a:off x="200024" y="0"/>
            <a:ext cx="10515600" cy="874171"/>
          </a:xfrm>
        </p:spPr>
        <p:txBody>
          <a:bodyPr>
            <a:normAutofit/>
          </a:bodyPr>
          <a:lstStyle/>
          <a:p>
            <a:r>
              <a:rPr lang="en-US" dirty="0"/>
              <a:t>Multiple Inputs</a:t>
            </a:r>
          </a:p>
        </p:txBody>
      </p:sp>
      <p:sp>
        <p:nvSpPr>
          <p:cNvPr id="3" name="Content Placeholder 2">
            <a:extLst>
              <a:ext uri="{FF2B5EF4-FFF2-40B4-BE49-F238E27FC236}">
                <a16:creationId xmlns:a16="http://schemas.microsoft.com/office/drawing/2014/main" id="{95620604-5288-4EAC-8F11-6DA01292CFD6}"/>
              </a:ext>
            </a:extLst>
          </p:cNvPr>
          <p:cNvSpPr>
            <a:spLocks noGrp="1"/>
          </p:cNvSpPr>
          <p:nvPr>
            <p:ph idx="1"/>
          </p:nvPr>
        </p:nvSpPr>
        <p:spPr>
          <a:xfrm>
            <a:off x="165451" y="706601"/>
            <a:ext cx="11861097" cy="4351338"/>
          </a:xfrm>
        </p:spPr>
        <p:txBody>
          <a:bodyPr/>
          <a:lstStyle/>
          <a:p>
            <a:pPr algn="l" fontAlgn="base">
              <a:spcAft>
                <a:spcPts val="1200"/>
              </a:spcAft>
            </a:pPr>
            <a:r>
              <a:rPr lang="en-US" b="0" i="0" dirty="0">
                <a:solidFill>
                  <a:srgbClr val="3C4043"/>
                </a:solidFill>
                <a:effectLst/>
                <a:latin typeface="Inter"/>
              </a:rPr>
              <a:t>The 80 Cereals dataset has many more features than just 'sugars'. What if we wanted to expand our model to include things like fiber or protein content? That's easy enough. We can just add more input connections to the neuron, one for each additional feature. To find the output, we would multiply each input to its connection weight and then add them all together.</a:t>
            </a:r>
          </a:p>
          <a:p>
            <a:pPr algn="l" fontAlgn="base">
              <a:spcAft>
                <a:spcPts val="1200"/>
              </a:spcAft>
            </a:pPr>
            <a:endParaRPr lang="en-US" b="0" i="0" dirty="0">
              <a:solidFill>
                <a:srgbClr val="3C4043"/>
              </a:solidFill>
              <a:effectLst/>
              <a:latin typeface="Inter"/>
            </a:endParaRPr>
          </a:p>
        </p:txBody>
      </p:sp>
      <p:pic>
        <p:nvPicPr>
          <p:cNvPr id="3077" name="Picture 5" descr="Three input connections: x0, x1, and x2, along with the bias.">
            <a:extLst>
              <a:ext uri="{FF2B5EF4-FFF2-40B4-BE49-F238E27FC236}">
                <a16:creationId xmlns:a16="http://schemas.microsoft.com/office/drawing/2014/main" id="{8972AF60-D055-9D52-FC30-B8FFD2FBE4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3029" y="2231805"/>
            <a:ext cx="2886075" cy="30194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A663F9C-6361-2386-6CD0-5058CE039C49}"/>
              </a:ext>
            </a:extLst>
          </p:cNvPr>
          <p:cNvSpPr txBox="1"/>
          <p:nvPr/>
        </p:nvSpPr>
        <p:spPr>
          <a:xfrm>
            <a:off x="5165203" y="5066564"/>
            <a:ext cx="6094070" cy="369332"/>
          </a:xfrm>
          <a:prstGeom prst="rect">
            <a:avLst/>
          </a:prstGeom>
          <a:noFill/>
        </p:spPr>
        <p:txBody>
          <a:bodyPr wrap="square">
            <a:spAutoFit/>
          </a:bodyPr>
          <a:lstStyle/>
          <a:p>
            <a:r>
              <a:rPr lang="en-US" dirty="0"/>
              <a:t>A linear unit with three inputs.</a:t>
            </a:r>
          </a:p>
        </p:txBody>
      </p:sp>
      <p:sp>
        <p:nvSpPr>
          <p:cNvPr id="12" name="TextBox 11">
            <a:extLst>
              <a:ext uri="{FF2B5EF4-FFF2-40B4-BE49-F238E27FC236}">
                <a16:creationId xmlns:a16="http://schemas.microsoft.com/office/drawing/2014/main" id="{59FEBF51-B4BF-CC4C-7808-35A542069808}"/>
              </a:ext>
            </a:extLst>
          </p:cNvPr>
          <p:cNvSpPr txBox="1"/>
          <p:nvPr/>
        </p:nvSpPr>
        <p:spPr>
          <a:xfrm>
            <a:off x="1056851" y="5444521"/>
            <a:ext cx="10078295" cy="646331"/>
          </a:xfrm>
          <a:prstGeom prst="rect">
            <a:avLst/>
          </a:prstGeom>
          <a:noFill/>
        </p:spPr>
        <p:txBody>
          <a:bodyPr wrap="square">
            <a:spAutoFit/>
          </a:bodyPr>
          <a:lstStyle/>
          <a:p>
            <a:r>
              <a:rPr lang="en-US" b="0" i="0" dirty="0">
                <a:solidFill>
                  <a:srgbClr val="3C4043"/>
                </a:solidFill>
                <a:effectLst/>
                <a:latin typeface="Inter"/>
              </a:rPr>
              <a:t>The formula for this neuron would be </a:t>
            </a:r>
            <a:r>
              <a:rPr lang="en-US" b="0" i="0" dirty="0">
                <a:solidFill>
                  <a:srgbClr val="3C4043"/>
                </a:solidFill>
                <a:effectLst/>
                <a:latin typeface="MJXc-TeX-math-I"/>
              </a:rPr>
              <a:t>y</a:t>
            </a:r>
            <a:r>
              <a:rPr lang="en-US" b="0" i="0" dirty="0">
                <a:solidFill>
                  <a:srgbClr val="3C4043"/>
                </a:solidFill>
                <a:effectLst/>
                <a:latin typeface="MJXc-TeX-main-R"/>
              </a:rPr>
              <a:t>=</a:t>
            </a:r>
            <a:r>
              <a:rPr lang="en-US" b="0" i="0" dirty="0">
                <a:solidFill>
                  <a:srgbClr val="3C4043"/>
                </a:solidFill>
                <a:effectLst/>
                <a:latin typeface="MJXc-TeX-math-I"/>
              </a:rPr>
              <a:t>w</a:t>
            </a:r>
            <a:r>
              <a:rPr lang="en-US" b="0" i="0" dirty="0">
                <a:solidFill>
                  <a:srgbClr val="3C4043"/>
                </a:solidFill>
                <a:effectLst/>
                <a:latin typeface="MJXc-TeX-main-R"/>
              </a:rPr>
              <a:t>0</a:t>
            </a:r>
            <a:r>
              <a:rPr lang="en-US" b="0" i="0" dirty="0">
                <a:solidFill>
                  <a:srgbClr val="3C4043"/>
                </a:solidFill>
                <a:effectLst/>
                <a:latin typeface="MJXc-TeX-math-I"/>
              </a:rPr>
              <a:t>x</a:t>
            </a:r>
            <a:r>
              <a:rPr lang="en-US" b="0" i="0" dirty="0">
                <a:solidFill>
                  <a:srgbClr val="3C4043"/>
                </a:solidFill>
                <a:effectLst/>
                <a:latin typeface="MJXc-TeX-main-R"/>
              </a:rPr>
              <a:t>0+</a:t>
            </a:r>
            <a:r>
              <a:rPr lang="en-US" b="0" i="0" dirty="0">
                <a:solidFill>
                  <a:srgbClr val="3C4043"/>
                </a:solidFill>
                <a:effectLst/>
                <a:latin typeface="MJXc-TeX-math-I"/>
              </a:rPr>
              <a:t>w</a:t>
            </a:r>
            <a:r>
              <a:rPr lang="en-US" b="0" i="0" dirty="0">
                <a:solidFill>
                  <a:srgbClr val="3C4043"/>
                </a:solidFill>
                <a:effectLst/>
                <a:latin typeface="MJXc-TeX-main-R"/>
              </a:rPr>
              <a:t>1</a:t>
            </a:r>
            <a:r>
              <a:rPr lang="en-US" b="0" i="0" dirty="0">
                <a:solidFill>
                  <a:srgbClr val="3C4043"/>
                </a:solidFill>
                <a:effectLst/>
                <a:latin typeface="MJXc-TeX-math-I"/>
              </a:rPr>
              <a:t>x</a:t>
            </a:r>
            <a:r>
              <a:rPr lang="en-US" b="0" i="0" dirty="0">
                <a:solidFill>
                  <a:srgbClr val="3C4043"/>
                </a:solidFill>
                <a:effectLst/>
                <a:latin typeface="MJXc-TeX-main-R"/>
              </a:rPr>
              <a:t>1+</a:t>
            </a:r>
            <a:r>
              <a:rPr lang="en-US" b="0" i="0" dirty="0">
                <a:solidFill>
                  <a:srgbClr val="3C4043"/>
                </a:solidFill>
                <a:effectLst/>
                <a:latin typeface="MJXc-TeX-math-I"/>
              </a:rPr>
              <a:t>w</a:t>
            </a:r>
            <a:r>
              <a:rPr lang="en-US" b="0" i="0" dirty="0">
                <a:solidFill>
                  <a:srgbClr val="3C4043"/>
                </a:solidFill>
                <a:effectLst/>
                <a:latin typeface="MJXc-TeX-main-R"/>
              </a:rPr>
              <a:t>2</a:t>
            </a:r>
            <a:r>
              <a:rPr lang="en-US" b="0" i="0" dirty="0">
                <a:solidFill>
                  <a:srgbClr val="3C4043"/>
                </a:solidFill>
                <a:effectLst/>
                <a:latin typeface="MJXc-TeX-math-I"/>
              </a:rPr>
              <a:t>x</a:t>
            </a:r>
            <a:r>
              <a:rPr lang="en-US" b="0" i="0" dirty="0">
                <a:solidFill>
                  <a:srgbClr val="3C4043"/>
                </a:solidFill>
                <a:effectLst/>
                <a:latin typeface="MJXc-TeX-main-R"/>
              </a:rPr>
              <a:t>2+</a:t>
            </a:r>
            <a:r>
              <a:rPr lang="en-US" b="0" i="0" dirty="0">
                <a:solidFill>
                  <a:srgbClr val="3C4043"/>
                </a:solidFill>
                <a:effectLst/>
                <a:latin typeface="MJXc-TeX-math-I"/>
              </a:rPr>
              <a:t>b</a:t>
            </a:r>
            <a:r>
              <a:rPr lang="en-US" b="0" i="0" dirty="0">
                <a:solidFill>
                  <a:srgbClr val="3C4043"/>
                </a:solidFill>
                <a:effectLst/>
                <a:latin typeface="inherit"/>
              </a:rPr>
              <a:t>y=w0x0+w1x1+w2x2+b</a:t>
            </a:r>
            <a:r>
              <a:rPr lang="en-US" b="0" i="0" dirty="0">
                <a:solidFill>
                  <a:srgbClr val="3C4043"/>
                </a:solidFill>
                <a:effectLst/>
                <a:latin typeface="Inter"/>
              </a:rPr>
              <a:t>. A linear unit with two inputs will fit a plane, and a unit with more inputs than that will fit a hyperplane</a:t>
            </a:r>
            <a:endParaRPr lang="en-IN" dirty="0"/>
          </a:p>
        </p:txBody>
      </p:sp>
    </p:spTree>
    <p:extLst>
      <p:ext uri="{BB962C8B-B14F-4D97-AF65-F5344CB8AC3E}">
        <p14:creationId xmlns:p14="http://schemas.microsoft.com/office/powerpoint/2010/main" val="1482198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59B0F-AAF9-FAB6-A745-A36777726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FC2BB-4370-CC6B-B6BD-662CC6ACD733}"/>
              </a:ext>
            </a:extLst>
          </p:cNvPr>
          <p:cNvSpPr>
            <a:spLocks noGrp="1"/>
          </p:cNvSpPr>
          <p:nvPr>
            <p:ph type="title"/>
          </p:nvPr>
        </p:nvSpPr>
        <p:spPr>
          <a:xfrm>
            <a:off x="200024" y="0"/>
            <a:ext cx="10515600" cy="874171"/>
          </a:xfrm>
        </p:spPr>
        <p:txBody>
          <a:bodyPr>
            <a:normAutofit/>
          </a:bodyPr>
          <a:lstStyle/>
          <a:p>
            <a:r>
              <a:rPr lang="en-US" dirty="0"/>
              <a:t>Linear Units in Keras</a:t>
            </a:r>
          </a:p>
        </p:txBody>
      </p:sp>
      <p:sp>
        <p:nvSpPr>
          <p:cNvPr id="3" name="Content Placeholder 2">
            <a:extLst>
              <a:ext uri="{FF2B5EF4-FFF2-40B4-BE49-F238E27FC236}">
                <a16:creationId xmlns:a16="http://schemas.microsoft.com/office/drawing/2014/main" id="{07BBF26F-E7BF-99F3-9D24-FD5A95574343}"/>
              </a:ext>
            </a:extLst>
          </p:cNvPr>
          <p:cNvSpPr>
            <a:spLocks noGrp="1"/>
          </p:cNvSpPr>
          <p:nvPr>
            <p:ph idx="1"/>
          </p:nvPr>
        </p:nvSpPr>
        <p:spPr>
          <a:xfrm>
            <a:off x="165451" y="706601"/>
            <a:ext cx="11861097" cy="4351338"/>
          </a:xfrm>
        </p:spPr>
        <p:txBody>
          <a:bodyPr/>
          <a:lstStyle/>
          <a:p>
            <a:pPr algn="l" fontAlgn="base">
              <a:spcAft>
                <a:spcPts val="1200"/>
              </a:spcAft>
            </a:pPr>
            <a:r>
              <a:rPr lang="en-US" b="0" i="0" dirty="0">
                <a:solidFill>
                  <a:srgbClr val="3C4043"/>
                </a:solidFill>
                <a:effectLst/>
                <a:latin typeface="Inter"/>
              </a:rPr>
              <a:t>The easiest way to create a model in Keras is through </a:t>
            </a:r>
            <a:r>
              <a:rPr lang="en-US" b="0" i="0" dirty="0" err="1">
                <a:solidFill>
                  <a:srgbClr val="3C4043"/>
                </a:solidFill>
                <a:effectLst/>
                <a:latin typeface="Inter"/>
              </a:rPr>
              <a:t>keras.Sequential</a:t>
            </a:r>
            <a:r>
              <a:rPr lang="en-US" b="0" i="0" dirty="0">
                <a:solidFill>
                  <a:srgbClr val="3C4043"/>
                </a:solidFill>
                <a:effectLst/>
                <a:latin typeface="Inter"/>
              </a:rPr>
              <a:t>, which creates a neural network as a stack of layers. We can create models like those above using a dense layer.</a:t>
            </a:r>
          </a:p>
          <a:p>
            <a:pPr algn="l" fontAlgn="base">
              <a:spcAft>
                <a:spcPts val="1200"/>
              </a:spcAft>
            </a:pPr>
            <a:r>
              <a:rPr lang="en-US" b="0" i="0" dirty="0">
                <a:solidFill>
                  <a:srgbClr val="3C4043"/>
                </a:solidFill>
                <a:effectLst/>
                <a:latin typeface="Inter"/>
              </a:rPr>
              <a:t>We could define a linear model accepting three input features ('sugars', 'fiber', and 'protein') and producing a single output ('calories') like so:</a:t>
            </a:r>
          </a:p>
          <a:p>
            <a:pPr algn="l" fontAlgn="base">
              <a:spcAft>
                <a:spcPts val="1200"/>
              </a:spcAft>
            </a:pPr>
            <a:endParaRPr lang="en-US" b="0" i="0" dirty="0">
              <a:solidFill>
                <a:srgbClr val="3C4043"/>
              </a:solidFill>
              <a:effectLst/>
              <a:latin typeface="Inter"/>
            </a:endParaRPr>
          </a:p>
          <a:p>
            <a:pPr algn="l" fontAlgn="base">
              <a:spcAft>
                <a:spcPts val="1200"/>
              </a:spcAft>
            </a:pPr>
            <a:endParaRPr lang="en-US" b="0" i="0" dirty="0">
              <a:solidFill>
                <a:srgbClr val="3C4043"/>
              </a:solidFill>
              <a:effectLst/>
              <a:latin typeface="Inter"/>
            </a:endParaRPr>
          </a:p>
        </p:txBody>
      </p:sp>
      <p:sp>
        <p:nvSpPr>
          <p:cNvPr id="8" name="TextBox 7">
            <a:extLst>
              <a:ext uri="{FF2B5EF4-FFF2-40B4-BE49-F238E27FC236}">
                <a16:creationId xmlns:a16="http://schemas.microsoft.com/office/drawing/2014/main" id="{4FAB84CF-A991-264C-3133-3D120FD0F8EE}"/>
              </a:ext>
            </a:extLst>
          </p:cNvPr>
          <p:cNvSpPr txBox="1"/>
          <p:nvPr/>
        </p:nvSpPr>
        <p:spPr>
          <a:xfrm>
            <a:off x="532435" y="2158694"/>
            <a:ext cx="4398380" cy="2031325"/>
          </a:xfrm>
          <a:prstGeom prst="rect">
            <a:avLst/>
          </a:prstGeom>
          <a:noFill/>
        </p:spPr>
        <p:txBody>
          <a:bodyPr wrap="square">
            <a:spAutoFit/>
          </a:bodyPr>
          <a:lstStyle/>
          <a:p>
            <a:r>
              <a:rPr lang="en-IN" dirty="0">
                <a:latin typeface="Abadi Extra Light" panose="020B0204020104020204" pitchFamily="34" charset="0"/>
              </a:rPr>
              <a:t>from </a:t>
            </a:r>
            <a:r>
              <a:rPr lang="en-IN" dirty="0" err="1">
                <a:latin typeface="Abadi Extra Light" panose="020B0204020104020204" pitchFamily="34" charset="0"/>
              </a:rPr>
              <a:t>tensorflow</a:t>
            </a:r>
            <a:r>
              <a:rPr lang="en-IN" dirty="0">
                <a:latin typeface="Abadi Extra Light" panose="020B0204020104020204" pitchFamily="34" charset="0"/>
              </a:rPr>
              <a:t> import </a:t>
            </a:r>
            <a:r>
              <a:rPr lang="en-IN" dirty="0" err="1">
                <a:latin typeface="Abadi Extra Light" panose="020B0204020104020204" pitchFamily="34" charset="0"/>
              </a:rPr>
              <a:t>keras</a:t>
            </a:r>
            <a:endParaRPr lang="en-IN" dirty="0">
              <a:latin typeface="Abadi Extra Light" panose="020B0204020104020204" pitchFamily="34" charset="0"/>
            </a:endParaRPr>
          </a:p>
          <a:p>
            <a:r>
              <a:rPr lang="en-IN" dirty="0">
                <a:latin typeface="Abadi Extra Light" panose="020B0204020104020204" pitchFamily="34" charset="0"/>
              </a:rPr>
              <a:t>from </a:t>
            </a:r>
            <a:r>
              <a:rPr lang="en-IN" dirty="0" err="1">
                <a:latin typeface="Abadi Extra Light" panose="020B0204020104020204" pitchFamily="34" charset="0"/>
              </a:rPr>
              <a:t>tensorflow.keras</a:t>
            </a:r>
            <a:r>
              <a:rPr lang="en-IN" dirty="0">
                <a:latin typeface="Abadi Extra Light" panose="020B0204020104020204" pitchFamily="34" charset="0"/>
              </a:rPr>
              <a:t> import layers</a:t>
            </a:r>
          </a:p>
          <a:p>
            <a:endParaRPr lang="en-IN" dirty="0">
              <a:latin typeface="Abadi Extra Light" panose="020B0204020104020204" pitchFamily="34" charset="0"/>
            </a:endParaRPr>
          </a:p>
          <a:p>
            <a:r>
              <a:rPr lang="en-IN" dirty="0">
                <a:latin typeface="Abadi Extra Light" panose="020B0204020104020204" pitchFamily="34" charset="0"/>
              </a:rPr>
              <a:t># Create a network with 1 linear unit</a:t>
            </a:r>
          </a:p>
          <a:p>
            <a:r>
              <a:rPr lang="en-IN" dirty="0">
                <a:latin typeface="Abadi Extra Light" panose="020B0204020104020204" pitchFamily="34" charset="0"/>
              </a:rPr>
              <a:t>model = </a:t>
            </a:r>
            <a:r>
              <a:rPr lang="en-IN" dirty="0" err="1">
                <a:latin typeface="Abadi Extra Light" panose="020B0204020104020204" pitchFamily="34" charset="0"/>
              </a:rPr>
              <a:t>keras.Sequential</a:t>
            </a:r>
            <a:r>
              <a:rPr lang="en-IN" dirty="0">
                <a:latin typeface="Abadi Extra Light" panose="020B0204020104020204" pitchFamily="34" charset="0"/>
              </a:rPr>
              <a:t>([</a:t>
            </a:r>
          </a:p>
          <a:p>
            <a:r>
              <a:rPr lang="en-IN" dirty="0">
                <a:latin typeface="Abadi Extra Light" panose="020B0204020104020204" pitchFamily="34" charset="0"/>
              </a:rPr>
              <a:t>    </a:t>
            </a:r>
            <a:r>
              <a:rPr lang="en-IN" dirty="0" err="1">
                <a:latin typeface="Abadi Extra Light" panose="020B0204020104020204" pitchFamily="34" charset="0"/>
              </a:rPr>
              <a:t>layers.Dense</a:t>
            </a:r>
            <a:r>
              <a:rPr lang="en-IN" dirty="0">
                <a:latin typeface="Abadi Extra Light" panose="020B0204020104020204" pitchFamily="34" charset="0"/>
              </a:rPr>
              <a:t>(units=1, </a:t>
            </a:r>
            <a:r>
              <a:rPr lang="en-IN" dirty="0" err="1">
                <a:latin typeface="Abadi Extra Light" panose="020B0204020104020204" pitchFamily="34" charset="0"/>
              </a:rPr>
              <a:t>input_shape</a:t>
            </a:r>
            <a:r>
              <a:rPr lang="en-IN" dirty="0">
                <a:latin typeface="Abadi Extra Light" panose="020B0204020104020204" pitchFamily="34" charset="0"/>
              </a:rPr>
              <a:t>=[3])</a:t>
            </a:r>
          </a:p>
          <a:p>
            <a:r>
              <a:rPr lang="en-IN" dirty="0">
                <a:latin typeface="Abadi Extra Light" panose="020B0204020104020204" pitchFamily="34" charset="0"/>
              </a:rPr>
              <a:t>])</a:t>
            </a:r>
          </a:p>
        </p:txBody>
      </p:sp>
      <p:sp>
        <p:nvSpPr>
          <p:cNvPr id="13" name="TextBox 12">
            <a:extLst>
              <a:ext uri="{FF2B5EF4-FFF2-40B4-BE49-F238E27FC236}">
                <a16:creationId xmlns:a16="http://schemas.microsoft.com/office/drawing/2014/main" id="{CFC7AFCB-89B0-B7BB-0B71-1B3F14694360}"/>
              </a:ext>
            </a:extLst>
          </p:cNvPr>
          <p:cNvSpPr txBox="1"/>
          <p:nvPr/>
        </p:nvSpPr>
        <p:spPr>
          <a:xfrm>
            <a:off x="4783239" y="1997839"/>
            <a:ext cx="6186668" cy="2862322"/>
          </a:xfrm>
          <a:prstGeom prst="rect">
            <a:avLst/>
          </a:prstGeom>
          <a:noFill/>
        </p:spPr>
        <p:txBody>
          <a:bodyPr wrap="square">
            <a:spAutoFit/>
          </a:bodyPr>
          <a:lstStyle/>
          <a:p>
            <a:r>
              <a:rPr lang="en-US" dirty="0"/>
              <a:t>With the first argument, units, we define how many outputs we want. In this case we are just predicting 'calories', so we'll use units=1.</a:t>
            </a:r>
          </a:p>
          <a:p>
            <a:endParaRPr lang="en-US" dirty="0"/>
          </a:p>
          <a:p>
            <a:r>
              <a:rPr lang="en-US" dirty="0"/>
              <a:t>With the second argument, </a:t>
            </a:r>
            <a:r>
              <a:rPr lang="en-US" dirty="0" err="1"/>
              <a:t>input_shape</a:t>
            </a:r>
            <a:r>
              <a:rPr lang="en-US" dirty="0"/>
              <a:t>, we tell Keras the dimensions of the inputs. Setting </a:t>
            </a:r>
            <a:r>
              <a:rPr lang="en-US" dirty="0" err="1"/>
              <a:t>input_shape</a:t>
            </a:r>
            <a:r>
              <a:rPr lang="en-US" dirty="0"/>
              <a:t>=[3] ensures the model will accept three features as input ('sugars', 'fiber', and 'protein').</a:t>
            </a:r>
          </a:p>
          <a:p>
            <a:endParaRPr lang="en-US" dirty="0"/>
          </a:p>
          <a:p>
            <a:r>
              <a:rPr lang="en-US" dirty="0"/>
              <a:t>This model is now ready to be fit to training data!</a:t>
            </a:r>
            <a:endParaRPr lang="en-IN" dirty="0"/>
          </a:p>
        </p:txBody>
      </p:sp>
      <p:sp>
        <p:nvSpPr>
          <p:cNvPr id="16" name="TextBox 15">
            <a:extLst>
              <a:ext uri="{FF2B5EF4-FFF2-40B4-BE49-F238E27FC236}">
                <a16:creationId xmlns:a16="http://schemas.microsoft.com/office/drawing/2014/main" id="{8A3891A7-35F7-F3C1-474B-C9BE1114A1A0}"/>
              </a:ext>
            </a:extLst>
          </p:cNvPr>
          <p:cNvSpPr txBox="1"/>
          <p:nvPr/>
        </p:nvSpPr>
        <p:spPr>
          <a:xfrm>
            <a:off x="165451" y="4753235"/>
            <a:ext cx="10388278" cy="1477328"/>
          </a:xfrm>
          <a:prstGeom prst="rect">
            <a:avLst/>
          </a:prstGeom>
          <a:noFill/>
        </p:spPr>
        <p:txBody>
          <a:bodyPr wrap="square">
            <a:spAutoFit/>
          </a:bodyPr>
          <a:lstStyle/>
          <a:p>
            <a:r>
              <a:rPr lang="en-US" dirty="0">
                <a:highlight>
                  <a:srgbClr val="FFFF00"/>
                </a:highlight>
              </a:rPr>
              <a:t>Why is </a:t>
            </a:r>
            <a:r>
              <a:rPr lang="en-US" dirty="0" err="1">
                <a:highlight>
                  <a:srgbClr val="FFFF00"/>
                </a:highlight>
              </a:rPr>
              <a:t>input_shape</a:t>
            </a:r>
            <a:r>
              <a:rPr lang="en-US" dirty="0">
                <a:highlight>
                  <a:srgbClr val="FFFF00"/>
                </a:highlight>
              </a:rPr>
              <a:t> a Python list?</a:t>
            </a:r>
          </a:p>
          <a:p>
            <a:r>
              <a:rPr lang="en-US" dirty="0">
                <a:highlight>
                  <a:srgbClr val="FFFF00"/>
                </a:highlight>
              </a:rPr>
              <a:t>The data we'll use in this course will be tabular data, like in a Pandas </a:t>
            </a:r>
            <a:r>
              <a:rPr lang="en-US" dirty="0" err="1">
                <a:highlight>
                  <a:srgbClr val="FFFF00"/>
                </a:highlight>
              </a:rPr>
              <a:t>dataframe</a:t>
            </a:r>
            <a:r>
              <a:rPr lang="en-US" dirty="0">
                <a:highlight>
                  <a:srgbClr val="FFFF00"/>
                </a:highlight>
              </a:rPr>
              <a:t>. We'll have one input for each feature in the dataset. The features are arranged by column, so we'll always have </a:t>
            </a:r>
            <a:r>
              <a:rPr lang="en-US" dirty="0" err="1">
                <a:highlight>
                  <a:srgbClr val="FFFF00"/>
                </a:highlight>
              </a:rPr>
              <a:t>input_shape</a:t>
            </a:r>
            <a:r>
              <a:rPr lang="en-US" dirty="0">
                <a:highlight>
                  <a:srgbClr val="FFFF00"/>
                </a:highlight>
              </a:rPr>
              <a:t>=[</a:t>
            </a:r>
            <a:r>
              <a:rPr lang="en-US" dirty="0" err="1">
                <a:highlight>
                  <a:srgbClr val="FFFF00"/>
                </a:highlight>
              </a:rPr>
              <a:t>num_columns</a:t>
            </a:r>
            <a:r>
              <a:rPr lang="en-US" dirty="0">
                <a:highlight>
                  <a:srgbClr val="FFFF00"/>
                </a:highlight>
              </a:rPr>
              <a:t>]. The reason Keras uses a list here is to permit use of more complex datasets. Image data, for instance, might need three dimensions: [height, width, channels].</a:t>
            </a:r>
            <a:endParaRPr lang="en-IN" dirty="0">
              <a:highlight>
                <a:srgbClr val="FFFF00"/>
              </a:highlight>
            </a:endParaRPr>
          </a:p>
        </p:txBody>
      </p:sp>
    </p:spTree>
    <p:extLst>
      <p:ext uri="{BB962C8B-B14F-4D97-AF65-F5344CB8AC3E}">
        <p14:creationId xmlns:p14="http://schemas.microsoft.com/office/powerpoint/2010/main" val="2244477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BBE45-1991-CBCD-F906-B74014909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AFE4C-A773-EAD0-FEA9-AC7A9B76FBD2}"/>
              </a:ext>
            </a:extLst>
          </p:cNvPr>
          <p:cNvSpPr>
            <a:spLocks noGrp="1"/>
          </p:cNvSpPr>
          <p:nvPr>
            <p:ph type="title"/>
          </p:nvPr>
        </p:nvSpPr>
        <p:spPr>
          <a:xfrm>
            <a:off x="200024" y="0"/>
            <a:ext cx="10515600" cy="874171"/>
          </a:xfrm>
        </p:spPr>
        <p:txBody>
          <a:bodyPr>
            <a:normAutofit fontScale="90000"/>
          </a:bodyPr>
          <a:lstStyle/>
          <a:p>
            <a:r>
              <a:rPr lang="en-US" dirty="0"/>
              <a:t>Deep Neural Networks: Add hidden layers to your network to uncover complex relationships.</a:t>
            </a:r>
          </a:p>
        </p:txBody>
      </p:sp>
      <p:sp>
        <p:nvSpPr>
          <p:cNvPr id="3" name="Content Placeholder 2">
            <a:extLst>
              <a:ext uri="{FF2B5EF4-FFF2-40B4-BE49-F238E27FC236}">
                <a16:creationId xmlns:a16="http://schemas.microsoft.com/office/drawing/2014/main" id="{2444BFF8-F354-DF27-ABEE-8FB371DF97E4}"/>
              </a:ext>
            </a:extLst>
          </p:cNvPr>
          <p:cNvSpPr>
            <a:spLocks noGrp="1"/>
          </p:cNvSpPr>
          <p:nvPr>
            <p:ph idx="1"/>
          </p:nvPr>
        </p:nvSpPr>
        <p:spPr>
          <a:xfrm>
            <a:off x="165451" y="874171"/>
            <a:ext cx="11861097" cy="4351338"/>
          </a:xfrm>
        </p:spPr>
        <p:txBody>
          <a:bodyPr/>
          <a:lstStyle/>
          <a:p>
            <a:pPr algn="l" fontAlgn="base">
              <a:spcAft>
                <a:spcPts val="1200"/>
              </a:spcAft>
            </a:pPr>
            <a:r>
              <a:rPr lang="en-US" b="0" i="0" dirty="0">
                <a:solidFill>
                  <a:srgbClr val="3C4043"/>
                </a:solidFill>
                <a:effectLst/>
                <a:latin typeface="Inter"/>
              </a:rPr>
              <a:t>Neural networks typically organize their neurons into </a:t>
            </a:r>
            <a:r>
              <a:rPr lang="en-US" b="1" i="0" dirty="0">
                <a:solidFill>
                  <a:srgbClr val="3C4043"/>
                </a:solidFill>
                <a:effectLst/>
                <a:latin typeface="inherit"/>
              </a:rPr>
              <a:t>layers</a:t>
            </a:r>
            <a:r>
              <a:rPr lang="en-US" b="0" i="0" dirty="0">
                <a:solidFill>
                  <a:srgbClr val="3C4043"/>
                </a:solidFill>
                <a:effectLst/>
                <a:latin typeface="Inter"/>
              </a:rPr>
              <a:t>. When we collect together linear units having a common set of inputs we get a </a:t>
            </a:r>
            <a:r>
              <a:rPr lang="en-US" b="1" i="0" dirty="0">
                <a:solidFill>
                  <a:srgbClr val="3C4043"/>
                </a:solidFill>
                <a:effectLst/>
                <a:latin typeface="inherit"/>
              </a:rPr>
              <a:t>dense</a:t>
            </a:r>
            <a:r>
              <a:rPr lang="en-US" b="0" i="0" dirty="0">
                <a:solidFill>
                  <a:srgbClr val="3C4043"/>
                </a:solidFill>
                <a:effectLst/>
                <a:latin typeface="Inter"/>
              </a:rPr>
              <a:t> layer.</a:t>
            </a:r>
          </a:p>
        </p:txBody>
      </p:sp>
      <p:pic>
        <p:nvPicPr>
          <p:cNvPr id="5122" name="Picture 2" descr="A stack of three circles in an input layer connected to two circles in a dense layer.">
            <a:extLst>
              <a:ext uri="{FF2B5EF4-FFF2-40B4-BE49-F238E27FC236}">
                <a16:creationId xmlns:a16="http://schemas.microsoft.com/office/drawing/2014/main" id="{2A998F0A-C336-BF3A-D733-6D96595F6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6971" y="1758429"/>
            <a:ext cx="3152775" cy="242887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39FF8B8-7B8C-50EE-29D0-835D98467E69}"/>
              </a:ext>
            </a:extLst>
          </p:cNvPr>
          <p:cNvSpPr txBox="1"/>
          <p:nvPr/>
        </p:nvSpPr>
        <p:spPr>
          <a:xfrm>
            <a:off x="200024" y="4187304"/>
            <a:ext cx="6186668" cy="369332"/>
          </a:xfrm>
          <a:prstGeom prst="rect">
            <a:avLst/>
          </a:prstGeom>
          <a:noFill/>
        </p:spPr>
        <p:txBody>
          <a:bodyPr wrap="square">
            <a:spAutoFit/>
          </a:bodyPr>
          <a:lstStyle/>
          <a:p>
            <a:r>
              <a:rPr lang="en-US" dirty="0"/>
              <a:t>A dense layer of two linear units receiving two inputs and a bias.</a:t>
            </a:r>
          </a:p>
        </p:txBody>
      </p:sp>
      <p:sp>
        <p:nvSpPr>
          <p:cNvPr id="11" name="TextBox 10">
            <a:extLst>
              <a:ext uri="{FF2B5EF4-FFF2-40B4-BE49-F238E27FC236}">
                <a16:creationId xmlns:a16="http://schemas.microsoft.com/office/drawing/2014/main" id="{C2C45ABB-8138-90D2-8ED9-C411E3003ADC}"/>
              </a:ext>
            </a:extLst>
          </p:cNvPr>
          <p:cNvSpPr txBox="1"/>
          <p:nvPr/>
        </p:nvSpPr>
        <p:spPr>
          <a:xfrm>
            <a:off x="6144785" y="1930670"/>
            <a:ext cx="4606724" cy="2739211"/>
          </a:xfrm>
          <a:prstGeom prst="rect">
            <a:avLst/>
          </a:prstGeom>
          <a:noFill/>
        </p:spPr>
        <p:txBody>
          <a:bodyPr wrap="square">
            <a:spAutoFit/>
          </a:bodyPr>
          <a:lstStyle/>
          <a:p>
            <a:pPr algn="l" fontAlgn="base">
              <a:spcAft>
                <a:spcPts val="1200"/>
              </a:spcAft>
            </a:pPr>
            <a:r>
              <a:rPr lang="en-US" b="0" i="0" dirty="0">
                <a:solidFill>
                  <a:srgbClr val="3C4043"/>
                </a:solidFill>
                <a:effectLst/>
                <a:latin typeface="Inter"/>
              </a:rPr>
              <a:t>Think of each layer in a neural network as performing some kind of relatively simple transformation. Through a deep stack of layers, a neural network can transform its inputs in more and more complex ways. In a well-trained neural network, each layer is a transformation getting us a little bit closer to a solution.</a:t>
            </a:r>
          </a:p>
          <a:p>
            <a:br>
              <a:rPr lang="en-US" dirty="0"/>
            </a:br>
            <a:endParaRPr lang="en-IN" dirty="0"/>
          </a:p>
        </p:txBody>
      </p:sp>
      <p:sp>
        <p:nvSpPr>
          <p:cNvPr id="14" name="TextBox 13">
            <a:extLst>
              <a:ext uri="{FF2B5EF4-FFF2-40B4-BE49-F238E27FC236}">
                <a16:creationId xmlns:a16="http://schemas.microsoft.com/office/drawing/2014/main" id="{6A7C3985-5A47-DC95-BEB6-3DDEFC89B519}"/>
              </a:ext>
            </a:extLst>
          </p:cNvPr>
          <p:cNvSpPr txBox="1"/>
          <p:nvPr/>
        </p:nvSpPr>
        <p:spPr>
          <a:xfrm>
            <a:off x="788886" y="4726146"/>
            <a:ext cx="9337875" cy="1477328"/>
          </a:xfrm>
          <a:prstGeom prst="rect">
            <a:avLst/>
          </a:prstGeom>
          <a:noFill/>
        </p:spPr>
        <p:txBody>
          <a:bodyPr wrap="square">
            <a:spAutoFit/>
          </a:bodyPr>
          <a:lstStyle/>
          <a:p>
            <a:r>
              <a:rPr lang="en-US" b="1" i="0" dirty="0">
                <a:solidFill>
                  <a:srgbClr val="3C4043"/>
                </a:solidFill>
                <a:effectLst/>
                <a:highlight>
                  <a:srgbClr val="00FFFF"/>
                </a:highlight>
                <a:latin typeface="Inter"/>
              </a:rPr>
              <a:t>Many Kinds of Layers</a:t>
            </a:r>
            <a:br>
              <a:rPr lang="en-US" dirty="0">
                <a:highlight>
                  <a:srgbClr val="00FFFF"/>
                </a:highlight>
              </a:rPr>
            </a:br>
            <a:r>
              <a:rPr lang="en-US" b="0" i="0" dirty="0">
                <a:solidFill>
                  <a:srgbClr val="3C4043"/>
                </a:solidFill>
                <a:effectLst/>
                <a:highlight>
                  <a:srgbClr val="00FFFF"/>
                </a:highlight>
                <a:latin typeface="Inter"/>
              </a:rPr>
              <a:t>A "layer" in Keras is a very general kind of thing. A layer can be, essentially, any kind of </a:t>
            </a:r>
            <a:r>
              <a:rPr lang="en-US" b="0" i="1" dirty="0">
                <a:solidFill>
                  <a:srgbClr val="3C4043"/>
                </a:solidFill>
                <a:effectLst/>
                <a:highlight>
                  <a:srgbClr val="00FFFF"/>
                </a:highlight>
                <a:latin typeface="Inter"/>
              </a:rPr>
              <a:t>data transformation</a:t>
            </a:r>
            <a:r>
              <a:rPr lang="en-US" b="0" i="0" dirty="0">
                <a:solidFill>
                  <a:srgbClr val="3C4043"/>
                </a:solidFill>
                <a:effectLst/>
                <a:highlight>
                  <a:srgbClr val="00FFFF"/>
                </a:highlight>
                <a:latin typeface="Inter"/>
              </a:rPr>
              <a:t>. Many layers, like the </a:t>
            </a:r>
            <a:r>
              <a:rPr lang="en-US" b="0" i="0" u="sng" dirty="0">
                <a:solidFill>
                  <a:srgbClr val="008ABC"/>
                </a:solidFill>
                <a:effectLst/>
                <a:highlight>
                  <a:srgbClr val="00FFFF"/>
                </a:highlight>
                <a:latin typeface="Inter"/>
                <a:hlinkClick r:id="rId3"/>
              </a:rPr>
              <a:t>convolutional</a:t>
            </a:r>
            <a:r>
              <a:rPr lang="en-US" b="0" i="0" dirty="0">
                <a:solidFill>
                  <a:srgbClr val="3C4043"/>
                </a:solidFill>
                <a:effectLst/>
                <a:highlight>
                  <a:srgbClr val="00FFFF"/>
                </a:highlight>
                <a:latin typeface="Inter"/>
              </a:rPr>
              <a:t> and </a:t>
            </a:r>
            <a:r>
              <a:rPr lang="en-US" b="0" i="0" u="sng" dirty="0">
                <a:solidFill>
                  <a:srgbClr val="008ABC"/>
                </a:solidFill>
                <a:effectLst/>
                <a:highlight>
                  <a:srgbClr val="00FFFF"/>
                </a:highlight>
                <a:latin typeface="Inter"/>
                <a:hlinkClick r:id="rId4"/>
              </a:rPr>
              <a:t>recurrent</a:t>
            </a:r>
            <a:r>
              <a:rPr lang="en-US" b="0" i="0" dirty="0">
                <a:solidFill>
                  <a:srgbClr val="3C4043"/>
                </a:solidFill>
                <a:effectLst/>
                <a:highlight>
                  <a:srgbClr val="00FFFF"/>
                </a:highlight>
                <a:latin typeface="Inter"/>
              </a:rPr>
              <a:t> layers, transform data through use of neurons and differ primarily in the pattern of connections they form. Others though are used for </a:t>
            </a:r>
            <a:r>
              <a:rPr lang="en-US" b="0" i="0" u="sng" dirty="0">
                <a:solidFill>
                  <a:srgbClr val="008ABC"/>
                </a:solidFill>
                <a:effectLst/>
                <a:highlight>
                  <a:srgbClr val="00FFFF"/>
                </a:highlight>
                <a:latin typeface="Inter"/>
                <a:hlinkClick r:id="rId5"/>
              </a:rPr>
              <a:t>feature engineering</a:t>
            </a:r>
            <a:r>
              <a:rPr lang="en-US" b="0" i="0" dirty="0">
                <a:solidFill>
                  <a:srgbClr val="3C4043"/>
                </a:solidFill>
                <a:effectLst/>
                <a:highlight>
                  <a:srgbClr val="00FFFF"/>
                </a:highlight>
                <a:latin typeface="Inter"/>
              </a:rPr>
              <a:t> or just </a:t>
            </a:r>
            <a:r>
              <a:rPr lang="en-US" b="0" i="0" u="sng" dirty="0">
                <a:solidFill>
                  <a:srgbClr val="008ABC"/>
                </a:solidFill>
                <a:effectLst/>
                <a:highlight>
                  <a:srgbClr val="00FFFF"/>
                </a:highlight>
                <a:latin typeface="Inter"/>
                <a:hlinkClick r:id="rId6"/>
              </a:rPr>
              <a:t>simple arithmetic</a:t>
            </a:r>
            <a:r>
              <a:rPr lang="en-US" b="0" i="0" dirty="0">
                <a:solidFill>
                  <a:srgbClr val="3C4043"/>
                </a:solidFill>
                <a:effectLst/>
                <a:highlight>
                  <a:srgbClr val="00FFFF"/>
                </a:highlight>
                <a:latin typeface="Inter"/>
              </a:rPr>
              <a:t>.</a:t>
            </a:r>
            <a:endParaRPr lang="en-IN" dirty="0">
              <a:highlight>
                <a:srgbClr val="00FFFF"/>
              </a:highlight>
            </a:endParaRPr>
          </a:p>
        </p:txBody>
      </p:sp>
    </p:spTree>
    <p:extLst>
      <p:ext uri="{BB962C8B-B14F-4D97-AF65-F5344CB8AC3E}">
        <p14:creationId xmlns:p14="http://schemas.microsoft.com/office/powerpoint/2010/main" val="4292651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7DD74-15FC-6A6E-3DAC-8F96B44E9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B3622-3879-6FE7-6ADB-EBDC63F86D02}"/>
              </a:ext>
            </a:extLst>
          </p:cNvPr>
          <p:cNvSpPr>
            <a:spLocks noGrp="1"/>
          </p:cNvSpPr>
          <p:nvPr>
            <p:ph type="title"/>
          </p:nvPr>
        </p:nvSpPr>
        <p:spPr>
          <a:xfrm>
            <a:off x="200024" y="0"/>
            <a:ext cx="10515600" cy="874171"/>
          </a:xfrm>
        </p:spPr>
        <p:txBody>
          <a:bodyPr>
            <a:normAutofit/>
          </a:bodyPr>
          <a:lstStyle/>
          <a:p>
            <a:r>
              <a:rPr lang="en-US" dirty="0"/>
              <a:t>The Activation Function</a:t>
            </a:r>
          </a:p>
        </p:txBody>
      </p:sp>
      <p:sp>
        <p:nvSpPr>
          <p:cNvPr id="3" name="Content Placeholder 2">
            <a:extLst>
              <a:ext uri="{FF2B5EF4-FFF2-40B4-BE49-F238E27FC236}">
                <a16:creationId xmlns:a16="http://schemas.microsoft.com/office/drawing/2014/main" id="{9B89757C-1A6C-40FD-4427-53008827305A}"/>
              </a:ext>
            </a:extLst>
          </p:cNvPr>
          <p:cNvSpPr>
            <a:spLocks noGrp="1"/>
          </p:cNvSpPr>
          <p:nvPr>
            <p:ph idx="1"/>
          </p:nvPr>
        </p:nvSpPr>
        <p:spPr>
          <a:xfrm>
            <a:off x="165451" y="874171"/>
            <a:ext cx="11861097" cy="4351338"/>
          </a:xfrm>
        </p:spPr>
        <p:txBody>
          <a:bodyPr/>
          <a:lstStyle/>
          <a:p>
            <a:pPr algn="l" fontAlgn="base">
              <a:spcAft>
                <a:spcPts val="1200"/>
              </a:spcAft>
            </a:pPr>
            <a:r>
              <a:rPr lang="en-US" b="0" i="0" dirty="0">
                <a:solidFill>
                  <a:srgbClr val="3C4043"/>
                </a:solidFill>
                <a:effectLst/>
                <a:latin typeface="Inter"/>
              </a:rPr>
              <a:t>Two dense layers are nothing in between are no better than a single dense layer by itself. Dense layers by themselves can never move us out of the world of lines and planes. What we need is something </a:t>
            </a:r>
            <a:r>
              <a:rPr lang="en-US" b="0" i="1" dirty="0">
                <a:solidFill>
                  <a:srgbClr val="3C4043"/>
                </a:solidFill>
                <a:effectLst/>
                <a:latin typeface="inherit"/>
              </a:rPr>
              <a:t>nonlinear</a:t>
            </a:r>
            <a:r>
              <a:rPr lang="en-US" b="0" i="0" dirty="0">
                <a:solidFill>
                  <a:srgbClr val="3C4043"/>
                </a:solidFill>
                <a:effectLst/>
                <a:latin typeface="Inter"/>
              </a:rPr>
              <a:t>. What we need are activation functions.</a:t>
            </a:r>
            <a:br>
              <a:rPr lang="en-US" dirty="0"/>
            </a:br>
            <a:endParaRPr lang="en-US" b="0" i="0" dirty="0">
              <a:solidFill>
                <a:srgbClr val="3C4043"/>
              </a:solidFill>
              <a:effectLst/>
              <a:latin typeface="Inter"/>
            </a:endParaRPr>
          </a:p>
        </p:txBody>
      </p:sp>
      <p:pic>
        <p:nvPicPr>
          <p:cNvPr id="6146" name="Picture 2" descr=" ">
            <a:extLst>
              <a:ext uri="{FF2B5EF4-FFF2-40B4-BE49-F238E27FC236}">
                <a16:creationId xmlns:a16="http://schemas.microsoft.com/office/drawing/2014/main" id="{EE30A14A-9A42-78D0-67F6-9075653F5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74" y="2021429"/>
            <a:ext cx="4819650" cy="39624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DE72284-FF51-1111-F837-DBFA737C2443}"/>
              </a:ext>
            </a:extLst>
          </p:cNvPr>
          <p:cNvSpPr txBox="1"/>
          <p:nvPr/>
        </p:nvSpPr>
        <p:spPr>
          <a:xfrm>
            <a:off x="638174" y="5522164"/>
            <a:ext cx="6186668" cy="923330"/>
          </a:xfrm>
          <a:prstGeom prst="rect">
            <a:avLst/>
          </a:prstGeom>
          <a:noFill/>
        </p:spPr>
        <p:txBody>
          <a:bodyPr wrap="square">
            <a:spAutoFit/>
          </a:bodyPr>
          <a:lstStyle/>
          <a:p>
            <a:r>
              <a:rPr lang="en-US" dirty="0"/>
              <a:t>Without activation functions, neural networks can only learn linear relationships. In order to fit curves, we'll need to use activation functions.</a:t>
            </a:r>
          </a:p>
        </p:txBody>
      </p:sp>
      <p:sp>
        <p:nvSpPr>
          <p:cNvPr id="8" name="TextBox 7">
            <a:extLst>
              <a:ext uri="{FF2B5EF4-FFF2-40B4-BE49-F238E27FC236}">
                <a16:creationId xmlns:a16="http://schemas.microsoft.com/office/drawing/2014/main" id="{E83C33BD-3328-4499-FC71-F74831699CCD}"/>
              </a:ext>
            </a:extLst>
          </p:cNvPr>
          <p:cNvSpPr txBox="1"/>
          <p:nvPr/>
        </p:nvSpPr>
        <p:spPr>
          <a:xfrm>
            <a:off x="5669518" y="1666661"/>
            <a:ext cx="6094070" cy="1200329"/>
          </a:xfrm>
          <a:prstGeom prst="rect">
            <a:avLst/>
          </a:prstGeom>
          <a:noFill/>
        </p:spPr>
        <p:txBody>
          <a:bodyPr wrap="square">
            <a:spAutoFit/>
          </a:bodyPr>
          <a:lstStyle/>
          <a:p>
            <a:r>
              <a:rPr lang="en-US" b="0" i="0" dirty="0">
                <a:solidFill>
                  <a:srgbClr val="3C4043"/>
                </a:solidFill>
                <a:effectLst/>
                <a:latin typeface="Inter"/>
              </a:rPr>
              <a:t>An </a:t>
            </a:r>
            <a:r>
              <a:rPr lang="en-US" b="1" i="0" dirty="0">
                <a:solidFill>
                  <a:srgbClr val="3C4043"/>
                </a:solidFill>
                <a:effectLst/>
                <a:latin typeface="Inter"/>
              </a:rPr>
              <a:t>activation function</a:t>
            </a:r>
            <a:r>
              <a:rPr lang="en-US" b="0" i="0" dirty="0">
                <a:solidFill>
                  <a:srgbClr val="3C4043"/>
                </a:solidFill>
                <a:effectLst/>
                <a:latin typeface="Inter"/>
              </a:rPr>
              <a:t> is simply some function we apply to each of a layer's outputs (its </a:t>
            </a:r>
            <a:r>
              <a:rPr lang="en-US" b="0" i="1" dirty="0">
                <a:solidFill>
                  <a:srgbClr val="3C4043"/>
                </a:solidFill>
                <a:effectLst/>
                <a:latin typeface="Inter"/>
              </a:rPr>
              <a:t>activations</a:t>
            </a:r>
            <a:r>
              <a:rPr lang="en-US" b="0" i="0" dirty="0">
                <a:solidFill>
                  <a:srgbClr val="3C4043"/>
                </a:solidFill>
                <a:effectLst/>
                <a:latin typeface="Inter"/>
              </a:rPr>
              <a:t>). The most common is the </a:t>
            </a:r>
            <a:r>
              <a:rPr lang="en-US" b="0" i="1" dirty="0">
                <a:solidFill>
                  <a:srgbClr val="3C4043"/>
                </a:solidFill>
                <a:effectLst/>
                <a:latin typeface="Inter"/>
              </a:rPr>
              <a:t>rectifier</a:t>
            </a:r>
            <a:r>
              <a:rPr lang="en-US" b="0" i="0" dirty="0">
                <a:solidFill>
                  <a:srgbClr val="3C4043"/>
                </a:solidFill>
                <a:effectLst/>
                <a:latin typeface="Inter"/>
              </a:rPr>
              <a:t> function </a:t>
            </a:r>
            <a:r>
              <a:rPr lang="en-US" b="0" i="0" dirty="0">
                <a:solidFill>
                  <a:srgbClr val="3C4043"/>
                </a:solidFill>
                <a:effectLst/>
                <a:latin typeface="MJXc-TeX-math-I"/>
              </a:rPr>
              <a:t>max</a:t>
            </a:r>
            <a:r>
              <a:rPr lang="en-US" b="0" i="0" dirty="0">
                <a:solidFill>
                  <a:srgbClr val="3C4043"/>
                </a:solidFill>
                <a:effectLst/>
                <a:latin typeface="MJXc-TeX-main-R"/>
              </a:rPr>
              <a:t>(0,</a:t>
            </a:r>
            <a:r>
              <a:rPr lang="en-US" b="0" i="0" dirty="0">
                <a:solidFill>
                  <a:srgbClr val="3C4043"/>
                </a:solidFill>
                <a:effectLst/>
                <a:latin typeface="MJXc-TeX-math-I"/>
              </a:rPr>
              <a:t>x</a:t>
            </a:r>
            <a:r>
              <a:rPr lang="en-US" b="0" i="0" dirty="0">
                <a:solidFill>
                  <a:srgbClr val="3C4043"/>
                </a:solidFill>
                <a:effectLst/>
                <a:latin typeface="MJXc-TeX-main-R"/>
              </a:rPr>
              <a:t>)</a:t>
            </a:r>
            <a:r>
              <a:rPr lang="en-US" b="0" i="0" dirty="0">
                <a:solidFill>
                  <a:srgbClr val="3C4043"/>
                </a:solidFill>
                <a:effectLst/>
                <a:latin typeface="inherit"/>
              </a:rPr>
              <a:t>max(0,x)</a:t>
            </a:r>
            <a:br>
              <a:rPr lang="en-US" dirty="0"/>
            </a:br>
            <a:endParaRPr lang="en-IN" dirty="0"/>
          </a:p>
        </p:txBody>
      </p:sp>
      <p:pic>
        <p:nvPicPr>
          <p:cNvPr id="6149" name="Picture 5" descr="A graph of the rectifier function. The line y=x when x&gt;0 and y=0 when x&lt;0, making a 'hinge' shape like '_/'.">
            <a:extLst>
              <a:ext uri="{FF2B5EF4-FFF2-40B4-BE49-F238E27FC236}">
                <a16:creationId xmlns:a16="http://schemas.microsoft.com/office/drawing/2014/main" id="{7521F569-AA84-3C11-1B6A-234B6282F8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2469" y="2663824"/>
            <a:ext cx="4902385" cy="285834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CE865E6-3395-D63A-8FE0-15C8D32C1F70}"/>
              </a:ext>
            </a:extLst>
          </p:cNvPr>
          <p:cNvSpPr txBox="1"/>
          <p:nvPr/>
        </p:nvSpPr>
        <p:spPr>
          <a:xfrm>
            <a:off x="6316626" y="5499515"/>
            <a:ext cx="5875374" cy="1200329"/>
          </a:xfrm>
          <a:prstGeom prst="rect">
            <a:avLst/>
          </a:prstGeom>
          <a:noFill/>
        </p:spPr>
        <p:txBody>
          <a:bodyPr wrap="square">
            <a:spAutoFit/>
          </a:bodyPr>
          <a:lstStyle/>
          <a:p>
            <a:pPr algn="l" fontAlgn="base">
              <a:spcAft>
                <a:spcPts val="1200"/>
              </a:spcAft>
            </a:pPr>
            <a:r>
              <a:rPr lang="en-US" b="0" i="0" dirty="0">
                <a:solidFill>
                  <a:srgbClr val="3C4043"/>
                </a:solidFill>
                <a:effectLst/>
                <a:latin typeface="Inter"/>
              </a:rPr>
              <a:t>The rectifier function has a graph that's a line with the negative part "rectified" to zero. Applying the function to the outputs of a neuron will put a </a:t>
            </a:r>
            <a:r>
              <a:rPr lang="en-US" b="0" i="1" dirty="0">
                <a:solidFill>
                  <a:srgbClr val="3C4043"/>
                </a:solidFill>
                <a:effectLst/>
                <a:latin typeface="inherit"/>
              </a:rPr>
              <a:t>bend</a:t>
            </a:r>
            <a:r>
              <a:rPr lang="en-US" b="0" i="0" dirty="0">
                <a:solidFill>
                  <a:srgbClr val="3C4043"/>
                </a:solidFill>
                <a:effectLst/>
                <a:latin typeface="Inter"/>
              </a:rPr>
              <a:t> in the data, moving us away from simple lines.</a:t>
            </a:r>
          </a:p>
        </p:txBody>
      </p:sp>
    </p:spTree>
    <p:extLst>
      <p:ext uri="{BB962C8B-B14F-4D97-AF65-F5344CB8AC3E}">
        <p14:creationId xmlns:p14="http://schemas.microsoft.com/office/powerpoint/2010/main" val="460102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F1E44-9284-430E-9664-CB51277C4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DE149-237E-D1B4-398A-92917540823F}"/>
              </a:ext>
            </a:extLst>
          </p:cNvPr>
          <p:cNvSpPr>
            <a:spLocks noGrp="1"/>
          </p:cNvSpPr>
          <p:nvPr>
            <p:ph type="title"/>
          </p:nvPr>
        </p:nvSpPr>
        <p:spPr>
          <a:xfrm>
            <a:off x="200024" y="0"/>
            <a:ext cx="10515600" cy="874171"/>
          </a:xfrm>
        </p:spPr>
        <p:txBody>
          <a:bodyPr>
            <a:normAutofit/>
          </a:bodyPr>
          <a:lstStyle/>
          <a:p>
            <a:r>
              <a:rPr lang="en-US" dirty="0"/>
              <a:t>The Activation Function</a:t>
            </a:r>
          </a:p>
        </p:txBody>
      </p:sp>
      <p:sp>
        <p:nvSpPr>
          <p:cNvPr id="3" name="Content Placeholder 2">
            <a:extLst>
              <a:ext uri="{FF2B5EF4-FFF2-40B4-BE49-F238E27FC236}">
                <a16:creationId xmlns:a16="http://schemas.microsoft.com/office/drawing/2014/main" id="{8C75CFBD-72CA-791C-E8C6-91548E99A1FF}"/>
              </a:ext>
            </a:extLst>
          </p:cNvPr>
          <p:cNvSpPr>
            <a:spLocks noGrp="1"/>
          </p:cNvSpPr>
          <p:nvPr>
            <p:ph idx="1"/>
          </p:nvPr>
        </p:nvSpPr>
        <p:spPr>
          <a:xfrm>
            <a:off x="165451" y="874171"/>
            <a:ext cx="11861097" cy="4351338"/>
          </a:xfrm>
        </p:spPr>
        <p:txBody>
          <a:bodyPr/>
          <a:lstStyle/>
          <a:p>
            <a:pPr algn="l" fontAlgn="base">
              <a:spcAft>
                <a:spcPts val="1200"/>
              </a:spcAft>
            </a:pPr>
            <a:r>
              <a:rPr lang="en-US" b="0" i="0" dirty="0">
                <a:solidFill>
                  <a:srgbClr val="3C4043"/>
                </a:solidFill>
                <a:effectLst/>
                <a:latin typeface="Inter"/>
              </a:rPr>
              <a:t>When we attach the rectifier to a linear unit, we get a rectified linear unit or </a:t>
            </a:r>
            <a:r>
              <a:rPr lang="en-US" b="0" i="0" dirty="0" err="1">
                <a:solidFill>
                  <a:srgbClr val="3C4043"/>
                </a:solidFill>
                <a:effectLst/>
                <a:latin typeface="Inter"/>
              </a:rPr>
              <a:t>ReLU</a:t>
            </a:r>
            <a:r>
              <a:rPr lang="en-US" b="0" i="0" dirty="0">
                <a:solidFill>
                  <a:srgbClr val="3C4043"/>
                </a:solidFill>
                <a:effectLst/>
                <a:latin typeface="Inter"/>
              </a:rPr>
              <a:t>. (For this reason, it's common to call the rectifier function the "</a:t>
            </a:r>
            <a:r>
              <a:rPr lang="en-US" b="0" i="0" dirty="0" err="1">
                <a:solidFill>
                  <a:srgbClr val="3C4043"/>
                </a:solidFill>
                <a:effectLst/>
                <a:latin typeface="Inter"/>
              </a:rPr>
              <a:t>ReLU</a:t>
            </a:r>
            <a:r>
              <a:rPr lang="en-US" b="0" i="0" dirty="0">
                <a:solidFill>
                  <a:srgbClr val="3C4043"/>
                </a:solidFill>
                <a:effectLst/>
                <a:latin typeface="Inter"/>
              </a:rPr>
              <a:t> function".) Applying a </a:t>
            </a:r>
            <a:r>
              <a:rPr lang="en-US" b="0" i="0" dirty="0" err="1">
                <a:solidFill>
                  <a:srgbClr val="3C4043"/>
                </a:solidFill>
                <a:effectLst/>
                <a:latin typeface="Inter"/>
              </a:rPr>
              <a:t>ReLU</a:t>
            </a:r>
            <a:r>
              <a:rPr lang="en-US" b="0" i="0" dirty="0">
                <a:solidFill>
                  <a:srgbClr val="3C4043"/>
                </a:solidFill>
                <a:effectLst/>
                <a:latin typeface="Inter"/>
              </a:rPr>
              <a:t> activation to a linear unit means the output becomes max(0, w * x + b), which we might draw in a diagram like:</a:t>
            </a:r>
          </a:p>
          <a:p>
            <a:pPr algn="l" fontAlgn="base">
              <a:spcAft>
                <a:spcPts val="1200"/>
              </a:spcAft>
            </a:pPr>
            <a:endParaRPr lang="en-US" b="0" i="0" dirty="0">
              <a:solidFill>
                <a:srgbClr val="3C4043"/>
              </a:solidFill>
              <a:effectLst/>
              <a:latin typeface="Inter"/>
            </a:endParaRPr>
          </a:p>
        </p:txBody>
      </p:sp>
      <p:pic>
        <p:nvPicPr>
          <p:cNvPr id="7171" name="Picture 3" descr="Diagram of a single ReLU. Like a linear unit, but instead of a '+' symbol we now have a hinge '_/'. ">
            <a:extLst>
              <a:ext uri="{FF2B5EF4-FFF2-40B4-BE49-F238E27FC236}">
                <a16:creationId xmlns:a16="http://schemas.microsoft.com/office/drawing/2014/main" id="{D79C22C5-8B82-03B4-E32D-0254886474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922" y="1781175"/>
            <a:ext cx="2819400" cy="164782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CE9EACA-7609-4754-40C8-42062FC46DBB}"/>
              </a:ext>
            </a:extLst>
          </p:cNvPr>
          <p:cNvSpPr txBox="1"/>
          <p:nvPr/>
        </p:nvSpPr>
        <p:spPr>
          <a:xfrm>
            <a:off x="558479" y="3244334"/>
            <a:ext cx="6094070" cy="369332"/>
          </a:xfrm>
          <a:prstGeom prst="rect">
            <a:avLst/>
          </a:prstGeom>
          <a:noFill/>
        </p:spPr>
        <p:txBody>
          <a:bodyPr wrap="square">
            <a:spAutoFit/>
          </a:bodyPr>
          <a:lstStyle/>
          <a:p>
            <a:r>
              <a:rPr lang="en-IN" dirty="0"/>
              <a:t>A rectified linear unit.</a:t>
            </a:r>
          </a:p>
        </p:txBody>
      </p:sp>
    </p:spTree>
    <p:extLst>
      <p:ext uri="{BB962C8B-B14F-4D97-AF65-F5344CB8AC3E}">
        <p14:creationId xmlns:p14="http://schemas.microsoft.com/office/powerpoint/2010/main" val="1428761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76650-A6BA-DE10-9E04-9E0839348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1D76E-7871-0B2A-CA34-C9D40FD75A13}"/>
              </a:ext>
            </a:extLst>
          </p:cNvPr>
          <p:cNvSpPr>
            <a:spLocks noGrp="1"/>
          </p:cNvSpPr>
          <p:nvPr>
            <p:ph type="title"/>
          </p:nvPr>
        </p:nvSpPr>
        <p:spPr>
          <a:xfrm>
            <a:off x="200024" y="0"/>
            <a:ext cx="10515600" cy="874171"/>
          </a:xfrm>
        </p:spPr>
        <p:txBody>
          <a:bodyPr>
            <a:normAutofit/>
          </a:bodyPr>
          <a:lstStyle/>
          <a:p>
            <a:r>
              <a:rPr lang="en-US" dirty="0"/>
              <a:t>Stacking Dense Layers¶</a:t>
            </a:r>
          </a:p>
        </p:txBody>
      </p:sp>
      <p:sp>
        <p:nvSpPr>
          <p:cNvPr id="3" name="Content Placeholder 2">
            <a:extLst>
              <a:ext uri="{FF2B5EF4-FFF2-40B4-BE49-F238E27FC236}">
                <a16:creationId xmlns:a16="http://schemas.microsoft.com/office/drawing/2014/main" id="{7F4F7A6B-E13D-E675-1362-68C09CC0F184}"/>
              </a:ext>
            </a:extLst>
          </p:cNvPr>
          <p:cNvSpPr>
            <a:spLocks noGrp="1"/>
          </p:cNvSpPr>
          <p:nvPr>
            <p:ph idx="1"/>
          </p:nvPr>
        </p:nvSpPr>
        <p:spPr>
          <a:xfrm>
            <a:off x="165451" y="874171"/>
            <a:ext cx="11861097" cy="4351338"/>
          </a:xfrm>
        </p:spPr>
        <p:txBody>
          <a:bodyPr/>
          <a:lstStyle/>
          <a:p>
            <a:pPr algn="l" fontAlgn="base">
              <a:spcAft>
                <a:spcPts val="1200"/>
              </a:spcAft>
            </a:pPr>
            <a:r>
              <a:rPr lang="en-US" b="0" i="0" dirty="0">
                <a:solidFill>
                  <a:srgbClr val="3C4043"/>
                </a:solidFill>
                <a:effectLst/>
                <a:latin typeface="Inter"/>
              </a:rPr>
              <a:t>let's see how we can stack layers to get complex data transformations.</a:t>
            </a:r>
            <a:br>
              <a:rPr lang="en-US" dirty="0"/>
            </a:br>
            <a:endParaRPr lang="en-US" b="0" i="0" dirty="0">
              <a:solidFill>
                <a:srgbClr val="3C4043"/>
              </a:solidFill>
              <a:effectLst/>
              <a:latin typeface="Inter"/>
            </a:endParaRPr>
          </a:p>
        </p:txBody>
      </p:sp>
      <p:pic>
        <p:nvPicPr>
          <p:cNvPr id="8194" name="Picture 2" descr="An input layer, two hidden layers, and a final linear layer.">
            <a:extLst>
              <a:ext uri="{FF2B5EF4-FFF2-40B4-BE49-F238E27FC236}">
                <a16:creationId xmlns:a16="http://schemas.microsoft.com/office/drawing/2014/main" id="{E488FB3E-A70E-2F67-2087-6632F4AF0A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784" y="1748342"/>
            <a:ext cx="4991100" cy="38004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C13B5BE-83D4-5689-14E3-8699CBFD80E2}"/>
              </a:ext>
            </a:extLst>
          </p:cNvPr>
          <p:cNvSpPr txBox="1"/>
          <p:nvPr/>
        </p:nvSpPr>
        <p:spPr>
          <a:xfrm>
            <a:off x="0" y="5614497"/>
            <a:ext cx="6186668" cy="369332"/>
          </a:xfrm>
          <a:prstGeom prst="rect">
            <a:avLst/>
          </a:prstGeom>
          <a:noFill/>
        </p:spPr>
        <p:txBody>
          <a:bodyPr wrap="square">
            <a:spAutoFit/>
          </a:bodyPr>
          <a:lstStyle/>
          <a:p>
            <a:r>
              <a:rPr lang="en-US" dirty="0"/>
              <a:t>A stack of dense layers makes a "fully-connected" network.</a:t>
            </a:r>
          </a:p>
        </p:txBody>
      </p:sp>
      <p:sp>
        <p:nvSpPr>
          <p:cNvPr id="8" name="TextBox 7">
            <a:extLst>
              <a:ext uri="{FF2B5EF4-FFF2-40B4-BE49-F238E27FC236}">
                <a16:creationId xmlns:a16="http://schemas.microsoft.com/office/drawing/2014/main" id="{BDF1BC99-9586-15BB-94B2-CDE8A62627F9}"/>
              </a:ext>
            </a:extLst>
          </p:cNvPr>
          <p:cNvSpPr txBox="1"/>
          <p:nvPr/>
        </p:nvSpPr>
        <p:spPr>
          <a:xfrm>
            <a:off x="5457824" y="1632491"/>
            <a:ext cx="6123006" cy="1354217"/>
          </a:xfrm>
          <a:prstGeom prst="rect">
            <a:avLst/>
          </a:prstGeom>
          <a:noFill/>
        </p:spPr>
        <p:txBody>
          <a:bodyPr wrap="square">
            <a:spAutoFit/>
          </a:bodyPr>
          <a:lstStyle/>
          <a:p>
            <a:pPr algn="l" fontAlgn="base">
              <a:spcAft>
                <a:spcPts val="1200"/>
              </a:spcAft>
            </a:pPr>
            <a:r>
              <a:rPr lang="en-US" b="0" i="0" dirty="0">
                <a:solidFill>
                  <a:srgbClr val="3C4043"/>
                </a:solidFill>
                <a:effectLst/>
                <a:latin typeface="Inter"/>
              </a:rPr>
              <a:t>The layers before the output layer are sometimes called </a:t>
            </a:r>
            <a:r>
              <a:rPr lang="en-US" b="1" i="0" dirty="0">
                <a:solidFill>
                  <a:srgbClr val="3C4043"/>
                </a:solidFill>
                <a:effectLst/>
                <a:latin typeface="inherit"/>
              </a:rPr>
              <a:t>hidden</a:t>
            </a:r>
            <a:r>
              <a:rPr lang="en-US" b="0" i="0" dirty="0">
                <a:solidFill>
                  <a:srgbClr val="3C4043"/>
                </a:solidFill>
                <a:effectLst/>
                <a:latin typeface="Inter"/>
              </a:rPr>
              <a:t> since we never see their outputs directly.</a:t>
            </a:r>
          </a:p>
          <a:p>
            <a:br>
              <a:rPr lang="en-US" dirty="0"/>
            </a:br>
            <a:endParaRPr lang="en-IN" dirty="0"/>
          </a:p>
        </p:txBody>
      </p:sp>
      <p:sp>
        <p:nvSpPr>
          <p:cNvPr id="11" name="TextBox 10">
            <a:extLst>
              <a:ext uri="{FF2B5EF4-FFF2-40B4-BE49-F238E27FC236}">
                <a16:creationId xmlns:a16="http://schemas.microsoft.com/office/drawing/2014/main" id="{75124B71-B1FC-2023-CA82-73FDD6B66F07}"/>
              </a:ext>
            </a:extLst>
          </p:cNvPr>
          <p:cNvSpPr txBox="1"/>
          <p:nvPr/>
        </p:nvSpPr>
        <p:spPr>
          <a:xfrm>
            <a:off x="5457824" y="2555972"/>
            <a:ext cx="6123006" cy="2185214"/>
          </a:xfrm>
          <a:prstGeom prst="rect">
            <a:avLst/>
          </a:prstGeom>
          <a:noFill/>
        </p:spPr>
        <p:txBody>
          <a:bodyPr wrap="square">
            <a:spAutoFit/>
          </a:bodyPr>
          <a:lstStyle/>
          <a:p>
            <a:pPr algn="l" fontAlgn="base">
              <a:spcAft>
                <a:spcPts val="1200"/>
              </a:spcAft>
            </a:pPr>
            <a:r>
              <a:rPr lang="en-US" b="0" i="0" dirty="0">
                <a:solidFill>
                  <a:srgbClr val="3C4043"/>
                </a:solidFill>
                <a:effectLst/>
                <a:latin typeface="Inter"/>
              </a:rPr>
              <a:t>Now, notice that the final (output) layer is a linear unit (meaning, no activation function). That makes this network appropriate to a regression task, where we are trying to predict some arbitrary numeric value. Other tasks (like classification) might require an activation function on the output.</a:t>
            </a:r>
          </a:p>
          <a:p>
            <a:br>
              <a:rPr lang="en-US" dirty="0"/>
            </a:br>
            <a:endParaRPr lang="en-IN" dirty="0"/>
          </a:p>
        </p:txBody>
      </p:sp>
    </p:spTree>
    <p:extLst>
      <p:ext uri="{BB962C8B-B14F-4D97-AF65-F5344CB8AC3E}">
        <p14:creationId xmlns:p14="http://schemas.microsoft.com/office/powerpoint/2010/main" val="3828644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14084-31DB-CE74-5D56-FAB6AE545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B4176-B3EA-4721-2C6B-07342399C18A}"/>
              </a:ext>
            </a:extLst>
          </p:cNvPr>
          <p:cNvSpPr>
            <a:spLocks noGrp="1"/>
          </p:cNvSpPr>
          <p:nvPr>
            <p:ph type="title"/>
          </p:nvPr>
        </p:nvSpPr>
        <p:spPr>
          <a:xfrm>
            <a:off x="200024" y="0"/>
            <a:ext cx="10515600" cy="874171"/>
          </a:xfrm>
        </p:spPr>
        <p:txBody>
          <a:bodyPr>
            <a:normAutofit/>
          </a:bodyPr>
          <a:lstStyle/>
          <a:p>
            <a:r>
              <a:rPr lang="en-US" dirty="0"/>
              <a:t>Building Sequential Models</a:t>
            </a:r>
          </a:p>
        </p:txBody>
      </p:sp>
      <p:sp>
        <p:nvSpPr>
          <p:cNvPr id="3" name="Content Placeholder 2">
            <a:extLst>
              <a:ext uri="{FF2B5EF4-FFF2-40B4-BE49-F238E27FC236}">
                <a16:creationId xmlns:a16="http://schemas.microsoft.com/office/drawing/2014/main" id="{8BEE6DBD-14DD-AD07-2606-3370BFD30099}"/>
              </a:ext>
            </a:extLst>
          </p:cNvPr>
          <p:cNvSpPr>
            <a:spLocks noGrp="1"/>
          </p:cNvSpPr>
          <p:nvPr>
            <p:ph idx="1"/>
          </p:nvPr>
        </p:nvSpPr>
        <p:spPr>
          <a:xfrm>
            <a:off x="165451" y="874171"/>
            <a:ext cx="11861097" cy="4351338"/>
          </a:xfrm>
        </p:spPr>
        <p:txBody>
          <a:bodyPr/>
          <a:lstStyle/>
          <a:p>
            <a:pPr algn="l" fontAlgn="base">
              <a:spcAft>
                <a:spcPts val="1200"/>
              </a:spcAft>
            </a:pPr>
            <a:r>
              <a:rPr lang="en-US" b="0" i="0" dirty="0">
                <a:solidFill>
                  <a:srgbClr val="3C4043"/>
                </a:solidFill>
                <a:effectLst/>
                <a:latin typeface="Inter"/>
              </a:rPr>
              <a:t>The Sequential model we've been using will connect together a list of layers in order from first to last: the first layer gets the input, the last layer produces the output. This creates the model in the figure:</a:t>
            </a:r>
          </a:p>
        </p:txBody>
      </p:sp>
      <p:pic>
        <p:nvPicPr>
          <p:cNvPr id="8194" name="Picture 2" descr="An input layer, two hidden layers, and a final linear layer.">
            <a:extLst>
              <a:ext uri="{FF2B5EF4-FFF2-40B4-BE49-F238E27FC236}">
                <a16:creationId xmlns:a16="http://schemas.microsoft.com/office/drawing/2014/main" id="{B774B5F4-448D-153A-C89E-52C07BE000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784" y="1748342"/>
            <a:ext cx="4991100" cy="38004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0864050-E0E4-75CF-0B86-6D005C25C044}"/>
              </a:ext>
            </a:extLst>
          </p:cNvPr>
          <p:cNvSpPr txBox="1"/>
          <p:nvPr/>
        </p:nvSpPr>
        <p:spPr>
          <a:xfrm>
            <a:off x="0" y="5614497"/>
            <a:ext cx="6186668" cy="369332"/>
          </a:xfrm>
          <a:prstGeom prst="rect">
            <a:avLst/>
          </a:prstGeom>
          <a:noFill/>
        </p:spPr>
        <p:txBody>
          <a:bodyPr wrap="square">
            <a:spAutoFit/>
          </a:bodyPr>
          <a:lstStyle/>
          <a:p>
            <a:r>
              <a:rPr lang="en-US" dirty="0"/>
              <a:t>A stack of dense layers makes a "fully-connected" network.</a:t>
            </a:r>
          </a:p>
        </p:txBody>
      </p:sp>
      <p:sp>
        <p:nvSpPr>
          <p:cNvPr id="11" name="TextBox 10">
            <a:extLst>
              <a:ext uri="{FF2B5EF4-FFF2-40B4-BE49-F238E27FC236}">
                <a16:creationId xmlns:a16="http://schemas.microsoft.com/office/drawing/2014/main" id="{55486598-3E60-2572-5F35-B3FB8C78E9CF}"/>
              </a:ext>
            </a:extLst>
          </p:cNvPr>
          <p:cNvSpPr txBox="1"/>
          <p:nvPr/>
        </p:nvSpPr>
        <p:spPr>
          <a:xfrm>
            <a:off x="6186668" y="1852363"/>
            <a:ext cx="6123006" cy="4247317"/>
          </a:xfrm>
          <a:prstGeom prst="rect">
            <a:avLst/>
          </a:prstGeom>
          <a:noFill/>
        </p:spPr>
        <p:txBody>
          <a:bodyPr wrap="square">
            <a:spAutoFit/>
          </a:bodyPr>
          <a:lstStyle/>
          <a:p>
            <a:pPr algn="l" fontAlgn="base">
              <a:spcAft>
                <a:spcPts val="1200"/>
              </a:spcAft>
            </a:pPr>
            <a:r>
              <a:rPr lang="en-US" b="0" i="0" dirty="0">
                <a:solidFill>
                  <a:srgbClr val="3C4043"/>
                </a:solidFill>
                <a:effectLst/>
                <a:latin typeface="Inter"/>
              </a:rPr>
              <a:t>from </a:t>
            </a:r>
            <a:r>
              <a:rPr lang="en-US" b="0" i="0" dirty="0" err="1">
                <a:solidFill>
                  <a:srgbClr val="3C4043"/>
                </a:solidFill>
                <a:effectLst/>
                <a:latin typeface="Inter"/>
              </a:rPr>
              <a:t>tensorflow</a:t>
            </a:r>
            <a:r>
              <a:rPr lang="en-US" b="0" i="0" dirty="0">
                <a:solidFill>
                  <a:srgbClr val="3C4043"/>
                </a:solidFill>
                <a:effectLst/>
                <a:latin typeface="Inter"/>
              </a:rPr>
              <a:t> import </a:t>
            </a:r>
            <a:r>
              <a:rPr lang="en-US" b="0" i="0" dirty="0" err="1">
                <a:solidFill>
                  <a:srgbClr val="3C4043"/>
                </a:solidFill>
                <a:effectLst/>
                <a:latin typeface="Inter"/>
              </a:rPr>
              <a:t>keras</a:t>
            </a:r>
            <a:endParaRPr lang="en-US" b="0" i="0" dirty="0">
              <a:solidFill>
                <a:srgbClr val="3C4043"/>
              </a:solidFill>
              <a:effectLst/>
              <a:latin typeface="Inter"/>
            </a:endParaRPr>
          </a:p>
          <a:p>
            <a:pPr algn="l" fontAlgn="base">
              <a:spcAft>
                <a:spcPts val="1200"/>
              </a:spcAft>
            </a:pPr>
            <a:r>
              <a:rPr lang="en-US" b="0" i="0" dirty="0">
                <a:solidFill>
                  <a:srgbClr val="3C4043"/>
                </a:solidFill>
                <a:effectLst/>
                <a:latin typeface="Inter"/>
              </a:rPr>
              <a:t>from </a:t>
            </a:r>
            <a:r>
              <a:rPr lang="en-US" b="0" i="0" dirty="0" err="1">
                <a:solidFill>
                  <a:srgbClr val="3C4043"/>
                </a:solidFill>
                <a:effectLst/>
                <a:latin typeface="Inter"/>
              </a:rPr>
              <a:t>tensorflow.keras</a:t>
            </a:r>
            <a:r>
              <a:rPr lang="en-US" b="0" i="0" dirty="0">
                <a:solidFill>
                  <a:srgbClr val="3C4043"/>
                </a:solidFill>
                <a:effectLst/>
                <a:latin typeface="Inter"/>
              </a:rPr>
              <a:t> import layers</a:t>
            </a:r>
          </a:p>
          <a:p>
            <a:pPr algn="l" fontAlgn="base">
              <a:spcAft>
                <a:spcPts val="1200"/>
              </a:spcAft>
            </a:pPr>
            <a:endParaRPr lang="en-US" b="0" i="0" dirty="0">
              <a:solidFill>
                <a:srgbClr val="3C4043"/>
              </a:solidFill>
              <a:effectLst/>
              <a:latin typeface="Inter"/>
            </a:endParaRPr>
          </a:p>
          <a:p>
            <a:pPr algn="l" fontAlgn="base">
              <a:spcAft>
                <a:spcPts val="1200"/>
              </a:spcAft>
            </a:pPr>
            <a:r>
              <a:rPr lang="en-US" b="0" i="0" dirty="0">
                <a:solidFill>
                  <a:srgbClr val="3C4043"/>
                </a:solidFill>
                <a:effectLst/>
                <a:latin typeface="Inter"/>
              </a:rPr>
              <a:t>model = </a:t>
            </a:r>
            <a:r>
              <a:rPr lang="en-US" b="0" i="0" dirty="0" err="1">
                <a:solidFill>
                  <a:srgbClr val="3C4043"/>
                </a:solidFill>
                <a:effectLst/>
                <a:latin typeface="Inter"/>
              </a:rPr>
              <a:t>keras.Sequential</a:t>
            </a:r>
            <a:r>
              <a:rPr lang="en-US" b="0" i="0" dirty="0">
                <a:solidFill>
                  <a:srgbClr val="3C4043"/>
                </a:solidFill>
                <a:effectLst/>
                <a:latin typeface="Inter"/>
              </a:rPr>
              <a:t>([</a:t>
            </a:r>
          </a:p>
          <a:p>
            <a:pPr algn="l" fontAlgn="base">
              <a:spcAft>
                <a:spcPts val="1200"/>
              </a:spcAft>
            </a:pPr>
            <a:r>
              <a:rPr lang="en-US" b="0" i="0" dirty="0">
                <a:solidFill>
                  <a:srgbClr val="3C4043"/>
                </a:solidFill>
                <a:effectLst/>
                <a:latin typeface="Inter"/>
              </a:rPr>
              <a:t>    # the hidden </a:t>
            </a:r>
            <a:r>
              <a:rPr lang="en-US" b="0" i="0" dirty="0" err="1">
                <a:solidFill>
                  <a:srgbClr val="3C4043"/>
                </a:solidFill>
                <a:effectLst/>
                <a:latin typeface="Inter"/>
              </a:rPr>
              <a:t>ReLU</a:t>
            </a:r>
            <a:r>
              <a:rPr lang="en-US" b="0" i="0" dirty="0">
                <a:solidFill>
                  <a:srgbClr val="3C4043"/>
                </a:solidFill>
                <a:effectLst/>
                <a:latin typeface="Inter"/>
              </a:rPr>
              <a:t> layers</a:t>
            </a:r>
          </a:p>
          <a:p>
            <a:pPr algn="l" fontAlgn="base">
              <a:spcAft>
                <a:spcPts val="1200"/>
              </a:spcAft>
            </a:pPr>
            <a:r>
              <a:rPr lang="en-US" b="0" i="0" dirty="0">
                <a:solidFill>
                  <a:srgbClr val="3C4043"/>
                </a:solidFill>
                <a:effectLst/>
                <a:latin typeface="Inter"/>
              </a:rPr>
              <a:t>    </a:t>
            </a:r>
            <a:r>
              <a:rPr lang="en-US" b="0" i="0" dirty="0" err="1">
                <a:solidFill>
                  <a:srgbClr val="3C4043"/>
                </a:solidFill>
                <a:effectLst/>
                <a:latin typeface="Inter"/>
              </a:rPr>
              <a:t>layers.Dense</a:t>
            </a:r>
            <a:r>
              <a:rPr lang="en-US" b="0" i="0" dirty="0">
                <a:solidFill>
                  <a:srgbClr val="3C4043"/>
                </a:solidFill>
                <a:effectLst/>
                <a:latin typeface="Inter"/>
              </a:rPr>
              <a:t>(units=4, activation='</a:t>
            </a:r>
            <a:r>
              <a:rPr lang="en-US" b="0" i="0" dirty="0" err="1">
                <a:solidFill>
                  <a:srgbClr val="3C4043"/>
                </a:solidFill>
                <a:effectLst/>
                <a:latin typeface="Inter"/>
              </a:rPr>
              <a:t>relu</a:t>
            </a:r>
            <a:r>
              <a:rPr lang="en-US" b="0" i="0" dirty="0">
                <a:solidFill>
                  <a:srgbClr val="3C4043"/>
                </a:solidFill>
                <a:effectLst/>
                <a:latin typeface="Inter"/>
              </a:rPr>
              <a:t>', </a:t>
            </a:r>
            <a:r>
              <a:rPr lang="en-US" b="0" i="0" dirty="0" err="1">
                <a:solidFill>
                  <a:srgbClr val="3C4043"/>
                </a:solidFill>
                <a:effectLst/>
                <a:latin typeface="Inter"/>
              </a:rPr>
              <a:t>input_shape</a:t>
            </a:r>
            <a:r>
              <a:rPr lang="en-US" b="0" i="0" dirty="0">
                <a:solidFill>
                  <a:srgbClr val="3C4043"/>
                </a:solidFill>
                <a:effectLst/>
                <a:latin typeface="Inter"/>
              </a:rPr>
              <a:t>=[2]),</a:t>
            </a:r>
          </a:p>
          <a:p>
            <a:pPr algn="l" fontAlgn="base">
              <a:spcAft>
                <a:spcPts val="1200"/>
              </a:spcAft>
            </a:pPr>
            <a:r>
              <a:rPr lang="en-US" b="0" i="0" dirty="0">
                <a:solidFill>
                  <a:srgbClr val="3C4043"/>
                </a:solidFill>
                <a:effectLst/>
                <a:latin typeface="Inter"/>
              </a:rPr>
              <a:t>    </a:t>
            </a:r>
            <a:r>
              <a:rPr lang="en-US" b="0" i="0" dirty="0" err="1">
                <a:solidFill>
                  <a:srgbClr val="3C4043"/>
                </a:solidFill>
                <a:effectLst/>
                <a:latin typeface="Inter"/>
              </a:rPr>
              <a:t>layers.Dense</a:t>
            </a:r>
            <a:r>
              <a:rPr lang="en-US" b="0" i="0" dirty="0">
                <a:solidFill>
                  <a:srgbClr val="3C4043"/>
                </a:solidFill>
                <a:effectLst/>
                <a:latin typeface="Inter"/>
              </a:rPr>
              <a:t>(units=3, activation='</a:t>
            </a:r>
            <a:r>
              <a:rPr lang="en-US" b="0" i="0" dirty="0" err="1">
                <a:solidFill>
                  <a:srgbClr val="3C4043"/>
                </a:solidFill>
                <a:effectLst/>
                <a:latin typeface="Inter"/>
              </a:rPr>
              <a:t>relu</a:t>
            </a:r>
            <a:r>
              <a:rPr lang="en-US" b="0" i="0" dirty="0">
                <a:solidFill>
                  <a:srgbClr val="3C4043"/>
                </a:solidFill>
                <a:effectLst/>
                <a:latin typeface="Inter"/>
              </a:rPr>
              <a:t>'),</a:t>
            </a:r>
          </a:p>
          <a:p>
            <a:pPr algn="l" fontAlgn="base">
              <a:spcAft>
                <a:spcPts val="1200"/>
              </a:spcAft>
            </a:pPr>
            <a:r>
              <a:rPr lang="en-US" b="0" i="0" dirty="0">
                <a:solidFill>
                  <a:srgbClr val="3C4043"/>
                </a:solidFill>
                <a:effectLst/>
                <a:latin typeface="Inter"/>
              </a:rPr>
              <a:t>    # the linear output layer </a:t>
            </a:r>
          </a:p>
          <a:p>
            <a:pPr algn="l" fontAlgn="base">
              <a:spcAft>
                <a:spcPts val="1200"/>
              </a:spcAft>
            </a:pPr>
            <a:r>
              <a:rPr lang="en-US" b="0" i="0" dirty="0">
                <a:solidFill>
                  <a:srgbClr val="3C4043"/>
                </a:solidFill>
                <a:effectLst/>
                <a:latin typeface="Inter"/>
              </a:rPr>
              <a:t>    </a:t>
            </a:r>
            <a:r>
              <a:rPr lang="en-US" b="0" i="0" dirty="0" err="1">
                <a:solidFill>
                  <a:srgbClr val="3C4043"/>
                </a:solidFill>
                <a:effectLst/>
                <a:latin typeface="Inter"/>
              </a:rPr>
              <a:t>layers.Dense</a:t>
            </a:r>
            <a:r>
              <a:rPr lang="en-US" b="0" i="0" dirty="0">
                <a:solidFill>
                  <a:srgbClr val="3C4043"/>
                </a:solidFill>
                <a:effectLst/>
                <a:latin typeface="Inter"/>
              </a:rPr>
              <a:t>(units=1),</a:t>
            </a:r>
          </a:p>
          <a:p>
            <a:pPr algn="l" fontAlgn="base">
              <a:spcAft>
                <a:spcPts val="1200"/>
              </a:spcAft>
            </a:pPr>
            <a:r>
              <a:rPr lang="en-US" b="0" i="0" dirty="0">
                <a:solidFill>
                  <a:srgbClr val="3C4043"/>
                </a:solidFill>
                <a:effectLst/>
                <a:latin typeface="Inter"/>
              </a:rPr>
              <a:t>])</a:t>
            </a:r>
            <a:endParaRPr lang="en-IN" dirty="0"/>
          </a:p>
        </p:txBody>
      </p:sp>
    </p:spTree>
    <p:extLst>
      <p:ext uri="{BB962C8B-B14F-4D97-AF65-F5344CB8AC3E}">
        <p14:creationId xmlns:p14="http://schemas.microsoft.com/office/powerpoint/2010/main" val="753442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2DE6A-131D-CA6D-8D0B-FB804AAEC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CBE5D-1387-BE7E-9C0B-5A47853469AB}"/>
              </a:ext>
            </a:extLst>
          </p:cNvPr>
          <p:cNvSpPr>
            <a:spLocks noGrp="1"/>
          </p:cNvSpPr>
          <p:nvPr>
            <p:ph type="title"/>
          </p:nvPr>
        </p:nvSpPr>
        <p:spPr>
          <a:xfrm>
            <a:off x="200024" y="0"/>
            <a:ext cx="10515600" cy="874171"/>
          </a:xfrm>
        </p:spPr>
        <p:txBody>
          <a:bodyPr>
            <a:normAutofit/>
          </a:bodyPr>
          <a:lstStyle/>
          <a:p>
            <a:r>
              <a:rPr lang="en-US" dirty="0"/>
              <a:t>Stochastic Gradient Descent</a:t>
            </a:r>
          </a:p>
        </p:txBody>
      </p:sp>
      <p:sp>
        <p:nvSpPr>
          <p:cNvPr id="3" name="Content Placeholder 2">
            <a:extLst>
              <a:ext uri="{FF2B5EF4-FFF2-40B4-BE49-F238E27FC236}">
                <a16:creationId xmlns:a16="http://schemas.microsoft.com/office/drawing/2014/main" id="{459E38AF-4CF6-6271-2521-0A14F9E32E0F}"/>
              </a:ext>
            </a:extLst>
          </p:cNvPr>
          <p:cNvSpPr>
            <a:spLocks noGrp="1"/>
          </p:cNvSpPr>
          <p:nvPr>
            <p:ph idx="1"/>
          </p:nvPr>
        </p:nvSpPr>
        <p:spPr>
          <a:xfrm>
            <a:off x="165451" y="874171"/>
            <a:ext cx="11861097" cy="4351338"/>
          </a:xfrm>
        </p:spPr>
        <p:txBody>
          <a:bodyPr/>
          <a:lstStyle/>
          <a:p>
            <a:pPr algn="l" fontAlgn="base">
              <a:spcAft>
                <a:spcPts val="1200"/>
              </a:spcAft>
            </a:pPr>
            <a:r>
              <a:rPr lang="en-US" b="0" i="0" dirty="0">
                <a:solidFill>
                  <a:srgbClr val="3C4043"/>
                </a:solidFill>
                <a:effectLst/>
                <a:latin typeface="Inter"/>
              </a:rPr>
              <a:t> In the 80 Cereals dataset, for instance, we want a network that can take each cereal's 'sugar', 'fiber', and 'protein' content and produce a prediction for that cereal's 'calories'. If we can successfully train a network to do that, its weights must represent in some way the relationship between those features and that target as expressed in the training data.</a:t>
            </a:r>
          </a:p>
          <a:p>
            <a:pPr algn="l" fontAlgn="base">
              <a:spcAft>
                <a:spcPts val="1200"/>
              </a:spcAft>
            </a:pPr>
            <a:r>
              <a:rPr lang="en-US" b="0" i="0" dirty="0">
                <a:solidFill>
                  <a:srgbClr val="3C4043"/>
                </a:solidFill>
                <a:effectLst/>
                <a:latin typeface="Inter"/>
              </a:rPr>
              <a:t>In addition to the training data, we need two more things:</a:t>
            </a:r>
          </a:p>
          <a:p>
            <a:pPr algn="l" fontAlgn="base">
              <a:spcAft>
                <a:spcPts val="1200"/>
              </a:spcAft>
            </a:pPr>
            <a:r>
              <a:rPr lang="en-US" b="0" i="0" dirty="0">
                <a:solidFill>
                  <a:srgbClr val="3C4043"/>
                </a:solidFill>
                <a:effectLst/>
                <a:latin typeface="Inter"/>
              </a:rPr>
              <a:t>A "loss function" that measures how good the network's predictions are.</a:t>
            </a:r>
          </a:p>
          <a:p>
            <a:pPr algn="l" fontAlgn="base">
              <a:spcAft>
                <a:spcPts val="1200"/>
              </a:spcAft>
            </a:pPr>
            <a:r>
              <a:rPr lang="en-US" b="0" i="0" dirty="0">
                <a:solidFill>
                  <a:srgbClr val="3C4043"/>
                </a:solidFill>
                <a:effectLst/>
                <a:latin typeface="Inter"/>
              </a:rPr>
              <a:t>An "optimizer" that can tell the network how to change its weights.</a:t>
            </a:r>
          </a:p>
        </p:txBody>
      </p:sp>
      <p:pic>
        <p:nvPicPr>
          <p:cNvPr id="10242" name="Picture 2" descr="A graph depicting error bars from data points to the fitted line..">
            <a:extLst>
              <a:ext uri="{FF2B5EF4-FFF2-40B4-BE49-F238E27FC236}">
                <a16:creationId xmlns:a16="http://schemas.microsoft.com/office/drawing/2014/main" id="{97FA6F30-25F0-157C-908E-F0039D4814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104" y="3623340"/>
            <a:ext cx="4703181" cy="235159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6435F12-51CE-410F-7886-998CDE7B2F9E}"/>
              </a:ext>
            </a:extLst>
          </p:cNvPr>
          <p:cNvSpPr txBox="1"/>
          <p:nvPr/>
        </p:nvSpPr>
        <p:spPr>
          <a:xfrm>
            <a:off x="12899" y="5974931"/>
            <a:ext cx="6186668" cy="646331"/>
          </a:xfrm>
          <a:prstGeom prst="rect">
            <a:avLst/>
          </a:prstGeom>
          <a:noFill/>
        </p:spPr>
        <p:txBody>
          <a:bodyPr wrap="square">
            <a:spAutoFit/>
          </a:bodyPr>
          <a:lstStyle/>
          <a:p>
            <a:pPr algn="ctr"/>
            <a:r>
              <a:rPr lang="en-US" dirty="0"/>
              <a:t>The mean absolute error is the average length between the fitted curve and the data points.</a:t>
            </a:r>
          </a:p>
        </p:txBody>
      </p:sp>
      <p:pic>
        <p:nvPicPr>
          <p:cNvPr id="10245" name="Picture 5" descr="Fitting a line batch by batch. The loss decreases and the weights approach their true values.">
            <a:extLst>
              <a:ext uri="{FF2B5EF4-FFF2-40B4-BE49-F238E27FC236}">
                <a16:creationId xmlns:a16="http://schemas.microsoft.com/office/drawing/2014/main" id="{A5E0C56B-8A11-B85F-FB0F-A022A80BDB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5986" y="3755445"/>
            <a:ext cx="6251294" cy="234423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FEE30FA-E1E9-8667-433B-457D35C28E21}"/>
              </a:ext>
            </a:extLst>
          </p:cNvPr>
          <p:cNvSpPr txBox="1"/>
          <p:nvPr/>
        </p:nvSpPr>
        <p:spPr>
          <a:xfrm>
            <a:off x="6085031" y="5991139"/>
            <a:ext cx="6094070" cy="369332"/>
          </a:xfrm>
          <a:prstGeom prst="rect">
            <a:avLst/>
          </a:prstGeom>
          <a:noFill/>
        </p:spPr>
        <p:txBody>
          <a:bodyPr wrap="square">
            <a:spAutoFit/>
          </a:bodyPr>
          <a:lstStyle/>
          <a:p>
            <a:r>
              <a:rPr lang="en-US" dirty="0"/>
              <a:t>Training a neural network with Stochastic Gradient Descent.</a:t>
            </a:r>
          </a:p>
        </p:txBody>
      </p:sp>
    </p:spTree>
    <p:extLst>
      <p:ext uri="{BB962C8B-B14F-4D97-AF65-F5344CB8AC3E}">
        <p14:creationId xmlns:p14="http://schemas.microsoft.com/office/powerpoint/2010/main" val="3714684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C85C7-CD7F-FF66-9F75-30C4EFA4E2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815B44-A7EB-8A95-4C44-F42C5744C794}"/>
              </a:ext>
            </a:extLst>
          </p:cNvPr>
          <p:cNvSpPr>
            <a:spLocks noGrp="1"/>
          </p:cNvSpPr>
          <p:nvPr>
            <p:ph type="title"/>
          </p:nvPr>
        </p:nvSpPr>
        <p:spPr>
          <a:xfrm>
            <a:off x="200024" y="0"/>
            <a:ext cx="10515600" cy="874171"/>
          </a:xfrm>
        </p:spPr>
        <p:txBody>
          <a:bodyPr>
            <a:normAutofit/>
          </a:bodyPr>
          <a:lstStyle/>
          <a:p>
            <a:r>
              <a:rPr lang="en-US" dirty="0"/>
              <a:t>Stochastic Gradient Descent</a:t>
            </a:r>
          </a:p>
        </p:txBody>
      </p:sp>
      <p:sp>
        <p:nvSpPr>
          <p:cNvPr id="3" name="Content Placeholder 2">
            <a:extLst>
              <a:ext uri="{FF2B5EF4-FFF2-40B4-BE49-F238E27FC236}">
                <a16:creationId xmlns:a16="http://schemas.microsoft.com/office/drawing/2014/main" id="{46DE0E46-94FE-6982-0539-88A78C65FCE1}"/>
              </a:ext>
            </a:extLst>
          </p:cNvPr>
          <p:cNvSpPr>
            <a:spLocks noGrp="1"/>
          </p:cNvSpPr>
          <p:nvPr>
            <p:ph idx="1"/>
          </p:nvPr>
        </p:nvSpPr>
        <p:spPr>
          <a:xfrm>
            <a:off x="165451" y="874171"/>
            <a:ext cx="11861097" cy="4351338"/>
          </a:xfrm>
        </p:spPr>
        <p:txBody>
          <a:bodyPr/>
          <a:lstStyle/>
          <a:p>
            <a:pPr algn="l" fontAlgn="base">
              <a:spcAft>
                <a:spcPts val="1200"/>
              </a:spcAft>
            </a:pPr>
            <a:r>
              <a:rPr lang="en-US" b="0" i="0" dirty="0">
                <a:solidFill>
                  <a:srgbClr val="3C4043"/>
                </a:solidFill>
                <a:effectLst/>
                <a:latin typeface="Inter"/>
              </a:rPr>
              <a:t>Each iteration's sample of training data is called a </a:t>
            </a:r>
            <a:r>
              <a:rPr lang="en-US" b="1" i="0" dirty="0">
                <a:solidFill>
                  <a:srgbClr val="3C4043"/>
                </a:solidFill>
                <a:effectLst/>
                <a:latin typeface="inherit"/>
              </a:rPr>
              <a:t>minibatch</a:t>
            </a:r>
            <a:r>
              <a:rPr lang="en-US" b="0" i="0" dirty="0">
                <a:solidFill>
                  <a:srgbClr val="3C4043"/>
                </a:solidFill>
                <a:effectLst/>
                <a:latin typeface="Inter"/>
              </a:rPr>
              <a:t> (or often just "batch"), while a complete round of the training data is called an </a:t>
            </a:r>
            <a:r>
              <a:rPr lang="en-US" b="1" i="0" dirty="0">
                <a:solidFill>
                  <a:srgbClr val="3C4043"/>
                </a:solidFill>
                <a:effectLst/>
                <a:latin typeface="inherit"/>
              </a:rPr>
              <a:t>epoch</a:t>
            </a:r>
            <a:r>
              <a:rPr lang="en-US" b="0" i="0" dirty="0">
                <a:solidFill>
                  <a:srgbClr val="3C4043"/>
                </a:solidFill>
                <a:effectLst/>
                <a:latin typeface="Inter"/>
              </a:rPr>
              <a:t>. The number of epochs you train for is how many times the network will see each training example.</a:t>
            </a:r>
          </a:p>
        </p:txBody>
      </p:sp>
      <p:pic>
        <p:nvPicPr>
          <p:cNvPr id="10242" name="Picture 2" descr="A graph depicting error bars from data points to the fitted line..">
            <a:extLst>
              <a:ext uri="{FF2B5EF4-FFF2-40B4-BE49-F238E27FC236}">
                <a16:creationId xmlns:a16="http://schemas.microsoft.com/office/drawing/2014/main" id="{4EEDF982-1171-0279-0F07-843DF5813A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372" y="2227587"/>
            <a:ext cx="4703181" cy="235159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D602D59-2301-5BD0-F3F7-5E3D1AB09BF5}"/>
              </a:ext>
            </a:extLst>
          </p:cNvPr>
          <p:cNvSpPr txBox="1"/>
          <p:nvPr/>
        </p:nvSpPr>
        <p:spPr>
          <a:xfrm>
            <a:off x="102167" y="4579178"/>
            <a:ext cx="6186668" cy="646331"/>
          </a:xfrm>
          <a:prstGeom prst="rect">
            <a:avLst/>
          </a:prstGeom>
          <a:noFill/>
        </p:spPr>
        <p:txBody>
          <a:bodyPr wrap="square">
            <a:spAutoFit/>
          </a:bodyPr>
          <a:lstStyle/>
          <a:p>
            <a:pPr algn="ctr"/>
            <a:r>
              <a:rPr lang="en-US" dirty="0"/>
              <a:t>The mean absolute error is the average length between the fitted curve and the data points.</a:t>
            </a:r>
          </a:p>
        </p:txBody>
      </p:sp>
      <p:pic>
        <p:nvPicPr>
          <p:cNvPr id="10245" name="Picture 5" descr="Fitting a line batch by batch. The loss decreases and the weights approach their true values.">
            <a:extLst>
              <a:ext uri="{FF2B5EF4-FFF2-40B4-BE49-F238E27FC236}">
                <a16:creationId xmlns:a16="http://schemas.microsoft.com/office/drawing/2014/main" id="{6D99C491-14FC-7F03-7486-1977DAB856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5254" y="2359692"/>
            <a:ext cx="6251294" cy="234423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088C4BA-F4AD-0516-ECB1-7DE7DF215B22}"/>
              </a:ext>
            </a:extLst>
          </p:cNvPr>
          <p:cNvSpPr txBox="1"/>
          <p:nvPr/>
        </p:nvSpPr>
        <p:spPr>
          <a:xfrm>
            <a:off x="6174299" y="4595386"/>
            <a:ext cx="6094070" cy="369332"/>
          </a:xfrm>
          <a:prstGeom prst="rect">
            <a:avLst/>
          </a:prstGeom>
          <a:noFill/>
        </p:spPr>
        <p:txBody>
          <a:bodyPr wrap="square">
            <a:spAutoFit/>
          </a:bodyPr>
          <a:lstStyle/>
          <a:p>
            <a:r>
              <a:rPr lang="en-US" dirty="0"/>
              <a:t>Training a neural network with Stochastic Gradient Descent.</a:t>
            </a:r>
          </a:p>
        </p:txBody>
      </p:sp>
    </p:spTree>
    <p:extLst>
      <p:ext uri="{BB962C8B-B14F-4D97-AF65-F5344CB8AC3E}">
        <p14:creationId xmlns:p14="http://schemas.microsoft.com/office/powerpoint/2010/main" val="3139437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E6CDF-7793-D9CC-917E-C69CE9DA2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D9819-A592-5E69-D225-B2000BC54F37}"/>
              </a:ext>
            </a:extLst>
          </p:cNvPr>
          <p:cNvSpPr>
            <a:spLocks noGrp="1"/>
          </p:cNvSpPr>
          <p:nvPr>
            <p:ph type="title"/>
          </p:nvPr>
        </p:nvSpPr>
        <p:spPr>
          <a:xfrm>
            <a:off x="200024" y="0"/>
            <a:ext cx="10515600" cy="874171"/>
          </a:xfrm>
        </p:spPr>
        <p:txBody>
          <a:bodyPr>
            <a:normAutofit/>
          </a:bodyPr>
          <a:lstStyle/>
          <a:p>
            <a:r>
              <a:rPr lang="en-US" dirty="0"/>
              <a:t>Learning Rate and Batch Size</a:t>
            </a:r>
          </a:p>
        </p:txBody>
      </p:sp>
      <p:sp>
        <p:nvSpPr>
          <p:cNvPr id="3" name="Content Placeholder 2">
            <a:extLst>
              <a:ext uri="{FF2B5EF4-FFF2-40B4-BE49-F238E27FC236}">
                <a16:creationId xmlns:a16="http://schemas.microsoft.com/office/drawing/2014/main" id="{4048BE31-2853-95E5-D316-1C5C1F68EA32}"/>
              </a:ext>
            </a:extLst>
          </p:cNvPr>
          <p:cNvSpPr>
            <a:spLocks noGrp="1"/>
          </p:cNvSpPr>
          <p:nvPr>
            <p:ph idx="1"/>
          </p:nvPr>
        </p:nvSpPr>
        <p:spPr>
          <a:xfrm>
            <a:off x="165451" y="874171"/>
            <a:ext cx="11861097" cy="4351338"/>
          </a:xfrm>
        </p:spPr>
        <p:txBody>
          <a:bodyPr>
            <a:normAutofit/>
          </a:bodyPr>
          <a:lstStyle/>
          <a:p>
            <a:pPr algn="l" fontAlgn="base">
              <a:spcAft>
                <a:spcPts val="1200"/>
              </a:spcAft>
            </a:pPr>
            <a:r>
              <a:rPr lang="en-US" b="0" i="0" dirty="0">
                <a:solidFill>
                  <a:srgbClr val="3C4043"/>
                </a:solidFill>
                <a:effectLst/>
                <a:latin typeface="Inter"/>
              </a:rPr>
              <a:t>Notice that the line only makes a small shift in the direction of each batch (instead of moving all the way). The size of these shifts is determined by the </a:t>
            </a:r>
            <a:r>
              <a:rPr lang="en-US" b="1" i="0" dirty="0">
                <a:solidFill>
                  <a:srgbClr val="3C4043"/>
                </a:solidFill>
                <a:effectLst/>
                <a:latin typeface="inherit"/>
              </a:rPr>
              <a:t>learning rate</a:t>
            </a:r>
            <a:r>
              <a:rPr lang="en-US" b="0" i="0" dirty="0">
                <a:solidFill>
                  <a:srgbClr val="3C4043"/>
                </a:solidFill>
                <a:effectLst/>
                <a:latin typeface="Inter"/>
              </a:rPr>
              <a:t>. A smaller learning rate means the network needs to see more minibatches before its weights converge to their best values.</a:t>
            </a:r>
          </a:p>
          <a:p>
            <a:pPr algn="l" fontAlgn="base">
              <a:spcAft>
                <a:spcPts val="1200"/>
              </a:spcAft>
            </a:pPr>
            <a:r>
              <a:rPr lang="en-US" b="0" i="0" dirty="0">
                <a:solidFill>
                  <a:srgbClr val="3C4043"/>
                </a:solidFill>
                <a:effectLst/>
                <a:latin typeface="Inter"/>
              </a:rPr>
              <a:t>The learning rate and the size of the minibatches are the two parameters that have the largest effect on how the SGD training proceeds. Their interaction is often subtle and the right choice for these parameters isn't always obvious. (We'll explore these effects in the exercise.)</a:t>
            </a:r>
          </a:p>
          <a:p>
            <a:pPr algn="l" fontAlgn="base">
              <a:spcAft>
                <a:spcPts val="1200"/>
              </a:spcAft>
            </a:pPr>
            <a:r>
              <a:rPr lang="en-US" b="0" i="0" dirty="0">
                <a:solidFill>
                  <a:srgbClr val="3C4043"/>
                </a:solidFill>
                <a:effectLst/>
                <a:latin typeface="Inter"/>
              </a:rPr>
              <a:t>Fortunately, for most work it won't be necessary to do an extensive hyperparameter search to get satisfactory results. </a:t>
            </a:r>
            <a:r>
              <a:rPr lang="en-US" b="1" i="0" dirty="0">
                <a:solidFill>
                  <a:srgbClr val="3C4043"/>
                </a:solidFill>
                <a:effectLst/>
                <a:latin typeface="inherit"/>
              </a:rPr>
              <a:t>Adam</a:t>
            </a:r>
            <a:r>
              <a:rPr lang="en-US" b="0" i="0" dirty="0">
                <a:solidFill>
                  <a:srgbClr val="3C4043"/>
                </a:solidFill>
                <a:effectLst/>
                <a:latin typeface="Inter"/>
              </a:rPr>
              <a:t> is an SGD algorithm that has an adaptive learning rate that makes it suitable for most problems without any parameter tuning (it is "self tuning", in a sense). Adam is a great general-purpose optimizer.</a:t>
            </a:r>
            <a:br>
              <a:rPr lang="en-US" dirty="0"/>
            </a:br>
            <a:br>
              <a:rPr lang="en-US" dirty="0"/>
            </a:br>
            <a:br>
              <a:rPr lang="en-US" dirty="0"/>
            </a:br>
            <a:endParaRPr lang="en-US" b="0" i="0" dirty="0">
              <a:solidFill>
                <a:srgbClr val="3C4043"/>
              </a:solidFill>
              <a:effectLst/>
              <a:latin typeface="Inter"/>
            </a:endParaRPr>
          </a:p>
        </p:txBody>
      </p:sp>
      <p:sp>
        <p:nvSpPr>
          <p:cNvPr id="8" name="TextBox 7">
            <a:extLst>
              <a:ext uri="{FF2B5EF4-FFF2-40B4-BE49-F238E27FC236}">
                <a16:creationId xmlns:a16="http://schemas.microsoft.com/office/drawing/2014/main" id="{AB073976-9F88-F67C-87E0-369DE6CA5940}"/>
              </a:ext>
            </a:extLst>
          </p:cNvPr>
          <p:cNvSpPr txBox="1"/>
          <p:nvPr/>
        </p:nvSpPr>
        <p:spPr>
          <a:xfrm>
            <a:off x="286473" y="4025180"/>
            <a:ext cx="6175094" cy="1200329"/>
          </a:xfrm>
          <a:prstGeom prst="rect">
            <a:avLst/>
          </a:prstGeom>
          <a:noFill/>
        </p:spPr>
        <p:txBody>
          <a:bodyPr wrap="square">
            <a:spAutoFit/>
          </a:bodyPr>
          <a:lstStyle/>
          <a:p>
            <a:r>
              <a:rPr lang="pt-BR" dirty="0"/>
              <a:t>model.compile(</a:t>
            </a:r>
          </a:p>
          <a:p>
            <a:r>
              <a:rPr lang="pt-BR" dirty="0"/>
              <a:t>    optimizer="adam",</a:t>
            </a:r>
          </a:p>
          <a:p>
            <a:r>
              <a:rPr lang="pt-BR" dirty="0"/>
              <a:t>    loss="mae",</a:t>
            </a:r>
          </a:p>
          <a:p>
            <a:r>
              <a:rPr lang="pt-BR" dirty="0"/>
              <a:t>)</a:t>
            </a:r>
            <a:endParaRPr lang="en-IN" dirty="0"/>
          </a:p>
        </p:txBody>
      </p:sp>
      <p:sp>
        <p:nvSpPr>
          <p:cNvPr id="11" name="TextBox 10">
            <a:extLst>
              <a:ext uri="{FF2B5EF4-FFF2-40B4-BE49-F238E27FC236}">
                <a16:creationId xmlns:a16="http://schemas.microsoft.com/office/drawing/2014/main" id="{CA2E224B-6B4D-EC7B-7690-197C0FCADECC}"/>
              </a:ext>
            </a:extLst>
          </p:cNvPr>
          <p:cNvSpPr txBox="1"/>
          <p:nvPr/>
        </p:nvSpPr>
        <p:spPr>
          <a:xfrm>
            <a:off x="5072605" y="4345354"/>
            <a:ext cx="6094070" cy="1754326"/>
          </a:xfrm>
          <a:prstGeom prst="rect">
            <a:avLst/>
          </a:prstGeom>
          <a:noFill/>
        </p:spPr>
        <p:txBody>
          <a:bodyPr wrap="square">
            <a:spAutoFit/>
          </a:bodyPr>
          <a:lstStyle/>
          <a:p>
            <a:r>
              <a:rPr lang="en-US" b="0" i="0" dirty="0">
                <a:solidFill>
                  <a:srgbClr val="3C4043"/>
                </a:solidFill>
                <a:effectLst/>
                <a:latin typeface="Inter"/>
              </a:rPr>
              <a:t>The </a:t>
            </a:r>
            <a:r>
              <a:rPr lang="en-US" b="1" i="0" dirty="0">
                <a:solidFill>
                  <a:srgbClr val="3C4043"/>
                </a:solidFill>
                <a:effectLst/>
                <a:latin typeface="Inter"/>
              </a:rPr>
              <a:t>gradient</a:t>
            </a:r>
            <a:r>
              <a:rPr lang="en-US" b="0" i="0" dirty="0">
                <a:solidFill>
                  <a:srgbClr val="3C4043"/>
                </a:solidFill>
                <a:effectLst/>
                <a:latin typeface="Inter"/>
              </a:rPr>
              <a:t> is a vector that tells us in what direction the weights need to go. More precisely, it tells us how to change the weights to make the loss change </a:t>
            </a:r>
            <a:r>
              <a:rPr lang="en-US" b="0" i="1" dirty="0">
                <a:solidFill>
                  <a:srgbClr val="3C4043"/>
                </a:solidFill>
                <a:effectLst/>
                <a:latin typeface="Inter"/>
              </a:rPr>
              <a:t>fastest</a:t>
            </a:r>
            <a:r>
              <a:rPr lang="en-US" b="0" i="0" dirty="0">
                <a:solidFill>
                  <a:srgbClr val="3C4043"/>
                </a:solidFill>
                <a:effectLst/>
                <a:latin typeface="Inter"/>
              </a:rPr>
              <a:t>. We call our process gradient </a:t>
            </a:r>
            <a:r>
              <a:rPr lang="en-US" b="1" i="0" dirty="0">
                <a:solidFill>
                  <a:srgbClr val="3C4043"/>
                </a:solidFill>
                <a:effectLst/>
                <a:latin typeface="Inter"/>
              </a:rPr>
              <a:t>descent</a:t>
            </a:r>
            <a:r>
              <a:rPr lang="en-US" b="0" i="0" dirty="0">
                <a:solidFill>
                  <a:srgbClr val="3C4043"/>
                </a:solidFill>
                <a:effectLst/>
                <a:latin typeface="Inter"/>
              </a:rPr>
              <a:t> because it uses the gradient to </a:t>
            </a:r>
            <a:r>
              <a:rPr lang="en-US" b="0" i="1" dirty="0">
                <a:solidFill>
                  <a:srgbClr val="3C4043"/>
                </a:solidFill>
                <a:effectLst/>
                <a:latin typeface="Inter"/>
              </a:rPr>
              <a:t>descend</a:t>
            </a:r>
            <a:r>
              <a:rPr lang="en-US" b="0" i="0" dirty="0">
                <a:solidFill>
                  <a:srgbClr val="3C4043"/>
                </a:solidFill>
                <a:effectLst/>
                <a:latin typeface="Inter"/>
              </a:rPr>
              <a:t> the loss curve towards a minimum. </a:t>
            </a:r>
            <a:r>
              <a:rPr lang="en-US" b="1" i="0" dirty="0">
                <a:solidFill>
                  <a:srgbClr val="3C4043"/>
                </a:solidFill>
                <a:effectLst/>
                <a:latin typeface="Inter"/>
              </a:rPr>
              <a:t>Stochastic</a:t>
            </a:r>
            <a:r>
              <a:rPr lang="en-US" b="0" i="0" dirty="0">
                <a:solidFill>
                  <a:srgbClr val="3C4043"/>
                </a:solidFill>
                <a:effectLst/>
                <a:latin typeface="Inter"/>
              </a:rPr>
              <a:t> means "determined by chance." </a:t>
            </a:r>
            <a:endParaRPr lang="en-IN" dirty="0"/>
          </a:p>
        </p:txBody>
      </p:sp>
    </p:spTree>
    <p:extLst>
      <p:ext uri="{BB962C8B-B14F-4D97-AF65-F5344CB8AC3E}">
        <p14:creationId xmlns:p14="http://schemas.microsoft.com/office/powerpoint/2010/main" val="3222393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E7BF3-154F-7060-E430-E30A9738E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7C01A-F668-6935-B974-30371402F623}"/>
              </a:ext>
            </a:extLst>
          </p:cNvPr>
          <p:cNvSpPr>
            <a:spLocks noGrp="1"/>
          </p:cNvSpPr>
          <p:nvPr>
            <p:ph type="title"/>
          </p:nvPr>
        </p:nvSpPr>
        <p:spPr>
          <a:xfrm>
            <a:off x="200024" y="0"/>
            <a:ext cx="10515600" cy="874171"/>
          </a:xfrm>
        </p:spPr>
        <p:txBody>
          <a:bodyPr>
            <a:normAutofit/>
          </a:bodyPr>
          <a:lstStyle/>
          <a:p>
            <a:r>
              <a:rPr lang="en-US" dirty="0"/>
              <a:t>Dropout and Batch Normalization</a:t>
            </a:r>
          </a:p>
        </p:txBody>
      </p:sp>
      <p:sp>
        <p:nvSpPr>
          <p:cNvPr id="3" name="Content Placeholder 2">
            <a:extLst>
              <a:ext uri="{FF2B5EF4-FFF2-40B4-BE49-F238E27FC236}">
                <a16:creationId xmlns:a16="http://schemas.microsoft.com/office/drawing/2014/main" id="{86BBC579-1E8B-51E8-9F72-492F2DC72445}"/>
              </a:ext>
            </a:extLst>
          </p:cNvPr>
          <p:cNvSpPr>
            <a:spLocks noGrp="1"/>
          </p:cNvSpPr>
          <p:nvPr>
            <p:ph idx="1"/>
          </p:nvPr>
        </p:nvSpPr>
        <p:spPr>
          <a:xfrm>
            <a:off x="165451" y="874171"/>
            <a:ext cx="11861097" cy="4351338"/>
          </a:xfrm>
        </p:spPr>
        <p:txBody>
          <a:bodyPr>
            <a:normAutofit fontScale="92500" lnSpcReduction="20000"/>
          </a:bodyPr>
          <a:lstStyle/>
          <a:p>
            <a:pPr algn="l" fontAlgn="base">
              <a:lnSpc>
                <a:spcPct val="110000"/>
              </a:lnSpc>
              <a:spcAft>
                <a:spcPts val="1200"/>
              </a:spcAft>
            </a:pPr>
            <a:r>
              <a:rPr lang="en-US" b="0" i="0" dirty="0">
                <a:solidFill>
                  <a:srgbClr val="3C4043"/>
                </a:solidFill>
                <a:effectLst/>
                <a:latin typeface="Inter"/>
              </a:rPr>
              <a:t>There are two kinds of special layers, not containing any neurons themselves, but that add some functionality that can sometimes benefit a model in various ways. Both are commonly used in modern architectures.</a:t>
            </a:r>
          </a:p>
          <a:p>
            <a:pPr algn="l" fontAlgn="base">
              <a:lnSpc>
                <a:spcPct val="110000"/>
              </a:lnSpc>
              <a:spcAft>
                <a:spcPts val="1200"/>
              </a:spcAft>
            </a:pPr>
            <a:r>
              <a:rPr lang="en-US" b="0" i="0" dirty="0">
                <a:solidFill>
                  <a:srgbClr val="3C4043"/>
                </a:solidFill>
                <a:effectLst/>
                <a:latin typeface="Inter"/>
              </a:rPr>
              <a:t>The first of these is the "dropout layer", which can help correct overfitting.</a:t>
            </a:r>
          </a:p>
          <a:p>
            <a:pPr algn="l" fontAlgn="base">
              <a:lnSpc>
                <a:spcPct val="110000"/>
              </a:lnSpc>
              <a:spcAft>
                <a:spcPts val="1200"/>
              </a:spcAft>
            </a:pPr>
            <a:r>
              <a:rPr lang="en-US" b="0" i="0" dirty="0">
                <a:solidFill>
                  <a:srgbClr val="3C4043"/>
                </a:solidFill>
                <a:effectLst/>
                <a:latin typeface="Inter"/>
              </a:rPr>
              <a:t>We know overfitting is caused by the network learning spurious patterns in the training data. To recognize these spurious patterns a network will often rely on very a specific combinations of weight, a kind of "conspiracy" of weights. Being so specific, they tend to be fragile: remove one and the conspiracy falls apart.</a:t>
            </a:r>
          </a:p>
          <a:p>
            <a:pPr algn="l" fontAlgn="base">
              <a:lnSpc>
                <a:spcPct val="110000"/>
              </a:lnSpc>
              <a:spcAft>
                <a:spcPts val="1200"/>
              </a:spcAft>
            </a:pPr>
            <a:r>
              <a:rPr lang="en-US" b="0" i="0" dirty="0">
                <a:solidFill>
                  <a:srgbClr val="3C4043"/>
                </a:solidFill>
                <a:effectLst/>
                <a:latin typeface="Inter"/>
              </a:rPr>
              <a:t>This is the idea behind </a:t>
            </a:r>
            <a:r>
              <a:rPr lang="en-US" b="1" i="0" dirty="0">
                <a:solidFill>
                  <a:srgbClr val="3C4043"/>
                </a:solidFill>
                <a:effectLst/>
                <a:latin typeface="inherit"/>
              </a:rPr>
              <a:t>dropout</a:t>
            </a:r>
            <a:r>
              <a:rPr lang="en-US" b="0" i="0" dirty="0">
                <a:solidFill>
                  <a:srgbClr val="3C4043"/>
                </a:solidFill>
                <a:effectLst/>
                <a:latin typeface="Inter"/>
              </a:rPr>
              <a:t>. To break up these conspiracies, we randomly </a:t>
            </a:r>
            <a:r>
              <a:rPr lang="en-US" b="0" i="1" dirty="0">
                <a:solidFill>
                  <a:srgbClr val="3C4043"/>
                </a:solidFill>
                <a:effectLst/>
                <a:latin typeface="inherit"/>
              </a:rPr>
              <a:t>drop out</a:t>
            </a:r>
            <a:r>
              <a:rPr lang="en-US" b="0" i="0" dirty="0">
                <a:solidFill>
                  <a:srgbClr val="3C4043"/>
                </a:solidFill>
                <a:effectLst/>
                <a:latin typeface="Inter"/>
              </a:rPr>
              <a:t> some fraction of a layer's input units every step of training, making it much harder for the network to learn those spurious patterns in the training data. Instead, it has to search for broad, general patterns, whose weight patterns tend to be more robust.</a:t>
            </a:r>
          </a:p>
          <a:p>
            <a:pPr marL="0" indent="0">
              <a:lnSpc>
                <a:spcPct val="110000"/>
              </a:lnSpc>
              <a:buNone/>
            </a:pPr>
            <a:br>
              <a:rPr lang="en-US" dirty="0"/>
            </a:br>
            <a:endParaRPr lang="en-US" b="0" i="0" dirty="0">
              <a:solidFill>
                <a:srgbClr val="3C4043"/>
              </a:solidFill>
              <a:effectLst/>
              <a:latin typeface="Inter"/>
            </a:endParaRPr>
          </a:p>
        </p:txBody>
      </p:sp>
      <p:pic>
        <p:nvPicPr>
          <p:cNvPr id="13314" name="Picture 2" descr="An animation of a network cycling through various random dropout configurations.">
            <a:extLst>
              <a:ext uri="{FF2B5EF4-FFF2-40B4-BE49-F238E27FC236}">
                <a16:creationId xmlns:a16="http://schemas.microsoft.com/office/drawing/2014/main" id="{CDEC77D7-4F1E-EECE-602C-4AC7A3F909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9290" y="4250024"/>
            <a:ext cx="3926953" cy="260797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C93D3E3-0B98-C17D-0271-843F2DC29229}"/>
              </a:ext>
            </a:extLst>
          </p:cNvPr>
          <p:cNvSpPr txBox="1"/>
          <p:nvPr/>
        </p:nvSpPr>
        <p:spPr>
          <a:xfrm>
            <a:off x="1737768" y="5862352"/>
            <a:ext cx="6186668" cy="646331"/>
          </a:xfrm>
          <a:prstGeom prst="rect">
            <a:avLst/>
          </a:prstGeom>
          <a:noFill/>
        </p:spPr>
        <p:txBody>
          <a:bodyPr wrap="square">
            <a:spAutoFit/>
          </a:bodyPr>
          <a:lstStyle/>
          <a:p>
            <a:pPr algn="r"/>
            <a:r>
              <a:rPr lang="en-US" dirty="0"/>
              <a:t>Here, 50% dropout has been added between the two hidden layers.</a:t>
            </a:r>
          </a:p>
        </p:txBody>
      </p:sp>
      <p:sp>
        <p:nvSpPr>
          <p:cNvPr id="13" name="TextBox 12">
            <a:extLst>
              <a:ext uri="{FF2B5EF4-FFF2-40B4-BE49-F238E27FC236}">
                <a16:creationId xmlns:a16="http://schemas.microsoft.com/office/drawing/2014/main" id="{7FE2696C-177F-5C51-35D3-0744949EEECE}"/>
              </a:ext>
            </a:extLst>
          </p:cNvPr>
          <p:cNvSpPr txBox="1"/>
          <p:nvPr/>
        </p:nvSpPr>
        <p:spPr>
          <a:xfrm>
            <a:off x="535330" y="4154193"/>
            <a:ext cx="6186668" cy="2031325"/>
          </a:xfrm>
          <a:prstGeom prst="rect">
            <a:avLst/>
          </a:prstGeom>
          <a:noFill/>
        </p:spPr>
        <p:txBody>
          <a:bodyPr wrap="square">
            <a:spAutoFit/>
          </a:bodyPr>
          <a:lstStyle/>
          <a:p>
            <a:r>
              <a:rPr lang="en-US" dirty="0" err="1"/>
              <a:t>keras.Sequential</a:t>
            </a:r>
            <a:r>
              <a:rPr lang="en-US" dirty="0"/>
              <a:t>([</a:t>
            </a:r>
          </a:p>
          <a:p>
            <a:r>
              <a:rPr lang="en-US" dirty="0"/>
              <a:t>    # ...</a:t>
            </a:r>
          </a:p>
          <a:p>
            <a:r>
              <a:rPr lang="en-US" dirty="0"/>
              <a:t>    </a:t>
            </a:r>
            <a:r>
              <a:rPr lang="en-US" dirty="0" err="1"/>
              <a:t>layers.Dropout</a:t>
            </a:r>
            <a:r>
              <a:rPr lang="en-US" dirty="0"/>
              <a:t>(rate=0.5), # apply 50% dropout to the next layer</a:t>
            </a:r>
          </a:p>
          <a:p>
            <a:r>
              <a:rPr lang="en-US" dirty="0"/>
              <a:t>    </a:t>
            </a:r>
            <a:r>
              <a:rPr lang="en-US" dirty="0" err="1"/>
              <a:t>layers.Dense</a:t>
            </a:r>
            <a:r>
              <a:rPr lang="en-US" dirty="0"/>
              <a:t>(16),</a:t>
            </a:r>
          </a:p>
          <a:p>
            <a:r>
              <a:rPr lang="en-US" dirty="0"/>
              <a:t>    # ...</a:t>
            </a:r>
          </a:p>
          <a:p>
            <a:r>
              <a:rPr lang="en-US" dirty="0"/>
              <a:t>])</a:t>
            </a:r>
            <a:endParaRPr lang="en-IN" dirty="0"/>
          </a:p>
        </p:txBody>
      </p:sp>
    </p:spTree>
    <p:extLst>
      <p:ext uri="{BB962C8B-B14F-4D97-AF65-F5344CB8AC3E}">
        <p14:creationId xmlns:p14="http://schemas.microsoft.com/office/powerpoint/2010/main" val="2108258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B8F49-1AC5-09A4-0DA7-85F57666F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CE6EE-1A6B-C138-CB4B-2C326D727977}"/>
              </a:ext>
            </a:extLst>
          </p:cNvPr>
          <p:cNvSpPr>
            <a:spLocks noGrp="1"/>
          </p:cNvSpPr>
          <p:nvPr>
            <p:ph type="title"/>
          </p:nvPr>
        </p:nvSpPr>
        <p:spPr>
          <a:xfrm>
            <a:off x="200024" y="0"/>
            <a:ext cx="10515600" cy="874171"/>
          </a:xfrm>
        </p:spPr>
        <p:txBody>
          <a:bodyPr>
            <a:normAutofit/>
          </a:bodyPr>
          <a:lstStyle/>
          <a:p>
            <a:r>
              <a:rPr lang="en-US" dirty="0"/>
              <a:t>Batch Normalization</a:t>
            </a:r>
          </a:p>
        </p:txBody>
      </p:sp>
      <p:sp>
        <p:nvSpPr>
          <p:cNvPr id="3" name="Content Placeholder 2">
            <a:extLst>
              <a:ext uri="{FF2B5EF4-FFF2-40B4-BE49-F238E27FC236}">
                <a16:creationId xmlns:a16="http://schemas.microsoft.com/office/drawing/2014/main" id="{5C548882-58EF-9AA0-B0B9-F8CB6AE984B1}"/>
              </a:ext>
            </a:extLst>
          </p:cNvPr>
          <p:cNvSpPr>
            <a:spLocks noGrp="1"/>
          </p:cNvSpPr>
          <p:nvPr>
            <p:ph idx="1"/>
          </p:nvPr>
        </p:nvSpPr>
        <p:spPr>
          <a:xfrm>
            <a:off x="165451" y="874171"/>
            <a:ext cx="11861097" cy="5503480"/>
          </a:xfrm>
        </p:spPr>
        <p:txBody>
          <a:bodyPr>
            <a:normAutofit lnSpcReduction="10000"/>
          </a:bodyPr>
          <a:lstStyle/>
          <a:p>
            <a:pPr algn="l" fontAlgn="base">
              <a:lnSpc>
                <a:spcPct val="120000"/>
              </a:lnSpc>
              <a:spcAft>
                <a:spcPts val="1200"/>
              </a:spcAft>
            </a:pPr>
            <a:r>
              <a:rPr lang="en-US" sz="1800" b="0" i="0" dirty="0">
                <a:solidFill>
                  <a:srgbClr val="3C4043"/>
                </a:solidFill>
                <a:effectLst/>
                <a:latin typeface="Inter"/>
              </a:rPr>
              <a:t>The next special layer we'll look at performs "batch normalization" (or "</a:t>
            </a:r>
            <a:r>
              <a:rPr lang="en-US" sz="1800" b="0" i="0" dirty="0" err="1">
                <a:solidFill>
                  <a:srgbClr val="3C4043"/>
                </a:solidFill>
                <a:effectLst/>
                <a:latin typeface="Inter"/>
              </a:rPr>
              <a:t>batchnorm</a:t>
            </a:r>
            <a:r>
              <a:rPr lang="en-US" sz="1800" b="0" i="0" dirty="0">
                <a:solidFill>
                  <a:srgbClr val="3C4043"/>
                </a:solidFill>
                <a:effectLst/>
                <a:latin typeface="Inter"/>
              </a:rPr>
              <a:t>"), which can help correct training that is slow or unstable.</a:t>
            </a:r>
          </a:p>
          <a:p>
            <a:pPr algn="l" fontAlgn="base">
              <a:lnSpc>
                <a:spcPct val="120000"/>
              </a:lnSpc>
              <a:spcAft>
                <a:spcPts val="1200"/>
              </a:spcAft>
            </a:pPr>
            <a:r>
              <a:rPr lang="en-US" sz="1800" b="0" i="0" dirty="0">
                <a:solidFill>
                  <a:srgbClr val="3C4043"/>
                </a:solidFill>
                <a:effectLst/>
                <a:latin typeface="Inter"/>
              </a:rPr>
              <a:t>With neural networks, it's generally a good idea to put all of your data on a common scale, perhaps with something like scikit-</a:t>
            </a:r>
            <a:r>
              <a:rPr lang="en-US" sz="1800" b="0" i="0" dirty="0" err="1">
                <a:solidFill>
                  <a:srgbClr val="3C4043"/>
                </a:solidFill>
                <a:effectLst/>
                <a:latin typeface="Inter"/>
              </a:rPr>
              <a:t>learn's</a:t>
            </a:r>
            <a:r>
              <a:rPr lang="en-US" sz="1800" b="0" i="0" dirty="0">
                <a:solidFill>
                  <a:srgbClr val="3C4043"/>
                </a:solidFill>
                <a:effectLst/>
                <a:latin typeface="Inter"/>
              </a:rPr>
              <a:t> </a:t>
            </a:r>
            <a:r>
              <a:rPr lang="en-US" sz="1800" b="0" i="0" u="sng" dirty="0" err="1">
                <a:solidFill>
                  <a:srgbClr val="008ABC"/>
                </a:solidFill>
                <a:effectLst/>
                <a:latin typeface="inherit"/>
                <a:hlinkClick r:id="rId2"/>
              </a:rPr>
              <a:t>StandardScaler</a:t>
            </a:r>
            <a:r>
              <a:rPr lang="en-US" sz="1800" b="0" i="0" dirty="0">
                <a:solidFill>
                  <a:srgbClr val="3C4043"/>
                </a:solidFill>
                <a:effectLst/>
                <a:latin typeface="Inter"/>
              </a:rPr>
              <a:t> or </a:t>
            </a:r>
            <a:r>
              <a:rPr lang="en-US" sz="1800" b="0" i="0" u="sng" dirty="0" err="1">
                <a:solidFill>
                  <a:srgbClr val="008ABC"/>
                </a:solidFill>
                <a:effectLst/>
                <a:latin typeface="inherit"/>
                <a:hlinkClick r:id="rId3"/>
              </a:rPr>
              <a:t>MinMaxScaler</a:t>
            </a:r>
            <a:r>
              <a:rPr lang="en-US" sz="1800" b="0" i="0" dirty="0">
                <a:solidFill>
                  <a:srgbClr val="3C4043"/>
                </a:solidFill>
                <a:effectLst/>
                <a:latin typeface="Inter"/>
              </a:rPr>
              <a:t>. The reason is that SGD will shift the network weights in proportion to how large an activation the data produces. Features that tend to produce activations of very different sizes can make for unstable training behavior.</a:t>
            </a:r>
          </a:p>
          <a:p>
            <a:pPr algn="l" fontAlgn="base">
              <a:lnSpc>
                <a:spcPct val="120000"/>
              </a:lnSpc>
              <a:spcAft>
                <a:spcPts val="1200"/>
              </a:spcAft>
            </a:pPr>
            <a:r>
              <a:rPr lang="en-US" sz="1800" b="0" i="0" dirty="0">
                <a:solidFill>
                  <a:srgbClr val="3C4043"/>
                </a:solidFill>
                <a:effectLst/>
                <a:latin typeface="Inter"/>
              </a:rPr>
              <a:t>Now, if it's good to normalize the data before it goes into the network, maybe also normalizing inside the network would be better! In fact, we have a special kind of layer that can do this, the </a:t>
            </a:r>
            <a:r>
              <a:rPr lang="en-US" sz="1800" b="1" i="0" dirty="0">
                <a:solidFill>
                  <a:srgbClr val="3C4043"/>
                </a:solidFill>
                <a:effectLst/>
                <a:latin typeface="inherit"/>
              </a:rPr>
              <a:t>batch normalization layer</a:t>
            </a:r>
            <a:r>
              <a:rPr lang="en-US" sz="1800" b="0" i="0" dirty="0">
                <a:solidFill>
                  <a:srgbClr val="3C4043"/>
                </a:solidFill>
                <a:effectLst/>
                <a:latin typeface="Inter"/>
              </a:rPr>
              <a:t>. A batch normalization layer looks at each batch as it comes in, first normalizing the batch with its own mean and standard deviation, and then also putting the data on a new scale with two trainable rescaling parameters. </a:t>
            </a:r>
            <a:r>
              <a:rPr lang="en-US" sz="1800" b="0" i="0" dirty="0" err="1">
                <a:solidFill>
                  <a:srgbClr val="3C4043"/>
                </a:solidFill>
                <a:effectLst/>
                <a:latin typeface="Inter"/>
              </a:rPr>
              <a:t>Batchnorm</a:t>
            </a:r>
            <a:r>
              <a:rPr lang="en-US" sz="1800" b="0" i="0" dirty="0">
                <a:solidFill>
                  <a:srgbClr val="3C4043"/>
                </a:solidFill>
                <a:effectLst/>
                <a:latin typeface="Inter"/>
              </a:rPr>
              <a:t>, in effect, performs a kind of coordinated rescaling of its inputs.</a:t>
            </a:r>
          </a:p>
          <a:p>
            <a:pPr algn="l" fontAlgn="base">
              <a:lnSpc>
                <a:spcPct val="120000"/>
              </a:lnSpc>
              <a:spcAft>
                <a:spcPts val="1200"/>
              </a:spcAft>
            </a:pPr>
            <a:r>
              <a:rPr lang="en-US" sz="1800" b="0" i="0" dirty="0">
                <a:solidFill>
                  <a:srgbClr val="3C4043"/>
                </a:solidFill>
                <a:effectLst/>
                <a:latin typeface="Inter"/>
              </a:rPr>
              <a:t>Most often, </a:t>
            </a:r>
            <a:r>
              <a:rPr lang="en-US" sz="1800" b="0" i="0" dirty="0" err="1">
                <a:solidFill>
                  <a:srgbClr val="3C4043"/>
                </a:solidFill>
                <a:effectLst/>
                <a:latin typeface="Inter"/>
              </a:rPr>
              <a:t>batchnorm</a:t>
            </a:r>
            <a:r>
              <a:rPr lang="en-US" sz="1800" b="0" i="0" dirty="0">
                <a:solidFill>
                  <a:srgbClr val="3C4043"/>
                </a:solidFill>
                <a:effectLst/>
                <a:latin typeface="Inter"/>
              </a:rPr>
              <a:t> is added as an aid to the optimization process (though it can sometimes also help prediction performance). Models with </a:t>
            </a:r>
            <a:r>
              <a:rPr lang="en-US" sz="1800" b="0" i="0" dirty="0" err="1">
                <a:solidFill>
                  <a:srgbClr val="3C4043"/>
                </a:solidFill>
                <a:effectLst/>
                <a:latin typeface="Inter"/>
              </a:rPr>
              <a:t>batchnorm</a:t>
            </a:r>
            <a:r>
              <a:rPr lang="en-US" sz="1800" b="0" i="0" dirty="0">
                <a:solidFill>
                  <a:srgbClr val="3C4043"/>
                </a:solidFill>
                <a:effectLst/>
                <a:latin typeface="Inter"/>
              </a:rPr>
              <a:t> tend to need fewer epochs to complete training. Moreover, </a:t>
            </a:r>
            <a:r>
              <a:rPr lang="en-US" sz="1800" b="0" i="0" dirty="0" err="1">
                <a:solidFill>
                  <a:srgbClr val="3C4043"/>
                </a:solidFill>
                <a:effectLst/>
                <a:latin typeface="Inter"/>
              </a:rPr>
              <a:t>batchnorm</a:t>
            </a:r>
            <a:r>
              <a:rPr lang="en-US" sz="1800" b="0" i="0" dirty="0">
                <a:solidFill>
                  <a:srgbClr val="3C4043"/>
                </a:solidFill>
                <a:effectLst/>
                <a:latin typeface="Inter"/>
              </a:rPr>
              <a:t> can also fix various problems that can cause the training to get "stuck". Consider adding batch normalization to your models, especially if you're having trouble during training.</a:t>
            </a:r>
          </a:p>
        </p:txBody>
      </p:sp>
    </p:spTree>
    <p:extLst>
      <p:ext uri="{BB962C8B-B14F-4D97-AF65-F5344CB8AC3E}">
        <p14:creationId xmlns:p14="http://schemas.microsoft.com/office/powerpoint/2010/main" val="1977889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40B1A-18FD-FE23-134C-204B25948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A9D2C-2403-5847-A5F8-9D867A5F9EF5}"/>
              </a:ext>
            </a:extLst>
          </p:cNvPr>
          <p:cNvSpPr>
            <a:spLocks noGrp="1"/>
          </p:cNvSpPr>
          <p:nvPr>
            <p:ph type="title"/>
          </p:nvPr>
        </p:nvSpPr>
        <p:spPr>
          <a:xfrm>
            <a:off x="200024" y="0"/>
            <a:ext cx="10515600" cy="874171"/>
          </a:xfrm>
        </p:spPr>
        <p:txBody>
          <a:bodyPr>
            <a:normAutofit/>
          </a:bodyPr>
          <a:lstStyle/>
          <a:p>
            <a:r>
              <a:rPr lang="en-US" dirty="0"/>
              <a:t>Adding Batch Normalization</a:t>
            </a:r>
          </a:p>
        </p:txBody>
      </p:sp>
      <p:sp>
        <p:nvSpPr>
          <p:cNvPr id="3" name="Content Placeholder 2">
            <a:extLst>
              <a:ext uri="{FF2B5EF4-FFF2-40B4-BE49-F238E27FC236}">
                <a16:creationId xmlns:a16="http://schemas.microsoft.com/office/drawing/2014/main" id="{441468AE-3507-59C1-5A1B-AFB364ADB9C3}"/>
              </a:ext>
            </a:extLst>
          </p:cNvPr>
          <p:cNvSpPr>
            <a:spLocks noGrp="1"/>
          </p:cNvSpPr>
          <p:nvPr>
            <p:ph idx="1"/>
          </p:nvPr>
        </p:nvSpPr>
        <p:spPr>
          <a:xfrm>
            <a:off x="165451" y="874171"/>
            <a:ext cx="11861097" cy="5503480"/>
          </a:xfrm>
        </p:spPr>
        <p:txBody>
          <a:bodyPr>
            <a:normAutofit/>
          </a:bodyPr>
          <a:lstStyle/>
          <a:p>
            <a:pPr algn="l" fontAlgn="base">
              <a:spcAft>
                <a:spcPts val="1200"/>
              </a:spcAft>
            </a:pPr>
            <a:r>
              <a:rPr lang="en-US" sz="1600" b="0" i="0" dirty="0">
                <a:solidFill>
                  <a:srgbClr val="3C4043"/>
                </a:solidFill>
                <a:effectLst/>
                <a:latin typeface="Inter"/>
              </a:rPr>
              <a:t>It seems that batch normalization can be used at almost any point in a network. You can put it after a layer...</a:t>
            </a:r>
          </a:p>
          <a:p>
            <a:r>
              <a:rPr lang="en-US" sz="1600" dirty="0" err="1"/>
              <a:t>layers.Dense</a:t>
            </a:r>
            <a:r>
              <a:rPr lang="en-US" sz="1600" dirty="0"/>
              <a:t>(16, activation='</a:t>
            </a:r>
            <a:r>
              <a:rPr lang="en-US" sz="1600" dirty="0" err="1"/>
              <a:t>relu</a:t>
            </a:r>
            <a:r>
              <a:rPr lang="en-US" sz="1600" dirty="0"/>
              <a:t>'),</a:t>
            </a:r>
          </a:p>
          <a:p>
            <a:r>
              <a:rPr lang="en-US" sz="1600" dirty="0" err="1"/>
              <a:t>layers.BatchNormalization</a:t>
            </a:r>
            <a:r>
              <a:rPr lang="en-US" sz="1600" dirty="0"/>
              <a:t>()</a:t>
            </a:r>
          </a:p>
          <a:p>
            <a:endParaRPr lang="en-US" sz="1600" dirty="0"/>
          </a:p>
          <a:p>
            <a:r>
              <a:rPr lang="en-US" sz="1600" dirty="0"/>
              <a:t>... or between a layer and its activation function:</a:t>
            </a:r>
          </a:p>
          <a:p>
            <a:endParaRPr lang="en-US" sz="1600" dirty="0"/>
          </a:p>
          <a:p>
            <a:r>
              <a:rPr lang="en-US" sz="1600" dirty="0" err="1"/>
              <a:t>layers.Dense</a:t>
            </a:r>
            <a:r>
              <a:rPr lang="en-US" sz="1600" dirty="0"/>
              <a:t>(16),</a:t>
            </a:r>
          </a:p>
          <a:p>
            <a:r>
              <a:rPr lang="en-US" sz="1600" dirty="0" err="1"/>
              <a:t>layers.BatchNormalization</a:t>
            </a:r>
            <a:r>
              <a:rPr lang="en-US" sz="1600" dirty="0"/>
              <a:t>(),</a:t>
            </a:r>
          </a:p>
          <a:p>
            <a:r>
              <a:rPr lang="en-US" sz="1600" dirty="0" err="1"/>
              <a:t>layers.Activation</a:t>
            </a:r>
            <a:r>
              <a:rPr lang="en-US" sz="1600" dirty="0"/>
              <a:t>('</a:t>
            </a:r>
            <a:r>
              <a:rPr lang="en-US" sz="1600" dirty="0" err="1"/>
              <a:t>relu</a:t>
            </a:r>
            <a:r>
              <a:rPr lang="en-US" sz="1600" dirty="0"/>
              <a:t>')</a:t>
            </a:r>
            <a:br>
              <a:rPr lang="en-US" sz="1600" dirty="0"/>
            </a:br>
            <a:endParaRPr lang="en-US" sz="1800" b="0" i="0" dirty="0">
              <a:solidFill>
                <a:srgbClr val="3C4043"/>
              </a:solidFill>
              <a:effectLst/>
              <a:latin typeface="Inter"/>
            </a:endParaRPr>
          </a:p>
        </p:txBody>
      </p:sp>
    </p:spTree>
    <p:extLst>
      <p:ext uri="{BB962C8B-B14F-4D97-AF65-F5344CB8AC3E}">
        <p14:creationId xmlns:p14="http://schemas.microsoft.com/office/powerpoint/2010/main" val="41180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8975E-7C91-C400-6BB7-419463D7D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909BD-40CE-33F1-69B9-BE632FAC5747}"/>
              </a:ext>
            </a:extLst>
          </p:cNvPr>
          <p:cNvSpPr>
            <a:spLocks noGrp="1"/>
          </p:cNvSpPr>
          <p:nvPr>
            <p:ph type="title"/>
          </p:nvPr>
        </p:nvSpPr>
        <p:spPr>
          <a:xfrm>
            <a:off x="200024" y="0"/>
            <a:ext cx="10515600" cy="874171"/>
          </a:xfrm>
        </p:spPr>
        <p:txBody>
          <a:bodyPr>
            <a:normAutofit/>
          </a:bodyPr>
          <a:lstStyle/>
          <a:p>
            <a:r>
              <a:rPr lang="en-US" dirty="0"/>
              <a:t>Binary Classification</a:t>
            </a:r>
          </a:p>
        </p:txBody>
      </p:sp>
      <p:sp>
        <p:nvSpPr>
          <p:cNvPr id="3" name="Content Placeholder 2">
            <a:extLst>
              <a:ext uri="{FF2B5EF4-FFF2-40B4-BE49-F238E27FC236}">
                <a16:creationId xmlns:a16="http://schemas.microsoft.com/office/drawing/2014/main" id="{9663F95C-1A8E-42ED-9875-C698FED768CC}"/>
              </a:ext>
            </a:extLst>
          </p:cNvPr>
          <p:cNvSpPr>
            <a:spLocks noGrp="1"/>
          </p:cNvSpPr>
          <p:nvPr>
            <p:ph idx="1"/>
          </p:nvPr>
        </p:nvSpPr>
        <p:spPr>
          <a:xfrm>
            <a:off x="165451" y="874171"/>
            <a:ext cx="11861097" cy="5503480"/>
          </a:xfrm>
        </p:spPr>
        <p:txBody>
          <a:bodyPr>
            <a:normAutofit/>
          </a:bodyPr>
          <a:lstStyle/>
          <a:p>
            <a:pPr algn="l" fontAlgn="base">
              <a:spcAft>
                <a:spcPts val="1200"/>
              </a:spcAft>
            </a:pPr>
            <a:r>
              <a:rPr lang="en-US" sz="1600" dirty="0"/>
              <a:t>So far, we've learned about how neural networks can solve regression problems. Now we're going to apply neural networks to another common machine learning problem: classification. Most everything we've learned up until now still applies. The main difference is in the loss function we use and in what kind of outputs we want the final layer to produce.</a:t>
            </a:r>
          </a:p>
          <a:p>
            <a:pPr algn="l" fontAlgn="base">
              <a:spcAft>
                <a:spcPts val="1200"/>
              </a:spcAft>
            </a:pPr>
            <a:r>
              <a:rPr lang="en-US" sz="1600" dirty="0"/>
              <a:t>Classification into one of two classes is a common machine learning problem. You might want to predict whether or not a customer is likely to make a purchase, whether or not a credit card transaction was fraudulent, whether deep space signals show evidence of a new planet, or a medical test evidence of a disease. These are all binary classification problems.</a:t>
            </a:r>
          </a:p>
          <a:p>
            <a:r>
              <a:rPr lang="en-US" sz="1600" dirty="0"/>
              <a:t>In your raw data, the classes might be represented by strings like "Yes" and "No", or "Dog" and "Cat". Before using this data we'll assign a class label: one class will be 0 and the other will be 1. Assigning numeric labels puts the data in a form a neural network can use.</a:t>
            </a:r>
          </a:p>
          <a:p>
            <a:r>
              <a:rPr lang="en-US" sz="1600" dirty="0"/>
              <a:t>Accuracy and Cross-Entropy¶</a:t>
            </a:r>
          </a:p>
          <a:p>
            <a:r>
              <a:rPr lang="en-US" sz="1600" dirty="0"/>
              <a:t>Accuracy is one of the many metrics in use for measuring success on a classification problem. Accuracy is the ratio of correct predictions to total predictions: accuracy = </a:t>
            </a:r>
            <a:r>
              <a:rPr lang="en-US" sz="1600" dirty="0" err="1"/>
              <a:t>number_correct</a:t>
            </a:r>
            <a:r>
              <a:rPr lang="en-US" sz="1600" dirty="0"/>
              <a:t> / total. A model that always predicted correctly would have an accuracy score of 1.0. All else being equal, accuracy is a reasonable metric to use whenever the classes in the dataset occur with about the same frequency.</a:t>
            </a:r>
          </a:p>
          <a:p>
            <a:r>
              <a:rPr lang="en-US" sz="1200" dirty="0"/>
              <a:t>The idea is that we want our network to predict the correct class with probability 1.0. The further away the predicted probability is from 1.0, the greater will be the cross-entropy loss.</a:t>
            </a:r>
          </a:p>
          <a:p>
            <a:endParaRPr lang="en-US" sz="1200" dirty="0"/>
          </a:p>
          <a:p>
            <a:br>
              <a:rPr lang="en-US" sz="1200" dirty="0"/>
            </a:br>
            <a:br>
              <a:rPr lang="en-US" sz="1400" dirty="0"/>
            </a:br>
            <a:endParaRPr lang="en-US" sz="1800" b="0" i="0" dirty="0">
              <a:solidFill>
                <a:srgbClr val="3C4043"/>
              </a:solidFill>
              <a:effectLst/>
              <a:latin typeface="Inter"/>
            </a:endParaRPr>
          </a:p>
        </p:txBody>
      </p:sp>
      <p:pic>
        <p:nvPicPr>
          <p:cNvPr id="17412" name="Picture 4" descr="Graphs of accuracy and cross-entropy.">
            <a:extLst>
              <a:ext uri="{FF2B5EF4-FFF2-40B4-BE49-F238E27FC236}">
                <a16:creationId xmlns:a16="http://schemas.microsoft.com/office/drawing/2014/main" id="{83795AD9-8EF3-7693-B055-1FEF4013BC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0152" y="4595099"/>
            <a:ext cx="3199556" cy="2114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953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3719F-3859-4282-4999-DB4E5CE91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C7AF2-EC5E-71A5-05FF-F4D01A10EBB0}"/>
              </a:ext>
            </a:extLst>
          </p:cNvPr>
          <p:cNvSpPr>
            <a:spLocks noGrp="1"/>
          </p:cNvSpPr>
          <p:nvPr>
            <p:ph type="title"/>
          </p:nvPr>
        </p:nvSpPr>
        <p:spPr>
          <a:xfrm>
            <a:off x="200024" y="0"/>
            <a:ext cx="10515600" cy="874171"/>
          </a:xfrm>
        </p:spPr>
        <p:txBody>
          <a:bodyPr>
            <a:normAutofit/>
          </a:bodyPr>
          <a:lstStyle/>
          <a:p>
            <a:r>
              <a:rPr lang="en-US" dirty="0"/>
              <a:t>Making Probabilities with the Sigmoid Function</a:t>
            </a:r>
          </a:p>
        </p:txBody>
      </p:sp>
      <p:sp>
        <p:nvSpPr>
          <p:cNvPr id="3" name="Content Placeholder 2">
            <a:extLst>
              <a:ext uri="{FF2B5EF4-FFF2-40B4-BE49-F238E27FC236}">
                <a16:creationId xmlns:a16="http://schemas.microsoft.com/office/drawing/2014/main" id="{7F38E608-042B-EDB4-46D3-D90AC445DC3F}"/>
              </a:ext>
            </a:extLst>
          </p:cNvPr>
          <p:cNvSpPr>
            <a:spLocks noGrp="1"/>
          </p:cNvSpPr>
          <p:nvPr>
            <p:ph idx="1"/>
          </p:nvPr>
        </p:nvSpPr>
        <p:spPr>
          <a:xfrm>
            <a:off x="165451" y="874171"/>
            <a:ext cx="11861097" cy="5503480"/>
          </a:xfrm>
        </p:spPr>
        <p:txBody>
          <a:bodyPr>
            <a:normAutofit/>
          </a:bodyPr>
          <a:lstStyle/>
          <a:p>
            <a:pPr algn="l" fontAlgn="base">
              <a:spcAft>
                <a:spcPts val="1200"/>
              </a:spcAft>
            </a:pPr>
            <a:r>
              <a:rPr lang="en-US" sz="1400" b="0" i="0" dirty="0">
                <a:solidFill>
                  <a:srgbClr val="3C4043"/>
                </a:solidFill>
                <a:effectLst/>
                <a:latin typeface="Inter"/>
              </a:rPr>
              <a:t>The cross-entropy and accuracy functions both require probabilities as inputs, meaning, numbers from 0 to 1. To covert the real-valued outputs produced by a dense layer into probabilities, we attach a new kind of activation function, the </a:t>
            </a:r>
            <a:r>
              <a:rPr lang="en-US" sz="1400" b="1" i="0" dirty="0">
                <a:solidFill>
                  <a:srgbClr val="3C4043"/>
                </a:solidFill>
                <a:effectLst/>
                <a:latin typeface="inherit"/>
              </a:rPr>
              <a:t>sigmoid activation</a:t>
            </a:r>
            <a:r>
              <a:rPr lang="en-US" sz="1400" b="0" i="0" dirty="0">
                <a:solidFill>
                  <a:srgbClr val="3C4043"/>
                </a:solidFill>
                <a:effectLst/>
                <a:latin typeface="Inter"/>
              </a:rPr>
              <a:t>.</a:t>
            </a:r>
          </a:p>
          <a:p>
            <a:pPr algn="l" fontAlgn="base">
              <a:spcAft>
                <a:spcPts val="1200"/>
              </a:spcAft>
            </a:pPr>
            <a:r>
              <a:rPr lang="en-US" sz="1200" b="0" i="0" dirty="0">
                <a:solidFill>
                  <a:srgbClr val="3C4043"/>
                </a:solidFill>
                <a:effectLst/>
                <a:latin typeface="Inter"/>
              </a:rPr>
              <a:t>To get the final class prediction, we define a </a:t>
            </a:r>
            <a:r>
              <a:rPr lang="en-US" sz="1200" b="0" i="1" dirty="0">
                <a:solidFill>
                  <a:srgbClr val="3C4043"/>
                </a:solidFill>
                <a:effectLst/>
                <a:latin typeface="inherit"/>
              </a:rPr>
              <a:t>threshold</a:t>
            </a:r>
            <a:r>
              <a:rPr lang="en-US" sz="1200" b="0" i="0" dirty="0">
                <a:solidFill>
                  <a:srgbClr val="3C4043"/>
                </a:solidFill>
                <a:effectLst/>
                <a:latin typeface="Inter"/>
              </a:rPr>
              <a:t> probability. Typically this will be 0.5, so that rounding will give us the correct class: below 0.5 means the class with label 0 and 0.5 or above means the class with label 1. A 0.5 threshold is what Keras uses by default with its </a:t>
            </a:r>
            <a:r>
              <a:rPr lang="en-US" sz="1200" b="0" i="0" u="sng" dirty="0">
                <a:solidFill>
                  <a:srgbClr val="008ABC"/>
                </a:solidFill>
                <a:effectLst/>
                <a:latin typeface="inherit"/>
                <a:hlinkClick r:id="rId2"/>
              </a:rPr>
              <a:t>accuracy metric</a:t>
            </a:r>
            <a:r>
              <a:rPr lang="en-US" sz="1200" b="0" i="0" dirty="0">
                <a:solidFill>
                  <a:srgbClr val="3C4043"/>
                </a:solidFill>
                <a:effectLst/>
                <a:latin typeface="Inter"/>
              </a:rPr>
              <a:t>.</a:t>
            </a:r>
          </a:p>
          <a:p>
            <a:pPr marL="0" indent="0">
              <a:buNone/>
            </a:pPr>
            <a:br>
              <a:rPr lang="en-US" sz="1200" dirty="0"/>
            </a:br>
            <a:br>
              <a:rPr lang="en-US" sz="1400" dirty="0"/>
            </a:br>
            <a:endParaRPr lang="en-US" sz="1800" b="0" i="0" dirty="0">
              <a:solidFill>
                <a:srgbClr val="3C4043"/>
              </a:solidFill>
              <a:effectLst/>
              <a:latin typeface="Inter"/>
            </a:endParaRPr>
          </a:p>
        </p:txBody>
      </p:sp>
      <p:pic>
        <p:nvPicPr>
          <p:cNvPr id="18434" name="Picture 2" descr="The sigmoid graph is an 'S' shape with horizontal asymptotes at 0 to the left and 1 to the right. ">
            <a:extLst>
              <a:ext uri="{FF2B5EF4-FFF2-40B4-BE49-F238E27FC236}">
                <a16:creationId xmlns:a16="http://schemas.microsoft.com/office/drawing/2014/main" id="{8FC29FAA-771F-A674-FC35-DFF76B5CCA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8685" y="1998345"/>
            <a:ext cx="5619750"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451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3381</TotalTime>
  <Words>3024</Words>
  <Application>Microsoft Office PowerPoint</Application>
  <PresentationFormat>Widescreen</PresentationFormat>
  <Paragraphs>149</Paragraphs>
  <Slides>20</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Abadi Extra Light</vt:lpstr>
      <vt:lpstr>Arial</vt:lpstr>
      <vt:lpstr>Calibri</vt:lpstr>
      <vt:lpstr>Calibri Light</vt:lpstr>
      <vt:lpstr>Cambria</vt:lpstr>
      <vt:lpstr>Century Gothic</vt:lpstr>
      <vt:lpstr>inherit</vt:lpstr>
      <vt:lpstr>Inter</vt:lpstr>
      <vt:lpstr>MJXc-TeX-main-R</vt:lpstr>
      <vt:lpstr>MJXc-TeX-math-I</vt:lpstr>
      <vt:lpstr>Office Theme</vt:lpstr>
      <vt:lpstr>Introduction to Deep Learning</vt:lpstr>
      <vt:lpstr>Agenda</vt:lpstr>
      <vt:lpstr>What is Deep Learning?</vt:lpstr>
      <vt:lpstr>A Single Neuron: Learn about linear units, the building blocks of deep learning.</vt:lpstr>
      <vt:lpstr>Example - The Linear Unit as a Model</vt:lpstr>
      <vt:lpstr>Multiple Inputs</vt:lpstr>
      <vt:lpstr>Linear Units in Keras</vt:lpstr>
      <vt:lpstr>Deep Neural Networks: Add hidden layers to your network to uncover complex relationships.</vt:lpstr>
      <vt:lpstr>The Activation Function</vt:lpstr>
      <vt:lpstr>The Activation Function</vt:lpstr>
      <vt:lpstr>Stacking Dense Layers¶</vt:lpstr>
      <vt:lpstr>Building Sequential Models</vt:lpstr>
      <vt:lpstr>Stochastic Gradient Descent</vt:lpstr>
      <vt:lpstr>Stochastic Gradient Descent</vt:lpstr>
      <vt:lpstr>Learning Rate and Batch Size</vt:lpstr>
      <vt:lpstr>Dropout and Batch Normalization</vt:lpstr>
      <vt:lpstr>Batch Normalization</vt:lpstr>
      <vt:lpstr>Adding Batch Normalization</vt:lpstr>
      <vt:lpstr>Binary Classification</vt:lpstr>
      <vt:lpstr>Making Probabilities with the Sigmoid Function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Session1: Introduction to Data-Driven Manufacturing and statistics</dc:title>
  <dc:creator>Arunkarthik Thangaraj</dc:creator>
  <cp:lastModifiedBy>ARUN KARTHIK .</cp:lastModifiedBy>
  <cp:revision>391</cp:revision>
  <dcterms:created xsi:type="dcterms:W3CDTF">2023-10-16T14:03:13Z</dcterms:created>
  <dcterms:modified xsi:type="dcterms:W3CDTF">2025-03-09T05:33:08Z</dcterms:modified>
</cp:coreProperties>
</file>