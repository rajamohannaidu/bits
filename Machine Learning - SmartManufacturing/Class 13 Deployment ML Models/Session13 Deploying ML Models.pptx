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256" r:id="rId2"/>
    <p:sldId id="261" r:id="rId3"/>
    <p:sldId id="262" r:id="rId4"/>
    <p:sldId id="263" r:id="rId5"/>
    <p:sldId id="264" r:id="rId6"/>
    <p:sldId id="265" r:id="rId7"/>
    <p:sldId id="266" r:id="rId8"/>
    <p:sldId id="259" r:id="rId9"/>
    <p:sldId id="267"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F0D9"/>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1656C6-E5CB-4167-9E5C-F737ABFBE685}" v="7" dt="2025-03-06T08:14:47.9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60" y="268"/>
      </p:cViewPr>
      <p:guideLst/>
    </p:cSldViewPr>
  </p:slideViewPr>
  <p:notesTextViewPr>
    <p:cViewPr>
      <p:scale>
        <a:sx n="1" d="1"/>
        <a:sy n="1" d="1"/>
      </p:scale>
      <p:origin x="0" y="-90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KARTHIK ." userId="62a047ea-99a3-445a-a127-bd8840139939" providerId="ADAL" clId="{C3B361B6-8B5B-4DC8-B0DF-B46D53A980C4}"/>
    <pc:docChg chg="undo custSel addSld delSld modSld">
      <pc:chgData name="ARUN KARTHIK ." userId="62a047ea-99a3-445a-a127-bd8840139939" providerId="ADAL" clId="{C3B361B6-8B5B-4DC8-B0DF-B46D53A980C4}" dt="2024-09-13T11:21:35.319" v="137"/>
      <pc:docMkLst>
        <pc:docMk/>
      </pc:docMkLst>
      <pc:sldChg chg="modSp mod">
        <pc:chgData name="ARUN KARTHIK ." userId="62a047ea-99a3-445a-a127-bd8840139939" providerId="ADAL" clId="{C3B361B6-8B5B-4DC8-B0DF-B46D53A980C4}" dt="2024-09-13T08:43:03.882" v="82" actId="20577"/>
        <pc:sldMkLst>
          <pc:docMk/>
          <pc:sldMk cId="2487991735" sldId="256"/>
        </pc:sldMkLst>
      </pc:sldChg>
      <pc:sldChg chg="addSp modSp add mod">
        <pc:chgData name="ARUN KARTHIK ." userId="62a047ea-99a3-445a-a127-bd8840139939" providerId="ADAL" clId="{C3B361B6-8B5B-4DC8-B0DF-B46D53A980C4}" dt="2024-09-13T08:33:26.121" v="71" actId="1076"/>
        <pc:sldMkLst>
          <pc:docMk/>
          <pc:sldMk cId="0" sldId="257"/>
        </pc:sldMkLst>
      </pc:sldChg>
      <pc:sldChg chg="add del">
        <pc:chgData name="ARUN KARTHIK ." userId="62a047ea-99a3-445a-a127-bd8840139939" providerId="ADAL" clId="{C3B361B6-8B5B-4DC8-B0DF-B46D53A980C4}" dt="2024-09-13T08:31:36.106" v="2" actId="47"/>
        <pc:sldMkLst>
          <pc:docMk/>
          <pc:sldMk cId="0" sldId="258"/>
        </pc:sldMkLst>
      </pc:sldChg>
      <pc:sldChg chg="add del">
        <pc:chgData name="ARUN KARTHIK ." userId="62a047ea-99a3-445a-a127-bd8840139939" providerId="ADAL" clId="{C3B361B6-8B5B-4DC8-B0DF-B46D53A980C4}" dt="2024-09-13T08:31:36.106" v="2" actId="47"/>
        <pc:sldMkLst>
          <pc:docMk/>
          <pc:sldMk cId="0" sldId="259"/>
        </pc:sldMkLst>
      </pc:sldChg>
      <pc:sldChg chg="add del">
        <pc:chgData name="ARUN KARTHIK ." userId="62a047ea-99a3-445a-a127-bd8840139939" providerId="ADAL" clId="{C3B361B6-8B5B-4DC8-B0DF-B46D53A980C4}" dt="2024-09-13T08:31:36.106" v="2" actId="47"/>
        <pc:sldMkLst>
          <pc:docMk/>
          <pc:sldMk cId="0" sldId="260"/>
        </pc:sldMkLst>
      </pc:sldChg>
      <pc:sldChg chg="add del">
        <pc:chgData name="ARUN KARTHIK ." userId="62a047ea-99a3-445a-a127-bd8840139939" providerId="ADAL" clId="{C3B361B6-8B5B-4DC8-B0DF-B46D53A980C4}" dt="2024-09-13T08:31:36.106" v="2" actId="47"/>
        <pc:sldMkLst>
          <pc:docMk/>
          <pc:sldMk cId="0" sldId="261"/>
        </pc:sldMkLst>
      </pc:sldChg>
      <pc:sldChg chg="add del">
        <pc:chgData name="ARUN KARTHIK ." userId="62a047ea-99a3-445a-a127-bd8840139939" providerId="ADAL" clId="{C3B361B6-8B5B-4DC8-B0DF-B46D53A980C4}" dt="2024-09-13T08:31:36.106" v="2" actId="47"/>
        <pc:sldMkLst>
          <pc:docMk/>
          <pc:sldMk cId="0" sldId="262"/>
        </pc:sldMkLst>
      </pc:sldChg>
      <pc:sldChg chg="add del">
        <pc:chgData name="ARUN KARTHIK ." userId="62a047ea-99a3-445a-a127-bd8840139939" providerId="ADAL" clId="{C3B361B6-8B5B-4DC8-B0DF-B46D53A980C4}" dt="2024-09-13T08:31:36.106" v="2" actId="47"/>
        <pc:sldMkLst>
          <pc:docMk/>
          <pc:sldMk cId="0" sldId="263"/>
        </pc:sldMkLst>
      </pc:sldChg>
      <pc:sldChg chg="add del">
        <pc:chgData name="ARUN KARTHIK ." userId="62a047ea-99a3-445a-a127-bd8840139939" providerId="ADAL" clId="{C3B361B6-8B5B-4DC8-B0DF-B46D53A980C4}" dt="2024-09-13T08:31:36.106" v="2" actId="47"/>
        <pc:sldMkLst>
          <pc:docMk/>
          <pc:sldMk cId="0" sldId="264"/>
        </pc:sldMkLst>
      </pc:sldChg>
      <pc:sldChg chg="add del">
        <pc:chgData name="ARUN KARTHIK ." userId="62a047ea-99a3-445a-a127-bd8840139939" providerId="ADAL" clId="{C3B361B6-8B5B-4DC8-B0DF-B46D53A980C4}" dt="2024-09-13T08:31:36.106" v="2" actId="47"/>
        <pc:sldMkLst>
          <pc:docMk/>
          <pc:sldMk cId="0" sldId="265"/>
        </pc:sldMkLst>
      </pc:sldChg>
      <pc:sldChg chg="add del">
        <pc:chgData name="ARUN KARTHIK ." userId="62a047ea-99a3-445a-a127-bd8840139939" providerId="ADAL" clId="{C3B361B6-8B5B-4DC8-B0DF-B46D53A980C4}" dt="2024-09-13T08:31:36.106" v="2" actId="47"/>
        <pc:sldMkLst>
          <pc:docMk/>
          <pc:sldMk cId="0" sldId="266"/>
        </pc:sldMkLst>
      </pc:sldChg>
      <pc:sldChg chg="add del">
        <pc:chgData name="ARUN KARTHIK ." userId="62a047ea-99a3-445a-a127-bd8840139939" providerId="ADAL" clId="{C3B361B6-8B5B-4DC8-B0DF-B46D53A980C4}" dt="2024-09-13T08:31:36.106" v="2" actId="47"/>
        <pc:sldMkLst>
          <pc:docMk/>
          <pc:sldMk cId="0" sldId="267"/>
        </pc:sldMkLst>
      </pc:sldChg>
      <pc:sldChg chg="add del">
        <pc:chgData name="ARUN KARTHIK ." userId="62a047ea-99a3-445a-a127-bd8840139939" providerId="ADAL" clId="{C3B361B6-8B5B-4DC8-B0DF-B46D53A980C4}" dt="2024-09-13T08:31:36.106" v="2" actId="47"/>
        <pc:sldMkLst>
          <pc:docMk/>
          <pc:sldMk cId="0" sldId="268"/>
        </pc:sldMkLst>
      </pc:sldChg>
      <pc:sldChg chg="add del">
        <pc:chgData name="ARUN KARTHIK ." userId="62a047ea-99a3-445a-a127-bd8840139939" providerId="ADAL" clId="{C3B361B6-8B5B-4DC8-B0DF-B46D53A980C4}" dt="2024-09-13T08:31:36.106" v="2" actId="47"/>
        <pc:sldMkLst>
          <pc:docMk/>
          <pc:sldMk cId="0" sldId="269"/>
        </pc:sldMkLst>
      </pc:sldChg>
      <pc:sldChg chg="add del">
        <pc:chgData name="ARUN KARTHIK ." userId="62a047ea-99a3-445a-a127-bd8840139939" providerId="ADAL" clId="{C3B361B6-8B5B-4DC8-B0DF-B46D53A980C4}" dt="2024-09-13T08:31:36.106" v="2" actId="47"/>
        <pc:sldMkLst>
          <pc:docMk/>
          <pc:sldMk cId="0" sldId="293"/>
        </pc:sldMkLst>
      </pc:sldChg>
      <pc:sldChg chg="add del">
        <pc:chgData name="ARUN KARTHIK ." userId="62a047ea-99a3-445a-a127-bd8840139939" providerId="ADAL" clId="{C3B361B6-8B5B-4DC8-B0DF-B46D53A980C4}" dt="2024-09-13T08:31:36.106" v="2" actId="47"/>
        <pc:sldMkLst>
          <pc:docMk/>
          <pc:sldMk cId="0" sldId="294"/>
        </pc:sldMkLst>
      </pc:sldChg>
      <pc:sldChg chg="add del">
        <pc:chgData name="ARUN KARTHIK ." userId="62a047ea-99a3-445a-a127-bd8840139939" providerId="ADAL" clId="{C3B361B6-8B5B-4DC8-B0DF-B46D53A980C4}" dt="2024-09-13T08:31:36.106" v="2" actId="47"/>
        <pc:sldMkLst>
          <pc:docMk/>
          <pc:sldMk cId="0" sldId="295"/>
        </pc:sldMkLst>
      </pc:sldChg>
      <pc:sldChg chg="add del">
        <pc:chgData name="ARUN KARTHIK ." userId="62a047ea-99a3-445a-a127-bd8840139939" providerId="ADAL" clId="{C3B361B6-8B5B-4DC8-B0DF-B46D53A980C4}" dt="2024-09-13T08:31:36.106" v="2" actId="47"/>
        <pc:sldMkLst>
          <pc:docMk/>
          <pc:sldMk cId="0" sldId="296"/>
        </pc:sldMkLst>
      </pc:sldChg>
      <pc:sldChg chg="add del">
        <pc:chgData name="ARUN KARTHIK ." userId="62a047ea-99a3-445a-a127-bd8840139939" providerId="ADAL" clId="{C3B361B6-8B5B-4DC8-B0DF-B46D53A980C4}" dt="2024-09-13T08:31:36.106" v="2" actId="47"/>
        <pc:sldMkLst>
          <pc:docMk/>
          <pc:sldMk cId="0" sldId="298"/>
        </pc:sldMkLst>
      </pc:sldChg>
      <pc:sldChg chg="add del">
        <pc:chgData name="ARUN KARTHIK ." userId="62a047ea-99a3-445a-a127-bd8840139939" providerId="ADAL" clId="{C3B361B6-8B5B-4DC8-B0DF-B46D53A980C4}" dt="2024-09-13T08:31:36.106" v="2" actId="47"/>
        <pc:sldMkLst>
          <pc:docMk/>
          <pc:sldMk cId="0" sldId="301"/>
        </pc:sldMkLst>
      </pc:sldChg>
      <pc:sldChg chg="add del">
        <pc:chgData name="ARUN KARTHIK ." userId="62a047ea-99a3-445a-a127-bd8840139939" providerId="ADAL" clId="{C3B361B6-8B5B-4DC8-B0DF-B46D53A980C4}" dt="2024-09-13T08:31:36.106" v="2" actId="47"/>
        <pc:sldMkLst>
          <pc:docMk/>
          <pc:sldMk cId="0" sldId="304"/>
        </pc:sldMkLst>
      </pc:sldChg>
      <pc:sldChg chg="add del">
        <pc:chgData name="ARUN KARTHIK ." userId="62a047ea-99a3-445a-a127-bd8840139939" providerId="ADAL" clId="{C3B361B6-8B5B-4DC8-B0DF-B46D53A980C4}" dt="2024-09-13T08:31:36.106" v="2" actId="47"/>
        <pc:sldMkLst>
          <pc:docMk/>
          <pc:sldMk cId="0" sldId="309"/>
        </pc:sldMkLst>
      </pc:sldChg>
      <pc:sldChg chg="add del">
        <pc:chgData name="ARUN KARTHIK ." userId="62a047ea-99a3-445a-a127-bd8840139939" providerId="ADAL" clId="{C3B361B6-8B5B-4DC8-B0DF-B46D53A980C4}" dt="2024-09-13T08:31:36.106" v="2" actId="47"/>
        <pc:sldMkLst>
          <pc:docMk/>
          <pc:sldMk cId="0" sldId="314"/>
        </pc:sldMkLst>
      </pc:sldChg>
      <pc:sldChg chg="add del">
        <pc:chgData name="ARUN KARTHIK ." userId="62a047ea-99a3-445a-a127-bd8840139939" providerId="ADAL" clId="{C3B361B6-8B5B-4DC8-B0DF-B46D53A980C4}" dt="2024-09-13T08:31:36.106" v="2" actId="47"/>
        <pc:sldMkLst>
          <pc:docMk/>
          <pc:sldMk cId="0" sldId="317"/>
        </pc:sldMkLst>
      </pc:sldChg>
      <pc:sldChg chg="add del">
        <pc:chgData name="ARUN KARTHIK ." userId="62a047ea-99a3-445a-a127-bd8840139939" providerId="ADAL" clId="{C3B361B6-8B5B-4DC8-B0DF-B46D53A980C4}" dt="2024-09-13T08:31:36.106" v="2" actId="47"/>
        <pc:sldMkLst>
          <pc:docMk/>
          <pc:sldMk cId="0" sldId="331"/>
        </pc:sldMkLst>
      </pc:sldChg>
      <pc:sldChg chg="add del">
        <pc:chgData name="ARUN KARTHIK ." userId="62a047ea-99a3-445a-a127-bd8840139939" providerId="ADAL" clId="{C3B361B6-8B5B-4DC8-B0DF-B46D53A980C4}" dt="2024-09-13T08:31:36.106" v="2" actId="47"/>
        <pc:sldMkLst>
          <pc:docMk/>
          <pc:sldMk cId="0" sldId="347"/>
        </pc:sldMkLst>
      </pc:sldChg>
      <pc:sldChg chg="add del">
        <pc:chgData name="ARUN KARTHIK ." userId="62a047ea-99a3-445a-a127-bd8840139939" providerId="ADAL" clId="{C3B361B6-8B5B-4DC8-B0DF-B46D53A980C4}" dt="2024-09-13T08:31:36.106" v="2" actId="47"/>
        <pc:sldMkLst>
          <pc:docMk/>
          <pc:sldMk cId="0" sldId="348"/>
        </pc:sldMkLst>
      </pc:sldChg>
      <pc:sldChg chg="add del">
        <pc:chgData name="ARUN KARTHIK ." userId="62a047ea-99a3-445a-a127-bd8840139939" providerId="ADAL" clId="{C3B361B6-8B5B-4DC8-B0DF-B46D53A980C4}" dt="2024-09-13T08:31:36.106" v="2" actId="47"/>
        <pc:sldMkLst>
          <pc:docMk/>
          <pc:sldMk cId="0" sldId="349"/>
        </pc:sldMkLst>
      </pc:sldChg>
      <pc:sldChg chg="addSp modSp add mod">
        <pc:chgData name="ARUN KARTHIK ." userId="62a047ea-99a3-445a-a127-bd8840139939" providerId="ADAL" clId="{C3B361B6-8B5B-4DC8-B0DF-B46D53A980C4}" dt="2024-09-13T08:33:33.036" v="76"/>
        <pc:sldMkLst>
          <pc:docMk/>
          <pc:sldMk cId="0" sldId="365"/>
        </pc:sldMkLst>
      </pc:sldChg>
      <pc:sldChg chg="add del">
        <pc:chgData name="ARUN KARTHIK ." userId="62a047ea-99a3-445a-a127-bd8840139939" providerId="ADAL" clId="{C3B361B6-8B5B-4DC8-B0DF-B46D53A980C4}" dt="2024-09-13T08:31:36.106" v="2" actId="47"/>
        <pc:sldMkLst>
          <pc:docMk/>
          <pc:sldMk cId="0" sldId="368"/>
        </pc:sldMkLst>
      </pc:sldChg>
      <pc:sldChg chg="add del">
        <pc:chgData name="ARUN KARTHIK ." userId="62a047ea-99a3-445a-a127-bd8840139939" providerId="ADAL" clId="{C3B361B6-8B5B-4DC8-B0DF-B46D53A980C4}" dt="2024-09-13T08:31:36.106" v="2" actId="47"/>
        <pc:sldMkLst>
          <pc:docMk/>
          <pc:sldMk cId="0" sldId="369"/>
        </pc:sldMkLst>
      </pc:sldChg>
      <pc:sldChg chg="add del">
        <pc:chgData name="ARUN KARTHIK ." userId="62a047ea-99a3-445a-a127-bd8840139939" providerId="ADAL" clId="{C3B361B6-8B5B-4DC8-B0DF-B46D53A980C4}" dt="2024-09-13T08:31:36.106" v="2" actId="47"/>
        <pc:sldMkLst>
          <pc:docMk/>
          <pc:sldMk cId="0" sldId="370"/>
        </pc:sldMkLst>
      </pc:sldChg>
      <pc:sldChg chg="addSp modSp add del mod">
        <pc:chgData name="ARUN KARTHIK ." userId="62a047ea-99a3-445a-a127-bd8840139939" providerId="ADAL" clId="{C3B361B6-8B5B-4DC8-B0DF-B46D53A980C4}" dt="2024-09-13T08:33:30.060" v="74"/>
        <pc:sldMkLst>
          <pc:docMk/>
          <pc:sldMk cId="0" sldId="371"/>
        </pc:sldMkLst>
      </pc:sldChg>
      <pc:sldChg chg="add del">
        <pc:chgData name="ARUN KARTHIK ." userId="62a047ea-99a3-445a-a127-bd8840139939" providerId="ADAL" clId="{C3B361B6-8B5B-4DC8-B0DF-B46D53A980C4}" dt="2024-09-13T08:31:36.106" v="2" actId="47"/>
        <pc:sldMkLst>
          <pc:docMk/>
          <pc:sldMk cId="0" sldId="372"/>
        </pc:sldMkLst>
      </pc:sldChg>
      <pc:sldChg chg="add del">
        <pc:chgData name="ARUN KARTHIK ." userId="62a047ea-99a3-445a-a127-bd8840139939" providerId="ADAL" clId="{C3B361B6-8B5B-4DC8-B0DF-B46D53A980C4}" dt="2024-09-13T08:31:36.106" v="2" actId="47"/>
        <pc:sldMkLst>
          <pc:docMk/>
          <pc:sldMk cId="0" sldId="373"/>
        </pc:sldMkLst>
      </pc:sldChg>
      <pc:sldChg chg="add del">
        <pc:chgData name="ARUN KARTHIK ." userId="62a047ea-99a3-445a-a127-bd8840139939" providerId="ADAL" clId="{C3B361B6-8B5B-4DC8-B0DF-B46D53A980C4}" dt="2024-09-13T08:31:36.106" v="2" actId="47"/>
        <pc:sldMkLst>
          <pc:docMk/>
          <pc:sldMk cId="3586635636" sldId="374"/>
        </pc:sldMkLst>
      </pc:sldChg>
      <pc:sldChg chg="add del">
        <pc:chgData name="ARUN KARTHIK ." userId="62a047ea-99a3-445a-a127-bd8840139939" providerId="ADAL" clId="{C3B361B6-8B5B-4DC8-B0DF-B46D53A980C4}" dt="2024-09-13T08:31:36.106" v="2" actId="47"/>
        <pc:sldMkLst>
          <pc:docMk/>
          <pc:sldMk cId="622226362" sldId="375"/>
        </pc:sldMkLst>
      </pc:sldChg>
      <pc:sldChg chg="add del">
        <pc:chgData name="ARUN KARTHIK ." userId="62a047ea-99a3-445a-a127-bd8840139939" providerId="ADAL" clId="{C3B361B6-8B5B-4DC8-B0DF-B46D53A980C4}" dt="2024-09-13T08:31:36.106" v="2" actId="47"/>
        <pc:sldMkLst>
          <pc:docMk/>
          <pc:sldMk cId="574314217" sldId="376"/>
        </pc:sldMkLst>
      </pc:sldChg>
      <pc:sldChg chg="addSp delSp modSp add del mod">
        <pc:chgData name="ARUN KARTHIK ." userId="62a047ea-99a3-445a-a127-bd8840139939" providerId="ADAL" clId="{C3B361B6-8B5B-4DC8-B0DF-B46D53A980C4}" dt="2024-09-13T08:32:29.194" v="23" actId="47"/>
        <pc:sldMkLst>
          <pc:docMk/>
          <pc:sldMk cId="3971593077" sldId="377"/>
        </pc:sldMkLst>
      </pc:sldChg>
      <pc:sldChg chg="modSp add mod">
        <pc:chgData name="ARUN KARTHIK ." userId="62a047ea-99a3-445a-a127-bd8840139939" providerId="ADAL" clId="{C3B361B6-8B5B-4DC8-B0DF-B46D53A980C4}" dt="2024-09-13T08:32:34.380" v="24" actId="207"/>
        <pc:sldMkLst>
          <pc:docMk/>
          <pc:sldMk cId="0" sldId="378"/>
        </pc:sldMkLst>
      </pc:sldChg>
      <pc:sldChg chg="add del">
        <pc:chgData name="ARUN KARTHIK ." userId="62a047ea-99a3-445a-a127-bd8840139939" providerId="ADAL" clId="{C3B361B6-8B5B-4DC8-B0DF-B46D53A980C4}" dt="2024-09-13T08:31:36.106" v="2" actId="47"/>
        <pc:sldMkLst>
          <pc:docMk/>
          <pc:sldMk cId="3848968646" sldId="378"/>
        </pc:sldMkLst>
      </pc:sldChg>
      <pc:sldChg chg="add del">
        <pc:chgData name="ARUN KARTHIK ." userId="62a047ea-99a3-445a-a127-bd8840139939" providerId="ADAL" clId="{C3B361B6-8B5B-4DC8-B0DF-B46D53A980C4}" dt="2024-09-13T08:31:36.106" v="2" actId="47"/>
        <pc:sldMkLst>
          <pc:docMk/>
          <pc:sldMk cId="4110749473" sldId="379"/>
        </pc:sldMkLst>
      </pc:sldChg>
      <pc:sldChg chg="add del">
        <pc:chgData name="ARUN KARTHIK ." userId="62a047ea-99a3-445a-a127-bd8840139939" providerId="ADAL" clId="{C3B361B6-8B5B-4DC8-B0DF-B46D53A980C4}" dt="2024-09-13T08:31:36.106" v="2" actId="47"/>
        <pc:sldMkLst>
          <pc:docMk/>
          <pc:sldMk cId="2282893680" sldId="380"/>
        </pc:sldMkLst>
      </pc:sldChg>
      <pc:sldChg chg="add del">
        <pc:chgData name="ARUN KARTHIK ." userId="62a047ea-99a3-445a-a127-bd8840139939" providerId="ADAL" clId="{C3B361B6-8B5B-4DC8-B0DF-B46D53A980C4}" dt="2024-09-13T08:31:36.106" v="2" actId="47"/>
        <pc:sldMkLst>
          <pc:docMk/>
          <pc:sldMk cId="2749357090" sldId="381"/>
        </pc:sldMkLst>
      </pc:sldChg>
      <pc:sldChg chg="add del">
        <pc:chgData name="ARUN KARTHIK ." userId="62a047ea-99a3-445a-a127-bd8840139939" providerId="ADAL" clId="{C3B361B6-8B5B-4DC8-B0DF-B46D53A980C4}" dt="2024-09-13T08:31:36.106" v="2" actId="47"/>
        <pc:sldMkLst>
          <pc:docMk/>
          <pc:sldMk cId="788845732" sldId="382"/>
        </pc:sldMkLst>
      </pc:sldChg>
      <pc:sldChg chg="addSp modSp add mod">
        <pc:chgData name="ARUN KARTHIK ." userId="62a047ea-99a3-445a-a127-bd8840139939" providerId="ADAL" clId="{C3B361B6-8B5B-4DC8-B0DF-B46D53A980C4}" dt="2024-09-13T08:33:31.498" v="75"/>
        <pc:sldMkLst>
          <pc:docMk/>
          <pc:sldMk cId="0" sldId="388"/>
        </pc:sldMkLst>
      </pc:sldChg>
      <pc:sldChg chg="addSp modSp add mod">
        <pc:chgData name="ARUN KARTHIK ." userId="62a047ea-99a3-445a-a127-bd8840139939" providerId="ADAL" clId="{C3B361B6-8B5B-4DC8-B0DF-B46D53A980C4}" dt="2024-09-13T08:33:27.455" v="72"/>
        <pc:sldMkLst>
          <pc:docMk/>
          <pc:sldMk cId="0" sldId="389"/>
        </pc:sldMkLst>
      </pc:sldChg>
      <pc:sldChg chg="addSp modSp add">
        <pc:chgData name="ARUN KARTHIK ." userId="62a047ea-99a3-445a-a127-bd8840139939" providerId="ADAL" clId="{C3B361B6-8B5B-4DC8-B0DF-B46D53A980C4}" dt="2024-09-13T08:33:28.541" v="73"/>
        <pc:sldMkLst>
          <pc:docMk/>
          <pc:sldMk cId="0" sldId="391"/>
        </pc:sldMkLst>
      </pc:sldChg>
      <pc:sldChg chg="addSp new">
        <pc:chgData name="ARUN KARTHIK ." userId="62a047ea-99a3-445a-a127-bd8840139939" providerId="ADAL" clId="{C3B361B6-8B5B-4DC8-B0DF-B46D53A980C4}" dt="2024-09-13T09:03:49.180" v="84"/>
        <pc:sldMkLst>
          <pc:docMk/>
          <pc:sldMk cId="2694511544" sldId="392"/>
        </pc:sldMkLst>
      </pc:sldChg>
      <pc:sldChg chg="delSp new mod">
        <pc:chgData name="ARUN KARTHIK ." userId="62a047ea-99a3-445a-a127-bd8840139939" providerId="ADAL" clId="{C3B361B6-8B5B-4DC8-B0DF-B46D53A980C4}" dt="2024-09-13T09:03:54.644" v="86" actId="478"/>
        <pc:sldMkLst>
          <pc:docMk/>
          <pc:sldMk cId="2668859357" sldId="393"/>
        </pc:sldMkLst>
      </pc:sldChg>
      <pc:sldChg chg="addSp new">
        <pc:chgData name="ARUN KARTHIK ." userId="62a047ea-99a3-445a-a127-bd8840139939" providerId="ADAL" clId="{C3B361B6-8B5B-4DC8-B0DF-B46D53A980C4}" dt="2024-09-13T09:23:43.625" v="88"/>
        <pc:sldMkLst>
          <pc:docMk/>
          <pc:sldMk cId="2214914933" sldId="394"/>
        </pc:sldMkLst>
      </pc:sldChg>
      <pc:sldChg chg="addSp delSp modSp new mod">
        <pc:chgData name="ARUN KARTHIK ." userId="62a047ea-99a3-445a-a127-bd8840139939" providerId="ADAL" clId="{C3B361B6-8B5B-4DC8-B0DF-B46D53A980C4}" dt="2024-09-13T11:21:35.319" v="137"/>
        <pc:sldMkLst>
          <pc:docMk/>
          <pc:sldMk cId="442980523" sldId="395"/>
        </pc:sldMkLst>
      </pc:sldChg>
    </pc:docChg>
  </pc:docChgLst>
  <pc:docChgLst>
    <pc:chgData name="ARUN KARTHIK ." userId="62a047ea-99a3-445a-a127-bd8840139939" providerId="ADAL" clId="{2300E771-4B7D-4D9C-ADED-A67A217ED3F2}"/>
    <pc:docChg chg="undo custSel addSld delSld modSld sldOrd">
      <pc:chgData name="ARUN KARTHIK ." userId="62a047ea-99a3-445a-a127-bd8840139939" providerId="ADAL" clId="{2300E771-4B7D-4D9C-ADED-A67A217ED3F2}" dt="2024-08-10T12:44:51.524" v="1472"/>
      <pc:docMkLst>
        <pc:docMk/>
      </pc:docMkLst>
      <pc:sldChg chg="modSp mod">
        <pc:chgData name="ARUN KARTHIK ." userId="62a047ea-99a3-445a-a127-bd8840139939" providerId="ADAL" clId="{2300E771-4B7D-4D9C-ADED-A67A217ED3F2}" dt="2024-08-10T08:37:55.645" v="35" actId="313"/>
        <pc:sldMkLst>
          <pc:docMk/>
          <pc:sldMk cId="2487991735" sldId="256"/>
        </pc:sldMkLst>
      </pc:sldChg>
      <pc:sldChg chg="del">
        <pc:chgData name="ARUN KARTHIK ." userId="62a047ea-99a3-445a-a127-bd8840139939" providerId="ADAL" clId="{2300E771-4B7D-4D9C-ADED-A67A217ED3F2}" dt="2024-08-10T08:37:57.971" v="36" actId="47"/>
        <pc:sldMkLst>
          <pc:docMk/>
          <pc:sldMk cId="0" sldId="260"/>
        </pc:sldMkLst>
      </pc:sldChg>
      <pc:sldChg chg="del">
        <pc:chgData name="ARUN KARTHIK ." userId="62a047ea-99a3-445a-a127-bd8840139939" providerId="ADAL" clId="{2300E771-4B7D-4D9C-ADED-A67A217ED3F2}" dt="2024-08-10T08:37:58.408" v="37" actId="47"/>
        <pc:sldMkLst>
          <pc:docMk/>
          <pc:sldMk cId="0" sldId="261"/>
        </pc:sldMkLst>
      </pc:sldChg>
      <pc:sldChg chg="del">
        <pc:chgData name="ARUN KARTHIK ." userId="62a047ea-99a3-445a-a127-bd8840139939" providerId="ADAL" clId="{2300E771-4B7D-4D9C-ADED-A67A217ED3F2}" dt="2024-08-10T08:37:59.284" v="38" actId="47"/>
        <pc:sldMkLst>
          <pc:docMk/>
          <pc:sldMk cId="0" sldId="262"/>
        </pc:sldMkLst>
      </pc:sldChg>
      <pc:sldChg chg="add del">
        <pc:chgData name="ARUN KARTHIK ." userId="62a047ea-99a3-445a-a127-bd8840139939" providerId="ADAL" clId="{2300E771-4B7D-4D9C-ADED-A67A217ED3F2}" dt="2024-08-10T08:38:09.047" v="45" actId="47"/>
        <pc:sldMkLst>
          <pc:docMk/>
          <pc:sldMk cId="0" sldId="263"/>
        </pc:sldMkLst>
      </pc:sldChg>
      <pc:sldChg chg="add del">
        <pc:chgData name="ARUN KARTHIK ." userId="62a047ea-99a3-445a-a127-bd8840139939" providerId="ADAL" clId="{2300E771-4B7D-4D9C-ADED-A67A217ED3F2}" dt="2024-08-10T08:38:25.510" v="46" actId="47"/>
        <pc:sldMkLst>
          <pc:docMk/>
          <pc:sldMk cId="0" sldId="264"/>
        </pc:sldMkLst>
      </pc:sldChg>
      <pc:sldChg chg="add del">
        <pc:chgData name="ARUN KARTHIK ." userId="62a047ea-99a3-445a-a127-bd8840139939" providerId="ADAL" clId="{2300E771-4B7D-4D9C-ADED-A67A217ED3F2}" dt="2024-08-10T08:38:25.510" v="46" actId="47"/>
        <pc:sldMkLst>
          <pc:docMk/>
          <pc:sldMk cId="0" sldId="265"/>
        </pc:sldMkLst>
      </pc:sldChg>
      <pc:sldChg chg="del">
        <pc:chgData name="ARUN KARTHIK ." userId="62a047ea-99a3-445a-a127-bd8840139939" providerId="ADAL" clId="{2300E771-4B7D-4D9C-ADED-A67A217ED3F2}" dt="2024-08-10T08:38:25.510" v="46" actId="47"/>
        <pc:sldMkLst>
          <pc:docMk/>
          <pc:sldMk cId="0" sldId="266"/>
        </pc:sldMkLst>
      </pc:sldChg>
      <pc:sldChg chg="del">
        <pc:chgData name="ARUN KARTHIK ." userId="62a047ea-99a3-445a-a127-bd8840139939" providerId="ADAL" clId="{2300E771-4B7D-4D9C-ADED-A67A217ED3F2}" dt="2024-08-10T08:38:25.510" v="46" actId="47"/>
        <pc:sldMkLst>
          <pc:docMk/>
          <pc:sldMk cId="0" sldId="267"/>
        </pc:sldMkLst>
      </pc:sldChg>
      <pc:sldChg chg="del">
        <pc:chgData name="ARUN KARTHIK ." userId="62a047ea-99a3-445a-a127-bd8840139939" providerId="ADAL" clId="{2300E771-4B7D-4D9C-ADED-A67A217ED3F2}" dt="2024-08-10T08:38:25.510" v="46" actId="47"/>
        <pc:sldMkLst>
          <pc:docMk/>
          <pc:sldMk cId="0" sldId="268"/>
        </pc:sldMkLst>
      </pc:sldChg>
      <pc:sldChg chg="del">
        <pc:chgData name="ARUN KARTHIK ." userId="62a047ea-99a3-445a-a127-bd8840139939" providerId="ADAL" clId="{2300E771-4B7D-4D9C-ADED-A67A217ED3F2}" dt="2024-08-10T08:38:25.510" v="46" actId="47"/>
        <pc:sldMkLst>
          <pc:docMk/>
          <pc:sldMk cId="0" sldId="269"/>
        </pc:sldMkLst>
      </pc:sldChg>
      <pc:sldChg chg="del">
        <pc:chgData name="ARUN KARTHIK ." userId="62a047ea-99a3-445a-a127-bd8840139939" providerId="ADAL" clId="{2300E771-4B7D-4D9C-ADED-A67A217ED3F2}" dt="2024-08-10T08:38:25.510" v="46" actId="47"/>
        <pc:sldMkLst>
          <pc:docMk/>
          <pc:sldMk cId="0" sldId="270"/>
        </pc:sldMkLst>
      </pc:sldChg>
      <pc:sldChg chg="del">
        <pc:chgData name="ARUN KARTHIK ." userId="62a047ea-99a3-445a-a127-bd8840139939" providerId="ADAL" clId="{2300E771-4B7D-4D9C-ADED-A67A217ED3F2}" dt="2024-08-10T08:38:25.510" v="46" actId="47"/>
        <pc:sldMkLst>
          <pc:docMk/>
          <pc:sldMk cId="0" sldId="271"/>
        </pc:sldMkLst>
      </pc:sldChg>
      <pc:sldChg chg="del">
        <pc:chgData name="ARUN KARTHIK ." userId="62a047ea-99a3-445a-a127-bd8840139939" providerId="ADAL" clId="{2300E771-4B7D-4D9C-ADED-A67A217ED3F2}" dt="2024-08-10T08:38:25.510" v="46" actId="47"/>
        <pc:sldMkLst>
          <pc:docMk/>
          <pc:sldMk cId="0" sldId="272"/>
        </pc:sldMkLst>
      </pc:sldChg>
      <pc:sldChg chg="del">
        <pc:chgData name="ARUN KARTHIK ." userId="62a047ea-99a3-445a-a127-bd8840139939" providerId="ADAL" clId="{2300E771-4B7D-4D9C-ADED-A67A217ED3F2}" dt="2024-08-10T08:38:25.510" v="46" actId="47"/>
        <pc:sldMkLst>
          <pc:docMk/>
          <pc:sldMk cId="0" sldId="273"/>
        </pc:sldMkLst>
      </pc:sldChg>
      <pc:sldChg chg="del">
        <pc:chgData name="ARUN KARTHIK ." userId="62a047ea-99a3-445a-a127-bd8840139939" providerId="ADAL" clId="{2300E771-4B7D-4D9C-ADED-A67A217ED3F2}" dt="2024-08-10T08:38:25.510" v="46" actId="47"/>
        <pc:sldMkLst>
          <pc:docMk/>
          <pc:sldMk cId="0" sldId="274"/>
        </pc:sldMkLst>
      </pc:sldChg>
      <pc:sldChg chg="del">
        <pc:chgData name="ARUN KARTHIK ." userId="62a047ea-99a3-445a-a127-bd8840139939" providerId="ADAL" clId="{2300E771-4B7D-4D9C-ADED-A67A217ED3F2}" dt="2024-08-10T08:38:25.510" v="46" actId="47"/>
        <pc:sldMkLst>
          <pc:docMk/>
          <pc:sldMk cId="0" sldId="275"/>
        </pc:sldMkLst>
      </pc:sldChg>
      <pc:sldChg chg="del">
        <pc:chgData name="ARUN KARTHIK ." userId="62a047ea-99a3-445a-a127-bd8840139939" providerId="ADAL" clId="{2300E771-4B7D-4D9C-ADED-A67A217ED3F2}" dt="2024-08-10T08:38:25.510" v="46" actId="47"/>
        <pc:sldMkLst>
          <pc:docMk/>
          <pc:sldMk cId="0" sldId="276"/>
        </pc:sldMkLst>
      </pc:sldChg>
      <pc:sldChg chg="del">
        <pc:chgData name="ARUN KARTHIK ." userId="62a047ea-99a3-445a-a127-bd8840139939" providerId="ADAL" clId="{2300E771-4B7D-4D9C-ADED-A67A217ED3F2}" dt="2024-08-10T08:38:25.510" v="46" actId="47"/>
        <pc:sldMkLst>
          <pc:docMk/>
          <pc:sldMk cId="0" sldId="277"/>
        </pc:sldMkLst>
      </pc:sldChg>
      <pc:sldChg chg="del">
        <pc:chgData name="ARUN KARTHIK ." userId="62a047ea-99a3-445a-a127-bd8840139939" providerId="ADAL" clId="{2300E771-4B7D-4D9C-ADED-A67A217ED3F2}" dt="2024-08-10T08:38:25.510" v="46" actId="47"/>
        <pc:sldMkLst>
          <pc:docMk/>
          <pc:sldMk cId="0" sldId="278"/>
        </pc:sldMkLst>
      </pc:sldChg>
      <pc:sldChg chg="del">
        <pc:chgData name="ARUN KARTHIK ." userId="62a047ea-99a3-445a-a127-bd8840139939" providerId="ADAL" clId="{2300E771-4B7D-4D9C-ADED-A67A217ED3F2}" dt="2024-08-10T08:38:25.510" v="46" actId="47"/>
        <pc:sldMkLst>
          <pc:docMk/>
          <pc:sldMk cId="0" sldId="279"/>
        </pc:sldMkLst>
      </pc:sldChg>
      <pc:sldChg chg="del">
        <pc:chgData name="ARUN KARTHIK ." userId="62a047ea-99a3-445a-a127-bd8840139939" providerId="ADAL" clId="{2300E771-4B7D-4D9C-ADED-A67A217ED3F2}" dt="2024-08-10T08:38:25.510" v="46" actId="47"/>
        <pc:sldMkLst>
          <pc:docMk/>
          <pc:sldMk cId="0" sldId="280"/>
        </pc:sldMkLst>
      </pc:sldChg>
      <pc:sldChg chg="del">
        <pc:chgData name="ARUN KARTHIK ." userId="62a047ea-99a3-445a-a127-bd8840139939" providerId="ADAL" clId="{2300E771-4B7D-4D9C-ADED-A67A217ED3F2}" dt="2024-08-10T08:38:25.510" v="46" actId="47"/>
        <pc:sldMkLst>
          <pc:docMk/>
          <pc:sldMk cId="0" sldId="281"/>
        </pc:sldMkLst>
      </pc:sldChg>
      <pc:sldChg chg="del">
        <pc:chgData name="ARUN KARTHIK ." userId="62a047ea-99a3-445a-a127-bd8840139939" providerId="ADAL" clId="{2300E771-4B7D-4D9C-ADED-A67A217ED3F2}" dt="2024-08-10T08:38:25.510" v="46" actId="47"/>
        <pc:sldMkLst>
          <pc:docMk/>
          <pc:sldMk cId="0" sldId="282"/>
        </pc:sldMkLst>
      </pc:sldChg>
      <pc:sldChg chg="del">
        <pc:chgData name="ARUN KARTHIK ." userId="62a047ea-99a3-445a-a127-bd8840139939" providerId="ADAL" clId="{2300E771-4B7D-4D9C-ADED-A67A217ED3F2}" dt="2024-08-10T08:38:25.510" v="46" actId="47"/>
        <pc:sldMkLst>
          <pc:docMk/>
          <pc:sldMk cId="0" sldId="283"/>
        </pc:sldMkLst>
      </pc:sldChg>
      <pc:sldChg chg="del">
        <pc:chgData name="ARUN KARTHIK ." userId="62a047ea-99a3-445a-a127-bd8840139939" providerId="ADAL" clId="{2300E771-4B7D-4D9C-ADED-A67A217ED3F2}" dt="2024-08-10T08:38:25.510" v="46" actId="47"/>
        <pc:sldMkLst>
          <pc:docMk/>
          <pc:sldMk cId="0" sldId="284"/>
        </pc:sldMkLst>
      </pc:sldChg>
      <pc:sldChg chg="del">
        <pc:chgData name="ARUN KARTHIK ." userId="62a047ea-99a3-445a-a127-bd8840139939" providerId="ADAL" clId="{2300E771-4B7D-4D9C-ADED-A67A217ED3F2}" dt="2024-08-10T08:38:25.510" v="46" actId="47"/>
        <pc:sldMkLst>
          <pc:docMk/>
          <pc:sldMk cId="0" sldId="285"/>
        </pc:sldMkLst>
      </pc:sldChg>
      <pc:sldChg chg="del">
        <pc:chgData name="ARUN KARTHIK ." userId="62a047ea-99a3-445a-a127-bd8840139939" providerId="ADAL" clId="{2300E771-4B7D-4D9C-ADED-A67A217ED3F2}" dt="2024-08-10T08:38:25.510" v="46" actId="47"/>
        <pc:sldMkLst>
          <pc:docMk/>
          <pc:sldMk cId="0" sldId="286"/>
        </pc:sldMkLst>
      </pc:sldChg>
      <pc:sldChg chg="addSp modSp add mod">
        <pc:chgData name="ARUN KARTHIK ." userId="62a047ea-99a3-445a-a127-bd8840139939" providerId="ADAL" clId="{2300E771-4B7D-4D9C-ADED-A67A217ED3F2}" dt="2024-08-10T08:39:57.236" v="70" actId="20577"/>
        <pc:sldMkLst>
          <pc:docMk/>
          <pc:sldMk cId="421474102" sldId="2147472362"/>
        </pc:sldMkLst>
      </pc:sldChg>
      <pc:sldChg chg="addSp delSp modSp add mod">
        <pc:chgData name="ARUN KARTHIK ." userId="62a047ea-99a3-445a-a127-bd8840139939" providerId="ADAL" clId="{2300E771-4B7D-4D9C-ADED-A67A217ED3F2}" dt="2024-08-10T08:49:48.443" v="160" actId="1076"/>
        <pc:sldMkLst>
          <pc:docMk/>
          <pc:sldMk cId="4168721080" sldId="2147472363"/>
        </pc:sldMkLst>
      </pc:sldChg>
      <pc:sldChg chg="delSp modSp add mod">
        <pc:chgData name="ARUN KARTHIK ." userId="62a047ea-99a3-445a-a127-bd8840139939" providerId="ADAL" clId="{2300E771-4B7D-4D9C-ADED-A67A217ED3F2}" dt="2024-08-10T08:44:16.501" v="132" actId="12"/>
        <pc:sldMkLst>
          <pc:docMk/>
          <pc:sldMk cId="3044103150" sldId="2147472364"/>
        </pc:sldMkLst>
      </pc:sldChg>
      <pc:sldChg chg="addSp delSp modSp add mod">
        <pc:chgData name="ARUN KARTHIK ." userId="62a047ea-99a3-445a-a127-bd8840139939" providerId="ADAL" clId="{2300E771-4B7D-4D9C-ADED-A67A217ED3F2}" dt="2024-08-10T09:06:38.858" v="218" actId="1076"/>
        <pc:sldMkLst>
          <pc:docMk/>
          <pc:sldMk cId="3970995464" sldId="2147472365"/>
        </pc:sldMkLst>
      </pc:sldChg>
      <pc:sldChg chg="addSp delSp modSp add mod">
        <pc:chgData name="ARUN KARTHIK ." userId="62a047ea-99a3-445a-a127-bd8840139939" providerId="ADAL" clId="{2300E771-4B7D-4D9C-ADED-A67A217ED3F2}" dt="2024-08-10T09:06:07.315" v="210" actId="20577"/>
        <pc:sldMkLst>
          <pc:docMk/>
          <pc:sldMk cId="3543518052" sldId="2147472366"/>
        </pc:sldMkLst>
      </pc:sldChg>
      <pc:sldChg chg="addSp delSp modSp add mod">
        <pc:chgData name="ARUN KARTHIK ." userId="62a047ea-99a3-445a-a127-bd8840139939" providerId="ADAL" clId="{2300E771-4B7D-4D9C-ADED-A67A217ED3F2}" dt="2024-08-10T11:18:11.177" v="1347"/>
        <pc:sldMkLst>
          <pc:docMk/>
          <pc:sldMk cId="2620553551" sldId="2147472367"/>
        </pc:sldMkLst>
      </pc:sldChg>
      <pc:sldChg chg="addSp delSp modSp add mod">
        <pc:chgData name="ARUN KARTHIK ." userId="62a047ea-99a3-445a-a127-bd8840139939" providerId="ADAL" clId="{2300E771-4B7D-4D9C-ADED-A67A217ED3F2}" dt="2024-08-10T09:20:56.593" v="374" actId="1076"/>
        <pc:sldMkLst>
          <pc:docMk/>
          <pc:sldMk cId="1819371886" sldId="2147472368"/>
        </pc:sldMkLst>
      </pc:sldChg>
      <pc:sldChg chg="addSp delSp modSp add mod">
        <pc:chgData name="ARUN KARTHIK ." userId="62a047ea-99a3-445a-a127-bd8840139939" providerId="ADAL" clId="{2300E771-4B7D-4D9C-ADED-A67A217ED3F2}" dt="2024-08-10T11:18:11.177" v="1347"/>
        <pc:sldMkLst>
          <pc:docMk/>
          <pc:sldMk cId="2548683965" sldId="2147472369"/>
        </pc:sldMkLst>
      </pc:sldChg>
      <pc:sldChg chg="addSp delSp modSp add mod">
        <pc:chgData name="ARUN KARTHIK ." userId="62a047ea-99a3-445a-a127-bd8840139939" providerId="ADAL" clId="{2300E771-4B7D-4D9C-ADED-A67A217ED3F2}" dt="2024-08-10T09:24:04.635" v="420" actId="5793"/>
        <pc:sldMkLst>
          <pc:docMk/>
          <pc:sldMk cId="4111662257" sldId="2147472370"/>
        </pc:sldMkLst>
      </pc:sldChg>
      <pc:sldChg chg="addSp delSp modSp add mod modAnim">
        <pc:chgData name="ARUN KARTHIK ." userId="62a047ea-99a3-445a-a127-bd8840139939" providerId="ADAL" clId="{2300E771-4B7D-4D9C-ADED-A67A217ED3F2}" dt="2024-08-10T09:30:18.704" v="508" actId="1076"/>
        <pc:sldMkLst>
          <pc:docMk/>
          <pc:sldMk cId="1142262224" sldId="2147472371"/>
        </pc:sldMkLst>
      </pc:sldChg>
      <pc:sldChg chg="addSp delSp modSp add mod">
        <pc:chgData name="ARUN KARTHIK ." userId="62a047ea-99a3-445a-a127-bd8840139939" providerId="ADAL" clId="{2300E771-4B7D-4D9C-ADED-A67A217ED3F2}" dt="2024-08-10T09:36:31.521" v="527" actId="20577"/>
        <pc:sldMkLst>
          <pc:docMk/>
          <pc:sldMk cId="777166991" sldId="2147472372"/>
        </pc:sldMkLst>
      </pc:sldChg>
      <pc:sldChg chg="addSp delSp modSp add mod delAnim">
        <pc:chgData name="ARUN KARTHIK ." userId="62a047ea-99a3-445a-a127-bd8840139939" providerId="ADAL" clId="{2300E771-4B7D-4D9C-ADED-A67A217ED3F2}" dt="2024-08-10T11:24:17.116" v="1348"/>
        <pc:sldMkLst>
          <pc:docMk/>
          <pc:sldMk cId="266761057" sldId="2147472373"/>
        </pc:sldMkLst>
      </pc:sldChg>
      <pc:sldChg chg="addSp modSp add mod modAnim">
        <pc:chgData name="ARUN KARTHIK ." userId="62a047ea-99a3-445a-a127-bd8840139939" providerId="ADAL" clId="{2300E771-4B7D-4D9C-ADED-A67A217ED3F2}" dt="2024-08-10T09:51:16.188" v="708"/>
        <pc:sldMkLst>
          <pc:docMk/>
          <pc:sldMk cId="1355072385" sldId="2147472374"/>
        </pc:sldMkLst>
      </pc:sldChg>
      <pc:sldChg chg="addSp delSp modSp add mod delAnim modAnim">
        <pc:chgData name="ARUN KARTHIK ." userId="62a047ea-99a3-445a-a127-bd8840139939" providerId="ADAL" clId="{2300E771-4B7D-4D9C-ADED-A67A217ED3F2}" dt="2024-08-10T09:55:21.058" v="783"/>
        <pc:sldMkLst>
          <pc:docMk/>
          <pc:sldMk cId="2487719019" sldId="2147472375"/>
        </pc:sldMkLst>
      </pc:sldChg>
      <pc:sldChg chg="addSp delSp modSp add mod modAnim">
        <pc:chgData name="ARUN KARTHIK ." userId="62a047ea-99a3-445a-a127-bd8840139939" providerId="ADAL" clId="{2300E771-4B7D-4D9C-ADED-A67A217ED3F2}" dt="2024-08-10T12:29:15.427" v="1386"/>
        <pc:sldMkLst>
          <pc:docMk/>
          <pc:sldMk cId="3089551357" sldId="2147472376"/>
        </pc:sldMkLst>
      </pc:sldChg>
      <pc:sldChg chg="addSp delSp modSp add mod delAnim modAnim">
        <pc:chgData name="ARUN KARTHIK ." userId="62a047ea-99a3-445a-a127-bd8840139939" providerId="ADAL" clId="{2300E771-4B7D-4D9C-ADED-A67A217ED3F2}" dt="2024-08-10T09:58:22.172" v="832"/>
        <pc:sldMkLst>
          <pc:docMk/>
          <pc:sldMk cId="1975002370" sldId="2147472377"/>
        </pc:sldMkLst>
      </pc:sldChg>
      <pc:sldChg chg="addSp delSp modSp add mod modAnim">
        <pc:chgData name="ARUN KARTHIK ." userId="62a047ea-99a3-445a-a127-bd8840139939" providerId="ADAL" clId="{2300E771-4B7D-4D9C-ADED-A67A217ED3F2}" dt="2024-08-10T09:58:19.562" v="831"/>
        <pc:sldMkLst>
          <pc:docMk/>
          <pc:sldMk cId="794081513" sldId="2147472378"/>
        </pc:sldMkLst>
      </pc:sldChg>
      <pc:sldChg chg="new del">
        <pc:chgData name="ARUN KARTHIK ." userId="62a047ea-99a3-445a-a127-bd8840139939" providerId="ADAL" clId="{2300E771-4B7D-4D9C-ADED-A67A217ED3F2}" dt="2024-08-10T09:58:31.341" v="834" actId="680"/>
        <pc:sldMkLst>
          <pc:docMk/>
          <pc:sldMk cId="556080140" sldId="2147472379"/>
        </pc:sldMkLst>
      </pc:sldChg>
      <pc:sldChg chg="addSp delSp modSp add mod ord delAnim modAnim">
        <pc:chgData name="ARUN KARTHIK ." userId="62a047ea-99a3-445a-a127-bd8840139939" providerId="ADAL" clId="{2300E771-4B7D-4D9C-ADED-A67A217ED3F2}" dt="2024-08-10T10:01:18.644" v="908"/>
        <pc:sldMkLst>
          <pc:docMk/>
          <pc:sldMk cId="3802152035" sldId="2147472379"/>
        </pc:sldMkLst>
      </pc:sldChg>
      <pc:sldChg chg="addSp delSp modSp add mod modAnim">
        <pc:chgData name="ARUN KARTHIK ." userId="62a047ea-99a3-445a-a127-bd8840139939" providerId="ADAL" clId="{2300E771-4B7D-4D9C-ADED-A67A217ED3F2}" dt="2024-08-10T12:05:11.271" v="1355"/>
        <pc:sldMkLst>
          <pc:docMk/>
          <pc:sldMk cId="3477615367" sldId="2147472380"/>
        </pc:sldMkLst>
      </pc:sldChg>
      <pc:sldChg chg="addSp delSp modSp add mod delAnim">
        <pc:chgData name="ARUN KARTHIK ." userId="62a047ea-99a3-445a-a127-bd8840139939" providerId="ADAL" clId="{2300E771-4B7D-4D9C-ADED-A67A217ED3F2}" dt="2024-08-10T10:05:47.102" v="939" actId="14100"/>
        <pc:sldMkLst>
          <pc:docMk/>
          <pc:sldMk cId="57703861" sldId="2147472381"/>
        </pc:sldMkLst>
      </pc:sldChg>
      <pc:sldChg chg="addSp delSp modSp add mod">
        <pc:chgData name="ARUN KARTHIK ." userId="62a047ea-99a3-445a-a127-bd8840139939" providerId="ADAL" clId="{2300E771-4B7D-4D9C-ADED-A67A217ED3F2}" dt="2024-08-10T10:09:37.201" v="971" actId="6549"/>
        <pc:sldMkLst>
          <pc:docMk/>
          <pc:sldMk cId="2031889850" sldId="2147472382"/>
        </pc:sldMkLst>
      </pc:sldChg>
      <pc:sldChg chg="addSp delSp modSp add mod">
        <pc:chgData name="ARUN KARTHIK ." userId="62a047ea-99a3-445a-a127-bd8840139939" providerId="ADAL" clId="{2300E771-4B7D-4D9C-ADED-A67A217ED3F2}" dt="2024-08-10T10:10:11.414" v="981" actId="1076"/>
        <pc:sldMkLst>
          <pc:docMk/>
          <pc:sldMk cId="3700146145" sldId="2147472383"/>
        </pc:sldMkLst>
      </pc:sldChg>
      <pc:sldChg chg="addSp delSp modSp add mod">
        <pc:chgData name="ARUN KARTHIK ." userId="62a047ea-99a3-445a-a127-bd8840139939" providerId="ADAL" clId="{2300E771-4B7D-4D9C-ADED-A67A217ED3F2}" dt="2024-08-10T10:15:51.710" v="1006" actId="20577"/>
        <pc:sldMkLst>
          <pc:docMk/>
          <pc:sldMk cId="3268246114" sldId="2147472384"/>
        </pc:sldMkLst>
      </pc:sldChg>
      <pc:sldChg chg="addSp delSp modSp add mod">
        <pc:chgData name="ARUN KARTHIK ." userId="62a047ea-99a3-445a-a127-bd8840139939" providerId="ADAL" clId="{2300E771-4B7D-4D9C-ADED-A67A217ED3F2}" dt="2024-08-10T10:17:18.624" v="1080" actId="20577"/>
        <pc:sldMkLst>
          <pc:docMk/>
          <pc:sldMk cId="3640789840" sldId="2147472385"/>
        </pc:sldMkLst>
      </pc:sldChg>
      <pc:sldChg chg="addSp delSp modSp add mod">
        <pc:chgData name="ARUN KARTHIK ." userId="62a047ea-99a3-445a-a127-bd8840139939" providerId="ADAL" clId="{2300E771-4B7D-4D9C-ADED-A67A217ED3F2}" dt="2024-08-10T10:18:22.146" v="1126" actId="20577"/>
        <pc:sldMkLst>
          <pc:docMk/>
          <pc:sldMk cId="3478306711" sldId="2147472386"/>
        </pc:sldMkLst>
      </pc:sldChg>
      <pc:sldChg chg="addSp delSp modSp add mod">
        <pc:chgData name="ARUN KARTHIK ." userId="62a047ea-99a3-445a-a127-bd8840139939" providerId="ADAL" clId="{2300E771-4B7D-4D9C-ADED-A67A217ED3F2}" dt="2024-08-10T10:18:59.932" v="1148" actId="20577"/>
        <pc:sldMkLst>
          <pc:docMk/>
          <pc:sldMk cId="2588407438" sldId="2147472387"/>
        </pc:sldMkLst>
      </pc:sldChg>
      <pc:sldChg chg="addSp delSp modSp add mod">
        <pc:chgData name="ARUN KARTHIK ." userId="62a047ea-99a3-445a-a127-bd8840139939" providerId="ADAL" clId="{2300E771-4B7D-4D9C-ADED-A67A217ED3F2}" dt="2024-08-10T10:21:19.965" v="1182" actId="1076"/>
        <pc:sldMkLst>
          <pc:docMk/>
          <pc:sldMk cId="1909346952" sldId="2147472388"/>
        </pc:sldMkLst>
      </pc:sldChg>
      <pc:sldChg chg="add del">
        <pc:chgData name="ARUN KARTHIK ." userId="62a047ea-99a3-445a-a127-bd8840139939" providerId="ADAL" clId="{2300E771-4B7D-4D9C-ADED-A67A217ED3F2}" dt="2024-08-10T10:19:08.878" v="1152"/>
        <pc:sldMkLst>
          <pc:docMk/>
          <pc:sldMk cId="2140099278" sldId="2147472389"/>
        </pc:sldMkLst>
      </pc:sldChg>
      <pc:sldChg chg="addSp delSp modSp add mod">
        <pc:chgData name="ARUN KARTHIK ." userId="62a047ea-99a3-445a-a127-bd8840139939" providerId="ADAL" clId="{2300E771-4B7D-4D9C-ADED-A67A217ED3F2}" dt="2024-08-10T10:21:13.005" v="1176" actId="1076"/>
        <pc:sldMkLst>
          <pc:docMk/>
          <pc:sldMk cId="3540831262" sldId="2147472389"/>
        </pc:sldMkLst>
      </pc:sldChg>
      <pc:sldChg chg="addSp delSp modSp add mod">
        <pc:chgData name="ARUN KARTHIK ." userId="62a047ea-99a3-445a-a127-bd8840139939" providerId="ADAL" clId="{2300E771-4B7D-4D9C-ADED-A67A217ED3F2}" dt="2024-08-10T10:28:58.725" v="1271" actId="1076"/>
        <pc:sldMkLst>
          <pc:docMk/>
          <pc:sldMk cId="2312948770" sldId="2147472390"/>
        </pc:sldMkLst>
      </pc:sldChg>
      <pc:sldChg chg="new del">
        <pc:chgData name="ARUN KARTHIK ." userId="62a047ea-99a3-445a-a127-bd8840139939" providerId="ADAL" clId="{2300E771-4B7D-4D9C-ADED-A67A217ED3F2}" dt="2024-08-10T10:21:23.820" v="1184" actId="680"/>
        <pc:sldMkLst>
          <pc:docMk/>
          <pc:sldMk cId="3460439534" sldId="2147472390"/>
        </pc:sldMkLst>
      </pc:sldChg>
      <pc:sldChg chg="addSp delSp modSp add mod ord">
        <pc:chgData name="ARUN KARTHIK ." userId="62a047ea-99a3-445a-a127-bd8840139939" providerId="ADAL" clId="{2300E771-4B7D-4D9C-ADED-A67A217ED3F2}" dt="2024-08-10T10:25:23.869" v="1233" actId="1076"/>
        <pc:sldMkLst>
          <pc:docMk/>
          <pc:sldMk cId="2113927364" sldId="2147472391"/>
        </pc:sldMkLst>
      </pc:sldChg>
      <pc:sldChg chg="addSp modSp add mod">
        <pc:chgData name="ARUN KARTHIK ." userId="62a047ea-99a3-445a-a127-bd8840139939" providerId="ADAL" clId="{2300E771-4B7D-4D9C-ADED-A67A217ED3F2}" dt="2024-08-10T10:25:42.677" v="1238" actId="1076"/>
        <pc:sldMkLst>
          <pc:docMk/>
          <pc:sldMk cId="474539182" sldId="2147472392"/>
        </pc:sldMkLst>
      </pc:sldChg>
      <pc:sldChg chg="addSp delSp modSp add mod">
        <pc:chgData name="ARUN KARTHIK ." userId="62a047ea-99a3-445a-a127-bd8840139939" providerId="ADAL" clId="{2300E771-4B7D-4D9C-ADED-A67A217ED3F2}" dt="2024-08-10T10:26:14.078" v="1249" actId="1076"/>
        <pc:sldMkLst>
          <pc:docMk/>
          <pc:sldMk cId="1453361288" sldId="2147472393"/>
        </pc:sldMkLst>
      </pc:sldChg>
      <pc:sldChg chg="add">
        <pc:chgData name="ARUN KARTHIK ." userId="62a047ea-99a3-445a-a127-bd8840139939" providerId="ADAL" clId="{2300E771-4B7D-4D9C-ADED-A67A217ED3F2}" dt="2024-08-10T10:26:15.696" v="1250"/>
        <pc:sldMkLst>
          <pc:docMk/>
          <pc:sldMk cId="1236470835" sldId="2147472394"/>
        </pc:sldMkLst>
      </pc:sldChg>
      <pc:sldChg chg="addSp delSp modSp add mod">
        <pc:chgData name="ARUN KARTHIK ." userId="62a047ea-99a3-445a-a127-bd8840139939" providerId="ADAL" clId="{2300E771-4B7D-4D9C-ADED-A67A217ED3F2}" dt="2024-08-10T10:26:37.050" v="1257" actId="1076"/>
        <pc:sldMkLst>
          <pc:docMk/>
          <pc:sldMk cId="2746148965" sldId="2147472395"/>
        </pc:sldMkLst>
      </pc:sldChg>
      <pc:sldChg chg="addSp delSp modSp add mod">
        <pc:chgData name="ARUN KARTHIK ." userId="62a047ea-99a3-445a-a127-bd8840139939" providerId="ADAL" clId="{2300E771-4B7D-4D9C-ADED-A67A217ED3F2}" dt="2024-08-10T10:26:49.862" v="1262" actId="14100"/>
        <pc:sldMkLst>
          <pc:docMk/>
          <pc:sldMk cId="2066472572" sldId="2147472396"/>
        </pc:sldMkLst>
      </pc:sldChg>
      <pc:sldChg chg="addSp delSp modSp add mod">
        <pc:chgData name="ARUN KARTHIK ." userId="62a047ea-99a3-445a-a127-bd8840139939" providerId="ADAL" clId="{2300E771-4B7D-4D9C-ADED-A67A217ED3F2}" dt="2024-08-10T10:30:40.815" v="1282" actId="20577"/>
        <pc:sldMkLst>
          <pc:docMk/>
          <pc:sldMk cId="1869701847" sldId="2147472397"/>
        </pc:sldMkLst>
      </pc:sldChg>
      <pc:sldChg chg="addSp delSp modSp add mod">
        <pc:chgData name="ARUN KARTHIK ." userId="62a047ea-99a3-445a-a127-bd8840139939" providerId="ADAL" clId="{2300E771-4B7D-4D9C-ADED-A67A217ED3F2}" dt="2024-08-10T10:31:47.284" v="1297" actId="1076"/>
        <pc:sldMkLst>
          <pc:docMk/>
          <pc:sldMk cId="1117156583" sldId="2147472398"/>
        </pc:sldMkLst>
      </pc:sldChg>
      <pc:sldChg chg="addSp delSp modSp add mod">
        <pc:chgData name="ARUN KARTHIK ." userId="62a047ea-99a3-445a-a127-bd8840139939" providerId="ADAL" clId="{2300E771-4B7D-4D9C-ADED-A67A217ED3F2}" dt="2024-08-10T10:32:40.869" v="1312" actId="1076"/>
        <pc:sldMkLst>
          <pc:docMk/>
          <pc:sldMk cId="1895799069" sldId="2147472399"/>
        </pc:sldMkLst>
      </pc:sldChg>
      <pc:sldChg chg="addSp modSp add mod">
        <pc:chgData name="ARUN KARTHIK ." userId="62a047ea-99a3-445a-a127-bd8840139939" providerId="ADAL" clId="{2300E771-4B7D-4D9C-ADED-A67A217ED3F2}" dt="2024-08-10T10:33:12.264" v="1320" actId="1076"/>
        <pc:sldMkLst>
          <pc:docMk/>
          <pc:sldMk cId="540911146" sldId="2147472400"/>
        </pc:sldMkLst>
      </pc:sldChg>
      <pc:sldChg chg="addSp delSp modSp add mod">
        <pc:chgData name="ARUN KARTHIK ." userId="62a047ea-99a3-445a-a127-bd8840139939" providerId="ADAL" clId="{2300E771-4B7D-4D9C-ADED-A67A217ED3F2}" dt="2024-08-10T10:35:07.877" v="1338" actId="478"/>
        <pc:sldMkLst>
          <pc:docMk/>
          <pc:sldMk cId="3253799392" sldId="2147472401"/>
        </pc:sldMkLst>
      </pc:sldChg>
      <pc:sldChg chg="addSp modSp add mod ord">
        <pc:chgData name="ARUN KARTHIK ." userId="62a047ea-99a3-445a-a127-bd8840139939" providerId="ADAL" clId="{2300E771-4B7D-4D9C-ADED-A67A217ED3F2}" dt="2024-08-10T10:33:00.793" v="1318" actId="1076"/>
        <pc:sldMkLst>
          <pc:docMk/>
          <pc:sldMk cId="961111815" sldId="2147472402"/>
        </pc:sldMkLst>
      </pc:sldChg>
      <pc:sldChg chg="delSp modSp add mod">
        <pc:chgData name="ARUN KARTHIK ." userId="62a047ea-99a3-445a-a127-bd8840139939" providerId="ADAL" clId="{2300E771-4B7D-4D9C-ADED-A67A217ED3F2}" dt="2024-08-10T10:35:05.772" v="1337" actId="1076"/>
        <pc:sldMkLst>
          <pc:docMk/>
          <pc:sldMk cId="96506259" sldId="2147472403"/>
        </pc:sldMkLst>
      </pc:sldChg>
      <pc:sldChg chg="addSp delSp modSp add mod">
        <pc:chgData name="ARUN KARTHIK ." userId="62a047ea-99a3-445a-a127-bd8840139939" providerId="ADAL" clId="{2300E771-4B7D-4D9C-ADED-A67A217ED3F2}" dt="2024-08-10T10:35:24.249" v="1344" actId="14100"/>
        <pc:sldMkLst>
          <pc:docMk/>
          <pc:sldMk cId="1668372818" sldId="2147472404"/>
        </pc:sldMkLst>
      </pc:sldChg>
      <pc:sldChg chg="addSp delSp new mod">
        <pc:chgData name="ARUN KARTHIK ." userId="62a047ea-99a3-445a-a127-bd8840139939" providerId="ADAL" clId="{2300E771-4B7D-4D9C-ADED-A67A217ED3F2}" dt="2024-08-10T11:28:56.053" v="1354"/>
        <pc:sldMkLst>
          <pc:docMk/>
          <pc:sldMk cId="1399068448" sldId="2147472405"/>
        </pc:sldMkLst>
      </pc:sldChg>
      <pc:sldChg chg="addSp delSp add mod">
        <pc:chgData name="ARUN KARTHIK ." userId="62a047ea-99a3-445a-a127-bd8840139939" providerId="ADAL" clId="{2300E771-4B7D-4D9C-ADED-A67A217ED3F2}" dt="2024-08-10T12:08:02.762" v="1360"/>
        <pc:sldMkLst>
          <pc:docMk/>
          <pc:sldMk cId="2736853935" sldId="2147472406"/>
        </pc:sldMkLst>
      </pc:sldChg>
      <pc:sldChg chg="addSp delSp modSp new mod modAnim">
        <pc:chgData name="ARUN KARTHIK ." userId="62a047ea-99a3-445a-a127-bd8840139939" providerId="ADAL" clId="{2300E771-4B7D-4D9C-ADED-A67A217ED3F2}" dt="2024-08-10T12:40:12.895" v="1456"/>
        <pc:sldMkLst>
          <pc:docMk/>
          <pc:sldMk cId="2167753590" sldId="2147472407"/>
        </pc:sldMkLst>
      </pc:sldChg>
      <pc:sldChg chg="addSp delSp modSp new del mod">
        <pc:chgData name="ARUN KARTHIK ." userId="62a047ea-99a3-445a-a127-bd8840139939" providerId="ADAL" clId="{2300E771-4B7D-4D9C-ADED-A67A217ED3F2}" dt="2024-08-10T12:15:20.980" v="1377" actId="47"/>
        <pc:sldMkLst>
          <pc:docMk/>
          <pc:sldMk cId="4120483452" sldId="2147472407"/>
        </pc:sldMkLst>
      </pc:sldChg>
      <pc:sldChg chg="addSp delSp modSp add del mod">
        <pc:chgData name="ARUN KARTHIK ." userId="62a047ea-99a3-445a-a127-bd8840139939" providerId="ADAL" clId="{2300E771-4B7D-4D9C-ADED-A67A217ED3F2}" dt="2024-08-10T12:31:27.535" v="1388" actId="47"/>
        <pc:sldMkLst>
          <pc:docMk/>
          <pc:sldMk cId="312669085" sldId="2147472408"/>
        </pc:sldMkLst>
      </pc:sldChg>
      <pc:sldChg chg="addSp delSp modSp new mod">
        <pc:chgData name="ARUN KARTHIK ." userId="62a047ea-99a3-445a-a127-bd8840139939" providerId="ADAL" clId="{2300E771-4B7D-4D9C-ADED-A67A217ED3F2}" dt="2024-08-10T12:44:51.524" v="1472"/>
        <pc:sldMkLst>
          <pc:docMk/>
          <pc:sldMk cId="804197851" sldId="2147472408"/>
        </pc:sldMkLst>
      </pc:sldChg>
      <pc:sldChg chg="addSp delSp modSp new del mod modAnim">
        <pc:chgData name="ARUN KARTHIK ." userId="62a047ea-99a3-445a-a127-bd8840139939" providerId="ADAL" clId="{2300E771-4B7D-4D9C-ADED-A67A217ED3F2}" dt="2024-08-10T12:31:26.420" v="1387" actId="47"/>
        <pc:sldMkLst>
          <pc:docMk/>
          <pc:sldMk cId="2099800586" sldId="2147472409"/>
        </pc:sldMkLst>
      </pc:sldChg>
      <pc:sldChg chg="addSp delSp modSp new mod">
        <pc:chgData name="ARUN KARTHIK ." userId="62a047ea-99a3-445a-a127-bd8840139939" providerId="ADAL" clId="{2300E771-4B7D-4D9C-ADED-A67A217ED3F2}" dt="2024-08-10T12:43:58.689" v="1466"/>
        <pc:sldMkLst>
          <pc:docMk/>
          <pc:sldMk cId="2364980166" sldId="2147472409"/>
        </pc:sldMkLst>
      </pc:sldChg>
      <pc:sldChg chg="addSp delSp modSp new mod">
        <pc:chgData name="ARUN KARTHIK ." userId="62a047ea-99a3-445a-a127-bd8840139939" providerId="ADAL" clId="{2300E771-4B7D-4D9C-ADED-A67A217ED3F2}" dt="2024-08-10T12:44:51.524" v="1472"/>
        <pc:sldMkLst>
          <pc:docMk/>
          <pc:sldMk cId="2041477310" sldId="2147472410"/>
        </pc:sldMkLst>
      </pc:sldChg>
    </pc:docChg>
  </pc:docChgLst>
  <pc:docChgLst>
    <pc:chgData name="ARUN KARTHIK ." userId="62a047ea-99a3-445a-a127-bd8840139939" providerId="ADAL" clId="{85DF26CD-E7AD-4CAF-8F1C-084075467733}"/>
    <pc:docChg chg="undo custSel addSld delSld modSld modMainMaster">
      <pc:chgData name="ARUN KARTHIK ." userId="62a047ea-99a3-445a-a127-bd8840139939" providerId="ADAL" clId="{85DF26CD-E7AD-4CAF-8F1C-084075467733}" dt="2025-02-16T06:51:10.055" v="1010" actId="20577"/>
      <pc:docMkLst>
        <pc:docMk/>
      </pc:docMkLst>
      <pc:sldChg chg="modSp mod">
        <pc:chgData name="ARUN KARTHIK ." userId="62a047ea-99a3-445a-a127-bd8840139939" providerId="ADAL" clId="{85DF26CD-E7AD-4CAF-8F1C-084075467733}" dt="2025-02-16T04:50:53.643" v="33" actId="20577"/>
        <pc:sldMkLst>
          <pc:docMk/>
          <pc:sldMk cId="2487991735" sldId="256"/>
        </pc:sldMkLst>
        <pc:spChg chg="mod">
          <ac:chgData name="ARUN KARTHIK ." userId="62a047ea-99a3-445a-a127-bd8840139939" providerId="ADAL" clId="{85DF26CD-E7AD-4CAF-8F1C-084075467733}" dt="2025-02-16T04:50:50.547" v="30" actId="20577"/>
          <ac:spMkLst>
            <pc:docMk/>
            <pc:sldMk cId="2487991735" sldId="256"/>
            <ac:spMk id="2" creationId="{C66BF95F-ED5D-7D14-004F-BB3F773AACDB}"/>
          </ac:spMkLst>
        </pc:spChg>
        <pc:spChg chg="mod">
          <ac:chgData name="ARUN KARTHIK ." userId="62a047ea-99a3-445a-a127-bd8840139939" providerId="ADAL" clId="{85DF26CD-E7AD-4CAF-8F1C-084075467733}" dt="2025-02-16T04:50:53.643" v="33" actId="20577"/>
          <ac:spMkLst>
            <pc:docMk/>
            <pc:sldMk cId="2487991735" sldId="256"/>
            <ac:spMk id="3" creationId="{E2E3432E-C589-ADB8-601E-60B423644398}"/>
          </ac:spMkLst>
        </pc:spChg>
      </pc:sldChg>
      <pc:sldChg chg="addSp modSp add del mod">
        <pc:chgData name="ARUN KARTHIK ." userId="62a047ea-99a3-445a-a127-bd8840139939" providerId="ADAL" clId="{85DF26CD-E7AD-4CAF-8F1C-084075467733}" dt="2025-02-16T04:55:36.588" v="92" actId="14100"/>
        <pc:sldMkLst>
          <pc:docMk/>
          <pc:sldMk cId="0" sldId="257"/>
        </pc:sldMkLst>
      </pc:sldChg>
      <pc:sldChg chg="modSp add mod">
        <pc:chgData name="ARUN KARTHIK ." userId="62a047ea-99a3-445a-a127-bd8840139939" providerId="ADAL" clId="{85DF26CD-E7AD-4CAF-8F1C-084075467733}" dt="2025-02-16T05:01:07.597" v="175" actId="20577"/>
        <pc:sldMkLst>
          <pc:docMk/>
          <pc:sldMk cId="0" sldId="258"/>
        </pc:sldMkLst>
      </pc:sldChg>
      <pc:sldChg chg="addSp modSp add mod">
        <pc:chgData name="ARUN KARTHIK ." userId="62a047ea-99a3-445a-a127-bd8840139939" providerId="ADAL" clId="{85DF26CD-E7AD-4CAF-8F1C-084075467733}" dt="2025-02-16T05:01:56.728" v="188" actId="1076"/>
        <pc:sldMkLst>
          <pc:docMk/>
          <pc:sldMk cId="0" sldId="259"/>
        </pc:sldMkLst>
      </pc:sldChg>
      <pc:sldChg chg="addSp modSp add mod">
        <pc:chgData name="ARUN KARTHIK ." userId="62a047ea-99a3-445a-a127-bd8840139939" providerId="ADAL" clId="{85DF26CD-E7AD-4CAF-8F1C-084075467733}" dt="2025-02-16T05:07:16.763" v="200" actId="14100"/>
        <pc:sldMkLst>
          <pc:docMk/>
          <pc:sldMk cId="0" sldId="260"/>
        </pc:sldMkLst>
      </pc:sldChg>
      <pc:sldChg chg="addSp modSp add mod">
        <pc:chgData name="ARUN KARTHIK ." userId="62a047ea-99a3-445a-a127-bd8840139939" providerId="ADAL" clId="{85DF26CD-E7AD-4CAF-8F1C-084075467733}" dt="2025-02-16T05:08:51.677" v="210" actId="1076"/>
        <pc:sldMkLst>
          <pc:docMk/>
          <pc:sldMk cId="0" sldId="261"/>
        </pc:sldMkLst>
      </pc:sldChg>
      <pc:sldChg chg="modSp add mod">
        <pc:chgData name="ARUN KARTHIK ." userId="62a047ea-99a3-445a-a127-bd8840139939" providerId="ADAL" clId="{85DF26CD-E7AD-4CAF-8F1C-084075467733}" dt="2025-02-16T05:08:57.785" v="222" actId="5793"/>
        <pc:sldMkLst>
          <pc:docMk/>
          <pc:sldMk cId="0" sldId="262"/>
        </pc:sldMkLst>
        <pc:spChg chg="mod">
          <ac:chgData name="ARUN KARTHIK ." userId="62a047ea-99a3-445a-a127-bd8840139939" providerId="ADAL" clId="{85DF26CD-E7AD-4CAF-8F1C-084075467733}" dt="2025-02-16T05:08:57.785" v="222" actId="5793"/>
          <ac:spMkLst>
            <pc:docMk/>
            <pc:sldMk cId="0" sldId="262"/>
            <ac:spMk id="3" creationId="{00000000-0000-0000-0000-000000000000}"/>
          </ac:spMkLst>
        </pc:spChg>
      </pc:sldChg>
      <pc:sldChg chg="del">
        <pc:chgData name="ARUN KARTHIK ." userId="62a047ea-99a3-445a-a127-bd8840139939" providerId="ADAL" clId="{85DF26CD-E7AD-4CAF-8F1C-084075467733}" dt="2025-02-16T04:52:15.864" v="35" actId="47"/>
        <pc:sldMkLst>
          <pc:docMk/>
          <pc:sldMk cId="0" sldId="365"/>
        </pc:sldMkLst>
      </pc:sldChg>
      <pc:sldChg chg="del">
        <pc:chgData name="ARUN KARTHIK ." userId="62a047ea-99a3-445a-a127-bd8840139939" providerId="ADAL" clId="{85DF26CD-E7AD-4CAF-8F1C-084075467733}" dt="2025-02-16T04:52:15.864" v="35" actId="47"/>
        <pc:sldMkLst>
          <pc:docMk/>
          <pc:sldMk cId="0" sldId="371"/>
        </pc:sldMkLst>
      </pc:sldChg>
      <pc:sldChg chg="del">
        <pc:chgData name="ARUN KARTHIK ." userId="62a047ea-99a3-445a-a127-bd8840139939" providerId="ADAL" clId="{85DF26CD-E7AD-4CAF-8F1C-084075467733}" dt="2025-02-16T04:52:15.864" v="35" actId="47"/>
        <pc:sldMkLst>
          <pc:docMk/>
          <pc:sldMk cId="0" sldId="378"/>
        </pc:sldMkLst>
      </pc:sldChg>
      <pc:sldChg chg="del">
        <pc:chgData name="ARUN KARTHIK ." userId="62a047ea-99a3-445a-a127-bd8840139939" providerId="ADAL" clId="{85DF26CD-E7AD-4CAF-8F1C-084075467733}" dt="2025-02-16T04:52:15.864" v="35" actId="47"/>
        <pc:sldMkLst>
          <pc:docMk/>
          <pc:sldMk cId="0" sldId="388"/>
        </pc:sldMkLst>
      </pc:sldChg>
      <pc:sldChg chg="del">
        <pc:chgData name="ARUN KARTHIK ." userId="62a047ea-99a3-445a-a127-bd8840139939" providerId="ADAL" clId="{85DF26CD-E7AD-4CAF-8F1C-084075467733}" dt="2025-02-16T04:52:15.864" v="35" actId="47"/>
        <pc:sldMkLst>
          <pc:docMk/>
          <pc:sldMk cId="0" sldId="389"/>
        </pc:sldMkLst>
      </pc:sldChg>
      <pc:sldChg chg="del">
        <pc:chgData name="ARUN KARTHIK ." userId="62a047ea-99a3-445a-a127-bd8840139939" providerId="ADAL" clId="{85DF26CD-E7AD-4CAF-8F1C-084075467733}" dt="2025-02-16T04:52:15.864" v="35" actId="47"/>
        <pc:sldMkLst>
          <pc:docMk/>
          <pc:sldMk cId="0" sldId="391"/>
        </pc:sldMkLst>
      </pc:sldChg>
      <pc:sldChg chg="del">
        <pc:chgData name="ARUN KARTHIK ." userId="62a047ea-99a3-445a-a127-bd8840139939" providerId="ADAL" clId="{85DF26CD-E7AD-4CAF-8F1C-084075467733}" dt="2025-02-16T04:50:56.108" v="34" actId="47"/>
        <pc:sldMkLst>
          <pc:docMk/>
          <pc:sldMk cId="2694511544" sldId="392"/>
        </pc:sldMkLst>
      </pc:sldChg>
      <pc:sldChg chg="del">
        <pc:chgData name="ARUN KARTHIK ." userId="62a047ea-99a3-445a-a127-bd8840139939" providerId="ADAL" clId="{85DF26CD-E7AD-4CAF-8F1C-084075467733}" dt="2025-02-16T05:21:30.905" v="223" actId="47"/>
        <pc:sldMkLst>
          <pc:docMk/>
          <pc:sldMk cId="2668859357" sldId="393"/>
        </pc:sldMkLst>
      </pc:sldChg>
      <pc:sldChg chg="addSp modSp add mod">
        <pc:chgData name="ARUN KARTHIK ." userId="62a047ea-99a3-445a-a127-bd8840139939" providerId="ADAL" clId="{85DF26CD-E7AD-4CAF-8F1C-084075467733}" dt="2025-02-16T04:53:52.006" v="57" actId="1076"/>
        <pc:sldMkLst>
          <pc:docMk/>
          <pc:sldMk cId="0" sldId="394"/>
        </pc:sldMkLst>
      </pc:sldChg>
      <pc:sldChg chg="del">
        <pc:chgData name="ARUN KARTHIK ." userId="62a047ea-99a3-445a-a127-bd8840139939" providerId="ADAL" clId="{85DF26CD-E7AD-4CAF-8F1C-084075467733}" dt="2025-02-16T04:52:15.864" v="35" actId="47"/>
        <pc:sldMkLst>
          <pc:docMk/>
          <pc:sldMk cId="2214914933" sldId="394"/>
        </pc:sldMkLst>
      </pc:sldChg>
      <pc:sldChg chg="del">
        <pc:chgData name="ARUN KARTHIK ." userId="62a047ea-99a3-445a-a127-bd8840139939" providerId="ADAL" clId="{85DF26CD-E7AD-4CAF-8F1C-084075467733}" dt="2025-02-16T04:52:15.864" v="35" actId="47"/>
        <pc:sldMkLst>
          <pc:docMk/>
          <pc:sldMk cId="442980523" sldId="395"/>
        </pc:sldMkLst>
      </pc:sldChg>
      <pc:sldChg chg="addSp delSp modSp add mod">
        <pc:chgData name="ARUN KARTHIK ." userId="62a047ea-99a3-445a-a127-bd8840139939" providerId="ADAL" clId="{85DF26CD-E7AD-4CAF-8F1C-084075467733}" dt="2025-02-16T06:03:25.975" v="719" actId="12"/>
        <pc:sldMkLst>
          <pc:docMk/>
          <pc:sldMk cId="2599853175" sldId="395"/>
        </pc:sldMkLst>
      </pc:sldChg>
      <pc:sldChg chg="addSp new">
        <pc:chgData name="ARUN KARTHIK ." userId="62a047ea-99a3-445a-a127-bd8840139939" providerId="ADAL" clId="{85DF26CD-E7AD-4CAF-8F1C-084075467733}" dt="2025-02-16T06:00:58.897" v="707"/>
        <pc:sldMkLst>
          <pc:docMk/>
          <pc:sldMk cId="3735820691" sldId="396"/>
        </pc:sldMkLst>
      </pc:sldChg>
      <pc:sldChg chg="addSp delSp modSp new mod">
        <pc:chgData name="ARUN KARTHIK ." userId="62a047ea-99a3-445a-a127-bd8840139939" providerId="ADAL" clId="{85DF26CD-E7AD-4CAF-8F1C-084075467733}" dt="2025-02-16T05:32:41.669" v="383" actId="1582"/>
        <pc:sldMkLst>
          <pc:docMk/>
          <pc:sldMk cId="644041959" sldId="397"/>
        </pc:sldMkLst>
      </pc:sldChg>
      <pc:sldChg chg="addSp delSp modSp add mod">
        <pc:chgData name="ARUN KARTHIK ." userId="62a047ea-99a3-445a-a127-bd8840139939" providerId="ADAL" clId="{85DF26CD-E7AD-4CAF-8F1C-084075467733}" dt="2025-02-16T05:37:17.677" v="626" actId="207"/>
        <pc:sldMkLst>
          <pc:docMk/>
          <pc:sldMk cId="2064150935" sldId="398"/>
        </pc:sldMkLst>
      </pc:sldChg>
      <pc:sldChg chg="modSp add del mod">
        <pc:chgData name="ARUN KARTHIK ." userId="62a047ea-99a3-445a-a127-bd8840139939" providerId="ADAL" clId="{85DF26CD-E7AD-4CAF-8F1C-084075467733}" dt="2025-02-16T05:37:24.157" v="627" actId="47"/>
        <pc:sldMkLst>
          <pc:docMk/>
          <pc:sldMk cId="199555965" sldId="399"/>
        </pc:sldMkLst>
      </pc:sldChg>
      <pc:sldChg chg="modSp add mod">
        <pc:chgData name="ARUN KARTHIK ." userId="62a047ea-99a3-445a-a127-bd8840139939" providerId="ADAL" clId="{85DF26CD-E7AD-4CAF-8F1C-084075467733}" dt="2025-02-16T05:37:44.731" v="636" actId="20577"/>
        <pc:sldMkLst>
          <pc:docMk/>
          <pc:sldMk cId="519536905" sldId="399"/>
        </pc:sldMkLst>
      </pc:sldChg>
      <pc:sldChg chg="add del">
        <pc:chgData name="ARUN KARTHIK ." userId="62a047ea-99a3-445a-a127-bd8840139939" providerId="ADAL" clId="{85DF26CD-E7AD-4CAF-8F1C-084075467733}" dt="2025-02-16T05:33:36.582" v="440"/>
        <pc:sldMkLst>
          <pc:docMk/>
          <pc:sldMk cId="2810407104" sldId="399"/>
        </pc:sldMkLst>
      </pc:sldChg>
      <pc:sldChg chg="modSp add mod">
        <pc:chgData name="ARUN KARTHIK ." userId="62a047ea-99a3-445a-a127-bd8840139939" providerId="ADAL" clId="{85DF26CD-E7AD-4CAF-8F1C-084075467733}" dt="2025-02-16T05:38:04.218" v="644" actId="20577"/>
        <pc:sldMkLst>
          <pc:docMk/>
          <pc:sldMk cId="988475666" sldId="400"/>
        </pc:sldMkLst>
      </pc:sldChg>
      <pc:sldChg chg="modSp add mod">
        <pc:chgData name="ARUN KARTHIK ." userId="62a047ea-99a3-445a-a127-bd8840139939" providerId="ADAL" clId="{85DF26CD-E7AD-4CAF-8F1C-084075467733}" dt="2025-02-16T05:38:18.470" v="652" actId="20577"/>
        <pc:sldMkLst>
          <pc:docMk/>
          <pc:sldMk cId="288671766" sldId="401"/>
        </pc:sldMkLst>
      </pc:sldChg>
      <pc:sldChg chg="modSp add mod">
        <pc:chgData name="ARUN KARTHIK ." userId="62a047ea-99a3-445a-a127-bd8840139939" providerId="ADAL" clId="{85DF26CD-E7AD-4CAF-8F1C-084075467733}" dt="2025-02-16T05:38:56.561" v="660" actId="20577"/>
        <pc:sldMkLst>
          <pc:docMk/>
          <pc:sldMk cId="1253913914" sldId="402"/>
        </pc:sldMkLst>
      </pc:sldChg>
      <pc:sldChg chg="modSp add mod">
        <pc:chgData name="ARUN KARTHIK ." userId="62a047ea-99a3-445a-a127-bd8840139939" providerId="ADAL" clId="{85DF26CD-E7AD-4CAF-8F1C-084075467733}" dt="2025-02-16T05:39:10.873" v="668" actId="20577"/>
        <pc:sldMkLst>
          <pc:docMk/>
          <pc:sldMk cId="2149166933" sldId="403"/>
        </pc:sldMkLst>
      </pc:sldChg>
      <pc:sldChg chg="modSp add mod">
        <pc:chgData name="ARUN KARTHIK ." userId="62a047ea-99a3-445a-a127-bd8840139939" providerId="ADAL" clId="{85DF26CD-E7AD-4CAF-8F1C-084075467733}" dt="2025-02-16T05:39:23.140" v="676" actId="20577"/>
        <pc:sldMkLst>
          <pc:docMk/>
          <pc:sldMk cId="1398714479" sldId="404"/>
        </pc:sldMkLst>
      </pc:sldChg>
      <pc:sldChg chg="modSp add mod">
        <pc:chgData name="ARUN KARTHIK ." userId="62a047ea-99a3-445a-a127-bd8840139939" providerId="ADAL" clId="{85DF26CD-E7AD-4CAF-8F1C-084075467733}" dt="2025-02-16T05:39:36.240" v="684" actId="20577"/>
        <pc:sldMkLst>
          <pc:docMk/>
          <pc:sldMk cId="2935241697" sldId="405"/>
        </pc:sldMkLst>
      </pc:sldChg>
      <pc:sldChg chg="modSp add mod">
        <pc:chgData name="ARUN KARTHIK ." userId="62a047ea-99a3-445a-a127-bd8840139939" providerId="ADAL" clId="{85DF26CD-E7AD-4CAF-8F1C-084075467733}" dt="2025-02-16T05:39:48.411" v="694" actId="20577"/>
        <pc:sldMkLst>
          <pc:docMk/>
          <pc:sldMk cId="3107062026" sldId="406"/>
        </pc:sldMkLst>
      </pc:sldChg>
      <pc:sldChg chg="modSp add mod">
        <pc:chgData name="ARUN KARTHIK ." userId="62a047ea-99a3-445a-a127-bd8840139939" providerId="ADAL" clId="{85DF26CD-E7AD-4CAF-8F1C-084075467733}" dt="2025-02-16T05:40:02.868" v="706" actId="20577"/>
        <pc:sldMkLst>
          <pc:docMk/>
          <pc:sldMk cId="3732477868" sldId="407"/>
        </pc:sldMkLst>
      </pc:sldChg>
      <pc:sldChg chg="addSp modSp add mod">
        <pc:chgData name="ARUN KARTHIK ." userId="62a047ea-99a3-445a-a127-bd8840139939" providerId="ADAL" clId="{85DF26CD-E7AD-4CAF-8F1C-084075467733}" dt="2025-02-16T06:24:13.818" v="733" actId="1076"/>
        <pc:sldMkLst>
          <pc:docMk/>
          <pc:sldMk cId="429783308" sldId="408"/>
        </pc:sldMkLst>
      </pc:sldChg>
      <pc:sldChg chg="addSp delSp modSp new">
        <pc:chgData name="ARUN KARTHIK ." userId="62a047ea-99a3-445a-a127-bd8840139939" providerId="ADAL" clId="{85DF26CD-E7AD-4CAF-8F1C-084075467733}" dt="2025-02-16T06:27:25.131" v="740"/>
        <pc:sldMkLst>
          <pc:docMk/>
          <pc:sldMk cId="1634000648" sldId="409"/>
        </pc:sldMkLst>
      </pc:sldChg>
      <pc:sldChg chg="add del">
        <pc:chgData name="ARUN KARTHIK ." userId="62a047ea-99a3-445a-a127-bd8840139939" providerId="ADAL" clId="{85DF26CD-E7AD-4CAF-8F1C-084075467733}" dt="2025-02-16T06:02:19.748" v="710"/>
        <pc:sldMkLst>
          <pc:docMk/>
          <pc:sldMk cId="3853612209" sldId="409"/>
        </pc:sldMkLst>
      </pc:sldChg>
      <pc:sldChg chg="addSp new">
        <pc:chgData name="ARUN KARTHIK ." userId="62a047ea-99a3-445a-a127-bd8840139939" providerId="ADAL" clId="{85DF26CD-E7AD-4CAF-8F1C-084075467733}" dt="2025-02-16T06:33:33.061" v="742"/>
        <pc:sldMkLst>
          <pc:docMk/>
          <pc:sldMk cId="3409473927" sldId="410"/>
        </pc:sldMkLst>
      </pc:sldChg>
      <pc:sldChg chg="addSp new">
        <pc:chgData name="ARUN KARTHIK ." userId="62a047ea-99a3-445a-a127-bd8840139939" providerId="ADAL" clId="{85DF26CD-E7AD-4CAF-8F1C-084075467733}" dt="2025-02-16T06:34:15.644" v="744"/>
        <pc:sldMkLst>
          <pc:docMk/>
          <pc:sldMk cId="60643848" sldId="411"/>
        </pc:sldMkLst>
      </pc:sldChg>
      <pc:sldChg chg="addSp new">
        <pc:chgData name="ARUN KARTHIK ." userId="62a047ea-99a3-445a-a127-bd8840139939" providerId="ADAL" clId="{85DF26CD-E7AD-4CAF-8F1C-084075467733}" dt="2025-02-16T06:39:58.662" v="746"/>
        <pc:sldMkLst>
          <pc:docMk/>
          <pc:sldMk cId="4224753896" sldId="412"/>
        </pc:sldMkLst>
      </pc:sldChg>
      <pc:sldChg chg="addSp new">
        <pc:chgData name="ARUN KARTHIK ." userId="62a047ea-99a3-445a-a127-bd8840139939" providerId="ADAL" clId="{85DF26CD-E7AD-4CAF-8F1C-084075467733}" dt="2025-02-16T06:40:37.280" v="748"/>
        <pc:sldMkLst>
          <pc:docMk/>
          <pc:sldMk cId="4037103828" sldId="413"/>
        </pc:sldMkLst>
      </pc:sldChg>
      <pc:sldChg chg="addSp delSp modSp new mod modClrScheme chgLayout">
        <pc:chgData name="ARUN KARTHIK ." userId="62a047ea-99a3-445a-a127-bd8840139939" providerId="ADAL" clId="{85DF26CD-E7AD-4CAF-8F1C-084075467733}" dt="2025-02-16T06:42:18.039" v="757" actId="26606"/>
        <pc:sldMkLst>
          <pc:docMk/>
          <pc:sldMk cId="1207635534" sldId="414"/>
        </pc:sldMkLst>
      </pc:sldChg>
      <pc:sldChg chg="addSp delSp modSp new mod">
        <pc:chgData name="ARUN KARTHIK ." userId="62a047ea-99a3-445a-a127-bd8840139939" providerId="ADAL" clId="{85DF26CD-E7AD-4CAF-8F1C-084075467733}" dt="2025-02-16T06:44:45.075" v="767" actId="26606"/>
        <pc:sldMkLst>
          <pc:docMk/>
          <pc:sldMk cId="3115112427" sldId="415"/>
        </pc:sldMkLst>
      </pc:sldChg>
      <pc:sldChg chg="addSp modSp new mod">
        <pc:chgData name="ARUN KARTHIK ." userId="62a047ea-99a3-445a-a127-bd8840139939" providerId="ADAL" clId="{85DF26CD-E7AD-4CAF-8F1C-084075467733}" dt="2025-02-16T06:46:35.425" v="777"/>
        <pc:sldMkLst>
          <pc:docMk/>
          <pc:sldMk cId="3722966818" sldId="416"/>
        </pc:sldMkLst>
      </pc:sldChg>
      <pc:sldChg chg="addSp modSp new mod">
        <pc:chgData name="ARUN KARTHIK ." userId="62a047ea-99a3-445a-a127-bd8840139939" providerId="ADAL" clId="{85DF26CD-E7AD-4CAF-8F1C-084075467733}" dt="2025-02-16T06:48:01.276" v="860" actId="1076"/>
        <pc:sldMkLst>
          <pc:docMk/>
          <pc:sldMk cId="191533592" sldId="417"/>
        </pc:sldMkLst>
      </pc:sldChg>
      <pc:sldChg chg="addSp modSp new">
        <pc:chgData name="ARUN KARTHIK ." userId="62a047ea-99a3-445a-a127-bd8840139939" providerId="ADAL" clId="{85DF26CD-E7AD-4CAF-8F1C-084075467733}" dt="2025-02-16T06:49:44.156" v="884" actId="1076"/>
        <pc:sldMkLst>
          <pc:docMk/>
          <pc:sldMk cId="3751449712" sldId="418"/>
        </pc:sldMkLst>
      </pc:sldChg>
      <pc:sldChg chg="addSp modSp new mod">
        <pc:chgData name="ARUN KARTHIK ." userId="62a047ea-99a3-445a-a127-bd8840139939" providerId="ADAL" clId="{85DF26CD-E7AD-4CAF-8F1C-084075467733}" dt="2025-02-16T06:51:10.055" v="1010" actId="20577"/>
        <pc:sldMkLst>
          <pc:docMk/>
          <pc:sldMk cId="1012608781" sldId="419"/>
        </pc:sldMkLst>
      </pc:sldChg>
      <pc:sldMasterChg chg="modSldLayout">
        <pc:chgData name="ARUN KARTHIK ." userId="62a047ea-99a3-445a-a127-bd8840139939" providerId="ADAL" clId="{85DF26CD-E7AD-4CAF-8F1C-084075467733}" dt="2025-02-16T04:52:46.048" v="42" actId="255"/>
        <pc:sldMasterMkLst>
          <pc:docMk/>
          <pc:sldMasterMk cId="3452829547" sldId="2147483672"/>
        </pc:sldMasterMkLst>
        <pc:sldLayoutChg chg="modSp mod">
          <pc:chgData name="ARUN KARTHIK ." userId="62a047ea-99a3-445a-a127-bd8840139939" providerId="ADAL" clId="{85DF26CD-E7AD-4CAF-8F1C-084075467733}" dt="2025-02-16T04:52:46.048" v="42" actId="255"/>
          <pc:sldLayoutMkLst>
            <pc:docMk/>
            <pc:sldMasterMk cId="3452829547" sldId="2147483672"/>
            <pc:sldLayoutMk cId="830335595" sldId="2147483674"/>
          </pc:sldLayoutMkLst>
          <pc:spChg chg="mod">
            <ac:chgData name="ARUN KARTHIK ." userId="62a047ea-99a3-445a-a127-bd8840139939" providerId="ADAL" clId="{85DF26CD-E7AD-4CAF-8F1C-084075467733}" dt="2025-02-16T04:52:41.136" v="40" actId="255"/>
            <ac:spMkLst>
              <pc:docMk/>
              <pc:sldMasterMk cId="3452829547" sldId="2147483672"/>
              <pc:sldLayoutMk cId="830335595" sldId="2147483674"/>
              <ac:spMk id="2" creationId="{4C3B18E9-BEA5-8AF6-A86B-4576B92D7043}"/>
            </ac:spMkLst>
          </pc:spChg>
          <pc:spChg chg="mod">
            <ac:chgData name="ARUN KARTHIK ." userId="62a047ea-99a3-445a-a127-bd8840139939" providerId="ADAL" clId="{85DF26CD-E7AD-4CAF-8F1C-084075467733}" dt="2025-02-16T04:52:46.048" v="42" actId="255"/>
            <ac:spMkLst>
              <pc:docMk/>
              <pc:sldMasterMk cId="3452829547" sldId="2147483672"/>
              <pc:sldLayoutMk cId="830335595" sldId="2147483674"/>
              <ac:spMk id="3" creationId="{E8407D47-875A-7538-D74B-D9E38FF4C0CB}"/>
            </ac:spMkLst>
          </pc:spChg>
        </pc:sldLayoutChg>
      </pc:sldMasterChg>
    </pc:docChg>
  </pc:docChgLst>
  <pc:docChgLst>
    <pc:chgData name="ARUN KARTHIK ." userId="62a047ea-99a3-445a-a127-bd8840139939" providerId="ADAL" clId="{9B7F336A-8864-4AD2-B676-87EF0E6FCA20}"/>
    <pc:docChg chg="undo custSel addSld delSld modSld">
      <pc:chgData name="ARUN KARTHIK ." userId="62a047ea-99a3-445a-a127-bd8840139939" providerId="ADAL" clId="{9B7F336A-8864-4AD2-B676-87EF0E6FCA20}" dt="2024-08-30T10:17:21.243" v="216" actId="1076"/>
      <pc:docMkLst>
        <pc:docMk/>
      </pc:docMkLst>
      <pc:sldChg chg="modSp mod">
        <pc:chgData name="ARUN KARTHIK ." userId="62a047ea-99a3-445a-a127-bd8840139939" providerId="ADAL" clId="{9B7F336A-8864-4AD2-B676-87EF0E6FCA20}" dt="2024-08-30T08:30:01.955" v="46" actId="20577"/>
        <pc:sldMkLst>
          <pc:docMk/>
          <pc:sldMk cId="2487991735" sldId="256"/>
        </pc:sldMkLst>
      </pc:sldChg>
      <pc:sldChg chg="add del">
        <pc:chgData name="ARUN KARTHIK ." userId="62a047ea-99a3-445a-a127-bd8840139939" providerId="ADAL" clId="{9B7F336A-8864-4AD2-B676-87EF0E6FCA20}" dt="2024-08-30T08:28:39.379" v="9" actId="47"/>
        <pc:sldMkLst>
          <pc:docMk/>
          <pc:sldMk cId="0" sldId="257"/>
        </pc:sldMkLst>
      </pc:sldChg>
      <pc:sldChg chg="addSp add">
        <pc:chgData name="ARUN KARTHIK ." userId="62a047ea-99a3-445a-a127-bd8840139939" providerId="ADAL" clId="{9B7F336A-8864-4AD2-B676-87EF0E6FCA20}" dt="2024-08-30T08:59:51.893" v="94"/>
        <pc:sldMkLst>
          <pc:docMk/>
          <pc:sldMk cId="0" sldId="258"/>
        </pc:sldMkLst>
      </pc:sldChg>
      <pc:sldChg chg="add">
        <pc:chgData name="ARUN KARTHIK ." userId="62a047ea-99a3-445a-a127-bd8840139939" providerId="ADAL" clId="{9B7F336A-8864-4AD2-B676-87EF0E6FCA20}" dt="2024-08-30T08:28:36.936" v="3"/>
        <pc:sldMkLst>
          <pc:docMk/>
          <pc:sldMk cId="0" sldId="259"/>
        </pc:sldMkLst>
      </pc:sldChg>
      <pc:sldChg chg="addSp modSp add mod">
        <pc:chgData name="ARUN KARTHIK ." userId="62a047ea-99a3-445a-a127-bd8840139939" providerId="ADAL" clId="{9B7F336A-8864-4AD2-B676-87EF0E6FCA20}" dt="2024-08-30T10:09:29.392" v="188"/>
        <pc:sldMkLst>
          <pc:docMk/>
          <pc:sldMk cId="0" sldId="260"/>
        </pc:sldMkLst>
      </pc:sldChg>
      <pc:sldChg chg="addSp add">
        <pc:chgData name="ARUN KARTHIK ." userId="62a047ea-99a3-445a-a127-bd8840139939" providerId="ADAL" clId="{9B7F336A-8864-4AD2-B676-87EF0E6FCA20}" dt="2024-08-30T10:09:29.392" v="188"/>
        <pc:sldMkLst>
          <pc:docMk/>
          <pc:sldMk cId="0" sldId="261"/>
        </pc:sldMkLst>
      </pc:sldChg>
      <pc:sldChg chg="addSp add">
        <pc:chgData name="ARUN KARTHIK ." userId="62a047ea-99a3-445a-a127-bd8840139939" providerId="ADAL" clId="{9B7F336A-8864-4AD2-B676-87EF0E6FCA20}" dt="2024-08-30T10:09:29.392" v="188"/>
        <pc:sldMkLst>
          <pc:docMk/>
          <pc:sldMk cId="0" sldId="262"/>
        </pc:sldMkLst>
      </pc:sldChg>
      <pc:sldChg chg="addSp add">
        <pc:chgData name="ARUN KARTHIK ." userId="62a047ea-99a3-445a-a127-bd8840139939" providerId="ADAL" clId="{9B7F336A-8864-4AD2-B676-87EF0E6FCA20}" dt="2024-08-30T10:09:29.392" v="188"/>
        <pc:sldMkLst>
          <pc:docMk/>
          <pc:sldMk cId="0" sldId="263"/>
        </pc:sldMkLst>
      </pc:sldChg>
      <pc:sldChg chg="add">
        <pc:chgData name="ARUN KARTHIK ." userId="62a047ea-99a3-445a-a127-bd8840139939" providerId="ADAL" clId="{9B7F336A-8864-4AD2-B676-87EF0E6FCA20}" dt="2024-08-30T08:28:36.936" v="3"/>
        <pc:sldMkLst>
          <pc:docMk/>
          <pc:sldMk cId="0" sldId="264"/>
        </pc:sldMkLst>
      </pc:sldChg>
      <pc:sldChg chg="add">
        <pc:chgData name="ARUN KARTHIK ." userId="62a047ea-99a3-445a-a127-bd8840139939" providerId="ADAL" clId="{9B7F336A-8864-4AD2-B676-87EF0E6FCA20}" dt="2024-08-30T08:28:36.936" v="3"/>
        <pc:sldMkLst>
          <pc:docMk/>
          <pc:sldMk cId="0" sldId="265"/>
        </pc:sldMkLst>
      </pc:sldChg>
      <pc:sldChg chg="modSp add mod">
        <pc:chgData name="ARUN KARTHIK ." userId="62a047ea-99a3-445a-a127-bd8840139939" providerId="ADAL" clId="{9B7F336A-8864-4AD2-B676-87EF0E6FCA20}" dt="2024-08-30T08:28:37.028" v="5" actId="27636"/>
        <pc:sldMkLst>
          <pc:docMk/>
          <pc:sldMk cId="0" sldId="266"/>
        </pc:sldMkLst>
      </pc:sldChg>
      <pc:sldChg chg="modSp add mod">
        <pc:chgData name="ARUN KARTHIK ." userId="62a047ea-99a3-445a-a127-bd8840139939" providerId="ADAL" clId="{9B7F336A-8864-4AD2-B676-87EF0E6FCA20}" dt="2024-08-30T08:28:37.038" v="6" actId="27636"/>
        <pc:sldMkLst>
          <pc:docMk/>
          <pc:sldMk cId="0" sldId="267"/>
        </pc:sldMkLst>
      </pc:sldChg>
      <pc:sldChg chg="modSp add mod">
        <pc:chgData name="ARUN KARTHIK ." userId="62a047ea-99a3-445a-a127-bd8840139939" providerId="ADAL" clId="{9B7F336A-8864-4AD2-B676-87EF0E6FCA20}" dt="2024-08-30T08:28:37.044" v="7" actId="27636"/>
        <pc:sldMkLst>
          <pc:docMk/>
          <pc:sldMk cId="0" sldId="268"/>
        </pc:sldMkLst>
      </pc:sldChg>
      <pc:sldChg chg="modSp add mod">
        <pc:chgData name="ARUN KARTHIK ." userId="62a047ea-99a3-445a-a127-bd8840139939" providerId="ADAL" clId="{9B7F336A-8864-4AD2-B676-87EF0E6FCA20}" dt="2024-08-30T08:28:37.051" v="8" actId="27636"/>
        <pc:sldMkLst>
          <pc:docMk/>
          <pc:sldMk cId="0" sldId="269"/>
        </pc:sldMkLst>
      </pc:sldChg>
      <pc:sldChg chg="add">
        <pc:chgData name="ARUN KARTHIK ." userId="62a047ea-99a3-445a-a127-bd8840139939" providerId="ADAL" clId="{9B7F336A-8864-4AD2-B676-87EF0E6FCA20}" dt="2024-08-30T08:31:34.914" v="47"/>
        <pc:sldMkLst>
          <pc:docMk/>
          <pc:sldMk cId="0" sldId="293"/>
        </pc:sldMkLst>
      </pc:sldChg>
      <pc:sldChg chg="add">
        <pc:chgData name="ARUN KARTHIK ." userId="62a047ea-99a3-445a-a127-bd8840139939" providerId="ADAL" clId="{9B7F336A-8864-4AD2-B676-87EF0E6FCA20}" dt="2024-08-30T08:31:34.914" v="47"/>
        <pc:sldMkLst>
          <pc:docMk/>
          <pc:sldMk cId="0" sldId="294"/>
        </pc:sldMkLst>
      </pc:sldChg>
      <pc:sldChg chg="add">
        <pc:chgData name="ARUN KARTHIK ." userId="62a047ea-99a3-445a-a127-bd8840139939" providerId="ADAL" clId="{9B7F336A-8864-4AD2-B676-87EF0E6FCA20}" dt="2024-08-30T08:31:34.914" v="47"/>
        <pc:sldMkLst>
          <pc:docMk/>
          <pc:sldMk cId="0" sldId="295"/>
        </pc:sldMkLst>
      </pc:sldChg>
      <pc:sldChg chg="add">
        <pc:chgData name="ARUN KARTHIK ." userId="62a047ea-99a3-445a-a127-bd8840139939" providerId="ADAL" clId="{9B7F336A-8864-4AD2-B676-87EF0E6FCA20}" dt="2024-08-30T08:31:34.914" v="47"/>
        <pc:sldMkLst>
          <pc:docMk/>
          <pc:sldMk cId="0" sldId="296"/>
        </pc:sldMkLst>
      </pc:sldChg>
      <pc:sldChg chg="add">
        <pc:chgData name="ARUN KARTHIK ." userId="62a047ea-99a3-445a-a127-bd8840139939" providerId="ADAL" clId="{9B7F336A-8864-4AD2-B676-87EF0E6FCA20}" dt="2024-08-30T08:31:34.914" v="47"/>
        <pc:sldMkLst>
          <pc:docMk/>
          <pc:sldMk cId="0" sldId="298"/>
        </pc:sldMkLst>
      </pc:sldChg>
      <pc:sldChg chg="add">
        <pc:chgData name="ARUN KARTHIK ." userId="62a047ea-99a3-445a-a127-bd8840139939" providerId="ADAL" clId="{9B7F336A-8864-4AD2-B676-87EF0E6FCA20}" dt="2024-08-30T08:31:34.914" v="47"/>
        <pc:sldMkLst>
          <pc:docMk/>
          <pc:sldMk cId="0" sldId="301"/>
        </pc:sldMkLst>
      </pc:sldChg>
      <pc:sldChg chg="add">
        <pc:chgData name="ARUN KARTHIK ." userId="62a047ea-99a3-445a-a127-bd8840139939" providerId="ADAL" clId="{9B7F336A-8864-4AD2-B676-87EF0E6FCA20}" dt="2024-08-30T08:31:34.914" v="47"/>
        <pc:sldMkLst>
          <pc:docMk/>
          <pc:sldMk cId="0" sldId="304"/>
        </pc:sldMkLst>
      </pc:sldChg>
      <pc:sldChg chg="add">
        <pc:chgData name="ARUN KARTHIK ." userId="62a047ea-99a3-445a-a127-bd8840139939" providerId="ADAL" clId="{9B7F336A-8864-4AD2-B676-87EF0E6FCA20}" dt="2024-08-30T08:31:34.914" v="47"/>
        <pc:sldMkLst>
          <pc:docMk/>
          <pc:sldMk cId="0" sldId="309"/>
        </pc:sldMkLst>
      </pc:sldChg>
      <pc:sldChg chg="add">
        <pc:chgData name="ARUN KARTHIK ." userId="62a047ea-99a3-445a-a127-bd8840139939" providerId="ADAL" clId="{9B7F336A-8864-4AD2-B676-87EF0E6FCA20}" dt="2024-08-30T08:31:34.914" v="47"/>
        <pc:sldMkLst>
          <pc:docMk/>
          <pc:sldMk cId="0" sldId="314"/>
        </pc:sldMkLst>
      </pc:sldChg>
      <pc:sldChg chg="add">
        <pc:chgData name="ARUN KARTHIK ." userId="62a047ea-99a3-445a-a127-bd8840139939" providerId="ADAL" clId="{9B7F336A-8864-4AD2-B676-87EF0E6FCA20}" dt="2024-08-30T08:31:34.914" v="47"/>
        <pc:sldMkLst>
          <pc:docMk/>
          <pc:sldMk cId="0" sldId="317"/>
        </pc:sldMkLst>
      </pc:sldChg>
      <pc:sldChg chg="add">
        <pc:chgData name="ARUN KARTHIK ." userId="62a047ea-99a3-445a-a127-bd8840139939" providerId="ADAL" clId="{9B7F336A-8864-4AD2-B676-87EF0E6FCA20}" dt="2024-08-30T08:31:34.914" v="47"/>
        <pc:sldMkLst>
          <pc:docMk/>
          <pc:sldMk cId="0" sldId="331"/>
        </pc:sldMkLst>
      </pc:sldChg>
      <pc:sldChg chg="add">
        <pc:chgData name="ARUN KARTHIK ." userId="62a047ea-99a3-445a-a127-bd8840139939" providerId="ADAL" clId="{9B7F336A-8864-4AD2-B676-87EF0E6FCA20}" dt="2024-08-30T08:31:34.914" v="47"/>
        <pc:sldMkLst>
          <pc:docMk/>
          <pc:sldMk cId="0" sldId="347"/>
        </pc:sldMkLst>
      </pc:sldChg>
      <pc:sldChg chg="add">
        <pc:chgData name="ARUN KARTHIK ." userId="62a047ea-99a3-445a-a127-bd8840139939" providerId="ADAL" clId="{9B7F336A-8864-4AD2-B676-87EF0E6FCA20}" dt="2024-08-30T08:31:34.914" v="47"/>
        <pc:sldMkLst>
          <pc:docMk/>
          <pc:sldMk cId="0" sldId="348"/>
        </pc:sldMkLst>
      </pc:sldChg>
      <pc:sldChg chg="add">
        <pc:chgData name="ARUN KARTHIK ." userId="62a047ea-99a3-445a-a127-bd8840139939" providerId="ADAL" clId="{9B7F336A-8864-4AD2-B676-87EF0E6FCA20}" dt="2024-08-30T08:31:34.914" v="47"/>
        <pc:sldMkLst>
          <pc:docMk/>
          <pc:sldMk cId="0" sldId="349"/>
        </pc:sldMkLst>
      </pc:sldChg>
      <pc:sldChg chg="addSp add">
        <pc:chgData name="ARUN KARTHIK ." userId="62a047ea-99a3-445a-a127-bd8840139939" providerId="ADAL" clId="{9B7F336A-8864-4AD2-B676-87EF0E6FCA20}" dt="2024-08-30T10:09:29.392" v="188"/>
        <pc:sldMkLst>
          <pc:docMk/>
          <pc:sldMk cId="0" sldId="368"/>
        </pc:sldMkLst>
      </pc:sldChg>
      <pc:sldChg chg="addSp add">
        <pc:chgData name="ARUN KARTHIK ." userId="62a047ea-99a3-445a-a127-bd8840139939" providerId="ADAL" clId="{9B7F336A-8864-4AD2-B676-87EF0E6FCA20}" dt="2024-08-30T10:09:29.392" v="188"/>
        <pc:sldMkLst>
          <pc:docMk/>
          <pc:sldMk cId="0" sldId="369"/>
        </pc:sldMkLst>
      </pc:sldChg>
      <pc:sldChg chg="add">
        <pc:chgData name="ARUN KARTHIK ." userId="62a047ea-99a3-445a-a127-bd8840139939" providerId="ADAL" clId="{9B7F336A-8864-4AD2-B676-87EF0E6FCA20}" dt="2024-08-30T08:31:34.914" v="47"/>
        <pc:sldMkLst>
          <pc:docMk/>
          <pc:sldMk cId="0" sldId="370"/>
        </pc:sldMkLst>
      </pc:sldChg>
      <pc:sldChg chg="addSp add">
        <pc:chgData name="ARUN KARTHIK ." userId="62a047ea-99a3-445a-a127-bd8840139939" providerId="ADAL" clId="{9B7F336A-8864-4AD2-B676-87EF0E6FCA20}" dt="2024-08-30T10:09:29.392" v="188"/>
        <pc:sldMkLst>
          <pc:docMk/>
          <pc:sldMk cId="0" sldId="371"/>
        </pc:sldMkLst>
      </pc:sldChg>
      <pc:sldChg chg="add">
        <pc:chgData name="ARUN KARTHIK ." userId="62a047ea-99a3-445a-a127-bd8840139939" providerId="ADAL" clId="{9B7F336A-8864-4AD2-B676-87EF0E6FCA20}" dt="2024-08-30T08:31:34.914" v="47"/>
        <pc:sldMkLst>
          <pc:docMk/>
          <pc:sldMk cId="0" sldId="372"/>
        </pc:sldMkLst>
      </pc:sldChg>
      <pc:sldChg chg="add">
        <pc:chgData name="ARUN KARTHIK ." userId="62a047ea-99a3-445a-a127-bd8840139939" providerId="ADAL" clId="{9B7F336A-8864-4AD2-B676-87EF0E6FCA20}" dt="2024-08-30T08:31:34.914" v="47"/>
        <pc:sldMkLst>
          <pc:docMk/>
          <pc:sldMk cId="0" sldId="373"/>
        </pc:sldMkLst>
      </pc:sldChg>
      <pc:sldChg chg="addSp delSp modSp new mod">
        <pc:chgData name="ARUN KARTHIK ." userId="62a047ea-99a3-445a-a127-bd8840139939" providerId="ADAL" clId="{9B7F336A-8864-4AD2-B676-87EF0E6FCA20}" dt="2024-08-30T08:34:14.374" v="63" actId="1076"/>
        <pc:sldMkLst>
          <pc:docMk/>
          <pc:sldMk cId="3586635636" sldId="374"/>
        </pc:sldMkLst>
      </pc:sldChg>
      <pc:sldChg chg="addSp delSp modSp new mod">
        <pc:chgData name="ARUN KARTHIK ." userId="62a047ea-99a3-445a-a127-bd8840139939" providerId="ADAL" clId="{9B7F336A-8864-4AD2-B676-87EF0E6FCA20}" dt="2024-08-30T08:37:11.617" v="76" actId="14100"/>
        <pc:sldMkLst>
          <pc:docMk/>
          <pc:sldMk cId="622226362" sldId="375"/>
        </pc:sldMkLst>
      </pc:sldChg>
      <pc:sldChg chg="addSp delSp modSp add mod">
        <pc:chgData name="ARUN KARTHIK ." userId="62a047ea-99a3-445a-a127-bd8840139939" providerId="ADAL" clId="{9B7F336A-8864-4AD2-B676-87EF0E6FCA20}" dt="2024-08-30T09:22:42.464" v="186"/>
        <pc:sldMkLst>
          <pc:docMk/>
          <pc:sldMk cId="574314217" sldId="376"/>
        </pc:sldMkLst>
      </pc:sldChg>
      <pc:sldChg chg="addSp delSp new mod">
        <pc:chgData name="ARUN KARTHIK ." userId="62a047ea-99a3-445a-a127-bd8840139939" providerId="ADAL" clId="{9B7F336A-8864-4AD2-B676-87EF0E6FCA20}" dt="2024-08-30T08:59:51.893" v="94"/>
        <pc:sldMkLst>
          <pc:docMk/>
          <pc:sldMk cId="3971593077" sldId="377"/>
        </pc:sldMkLst>
      </pc:sldChg>
      <pc:sldChg chg="addSp delSp modSp new mod">
        <pc:chgData name="ARUN KARTHIK ." userId="62a047ea-99a3-445a-a127-bd8840139939" providerId="ADAL" clId="{9B7F336A-8864-4AD2-B676-87EF0E6FCA20}" dt="2024-08-30T09:11:48.215" v="176"/>
        <pc:sldMkLst>
          <pc:docMk/>
          <pc:sldMk cId="3848968646" sldId="378"/>
        </pc:sldMkLst>
      </pc:sldChg>
      <pc:sldChg chg="addSp delSp modSp new mod">
        <pc:chgData name="ARUN KARTHIK ." userId="62a047ea-99a3-445a-a127-bd8840139939" providerId="ADAL" clId="{9B7F336A-8864-4AD2-B676-87EF0E6FCA20}" dt="2024-08-30T09:20:54.102" v="184"/>
        <pc:sldMkLst>
          <pc:docMk/>
          <pc:sldMk cId="4110749473" sldId="379"/>
        </pc:sldMkLst>
      </pc:sldChg>
      <pc:sldChg chg="addSp new">
        <pc:chgData name="ARUN KARTHIK ." userId="62a047ea-99a3-445a-a127-bd8840139939" providerId="ADAL" clId="{9B7F336A-8864-4AD2-B676-87EF0E6FCA20}" dt="2024-08-30T09:22:42.464" v="186"/>
        <pc:sldMkLst>
          <pc:docMk/>
          <pc:sldMk cId="2282893680" sldId="380"/>
        </pc:sldMkLst>
      </pc:sldChg>
      <pc:sldChg chg="addSp new">
        <pc:chgData name="ARUN KARTHIK ." userId="62a047ea-99a3-445a-a127-bd8840139939" providerId="ADAL" clId="{9B7F336A-8864-4AD2-B676-87EF0E6FCA20}" dt="2024-08-30T10:09:29.392" v="188"/>
        <pc:sldMkLst>
          <pc:docMk/>
          <pc:sldMk cId="2749357090" sldId="381"/>
        </pc:sldMkLst>
      </pc:sldChg>
      <pc:sldChg chg="addSp delSp modSp new mod">
        <pc:chgData name="ARUN KARTHIK ." userId="62a047ea-99a3-445a-a127-bd8840139939" providerId="ADAL" clId="{9B7F336A-8864-4AD2-B676-87EF0E6FCA20}" dt="2024-08-30T10:17:21.243" v="216" actId="1076"/>
        <pc:sldMkLst>
          <pc:docMk/>
          <pc:sldMk cId="788845732" sldId="382"/>
        </pc:sldMkLst>
      </pc:sldChg>
      <pc:sldChg chg="del">
        <pc:chgData name="ARUN KARTHIK ." userId="62a047ea-99a3-445a-a127-bd8840139939" providerId="ADAL" clId="{9B7F336A-8864-4AD2-B676-87EF0E6FCA20}" dt="2024-08-30T08:28:24.949" v="0" actId="47"/>
        <pc:sldMkLst>
          <pc:docMk/>
          <pc:sldMk cId="4252618562" sldId="2147472361"/>
        </pc:sldMkLst>
      </pc:sldChg>
      <pc:sldChg chg="del">
        <pc:chgData name="ARUN KARTHIK ." userId="62a047ea-99a3-445a-a127-bd8840139939" providerId="ADAL" clId="{9B7F336A-8864-4AD2-B676-87EF0E6FCA20}" dt="2024-08-30T08:28:24.949" v="0" actId="47"/>
        <pc:sldMkLst>
          <pc:docMk/>
          <pc:sldMk cId="421474102" sldId="2147472362"/>
        </pc:sldMkLst>
      </pc:sldChg>
      <pc:sldChg chg="del">
        <pc:chgData name="ARUN KARTHIK ." userId="62a047ea-99a3-445a-a127-bd8840139939" providerId="ADAL" clId="{9B7F336A-8864-4AD2-B676-87EF0E6FCA20}" dt="2024-08-30T08:28:24.949" v="0" actId="47"/>
        <pc:sldMkLst>
          <pc:docMk/>
          <pc:sldMk cId="4168721080" sldId="2147472363"/>
        </pc:sldMkLst>
      </pc:sldChg>
      <pc:sldChg chg="del">
        <pc:chgData name="ARUN KARTHIK ." userId="62a047ea-99a3-445a-a127-bd8840139939" providerId="ADAL" clId="{9B7F336A-8864-4AD2-B676-87EF0E6FCA20}" dt="2024-08-30T08:28:24.949" v="0" actId="47"/>
        <pc:sldMkLst>
          <pc:docMk/>
          <pc:sldMk cId="3044103150" sldId="2147472364"/>
        </pc:sldMkLst>
      </pc:sldChg>
      <pc:sldChg chg="del">
        <pc:chgData name="ARUN KARTHIK ." userId="62a047ea-99a3-445a-a127-bd8840139939" providerId="ADAL" clId="{9B7F336A-8864-4AD2-B676-87EF0E6FCA20}" dt="2024-08-30T08:28:24.949" v="0" actId="47"/>
        <pc:sldMkLst>
          <pc:docMk/>
          <pc:sldMk cId="3970995464" sldId="2147472365"/>
        </pc:sldMkLst>
      </pc:sldChg>
      <pc:sldChg chg="del">
        <pc:chgData name="ARUN KARTHIK ." userId="62a047ea-99a3-445a-a127-bd8840139939" providerId="ADAL" clId="{9B7F336A-8864-4AD2-B676-87EF0E6FCA20}" dt="2024-08-30T08:28:24.949" v="0" actId="47"/>
        <pc:sldMkLst>
          <pc:docMk/>
          <pc:sldMk cId="3543518052" sldId="2147472366"/>
        </pc:sldMkLst>
      </pc:sldChg>
      <pc:sldChg chg="del">
        <pc:chgData name="ARUN KARTHIK ." userId="62a047ea-99a3-445a-a127-bd8840139939" providerId="ADAL" clId="{9B7F336A-8864-4AD2-B676-87EF0E6FCA20}" dt="2024-08-30T08:28:24.949" v="0" actId="47"/>
        <pc:sldMkLst>
          <pc:docMk/>
          <pc:sldMk cId="2620553551" sldId="2147472367"/>
        </pc:sldMkLst>
      </pc:sldChg>
      <pc:sldChg chg="del">
        <pc:chgData name="ARUN KARTHIK ." userId="62a047ea-99a3-445a-a127-bd8840139939" providerId="ADAL" clId="{9B7F336A-8864-4AD2-B676-87EF0E6FCA20}" dt="2024-08-30T08:28:24.949" v="0" actId="47"/>
        <pc:sldMkLst>
          <pc:docMk/>
          <pc:sldMk cId="1819371886" sldId="2147472368"/>
        </pc:sldMkLst>
      </pc:sldChg>
      <pc:sldChg chg="del">
        <pc:chgData name="ARUN KARTHIK ." userId="62a047ea-99a3-445a-a127-bd8840139939" providerId="ADAL" clId="{9B7F336A-8864-4AD2-B676-87EF0E6FCA20}" dt="2024-08-30T08:28:24.949" v="0" actId="47"/>
        <pc:sldMkLst>
          <pc:docMk/>
          <pc:sldMk cId="2548683965" sldId="2147472369"/>
        </pc:sldMkLst>
      </pc:sldChg>
      <pc:sldChg chg="del">
        <pc:chgData name="ARUN KARTHIK ." userId="62a047ea-99a3-445a-a127-bd8840139939" providerId="ADAL" clId="{9B7F336A-8864-4AD2-B676-87EF0E6FCA20}" dt="2024-08-30T08:28:24.949" v="0" actId="47"/>
        <pc:sldMkLst>
          <pc:docMk/>
          <pc:sldMk cId="4111662257" sldId="2147472370"/>
        </pc:sldMkLst>
      </pc:sldChg>
      <pc:sldChg chg="del">
        <pc:chgData name="ARUN KARTHIK ." userId="62a047ea-99a3-445a-a127-bd8840139939" providerId="ADAL" clId="{9B7F336A-8864-4AD2-B676-87EF0E6FCA20}" dt="2024-08-30T08:28:24.949" v="0" actId="47"/>
        <pc:sldMkLst>
          <pc:docMk/>
          <pc:sldMk cId="1142262224" sldId="2147472371"/>
        </pc:sldMkLst>
      </pc:sldChg>
      <pc:sldChg chg="del">
        <pc:chgData name="ARUN KARTHIK ." userId="62a047ea-99a3-445a-a127-bd8840139939" providerId="ADAL" clId="{9B7F336A-8864-4AD2-B676-87EF0E6FCA20}" dt="2024-08-30T08:28:24.949" v="0" actId="47"/>
        <pc:sldMkLst>
          <pc:docMk/>
          <pc:sldMk cId="777166991" sldId="2147472372"/>
        </pc:sldMkLst>
      </pc:sldChg>
      <pc:sldChg chg="del">
        <pc:chgData name="ARUN KARTHIK ." userId="62a047ea-99a3-445a-a127-bd8840139939" providerId="ADAL" clId="{9B7F336A-8864-4AD2-B676-87EF0E6FCA20}" dt="2024-08-30T08:28:24.949" v="0" actId="47"/>
        <pc:sldMkLst>
          <pc:docMk/>
          <pc:sldMk cId="266761057" sldId="2147472373"/>
        </pc:sldMkLst>
      </pc:sldChg>
      <pc:sldChg chg="del">
        <pc:chgData name="ARUN KARTHIK ." userId="62a047ea-99a3-445a-a127-bd8840139939" providerId="ADAL" clId="{9B7F336A-8864-4AD2-B676-87EF0E6FCA20}" dt="2024-08-30T08:28:24.949" v="0" actId="47"/>
        <pc:sldMkLst>
          <pc:docMk/>
          <pc:sldMk cId="1355072385" sldId="2147472374"/>
        </pc:sldMkLst>
      </pc:sldChg>
      <pc:sldChg chg="del">
        <pc:chgData name="ARUN KARTHIK ." userId="62a047ea-99a3-445a-a127-bd8840139939" providerId="ADAL" clId="{9B7F336A-8864-4AD2-B676-87EF0E6FCA20}" dt="2024-08-30T08:28:24.949" v="0" actId="47"/>
        <pc:sldMkLst>
          <pc:docMk/>
          <pc:sldMk cId="2487719019" sldId="2147472375"/>
        </pc:sldMkLst>
      </pc:sldChg>
      <pc:sldChg chg="del">
        <pc:chgData name="ARUN KARTHIK ." userId="62a047ea-99a3-445a-a127-bd8840139939" providerId="ADAL" clId="{9B7F336A-8864-4AD2-B676-87EF0E6FCA20}" dt="2024-08-30T08:28:24.949" v="0" actId="47"/>
        <pc:sldMkLst>
          <pc:docMk/>
          <pc:sldMk cId="3089551357" sldId="2147472376"/>
        </pc:sldMkLst>
      </pc:sldChg>
      <pc:sldChg chg="del">
        <pc:chgData name="ARUN KARTHIK ." userId="62a047ea-99a3-445a-a127-bd8840139939" providerId="ADAL" clId="{9B7F336A-8864-4AD2-B676-87EF0E6FCA20}" dt="2024-08-30T08:28:24.949" v="0" actId="47"/>
        <pc:sldMkLst>
          <pc:docMk/>
          <pc:sldMk cId="1975002370" sldId="2147472377"/>
        </pc:sldMkLst>
      </pc:sldChg>
      <pc:sldChg chg="del">
        <pc:chgData name="ARUN KARTHIK ." userId="62a047ea-99a3-445a-a127-bd8840139939" providerId="ADAL" clId="{9B7F336A-8864-4AD2-B676-87EF0E6FCA20}" dt="2024-08-30T08:28:24.949" v="0" actId="47"/>
        <pc:sldMkLst>
          <pc:docMk/>
          <pc:sldMk cId="794081513" sldId="2147472378"/>
        </pc:sldMkLst>
      </pc:sldChg>
      <pc:sldChg chg="del">
        <pc:chgData name="ARUN KARTHIK ." userId="62a047ea-99a3-445a-a127-bd8840139939" providerId="ADAL" clId="{9B7F336A-8864-4AD2-B676-87EF0E6FCA20}" dt="2024-08-30T08:28:24.949" v="0" actId="47"/>
        <pc:sldMkLst>
          <pc:docMk/>
          <pc:sldMk cId="3802152035" sldId="2147472379"/>
        </pc:sldMkLst>
      </pc:sldChg>
      <pc:sldChg chg="del">
        <pc:chgData name="ARUN KARTHIK ." userId="62a047ea-99a3-445a-a127-bd8840139939" providerId="ADAL" clId="{9B7F336A-8864-4AD2-B676-87EF0E6FCA20}" dt="2024-08-30T08:28:24.949" v="0" actId="47"/>
        <pc:sldMkLst>
          <pc:docMk/>
          <pc:sldMk cId="3477615367" sldId="2147472380"/>
        </pc:sldMkLst>
      </pc:sldChg>
      <pc:sldChg chg="del">
        <pc:chgData name="ARUN KARTHIK ." userId="62a047ea-99a3-445a-a127-bd8840139939" providerId="ADAL" clId="{9B7F336A-8864-4AD2-B676-87EF0E6FCA20}" dt="2024-08-30T08:28:24.949" v="0" actId="47"/>
        <pc:sldMkLst>
          <pc:docMk/>
          <pc:sldMk cId="57703861" sldId="2147472381"/>
        </pc:sldMkLst>
      </pc:sldChg>
      <pc:sldChg chg="del">
        <pc:chgData name="ARUN KARTHIK ." userId="62a047ea-99a3-445a-a127-bd8840139939" providerId="ADAL" clId="{9B7F336A-8864-4AD2-B676-87EF0E6FCA20}" dt="2024-08-30T08:28:24.949" v="0" actId="47"/>
        <pc:sldMkLst>
          <pc:docMk/>
          <pc:sldMk cId="2031889850" sldId="2147472382"/>
        </pc:sldMkLst>
      </pc:sldChg>
      <pc:sldChg chg="del">
        <pc:chgData name="ARUN KARTHIK ." userId="62a047ea-99a3-445a-a127-bd8840139939" providerId="ADAL" clId="{9B7F336A-8864-4AD2-B676-87EF0E6FCA20}" dt="2024-08-30T08:28:24.949" v="0" actId="47"/>
        <pc:sldMkLst>
          <pc:docMk/>
          <pc:sldMk cId="3700146145" sldId="2147472383"/>
        </pc:sldMkLst>
      </pc:sldChg>
      <pc:sldChg chg="del">
        <pc:chgData name="ARUN KARTHIK ." userId="62a047ea-99a3-445a-a127-bd8840139939" providerId="ADAL" clId="{9B7F336A-8864-4AD2-B676-87EF0E6FCA20}" dt="2024-08-30T08:28:24.949" v="0" actId="47"/>
        <pc:sldMkLst>
          <pc:docMk/>
          <pc:sldMk cId="3268246114" sldId="2147472384"/>
        </pc:sldMkLst>
      </pc:sldChg>
      <pc:sldChg chg="del">
        <pc:chgData name="ARUN KARTHIK ." userId="62a047ea-99a3-445a-a127-bd8840139939" providerId="ADAL" clId="{9B7F336A-8864-4AD2-B676-87EF0E6FCA20}" dt="2024-08-30T08:28:24.949" v="0" actId="47"/>
        <pc:sldMkLst>
          <pc:docMk/>
          <pc:sldMk cId="3640789840" sldId="2147472385"/>
        </pc:sldMkLst>
      </pc:sldChg>
      <pc:sldChg chg="del">
        <pc:chgData name="ARUN KARTHIK ." userId="62a047ea-99a3-445a-a127-bd8840139939" providerId="ADAL" clId="{9B7F336A-8864-4AD2-B676-87EF0E6FCA20}" dt="2024-08-30T08:28:24.949" v="0" actId="47"/>
        <pc:sldMkLst>
          <pc:docMk/>
          <pc:sldMk cId="3478306711" sldId="2147472386"/>
        </pc:sldMkLst>
      </pc:sldChg>
      <pc:sldChg chg="del">
        <pc:chgData name="ARUN KARTHIK ." userId="62a047ea-99a3-445a-a127-bd8840139939" providerId="ADAL" clId="{9B7F336A-8864-4AD2-B676-87EF0E6FCA20}" dt="2024-08-30T08:28:24.949" v="0" actId="47"/>
        <pc:sldMkLst>
          <pc:docMk/>
          <pc:sldMk cId="2588407438" sldId="2147472387"/>
        </pc:sldMkLst>
      </pc:sldChg>
      <pc:sldChg chg="del">
        <pc:chgData name="ARUN KARTHIK ." userId="62a047ea-99a3-445a-a127-bd8840139939" providerId="ADAL" clId="{9B7F336A-8864-4AD2-B676-87EF0E6FCA20}" dt="2024-08-30T08:28:24.949" v="0" actId="47"/>
        <pc:sldMkLst>
          <pc:docMk/>
          <pc:sldMk cId="1909346952" sldId="2147472388"/>
        </pc:sldMkLst>
      </pc:sldChg>
      <pc:sldChg chg="del">
        <pc:chgData name="ARUN KARTHIK ." userId="62a047ea-99a3-445a-a127-bd8840139939" providerId="ADAL" clId="{9B7F336A-8864-4AD2-B676-87EF0E6FCA20}" dt="2024-08-30T08:28:24.949" v="0" actId="47"/>
        <pc:sldMkLst>
          <pc:docMk/>
          <pc:sldMk cId="3540831262" sldId="2147472389"/>
        </pc:sldMkLst>
      </pc:sldChg>
      <pc:sldChg chg="del">
        <pc:chgData name="ARUN KARTHIK ." userId="62a047ea-99a3-445a-a127-bd8840139939" providerId="ADAL" clId="{9B7F336A-8864-4AD2-B676-87EF0E6FCA20}" dt="2024-08-30T08:28:24.949" v="0" actId="47"/>
        <pc:sldMkLst>
          <pc:docMk/>
          <pc:sldMk cId="2312948770" sldId="2147472390"/>
        </pc:sldMkLst>
      </pc:sldChg>
      <pc:sldChg chg="del">
        <pc:chgData name="ARUN KARTHIK ." userId="62a047ea-99a3-445a-a127-bd8840139939" providerId="ADAL" clId="{9B7F336A-8864-4AD2-B676-87EF0E6FCA20}" dt="2024-08-30T08:28:24.949" v="0" actId="47"/>
        <pc:sldMkLst>
          <pc:docMk/>
          <pc:sldMk cId="2113927364" sldId="2147472391"/>
        </pc:sldMkLst>
      </pc:sldChg>
      <pc:sldChg chg="del">
        <pc:chgData name="ARUN KARTHIK ." userId="62a047ea-99a3-445a-a127-bd8840139939" providerId="ADAL" clId="{9B7F336A-8864-4AD2-B676-87EF0E6FCA20}" dt="2024-08-30T08:28:24.949" v="0" actId="47"/>
        <pc:sldMkLst>
          <pc:docMk/>
          <pc:sldMk cId="474539182" sldId="2147472392"/>
        </pc:sldMkLst>
      </pc:sldChg>
      <pc:sldChg chg="del">
        <pc:chgData name="ARUN KARTHIK ." userId="62a047ea-99a3-445a-a127-bd8840139939" providerId="ADAL" clId="{9B7F336A-8864-4AD2-B676-87EF0E6FCA20}" dt="2024-08-30T08:28:24.949" v="0" actId="47"/>
        <pc:sldMkLst>
          <pc:docMk/>
          <pc:sldMk cId="1453361288" sldId="2147472393"/>
        </pc:sldMkLst>
      </pc:sldChg>
      <pc:sldChg chg="del">
        <pc:chgData name="ARUN KARTHIK ." userId="62a047ea-99a3-445a-a127-bd8840139939" providerId="ADAL" clId="{9B7F336A-8864-4AD2-B676-87EF0E6FCA20}" dt="2024-08-30T08:28:24.949" v="0" actId="47"/>
        <pc:sldMkLst>
          <pc:docMk/>
          <pc:sldMk cId="1236470835" sldId="2147472394"/>
        </pc:sldMkLst>
      </pc:sldChg>
      <pc:sldChg chg="del">
        <pc:chgData name="ARUN KARTHIK ." userId="62a047ea-99a3-445a-a127-bd8840139939" providerId="ADAL" clId="{9B7F336A-8864-4AD2-B676-87EF0E6FCA20}" dt="2024-08-30T08:28:24.949" v="0" actId="47"/>
        <pc:sldMkLst>
          <pc:docMk/>
          <pc:sldMk cId="2746148965" sldId="2147472395"/>
        </pc:sldMkLst>
      </pc:sldChg>
      <pc:sldChg chg="del">
        <pc:chgData name="ARUN KARTHIK ." userId="62a047ea-99a3-445a-a127-bd8840139939" providerId="ADAL" clId="{9B7F336A-8864-4AD2-B676-87EF0E6FCA20}" dt="2024-08-30T08:28:24.949" v="0" actId="47"/>
        <pc:sldMkLst>
          <pc:docMk/>
          <pc:sldMk cId="2066472572" sldId="2147472396"/>
        </pc:sldMkLst>
      </pc:sldChg>
      <pc:sldChg chg="del">
        <pc:chgData name="ARUN KARTHIK ." userId="62a047ea-99a3-445a-a127-bd8840139939" providerId="ADAL" clId="{9B7F336A-8864-4AD2-B676-87EF0E6FCA20}" dt="2024-08-30T08:28:24.949" v="0" actId="47"/>
        <pc:sldMkLst>
          <pc:docMk/>
          <pc:sldMk cId="1869701847" sldId="2147472397"/>
        </pc:sldMkLst>
      </pc:sldChg>
      <pc:sldChg chg="del">
        <pc:chgData name="ARUN KARTHIK ." userId="62a047ea-99a3-445a-a127-bd8840139939" providerId="ADAL" clId="{9B7F336A-8864-4AD2-B676-87EF0E6FCA20}" dt="2024-08-30T08:28:24.949" v="0" actId="47"/>
        <pc:sldMkLst>
          <pc:docMk/>
          <pc:sldMk cId="1117156583" sldId="2147472398"/>
        </pc:sldMkLst>
      </pc:sldChg>
      <pc:sldChg chg="del">
        <pc:chgData name="ARUN KARTHIK ." userId="62a047ea-99a3-445a-a127-bd8840139939" providerId="ADAL" clId="{9B7F336A-8864-4AD2-B676-87EF0E6FCA20}" dt="2024-08-30T08:28:24.949" v="0" actId="47"/>
        <pc:sldMkLst>
          <pc:docMk/>
          <pc:sldMk cId="1895799069" sldId="2147472399"/>
        </pc:sldMkLst>
      </pc:sldChg>
      <pc:sldChg chg="del">
        <pc:chgData name="ARUN KARTHIK ." userId="62a047ea-99a3-445a-a127-bd8840139939" providerId="ADAL" clId="{9B7F336A-8864-4AD2-B676-87EF0E6FCA20}" dt="2024-08-30T08:28:24.949" v="0" actId="47"/>
        <pc:sldMkLst>
          <pc:docMk/>
          <pc:sldMk cId="540911146" sldId="2147472400"/>
        </pc:sldMkLst>
      </pc:sldChg>
      <pc:sldChg chg="del">
        <pc:chgData name="ARUN KARTHIK ." userId="62a047ea-99a3-445a-a127-bd8840139939" providerId="ADAL" clId="{9B7F336A-8864-4AD2-B676-87EF0E6FCA20}" dt="2024-08-30T08:28:24.949" v="0" actId="47"/>
        <pc:sldMkLst>
          <pc:docMk/>
          <pc:sldMk cId="3253799392" sldId="2147472401"/>
        </pc:sldMkLst>
      </pc:sldChg>
      <pc:sldChg chg="del">
        <pc:chgData name="ARUN KARTHIK ." userId="62a047ea-99a3-445a-a127-bd8840139939" providerId="ADAL" clId="{9B7F336A-8864-4AD2-B676-87EF0E6FCA20}" dt="2024-08-30T08:28:24.949" v="0" actId="47"/>
        <pc:sldMkLst>
          <pc:docMk/>
          <pc:sldMk cId="961111815" sldId="2147472402"/>
        </pc:sldMkLst>
      </pc:sldChg>
      <pc:sldChg chg="del">
        <pc:chgData name="ARUN KARTHIK ." userId="62a047ea-99a3-445a-a127-bd8840139939" providerId="ADAL" clId="{9B7F336A-8864-4AD2-B676-87EF0E6FCA20}" dt="2024-08-30T08:28:24.949" v="0" actId="47"/>
        <pc:sldMkLst>
          <pc:docMk/>
          <pc:sldMk cId="96506259" sldId="2147472403"/>
        </pc:sldMkLst>
      </pc:sldChg>
      <pc:sldChg chg="del">
        <pc:chgData name="ARUN KARTHIK ." userId="62a047ea-99a3-445a-a127-bd8840139939" providerId="ADAL" clId="{9B7F336A-8864-4AD2-B676-87EF0E6FCA20}" dt="2024-08-30T08:28:24.949" v="0" actId="47"/>
        <pc:sldMkLst>
          <pc:docMk/>
          <pc:sldMk cId="1668372818" sldId="2147472404"/>
        </pc:sldMkLst>
      </pc:sldChg>
      <pc:sldChg chg="del">
        <pc:chgData name="ARUN KARTHIK ." userId="62a047ea-99a3-445a-a127-bd8840139939" providerId="ADAL" clId="{9B7F336A-8864-4AD2-B676-87EF0E6FCA20}" dt="2024-08-30T08:28:24.949" v="0" actId="47"/>
        <pc:sldMkLst>
          <pc:docMk/>
          <pc:sldMk cId="1399068448" sldId="2147472405"/>
        </pc:sldMkLst>
      </pc:sldChg>
      <pc:sldChg chg="del">
        <pc:chgData name="ARUN KARTHIK ." userId="62a047ea-99a3-445a-a127-bd8840139939" providerId="ADAL" clId="{9B7F336A-8864-4AD2-B676-87EF0E6FCA20}" dt="2024-08-30T08:28:24.949" v="0" actId="47"/>
        <pc:sldMkLst>
          <pc:docMk/>
          <pc:sldMk cId="2736853935" sldId="2147472406"/>
        </pc:sldMkLst>
      </pc:sldChg>
      <pc:sldChg chg="del">
        <pc:chgData name="ARUN KARTHIK ." userId="62a047ea-99a3-445a-a127-bd8840139939" providerId="ADAL" clId="{9B7F336A-8864-4AD2-B676-87EF0E6FCA20}" dt="2024-08-30T08:28:24.949" v="0" actId="47"/>
        <pc:sldMkLst>
          <pc:docMk/>
          <pc:sldMk cId="2167753590" sldId="2147472407"/>
        </pc:sldMkLst>
      </pc:sldChg>
      <pc:sldChg chg="del">
        <pc:chgData name="ARUN KARTHIK ." userId="62a047ea-99a3-445a-a127-bd8840139939" providerId="ADAL" clId="{9B7F336A-8864-4AD2-B676-87EF0E6FCA20}" dt="2024-08-30T08:28:24.949" v="0" actId="47"/>
        <pc:sldMkLst>
          <pc:docMk/>
          <pc:sldMk cId="804197851" sldId="2147472408"/>
        </pc:sldMkLst>
      </pc:sldChg>
      <pc:sldChg chg="del">
        <pc:chgData name="ARUN KARTHIK ." userId="62a047ea-99a3-445a-a127-bd8840139939" providerId="ADAL" clId="{9B7F336A-8864-4AD2-B676-87EF0E6FCA20}" dt="2024-08-30T08:28:24.949" v="0" actId="47"/>
        <pc:sldMkLst>
          <pc:docMk/>
          <pc:sldMk cId="2364980166" sldId="2147472409"/>
        </pc:sldMkLst>
      </pc:sldChg>
      <pc:sldChg chg="del">
        <pc:chgData name="ARUN KARTHIK ." userId="62a047ea-99a3-445a-a127-bd8840139939" providerId="ADAL" clId="{9B7F336A-8864-4AD2-B676-87EF0E6FCA20}" dt="2024-08-30T08:28:24.949" v="0" actId="47"/>
        <pc:sldMkLst>
          <pc:docMk/>
          <pc:sldMk cId="2041477310" sldId="2147472410"/>
        </pc:sldMkLst>
      </pc:sldChg>
    </pc:docChg>
  </pc:docChgLst>
  <pc:docChgLst>
    <pc:chgData name="ARUN KARTHIK ." userId="62a047ea-99a3-445a-a127-bd8840139939" providerId="ADAL" clId="{740E8017-0233-47FD-B99C-A107EB038A2C}"/>
    <pc:docChg chg="undo custSel addSld delSld modSld">
      <pc:chgData name="ARUN KARTHIK ." userId="62a047ea-99a3-445a-a127-bd8840139939" providerId="ADAL" clId="{740E8017-0233-47FD-B99C-A107EB038A2C}" dt="2024-07-13T07:41:39.378" v="230" actId="478"/>
      <pc:docMkLst>
        <pc:docMk/>
      </pc:docMkLst>
      <pc:sldChg chg="addSp modSp mod">
        <pc:chgData name="ARUN KARTHIK ." userId="62a047ea-99a3-445a-a127-bd8840139939" providerId="ADAL" clId="{740E8017-0233-47FD-B99C-A107EB038A2C}" dt="2024-07-13T07:36:28.249" v="226"/>
        <pc:sldMkLst>
          <pc:docMk/>
          <pc:sldMk cId="2487991735" sldId="256"/>
        </pc:sldMkLst>
      </pc:sldChg>
      <pc:sldChg chg="modSp mod">
        <pc:chgData name="ARUN KARTHIK ." userId="62a047ea-99a3-445a-a127-bd8840139939" providerId="ADAL" clId="{740E8017-0233-47FD-B99C-A107EB038A2C}" dt="2024-07-13T05:54:33.249" v="91" actId="20577"/>
        <pc:sldMkLst>
          <pc:docMk/>
          <pc:sldMk cId="2093432532" sldId="257"/>
        </pc:sldMkLst>
      </pc:sldChg>
      <pc:sldChg chg="add del">
        <pc:chgData name="ARUN KARTHIK ." userId="62a047ea-99a3-445a-a127-bd8840139939" providerId="ADAL" clId="{740E8017-0233-47FD-B99C-A107EB038A2C}" dt="2024-07-13T05:54:21.315" v="51"/>
        <pc:sldMkLst>
          <pc:docMk/>
          <pc:sldMk cId="220054051" sldId="2147472318"/>
        </pc:sldMkLst>
      </pc:sldChg>
      <pc:sldChg chg="del">
        <pc:chgData name="ARUN KARTHIK ." userId="62a047ea-99a3-445a-a127-bd8840139939" providerId="ADAL" clId="{740E8017-0233-47FD-B99C-A107EB038A2C}" dt="2024-07-13T05:53:27.719" v="0" actId="47"/>
        <pc:sldMkLst>
          <pc:docMk/>
          <pc:sldMk cId="603800340" sldId="2147472319"/>
        </pc:sldMkLst>
      </pc:sldChg>
      <pc:sldChg chg="del">
        <pc:chgData name="ARUN KARTHIK ." userId="62a047ea-99a3-445a-a127-bd8840139939" providerId="ADAL" clId="{740E8017-0233-47FD-B99C-A107EB038A2C}" dt="2024-07-13T05:53:32.435" v="23" actId="47"/>
        <pc:sldMkLst>
          <pc:docMk/>
          <pc:sldMk cId="2380601133" sldId="2147472360"/>
        </pc:sldMkLst>
      </pc:sldChg>
      <pc:sldChg chg="addSp delSp modSp add del mod">
        <pc:chgData name="ARUN KARTHIK ." userId="62a047ea-99a3-445a-a127-bd8840139939" providerId="ADAL" clId="{740E8017-0233-47FD-B99C-A107EB038A2C}" dt="2024-07-13T07:36:28.249" v="226"/>
        <pc:sldMkLst>
          <pc:docMk/>
          <pc:sldMk cId="4252618562" sldId="2147472361"/>
        </pc:sldMkLst>
      </pc:sldChg>
      <pc:sldChg chg="del">
        <pc:chgData name="ARUN KARTHIK ." userId="62a047ea-99a3-445a-a127-bd8840139939" providerId="ADAL" clId="{740E8017-0233-47FD-B99C-A107EB038A2C}" dt="2024-07-13T05:53:27.910" v="1" actId="47"/>
        <pc:sldMkLst>
          <pc:docMk/>
          <pc:sldMk cId="1071382573" sldId="2147472362"/>
        </pc:sldMkLst>
      </pc:sldChg>
      <pc:sldChg chg="addSp delSp modSp add del mod">
        <pc:chgData name="ARUN KARTHIK ." userId="62a047ea-99a3-445a-a127-bd8840139939" providerId="ADAL" clId="{740E8017-0233-47FD-B99C-A107EB038A2C}" dt="2024-07-13T06:04:49.802" v="225" actId="20577"/>
        <pc:sldMkLst>
          <pc:docMk/>
          <pc:sldMk cId="2378067692" sldId="2147472362"/>
        </pc:sldMkLst>
      </pc:sldChg>
      <pc:sldChg chg="new del">
        <pc:chgData name="ARUN KARTHIK ." userId="62a047ea-99a3-445a-a127-bd8840139939" providerId="ADAL" clId="{740E8017-0233-47FD-B99C-A107EB038A2C}" dt="2024-07-13T05:56:28.729" v="117" actId="680"/>
        <pc:sldMkLst>
          <pc:docMk/>
          <pc:sldMk cId="4246957243" sldId="2147472362"/>
        </pc:sldMkLst>
      </pc:sldChg>
      <pc:sldChg chg="del">
        <pc:chgData name="ARUN KARTHIK ." userId="62a047ea-99a3-445a-a127-bd8840139939" providerId="ADAL" clId="{740E8017-0233-47FD-B99C-A107EB038A2C}" dt="2024-07-13T05:53:29.569" v="10" actId="47"/>
        <pc:sldMkLst>
          <pc:docMk/>
          <pc:sldMk cId="277764760" sldId="2147472363"/>
        </pc:sldMkLst>
      </pc:sldChg>
      <pc:sldChg chg="add del">
        <pc:chgData name="ARUN KARTHIK ." userId="62a047ea-99a3-445a-a127-bd8840139939" providerId="ADAL" clId="{740E8017-0233-47FD-B99C-A107EB038A2C}" dt="2024-07-13T05:57:15.772" v="137" actId="47"/>
        <pc:sldMkLst>
          <pc:docMk/>
          <pc:sldMk cId="1229190295" sldId="2147472363"/>
        </pc:sldMkLst>
      </pc:sldChg>
      <pc:sldChg chg="addSp delSp modSp add mod">
        <pc:chgData name="ARUN KARTHIK ." userId="62a047ea-99a3-445a-a127-bd8840139939" providerId="ADAL" clId="{740E8017-0233-47FD-B99C-A107EB038A2C}" dt="2024-07-13T05:58:40.223" v="194" actId="1076"/>
        <pc:sldMkLst>
          <pc:docMk/>
          <pc:sldMk cId="1979480180" sldId="2147472363"/>
        </pc:sldMkLst>
      </pc:sldChg>
      <pc:sldChg chg="new del">
        <pc:chgData name="ARUN KARTHIK ." userId="62a047ea-99a3-445a-a127-bd8840139939" providerId="ADAL" clId="{740E8017-0233-47FD-B99C-A107EB038A2C}" dt="2024-07-13T05:56:28.136" v="116" actId="680"/>
        <pc:sldMkLst>
          <pc:docMk/>
          <pc:sldMk cId="2604255423" sldId="2147472363"/>
        </pc:sldMkLst>
      </pc:sldChg>
      <pc:sldChg chg="add del">
        <pc:chgData name="ARUN KARTHIK ." userId="62a047ea-99a3-445a-a127-bd8840139939" providerId="ADAL" clId="{740E8017-0233-47FD-B99C-A107EB038A2C}" dt="2024-07-13T05:57:15.998" v="138" actId="47"/>
        <pc:sldMkLst>
          <pc:docMk/>
          <pc:sldMk cId="1261871730" sldId="2147472364"/>
        </pc:sldMkLst>
      </pc:sldChg>
      <pc:sldChg chg="addSp delSp modSp add mod">
        <pc:chgData name="ARUN KARTHIK ." userId="62a047ea-99a3-445a-a127-bd8840139939" providerId="ADAL" clId="{740E8017-0233-47FD-B99C-A107EB038A2C}" dt="2024-07-13T07:41:39.378" v="230" actId="478"/>
        <pc:sldMkLst>
          <pc:docMk/>
          <pc:sldMk cId="1357403730" sldId="2147472364"/>
        </pc:sldMkLst>
      </pc:sldChg>
      <pc:sldChg chg="new del">
        <pc:chgData name="ARUN KARTHIK ." userId="62a047ea-99a3-445a-a127-bd8840139939" providerId="ADAL" clId="{740E8017-0233-47FD-B99C-A107EB038A2C}" dt="2024-07-13T05:56:27.804" v="115" actId="680"/>
        <pc:sldMkLst>
          <pc:docMk/>
          <pc:sldMk cId="1426977083" sldId="2147472364"/>
        </pc:sldMkLst>
      </pc:sldChg>
      <pc:sldChg chg="del">
        <pc:chgData name="ARUN KARTHIK ." userId="62a047ea-99a3-445a-a127-bd8840139939" providerId="ADAL" clId="{740E8017-0233-47FD-B99C-A107EB038A2C}" dt="2024-07-13T05:53:29.791" v="11" actId="47"/>
        <pc:sldMkLst>
          <pc:docMk/>
          <pc:sldMk cId="1903466361" sldId="2147472364"/>
        </pc:sldMkLst>
      </pc:sldChg>
      <pc:sldChg chg="del">
        <pc:chgData name="ARUN KARTHIK ." userId="62a047ea-99a3-445a-a127-bd8840139939" providerId="ADAL" clId="{740E8017-0233-47FD-B99C-A107EB038A2C}" dt="2024-07-13T05:53:30.580" v="15" actId="47"/>
        <pc:sldMkLst>
          <pc:docMk/>
          <pc:sldMk cId="770342137" sldId="2147472365"/>
        </pc:sldMkLst>
      </pc:sldChg>
      <pc:sldChg chg="addSp modSp add">
        <pc:chgData name="ARUN KARTHIK ." userId="62a047ea-99a3-445a-a127-bd8840139939" providerId="ADAL" clId="{740E8017-0233-47FD-B99C-A107EB038A2C}" dt="2024-07-13T06:01:55.689" v="201" actId="14100"/>
        <pc:sldMkLst>
          <pc:docMk/>
          <pc:sldMk cId="1305049055" sldId="2147472365"/>
        </pc:sldMkLst>
      </pc:sldChg>
      <pc:sldChg chg="new del">
        <pc:chgData name="ARUN KARTHIK ." userId="62a047ea-99a3-445a-a127-bd8840139939" providerId="ADAL" clId="{740E8017-0233-47FD-B99C-A107EB038A2C}" dt="2024-07-13T05:56:19.121" v="114" actId="680"/>
        <pc:sldMkLst>
          <pc:docMk/>
          <pc:sldMk cId="2416423527" sldId="2147472365"/>
        </pc:sldMkLst>
      </pc:sldChg>
      <pc:sldChg chg="add del">
        <pc:chgData name="ARUN KARTHIK ." userId="62a047ea-99a3-445a-a127-bd8840139939" providerId="ADAL" clId="{740E8017-0233-47FD-B99C-A107EB038A2C}" dt="2024-07-13T05:57:16.241" v="139" actId="47"/>
        <pc:sldMkLst>
          <pc:docMk/>
          <pc:sldMk cId="2928872614" sldId="2147472365"/>
        </pc:sldMkLst>
      </pc:sldChg>
      <pc:sldChg chg="new del">
        <pc:chgData name="ARUN KARTHIK ." userId="62a047ea-99a3-445a-a127-bd8840139939" providerId="ADAL" clId="{740E8017-0233-47FD-B99C-A107EB038A2C}" dt="2024-07-13T05:56:18.969" v="113" actId="680"/>
        <pc:sldMkLst>
          <pc:docMk/>
          <pc:sldMk cId="695003193" sldId="2147472366"/>
        </pc:sldMkLst>
      </pc:sldChg>
      <pc:sldChg chg="add del">
        <pc:chgData name="ARUN KARTHIK ." userId="62a047ea-99a3-445a-a127-bd8840139939" providerId="ADAL" clId="{740E8017-0233-47FD-B99C-A107EB038A2C}" dt="2024-07-13T05:57:16.749" v="140" actId="47"/>
        <pc:sldMkLst>
          <pc:docMk/>
          <pc:sldMk cId="1787356648" sldId="2147472366"/>
        </pc:sldMkLst>
      </pc:sldChg>
      <pc:sldChg chg="del">
        <pc:chgData name="ARUN KARTHIK ." userId="62a047ea-99a3-445a-a127-bd8840139939" providerId="ADAL" clId="{740E8017-0233-47FD-B99C-A107EB038A2C}" dt="2024-07-13T05:53:30.768" v="16" actId="47"/>
        <pc:sldMkLst>
          <pc:docMk/>
          <pc:sldMk cId="2185375664" sldId="2147472366"/>
        </pc:sldMkLst>
      </pc:sldChg>
      <pc:sldChg chg="addSp modSp add">
        <pc:chgData name="ARUN KARTHIK ." userId="62a047ea-99a3-445a-a127-bd8840139939" providerId="ADAL" clId="{740E8017-0233-47FD-B99C-A107EB038A2C}" dt="2024-07-13T06:03:20.727" v="207" actId="14100"/>
        <pc:sldMkLst>
          <pc:docMk/>
          <pc:sldMk cId="3399735016" sldId="2147472366"/>
        </pc:sldMkLst>
      </pc:sldChg>
      <pc:sldChg chg="add del">
        <pc:chgData name="ARUN KARTHIK ." userId="62a047ea-99a3-445a-a127-bd8840139939" providerId="ADAL" clId="{740E8017-0233-47FD-B99C-A107EB038A2C}" dt="2024-07-13T05:57:17.007" v="141" actId="47"/>
        <pc:sldMkLst>
          <pc:docMk/>
          <pc:sldMk cId="498194281" sldId="2147472367"/>
        </pc:sldMkLst>
      </pc:sldChg>
      <pc:sldChg chg="del">
        <pc:chgData name="ARUN KARTHIK ." userId="62a047ea-99a3-445a-a127-bd8840139939" providerId="ADAL" clId="{740E8017-0233-47FD-B99C-A107EB038A2C}" dt="2024-07-13T05:53:30.966" v="17" actId="47"/>
        <pc:sldMkLst>
          <pc:docMk/>
          <pc:sldMk cId="944827065" sldId="2147472367"/>
        </pc:sldMkLst>
      </pc:sldChg>
      <pc:sldChg chg="add">
        <pc:chgData name="ARUN KARTHIK ." userId="62a047ea-99a3-445a-a127-bd8840139939" providerId="ADAL" clId="{740E8017-0233-47FD-B99C-A107EB038A2C}" dt="2024-07-13T05:57:58.133" v="182"/>
        <pc:sldMkLst>
          <pc:docMk/>
          <pc:sldMk cId="1099779584" sldId="2147472367"/>
        </pc:sldMkLst>
      </pc:sldChg>
      <pc:sldChg chg="new del">
        <pc:chgData name="ARUN KARTHIK ." userId="62a047ea-99a3-445a-a127-bd8840139939" providerId="ADAL" clId="{740E8017-0233-47FD-B99C-A107EB038A2C}" dt="2024-07-13T05:56:18.816" v="112" actId="680"/>
        <pc:sldMkLst>
          <pc:docMk/>
          <pc:sldMk cId="1174575056" sldId="2147472367"/>
        </pc:sldMkLst>
      </pc:sldChg>
      <pc:sldChg chg="new del">
        <pc:chgData name="ARUN KARTHIK ." userId="62a047ea-99a3-445a-a127-bd8840139939" providerId="ADAL" clId="{740E8017-0233-47FD-B99C-A107EB038A2C}" dt="2024-07-13T05:56:18.568" v="111" actId="680"/>
        <pc:sldMkLst>
          <pc:docMk/>
          <pc:sldMk cId="234084108" sldId="2147472368"/>
        </pc:sldMkLst>
      </pc:sldChg>
      <pc:sldChg chg="add del">
        <pc:chgData name="ARUN KARTHIK ." userId="62a047ea-99a3-445a-a127-bd8840139939" providerId="ADAL" clId="{740E8017-0233-47FD-B99C-A107EB038A2C}" dt="2024-07-13T05:57:17.257" v="142" actId="47"/>
        <pc:sldMkLst>
          <pc:docMk/>
          <pc:sldMk cId="596630510" sldId="2147472368"/>
        </pc:sldMkLst>
      </pc:sldChg>
      <pc:sldChg chg="del">
        <pc:chgData name="ARUN KARTHIK ." userId="62a047ea-99a3-445a-a127-bd8840139939" providerId="ADAL" clId="{740E8017-0233-47FD-B99C-A107EB038A2C}" dt="2024-07-13T05:53:31.181" v="18" actId="47"/>
        <pc:sldMkLst>
          <pc:docMk/>
          <pc:sldMk cId="3252232318" sldId="2147472368"/>
        </pc:sldMkLst>
      </pc:sldChg>
      <pc:sldChg chg="add">
        <pc:chgData name="ARUN KARTHIK ." userId="62a047ea-99a3-445a-a127-bd8840139939" providerId="ADAL" clId="{740E8017-0233-47FD-B99C-A107EB038A2C}" dt="2024-07-13T05:57:58.329" v="183"/>
        <pc:sldMkLst>
          <pc:docMk/>
          <pc:sldMk cId="4254276041" sldId="2147472368"/>
        </pc:sldMkLst>
      </pc:sldChg>
      <pc:sldChg chg="del">
        <pc:chgData name="ARUN KARTHIK ." userId="62a047ea-99a3-445a-a127-bd8840139939" providerId="ADAL" clId="{740E8017-0233-47FD-B99C-A107EB038A2C}" dt="2024-07-13T05:53:31.845" v="21" actId="47"/>
        <pc:sldMkLst>
          <pc:docMk/>
          <pc:sldMk cId="1725510741" sldId="2147472369"/>
        </pc:sldMkLst>
      </pc:sldChg>
      <pc:sldChg chg="add">
        <pc:chgData name="ARUN KARTHIK ." userId="62a047ea-99a3-445a-a127-bd8840139939" providerId="ADAL" clId="{740E8017-0233-47FD-B99C-A107EB038A2C}" dt="2024-07-13T05:57:58.504" v="184"/>
        <pc:sldMkLst>
          <pc:docMk/>
          <pc:sldMk cId="3028363073" sldId="2147472369"/>
        </pc:sldMkLst>
      </pc:sldChg>
      <pc:sldChg chg="add del">
        <pc:chgData name="ARUN KARTHIK ." userId="62a047ea-99a3-445a-a127-bd8840139939" providerId="ADAL" clId="{740E8017-0233-47FD-B99C-A107EB038A2C}" dt="2024-07-13T05:57:17.548" v="143" actId="47"/>
        <pc:sldMkLst>
          <pc:docMk/>
          <pc:sldMk cId="3376310577" sldId="2147472369"/>
        </pc:sldMkLst>
      </pc:sldChg>
      <pc:sldChg chg="del">
        <pc:chgData name="ARUN KARTHIK ." userId="62a047ea-99a3-445a-a127-bd8840139939" providerId="ADAL" clId="{740E8017-0233-47FD-B99C-A107EB038A2C}" dt="2024-07-13T05:53:32.186" v="22" actId="47"/>
        <pc:sldMkLst>
          <pc:docMk/>
          <pc:sldMk cId="2918518219" sldId="2147472370"/>
        </pc:sldMkLst>
      </pc:sldChg>
      <pc:sldChg chg="add">
        <pc:chgData name="ARUN KARTHIK ." userId="62a047ea-99a3-445a-a127-bd8840139939" providerId="ADAL" clId="{740E8017-0233-47FD-B99C-A107EB038A2C}" dt="2024-07-13T05:57:58.713" v="185"/>
        <pc:sldMkLst>
          <pc:docMk/>
          <pc:sldMk cId="2980261896" sldId="2147472370"/>
        </pc:sldMkLst>
      </pc:sldChg>
      <pc:sldChg chg="add del">
        <pc:chgData name="ARUN KARTHIK ." userId="62a047ea-99a3-445a-a127-bd8840139939" providerId="ADAL" clId="{740E8017-0233-47FD-B99C-A107EB038A2C}" dt="2024-07-13T05:57:17.942" v="144" actId="47"/>
        <pc:sldMkLst>
          <pc:docMk/>
          <pc:sldMk cId="3834060426" sldId="2147472370"/>
        </pc:sldMkLst>
      </pc:sldChg>
      <pc:sldChg chg="del">
        <pc:chgData name="ARUN KARTHIK ." userId="62a047ea-99a3-445a-a127-bd8840139939" providerId="ADAL" clId="{740E8017-0233-47FD-B99C-A107EB038A2C}" dt="2024-07-13T05:53:30.211" v="13" actId="47"/>
        <pc:sldMkLst>
          <pc:docMk/>
          <pc:sldMk cId="1540426061" sldId="2147472371"/>
        </pc:sldMkLst>
      </pc:sldChg>
      <pc:sldChg chg="add">
        <pc:chgData name="ARUN KARTHIK ." userId="62a047ea-99a3-445a-a127-bd8840139939" providerId="ADAL" clId="{740E8017-0233-47FD-B99C-A107EB038A2C}" dt="2024-07-13T05:57:58.880" v="186"/>
        <pc:sldMkLst>
          <pc:docMk/>
          <pc:sldMk cId="2544381468" sldId="2147472371"/>
        </pc:sldMkLst>
      </pc:sldChg>
      <pc:sldChg chg="add del">
        <pc:chgData name="ARUN KARTHIK ." userId="62a047ea-99a3-445a-a127-bd8840139939" providerId="ADAL" clId="{740E8017-0233-47FD-B99C-A107EB038A2C}" dt="2024-07-13T05:57:18.309" v="145" actId="47"/>
        <pc:sldMkLst>
          <pc:docMk/>
          <pc:sldMk cId="4080755512" sldId="2147472371"/>
        </pc:sldMkLst>
      </pc:sldChg>
      <pc:sldChg chg="del">
        <pc:chgData name="ARUN KARTHIK ." userId="62a047ea-99a3-445a-a127-bd8840139939" providerId="ADAL" clId="{740E8017-0233-47FD-B99C-A107EB038A2C}" dt="2024-07-13T05:53:31.406" v="19" actId="47"/>
        <pc:sldMkLst>
          <pc:docMk/>
          <pc:sldMk cId="2111280575" sldId="2147472372"/>
        </pc:sldMkLst>
      </pc:sldChg>
      <pc:sldChg chg="add del">
        <pc:chgData name="ARUN KARTHIK ." userId="62a047ea-99a3-445a-a127-bd8840139939" providerId="ADAL" clId="{740E8017-0233-47FD-B99C-A107EB038A2C}" dt="2024-07-13T05:57:18.660" v="146" actId="47"/>
        <pc:sldMkLst>
          <pc:docMk/>
          <pc:sldMk cId="4240444502" sldId="2147472372"/>
        </pc:sldMkLst>
      </pc:sldChg>
      <pc:sldChg chg="del">
        <pc:chgData name="ARUN KARTHIK ." userId="62a047ea-99a3-445a-a127-bd8840139939" providerId="ADAL" clId="{740E8017-0233-47FD-B99C-A107EB038A2C}" dt="2024-07-13T05:53:31.613" v="20" actId="47"/>
        <pc:sldMkLst>
          <pc:docMk/>
          <pc:sldMk cId="3976756508" sldId="2147472373"/>
        </pc:sldMkLst>
      </pc:sldChg>
      <pc:sldChg chg="del">
        <pc:chgData name="ARUN KARTHIK ." userId="62a047ea-99a3-445a-a127-bd8840139939" providerId="ADAL" clId="{740E8017-0233-47FD-B99C-A107EB038A2C}" dt="2024-07-13T05:53:28.092" v="2" actId="47"/>
        <pc:sldMkLst>
          <pc:docMk/>
          <pc:sldMk cId="941017616" sldId="2147472374"/>
        </pc:sldMkLst>
      </pc:sldChg>
      <pc:sldChg chg="del">
        <pc:chgData name="ARUN KARTHIK ." userId="62a047ea-99a3-445a-a127-bd8840139939" providerId="ADAL" clId="{740E8017-0233-47FD-B99C-A107EB038A2C}" dt="2024-07-13T05:53:28.247" v="3" actId="47"/>
        <pc:sldMkLst>
          <pc:docMk/>
          <pc:sldMk cId="1855895382" sldId="2147472375"/>
        </pc:sldMkLst>
      </pc:sldChg>
      <pc:sldChg chg="del">
        <pc:chgData name="ARUN KARTHIK ." userId="62a047ea-99a3-445a-a127-bd8840139939" providerId="ADAL" clId="{740E8017-0233-47FD-B99C-A107EB038A2C}" dt="2024-07-13T05:53:28.421" v="4" actId="47"/>
        <pc:sldMkLst>
          <pc:docMk/>
          <pc:sldMk cId="1843801971" sldId="2147472376"/>
        </pc:sldMkLst>
      </pc:sldChg>
      <pc:sldChg chg="del">
        <pc:chgData name="ARUN KARTHIK ." userId="62a047ea-99a3-445a-a127-bd8840139939" providerId="ADAL" clId="{740E8017-0233-47FD-B99C-A107EB038A2C}" dt="2024-07-13T05:53:28.593" v="5" actId="47"/>
        <pc:sldMkLst>
          <pc:docMk/>
          <pc:sldMk cId="1577339389" sldId="2147472377"/>
        </pc:sldMkLst>
      </pc:sldChg>
      <pc:sldChg chg="del">
        <pc:chgData name="ARUN KARTHIK ." userId="62a047ea-99a3-445a-a127-bd8840139939" providerId="ADAL" clId="{740E8017-0233-47FD-B99C-A107EB038A2C}" dt="2024-07-13T05:53:28.767" v="6" actId="47"/>
        <pc:sldMkLst>
          <pc:docMk/>
          <pc:sldMk cId="3995010085" sldId="2147472378"/>
        </pc:sldMkLst>
      </pc:sldChg>
      <pc:sldChg chg="del">
        <pc:chgData name="ARUN KARTHIK ." userId="62a047ea-99a3-445a-a127-bd8840139939" providerId="ADAL" clId="{740E8017-0233-47FD-B99C-A107EB038A2C}" dt="2024-07-13T05:53:28.954" v="7" actId="47"/>
        <pc:sldMkLst>
          <pc:docMk/>
          <pc:sldMk cId="113361996" sldId="2147472379"/>
        </pc:sldMkLst>
      </pc:sldChg>
      <pc:sldChg chg="del">
        <pc:chgData name="ARUN KARTHIK ." userId="62a047ea-99a3-445a-a127-bd8840139939" providerId="ADAL" clId="{740E8017-0233-47FD-B99C-A107EB038A2C}" dt="2024-07-13T05:53:29.144" v="8" actId="47"/>
        <pc:sldMkLst>
          <pc:docMk/>
          <pc:sldMk cId="2195800177" sldId="2147472380"/>
        </pc:sldMkLst>
      </pc:sldChg>
      <pc:sldChg chg="del">
        <pc:chgData name="ARUN KARTHIK ." userId="62a047ea-99a3-445a-a127-bd8840139939" providerId="ADAL" clId="{740E8017-0233-47FD-B99C-A107EB038A2C}" dt="2024-07-13T05:53:29.354" v="9" actId="47"/>
        <pc:sldMkLst>
          <pc:docMk/>
          <pc:sldMk cId="3475647193" sldId="2147472381"/>
        </pc:sldMkLst>
      </pc:sldChg>
      <pc:sldChg chg="del">
        <pc:chgData name="ARUN KARTHIK ." userId="62a047ea-99a3-445a-a127-bd8840139939" providerId="ADAL" clId="{740E8017-0233-47FD-B99C-A107EB038A2C}" dt="2024-07-13T05:53:30.015" v="12" actId="47"/>
        <pc:sldMkLst>
          <pc:docMk/>
          <pc:sldMk cId="4191511362" sldId="2147472382"/>
        </pc:sldMkLst>
      </pc:sldChg>
      <pc:sldChg chg="del">
        <pc:chgData name="ARUN KARTHIK ." userId="62a047ea-99a3-445a-a127-bd8840139939" providerId="ADAL" clId="{740E8017-0233-47FD-B99C-A107EB038A2C}" dt="2024-07-13T05:53:30.391" v="14" actId="47"/>
        <pc:sldMkLst>
          <pc:docMk/>
          <pc:sldMk cId="3105783908" sldId="2147472383"/>
        </pc:sldMkLst>
      </pc:sldChg>
    </pc:docChg>
  </pc:docChgLst>
  <pc:docChgLst>
    <pc:chgData name="ARUN KARTHIK ." userId="62a047ea-99a3-445a-a127-bd8840139939" providerId="ADAL" clId="{C2903D19-D351-4C50-9190-1EA97962501C}"/>
    <pc:docChg chg="undo custSel addSld modSld">
      <pc:chgData name="ARUN KARTHIK ." userId="62a047ea-99a3-445a-a127-bd8840139939" providerId="ADAL" clId="{C2903D19-D351-4C50-9190-1EA97962501C}" dt="2023-10-28T05:51:10.571" v="26" actId="20577"/>
      <pc:docMkLst>
        <pc:docMk/>
      </pc:docMkLst>
      <pc:sldChg chg="modSp mod">
        <pc:chgData name="ARUN KARTHIK ." userId="62a047ea-99a3-445a-a127-bd8840139939" providerId="ADAL" clId="{C2903D19-D351-4C50-9190-1EA97962501C}" dt="2023-10-28T05:07:07.026" v="0" actId="6549"/>
        <pc:sldMkLst>
          <pc:docMk/>
          <pc:sldMk cId="2961716487" sldId="2147472329"/>
        </pc:sldMkLst>
      </pc:sldChg>
      <pc:sldChg chg="modSp mod">
        <pc:chgData name="ARUN KARTHIK ." userId="62a047ea-99a3-445a-a127-bd8840139939" providerId="ADAL" clId="{C2903D19-D351-4C50-9190-1EA97962501C}" dt="2023-10-28T05:51:10.571" v="26" actId="20577"/>
        <pc:sldMkLst>
          <pc:docMk/>
          <pc:sldMk cId="3091053289" sldId="2147472346"/>
        </pc:sldMkLst>
      </pc:sldChg>
      <pc:sldChg chg="addSp delSp modSp add mod">
        <pc:chgData name="ARUN KARTHIK ." userId="62a047ea-99a3-445a-a127-bd8840139939" providerId="ADAL" clId="{C2903D19-D351-4C50-9190-1EA97962501C}" dt="2023-10-28T05:41:16.157" v="25"/>
        <pc:sldMkLst>
          <pc:docMk/>
          <pc:sldMk cId="2978089624" sldId="2147472362"/>
        </pc:sldMkLst>
      </pc:sldChg>
    </pc:docChg>
  </pc:docChgLst>
  <pc:docChgLst>
    <pc:chgData name="ARUN KARTHIK ." userId="62a047ea-99a3-445a-a127-bd8840139939" providerId="ADAL" clId="{1E126722-D3AF-42B1-AD4D-07271E8E1D54}"/>
    <pc:docChg chg="undo custSel addSld delSld modSld">
      <pc:chgData name="ARUN KARTHIK ." userId="62a047ea-99a3-445a-a127-bd8840139939" providerId="ADAL" clId="{1E126722-D3AF-42B1-AD4D-07271E8E1D54}" dt="2024-06-15T10:30:38.344" v="410"/>
      <pc:docMkLst>
        <pc:docMk/>
      </pc:docMkLst>
      <pc:sldChg chg="delSp modSp mod">
        <pc:chgData name="ARUN KARTHIK ." userId="62a047ea-99a3-445a-a127-bd8840139939" providerId="ADAL" clId="{1E126722-D3AF-42B1-AD4D-07271E8E1D54}" dt="2024-06-15T08:26:55.935" v="66" actId="478"/>
        <pc:sldMkLst>
          <pc:docMk/>
          <pc:sldMk cId="2093432532" sldId="257"/>
        </pc:sldMkLst>
      </pc:sldChg>
      <pc:sldChg chg="del">
        <pc:chgData name="ARUN KARTHIK ." userId="62a047ea-99a3-445a-a127-bd8840139939" providerId="ADAL" clId="{1E126722-D3AF-42B1-AD4D-07271E8E1D54}" dt="2024-06-15T08:27:40.260" v="70" actId="47"/>
        <pc:sldMkLst>
          <pc:docMk/>
          <pc:sldMk cId="981144513" sldId="2147472290"/>
        </pc:sldMkLst>
      </pc:sldChg>
      <pc:sldChg chg="del">
        <pc:chgData name="ARUN KARTHIK ." userId="62a047ea-99a3-445a-a127-bd8840139939" providerId="ADAL" clId="{1E126722-D3AF-42B1-AD4D-07271E8E1D54}" dt="2024-06-15T08:27:40.260" v="70" actId="47"/>
        <pc:sldMkLst>
          <pc:docMk/>
          <pc:sldMk cId="1106636162" sldId="2147472291"/>
        </pc:sldMkLst>
      </pc:sldChg>
      <pc:sldChg chg="del">
        <pc:chgData name="ARUN KARTHIK ." userId="62a047ea-99a3-445a-a127-bd8840139939" providerId="ADAL" clId="{1E126722-D3AF-42B1-AD4D-07271E8E1D54}" dt="2024-06-15T08:27:40.260" v="70" actId="47"/>
        <pc:sldMkLst>
          <pc:docMk/>
          <pc:sldMk cId="2470488274" sldId="2147472301"/>
        </pc:sldMkLst>
      </pc:sldChg>
      <pc:sldChg chg="del">
        <pc:chgData name="ARUN KARTHIK ." userId="62a047ea-99a3-445a-a127-bd8840139939" providerId="ADAL" clId="{1E126722-D3AF-42B1-AD4D-07271E8E1D54}" dt="2024-06-15T08:27:40.260" v="70" actId="47"/>
        <pc:sldMkLst>
          <pc:docMk/>
          <pc:sldMk cId="4230480413" sldId="2147472302"/>
        </pc:sldMkLst>
      </pc:sldChg>
      <pc:sldChg chg="del">
        <pc:chgData name="ARUN KARTHIK ." userId="62a047ea-99a3-445a-a127-bd8840139939" providerId="ADAL" clId="{1E126722-D3AF-42B1-AD4D-07271E8E1D54}" dt="2024-06-15T08:27:40.260" v="70" actId="47"/>
        <pc:sldMkLst>
          <pc:docMk/>
          <pc:sldMk cId="3260295635" sldId="2147472305"/>
        </pc:sldMkLst>
      </pc:sldChg>
      <pc:sldChg chg="del">
        <pc:chgData name="ARUN KARTHIK ." userId="62a047ea-99a3-445a-a127-bd8840139939" providerId="ADAL" clId="{1E126722-D3AF-42B1-AD4D-07271E8E1D54}" dt="2024-06-15T08:27:40.260" v="70" actId="47"/>
        <pc:sldMkLst>
          <pc:docMk/>
          <pc:sldMk cId="354326647" sldId="2147472306"/>
        </pc:sldMkLst>
      </pc:sldChg>
      <pc:sldChg chg="del">
        <pc:chgData name="ARUN KARTHIK ." userId="62a047ea-99a3-445a-a127-bd8840139939" providerId="ADAL" clId="{1E126722-D3AF-42B1-AD4D-07271E8E1D54}" dt="2024-06-15T08:27:40.260" v="70" actId="47"/>
        <pc:sldMkLst>
          <pc:docMk/>
          <pc:sldMk cId="4162049918" sldId="2147472309"/>
        </pc:sldMkLst>
      </pc:sldChg>
      <pc:sldChg chg="modSp modAnim">
        <pc:chgData name="ARUN KARTHIK ." userId="62a047ea-99a3-445a-a127-bd8840139939" providerId="ADAL" clId="{1E126722-D3AF-42B1-AD4D-07271E8E1D54}" dt="2024-06-15T08:27:34.468" v="69"/>
        <pc:sldMkLst>
          <pc:docMk/>
          <pc:sldMk cId="2255416091" sldId="2147472317"/>
        </pc:sldMkLst>
      </pc:sldChg>
      <pc:sldChg chg="addSp delSp modSp mod delAnim">
        <pc:chgData name="ARUN KARTHIK ." userId="62a047ea-99a3-445a-a127-bd8840139939" providerId="ADAL" clId="{1E126722-D3AF-42B1-AD4D-07271E8E1D54}" dt="2024-06-15T08:29:28.882" v="113" actId="20577"/>
        <pc:sldMkLst>
          <pc:docMk/>
          <pc:sldMk cId="603800340" sldId="2147472319"/>
        </pc:sldMkLst>
      </pc:sldChg>
      <pc:sldChg chg="del">
        <pc:chgData name="ARUN KARTHIK ." userId="62a047ea-99a3-445a-a127-bd8840139939" providerId="ADAL" clId="{1E126722-D3AF-42B1-AD4D-07271E8E1D54}" dt="2024-06-15T08:27:40.260" v="70" actId="47"/>
        <pc:sldMkLst>
          <pc:docMk/>
          <pc:sldMk cId="1144803936" sldId="2147472321"/>
        </pc:sldMkLst>
      </pc:sldChg>
      <pc:sldChg chg="del">
        <pc:chgData name="ARUN KARTHIK ." userId="62a047ea-99a3-445a-a127-bd8840139939" providerId="ADAL" clId="{1E126722-D3AF-42B1-AD4D-07271E8E1D54}" dt="2024-06-15T08:27:40.260" v="70" actId="47"/>
        <pc:sldMkLst>
          <pc:docMk/>
          <pc:sldMk cId="831893227" sldId="2147472322"/>
        </pc:sldMkLst>
      </pc:sldChg>
      <pc:sldChg chg="del">
        <pc:chgData name="ARUN KARTHIK ." userId="62a047ea-99a3-445a-a127-bd8840139939" providerId="ADAL" clId="{1E126722-D3AF-42B1-AD4D-07271E8E1D54}" dt="2024-06-15T08:27:40.260" v="70" actId="47"/>
        <pc:sldMkLst>
          <pc:docMk/>
          <pc:sldMk cId="2224199110" sldId="2147472326"/>
        </pc:sldMkLst>
      </pc:sldChg>
      <pc:sldChg chg="del">
        <pc:chgData name="ARUN KARTHIK ." userId="62a047ea-99a3-445a-a127-bd8840139939" providerId="ADAL" clId="{1E126722-D3AF-42B1-AD4D-07271E8E1D54}" dt="2024-06-15T08:27:40.260" v="70" actId="47"/>
        <pc:sldMkLst>
          <pc:docMk/>
          <pc:sldMk cId="3790967337" sldId="2147472328"/>
        </pc:sldMkLst>
      </pc:sldChg>
      <pc:sldChg chg="del">
        <pc:chgData name="ARUN KARTHIK ." userId="62a047ea-99a3-445a-a127-bd8840139939" providerId="ADAL" clId="{1E126722-D3AF-42B1-AD4D-07271E8E1D54}" dt="2024-06-15T08:27:40.260" v="70" actId="47"/>
        <pc:sldMkLst>
          <pc:docMk/>
          <pc:sldMk cId="2961716487" sldId="2147472329"/>
        </pc:sldMkLst>
      </pc:sldChg>
      <pc:sldChg chg="del">
        <pc:chgData name="ARUN KARTHIK ." userId="62a047ea-99a3-445a-a127-bd8840139939" providerId="ADAL" clId="{1E126722-D3AF-42B1-AD4D-07271E8E1D54}" dt="2024-06-15T08:27:40.260" v="70" actId="47"/>
        <pc:sldMkLst>
          <pc:docMk/>
          <pc:sldMk cId="1536423590" sldId="2147472330"/>
        </pc:sldMkLst>
      </pc:sldChg>
      <pc:sldChg chg="del">
        <pc:chgData name="ARUN KARTHIK ." userId="62a047ea-99a3-445a-a127-bd8840139939" providerId="ADAL" clId="{1E126722-D3AF-42B1-AD4D-07271E8E1D54}" dt="2024-06-15T08:27:40.260" v="70" actId="47"/>
        <pc:sldMkLst>
          <pc:docMk/>
          <pc:sldMk cId="2161333238" sldId="2147472331"/>
        </pc:sldMkLst>
      </pc:sldChg>
      <pc:sldChg chg="del">
        <pc:chgData name="ARUN KARTHIK ." userId="62a047ea-99a3-445a-a127-bd8840139939" providerId="ADAL" clId="{1E126722-D3AF-42B1-AD4D-07271E8E1D54}" dt="2024-06-15T08:27:40.260" v="70" actId="47"/>
        <pc:sldMkLst>
          <pc:docMk/>
          <pc:sldMk cId="533569582" sldId="2147472332"/>
        </pc:sldMkLst>
      </pc:sldChg>
      <pc:sldChg chg="del">
        <pc:chgData name="ARUN KARTHIK ." userId="62a047ea-99a3-445a-a127-bd8840139939" providerId="ADAL" clId="{1E126722-D3AF-42B1-AD4D-07271E8E1D54}" dt="2024-06-15T08:27:40.260" v="70" actId="47"/>
        <pc:sldMkLst>
          <pc:docMk/>
          <pc:sldMk cId="2808448036" sldId="2147472333"/>
        </pc:sldMkLst>
      </pc:sldChg>
      <pc:sldChg chg="del">
        <pc:chgData name="ARUN KARTHIK ." userId="62a047ea-99a3-445a-a127-bd8840139939" providerId="ADAL" clId="{1E126722-D3AF-42B1-AD4D-07271E8E1D54}" dt="2024-06-15T08:27:40.260" v="70" actId="47"/>
        <pc:sldMkLst>
          <pc:docMk/>
          <pc:sldMk cId="1733555137" sldId="2147472334"/>
        </pc:sldMkLst>
      </pc:sldChg>
      <pc:sldChg chg="del">
        <pc:chgData name="ARUN KARTHIK ." userId="62a047ea-99a3-445a-a127-bd8840139939" providerId="ADAL" clId="{1E126722-D3AF-42B1-AD4D-07271E8E1D54}" dt="2024-06-15T08:27:40.260" v="70" actId="47"/>
        <pc:sldMkLst>
          <pc:docMk/>
          <pc:sldMk cId="3592123453" sldId="2147472335"/>
        </pc:sldMkLst>
      </pc:sldChg>
      <pc:sldChg chg="del">
        <pc:chgData name="ARUN KARTHIK ." userId="62a047ea-99a3-445a-a127-bd8840139939" providerId="ADAL" clId="{1E126722-D3AF-42B1-AD4D-07271E8E1D54}" dt="2024-06-15T08:27:40.260" v="70" actId="47"/>
        <pc:sldMkLst>
          <pc:docMk/>
          <pc:sldMk cId="2250700426" sldId="2147472337"/>
        </pc:sldMkLst>
      </pc:sldChg>
      <pc:sldChg chg="del">
        <pc:chgData name="ARUN KARTHIK ." userId="62a047ea-99a3-445a-a127-bd8840139939" providerId="ADAL" clId="{1E126722-D3AF-42B1-AD4D-07271E8E1D54}" dt="2024-06-15T08:27:40.260" v="70" actId="47"/>
        <pc:sldMkLst>
          <pc:docMk/>
          <pc:sldMk cId="1378988986" sldId="2147472338"/>
        </pc:sldMkLst>
      </pc:sldChg>
      <pc:sldChg chg="del">
        <pc:chgData name="ARUN KARTHIK ." userId="62a047ea-99a3-445a-a127-bd8840139939" providerId="ADAL" clId="{1E126722-D3AF-42B1-AD4D-07271E8E1D54}" dt="2024-06-15T08:27:40.260" v="70" actId="47"/>
        <pc:sldMkLst>
          <pc:docMk/>
          <pc:sldMk cId="4239796815" sldId="2147472339"/>
        </pc:sldMkLst>
      </pc:sldChg>
      <pc:sldChg chg="del">
        <pc:chgData name="ARUN KARTHIK ." userId="62a047ea-99a3-445a-a127-bd8840139939" providerId="ADAL" clId="{1E126722-D3AF-42B1-AD4D-07271E8E1D54}" dt="2024-06-15T08:27:40.260" v="70" actId="47"/>
        <pc:sldMkLst>
          <pc:docMk/>
          <pc:sldMk cId="631722811" sldId="2147472340"/>
        </pc:sldMkLst>
      </pc:sldChg>
      <pc:sldChg chg="del">
        <pc:chgData name="ARUN KARTHIK ." userId="62a047ea-99a3-445a-a127-bd8840139939" providerId="ADAL" clId="{1E126722-D3AF-42B1-AD4D-07271E8E1D54}" dt="2024-06-15T08:27:40.260" v="70" actId="47"/>
        <pc:sldMkLst>
          <pc:docMk/>
          <pc:sldMk cId="1659761723" sldId="2147472342"/>
        </pc:sldMkLst>
      </pc:sldChg>
      <pc:sldChg chg="del">
        <pc:chgData name="ARUN KARTHIK ." userId="62a047ea-99a3-445a-a127-bd8840139939" providerId="ADAL" clId="{1E126722-D3AF-42B1-AD4D-07271E8E1D54}" dt="2024-06-15T08:27:40.260" v="70" actId="47"/>
        <pc:sldMkLst>
          <pc:docMk/>
          <pc:sldMk cId="778676749" sldId="2147472343"/>
        </pc:sldMkLst>
      </pc:sldChg>
      <pc:sldChg chg="del">
        <pc:chgData name="ARUN KARTHIK ." userId="62a047ea-99a3-445a-a127-bd8840139939" providerId="ADAL" clId="{1E126722-D3AF-42B1-AD4D-07271E8E1D54}" dt="2024-06-15T08:27:40.260" v="70" actId="47"/>
        <pc:sldMkLst>
          <pc:docMk/>
          <pc:sldMk cId="1905182876" sldId="2147472344"/>
        </pc:sldMkLst>
      </pc:sldChg>
      <pc:sldChg chg="del">
        <pc:chgData name="ARUN KARTHIK ." userId="62a047ea-99a3-445a-a127-bd8840139939" providerId="ADAL" clId="{1E126722-D3AF-42B1-AD4D-07271E8E1D54}" dt="2024-06-15T08:27:40.260" v="70" actId="47"/>
        <pc:sldMkLst>
          <pc:docMk/>
          <pc:sldMk cId="1080593602" sldId="2147472345"/>
        </pc:sldMkLst>
      </pc:sldChg>
      <pc:sldChg chg="del">
        <pc:chgData name="ARUN KARTHIK ." userId="62a047ea-99a3-445a-a127-bd8840139939" providerId="ADAL" clId="{1E126722-D3AF-42B1-AD4D-07271E8E1D54}" dt="2024-06-15T08:27:40.260" v="70" actId="47"/>
        <pc:sldMkLst>
          <pc:docMk/>
          <pc:sldMk cId="3091053289" sldId="2147472346"/>
        </pc:sldMkLst>
      </pc:sldChg>
      <pc:sldChg chg="del">
        <pc:chgData name="ARUN KARTHIK ." userId="62a047ea-99a3-445a-a127-bd8840139939" providerId="ADAL" clId="{1E126722-D3AF-42B1-AD4D-07271E8E1D54}" dt="2024-06-15T08:27:40.260" v="70" actId="47"/>
        <pc:sldMkLst>
          <pc:docMk/>
          <pc:sldMk cId="3678934189" sldId="2147472347"/>
        </pc:sldMkLst>
      </pc:sldChg>
      <pc:sldChg chg="del">
        <pc:chgData name="ARUN KARTHIK ." userId="62a047ea-99a3-445a-a127-bd8840139939" providerId="ADAL" clId="{1E126722-D3AF-42B1-AD4D-07271E8E1D54}" dt="2024-06-15T08:27:40.260" v="70" actId="47"/>
        <pc:sldMkLst>
          <pc:docMk/>
          <pc:sldMk cId="1148265028" sldId="2147472348"/>
        </pc:sldMkLst>
      </pc:sldChg>
      <pc:sldChg chg="del">
        <pc:chgData name="ARUN KARTHIK ." userId="62a047ea-99a3-445a-a127-bd8840139939" providerId="ADAL" clId="{1E126722-D3AF-42B1-AD4D-07271E8E1D54}" dt="2024-06-15T08:27:40.260" v="70" actId="47"/>
        <pc:sldMkLst>
          <pc:docMk/>
          <pc:sldMk cId="846333885" sldId="2147472349"/>
        </pc:sldMkLst>
      </pc:sldChg>
      <pc:sldChg chg="del">
        <pc:chgData name="ARUN KARTHIK ." userId="62a047ea-99a3-445a-a127-bd8840139939" providerId="ADAL" clId="{1E126722-D3AF-42B1-AD4D-07271E8E1D54}" dt="2024-06-15T08:27:40.260" v="70" actId="47"/>
        <pc:sldMkLst>
          <pc:docMk/>
          <pc:sldMk cId="3420597673" sldId="2147472350"/>
        </pc:sldMkLst>
      </pc:sldChg>
      <pc:sldChg chg="del">
        <pc:chgData name="ARUN KARTHIK ." userId="62a047ea-99a3-445a-a127-bd8840139939" providerId="ADAL" clId="{1E126722-D3AF-42B1-AD4D-07271E8E1D54}" dt="2024-06-15T08:27:40.260" v="70" actId="47"/>
        <pc:sldMkLst>
          <pc:docMk/>
          <pc:sldMk cId="1766650018" sldId="2147472351"/>
        </pc:sldMkLst>
      </pc:sldChg>
      <pc:sldChg chg="del">
        <pc:chgData name="ARUN KARTHIK ." userId="62a047ea-99a3-445a-a127-bd8840139939" providerId="ADAL" clId="{1E126722-D3AF-42B1-AD4D-07271E8E1D54}" dt="2024-06-15T08:27:40.260" v="70" actId="47"/>
        <pc:sldMkLst>
          <pc:docMk/>
          <pc:sldMk cId="3809350670" sldId="2147472352"/>
        </pc:sldMkLst>
      </pc:sldChg>
      <pc:sldChg chg="del">
        <pc:chgData name="ARUN KARTHIK ." userId="62a047ea-99a3-445a-a127-bd8840139939" providerId="ADAL" clId="{1E126722-D3AF-42B1-AD4D-07271E8E1D54}" dt="2024-06-15T08:27:40.260" v="70" actId="47"/>
        <pc:sldMkLst>
          <pc:docMk/>
          <pc:sldMk cId="750325423" sldId="2147472353"/>
        </pc:sldMkLst>
      </pc:sldChg>
      <pc:sldChg chg="del">
        <pc:chgData name="ARUN KARTHIK ." userId="62a047ea-99a3-445a-a127-bd8840139939" providerId="ADAL" clId="{1E126722-D3AF-42B1-AD4D-07271E8E1D54}" dt="2024-06-15T08:27:40.260" v="70" actId="47"/>
        <pc:sldMkLst>
          <pc:docMk/>
          <pc:sldMk cId="2964618606" sldId="2147472354"/>
        </pc:sldMkLst>
      </pc:sldChg>
      <pc:sldChg chg="del">
        <pc:chgData name="ARUN KARTHIK ." userId="62a047ea-99a3-445a-a127-bd8840139939" providerId="ADAL" clId="{1E126722-D3AF-42B1-AD4D-07271E8E1D54}" dt="2024-06-15T08:27:40.260" v="70" actId="47"/>
        <pc:sldMkLst>
          <pc:docMk/>
          <pc:sldMk cId="829455799" sldId="2147472355"/>
        </pc:sldMkLst>
      </pc:sldChg>
      <pc:sldChg chg="del">
        <pc:chgData name="ARUN KARTHIK ." userId="62a047ea-99a3-445a-a127-bd8840139939" providerId="ADAL" clId="{1E126722-D3AF-42B1-AD4D-07271E8E1D54}" dt="2024-06-15T08:27:40.260" v="70" actId="47"/>
        <pc:sldMkLst>
          <pc:docMk/>
          <pc:sldMk cId="1414215677" sldId="2147472356"/>
        </pc:sldMkLst>
      </pc:sldChg>
      <pc:sldChg chg="del">
        <pc:chgData name="ARUN KARTHIK ." userId="62a047ea-99a3-445a-a127-bd8840139939" providerId="ADAL" clId="{1E126722-D3AF-42B1-AD4D-07271E8E1D54}" dt="2024-06-15T08:27:40.260" v="70" actId="47"/>
        <pc:sldMkLst>
          <pc:docMk/>
          <pc:sldMk cId="1721248961" sldId="2147472357"/>
        </pc:sldMkLst>
      </pc:sldChg>
      <pc:sldChg chg="del">
        <pc:chgData name="ARUN KARTHIK ." userId="62a047ea-99a3-445a-a127-bd8840139939" providerId="ADAL" clId="{1E126722-D3AF-42B1-AD4D-07271E8E1D54}" dt="2024-06-15T08:27:40.260" v="70" actId="47"/>
        <pc:sldMkLst>
          <pc:docMk/>
          <pc:sldMk cId="3451242298" sldId="2147472358"/>
        </pc:sldMkLst>
      </pc:sldChg>
      <pc:sldChg chg="del">
        <pc:chgData name="ARUN KARTHIK ." userId="62a047ea-99a3-445a-a127-bd8840139939" providerId="ADAL" clId="{1E126722-D3AF-42B1-AD4D-07271E8E1D54}" dt="2024-06-15T08:27:40.260" v="70" actId="47"/>
        <pc:sldMkLst>
          <pc:docMk/>
          <pc:sldMk cId="3203303874" sldId="2147472359"/>
        </pc:sldMkLst>
      </pc:sldChg>
      <pc:sldChg chg="delSp mod">
        <pc:chgData name="ARUN KARTHIK ." userId="62a047ea-99a3-445a-a127-bd8840139939" providerId="ADAL" clId="{1E126722-D3AF-42B1-AD4D-07271E8E1D54}" dt="2024-06-15T08:27:43.232" v="71" actId="478"/>
        <pc:sldMkLst>
          <pc:docMk/>
          <pc:sldMk cId="4252618562" sldId="2147472361"/>
        </pc:sldMkLst>
      </pc:sldChg>
      <pc:sldChg chg="addSp delSp modSp add mod">
        <pc:chgData name="ARUN KARTHIK ." userId="62a047ea-99a3-445a-a127-bd8840139939" providerId="ADAL" clId="{1E126722-D3AF-42B1-AD4D-07271E8E1D54}" dt="2024-06-15T09:05:00.388" v="279"/>
        <pc:sldMkLst>
          <pc:docMk/>
          <pc:sldMk cId="1071382573" sldId="2147472362"/>
        </pc:sldMkLst>
      </pc:sldChg>
      <pc:sldChg chg="del">
        <pc:chgData name="ARUN KARTHIK ." userId="62a047ea-99a3-445a-a127-bd8840139939" providerId="ADAL" clId="{1E126722-D3AF-42B1-AD4D-07271E8E1D54}" dt="2024-06-15T08:27:40.260" v="70" actId="47"/>
        <pc:sldMkLst>
          <pc:docMk/>
          <pc:sldMk cId="2978089624" sldId="2147472362"/>
        </pc:sldMkLst>
      </pc:sldChg>
      <pc:sldChg chg="addSp delSp modSp add mod">
        <pc:chgData name="ARUN KARTHIK ." userId="62a047ea-99a3-445a-a127-bd8840139939" providerId="ADAL" clId="{1E126722-D3AF-42B1-AD4D-07271E8E1D54}" dt="2024-06-15T09:54:31.465" v="405"/>
        <pc:sldMkLst>
          <pc:docMk/>
          <pc:sldMk cId="277764760" sldId="2147472363"/>
        </pc:sldMkLst>
      </pc:sldChg>
      <pc:sldChg chg="del">
        <pc:chgData name="ARUN KARTHIK ." userId="62a047ea-99a3-445a-a127-bd8840139939" providerId="ADAL" clId="{1E126722-D3AF-42B1-AD4D-07271E8E1D54}" dt="2024-06-15T08:27:40.260" v="70" actId="47"/>
        <pc:sldMkLst>
          <pc:docMk/>
          <pc:sldMk cId="2783640296" sldId="2147472363"/>
        </pc:sldMkLst>
      </pc:sldChg>
      <pc:sldChg chg="addSp modSp add mod">
        <pc:chgData name="ARUN KARTHIK ." userId="62a047ea-99a3-445a-a127-bd8840139939" providerId="ADAL" clId="{1E126722-D3AF-42B1-AD4D-07271E8E1D54}" dt="2024-06-15T10:19:59.846" v="407"/>
        <pc:sldMkLst>
          <pc:docMk/>
          <pc:sldMk cId="1903466361" sldId="2147472364"/>
        </pc:sldMkLst>
      </pc:sldChg>
      <pc:sldChg chg="del">
        <pc:chgData name="ARUN KARTHIK ." userId="62a047ea-99a3-445a-a127-bd8840139939" providerId="ADAL" clId="{1E126722-D3AF-42B1-AD4D-07271E8E1D54}" dt="2024-06-15T08:27:40.260" v="70" actId="47"/>
        <pc:sldMkLst>
          <pc:docMk/>
          <pc:sldMk cId="2604963721" sldId="2147472364"/>
        </pc:sldMkLst>
      </pc:sldChg>
      <pc:sldChg chg="addSp delSp modSp add mod">
        <pc:chgData name="ARUN KARTHIK ." userId="62a047ea-99a3-445a-a127-bd8840139939" providerId="ADAL" clId="{1E126722-D3AF-42B1-AD4D-07271E8E1D54}" dt="2024-06-15T10:30:38.344" v="410"/>
        <pc:sldMkLst>
          <pc:docMk/>
          <pc:sldMk cId="770342137" sldId="2147472365"/>
        </pc:sldMkLst>
      </pc:sldChg>
      <pc:sldChg chg="del">
        <pc:chgData name="ARUN KARTHIK ." userId="62a047ea-99a3-445a-a127-bd8840139939" providerId="ADAL" clId="{1E126722-D3AF-42B1-AD4D-07271E8E1D54}" dt="2024-06-15T08:27:40.260" v="70" actId="47"/>
        <pc:sldMkLst>
          <pc:docMk/>
          <pc:sldMk cId="1223650770" sldId="2147472365"/>
        </pc:sldMkLst>
      </pc:sldChg>
      <pc:sldChg chg="addSp modSp add mod">
        <pc:chgData name="ARUN KARTHIK ." userId="62a047ea-99a3-445a-a127-bd8840139939" providerId="ADAL" clId="{1E126722-D3AF-42B1-AD4D-07271E8E1D54}" dt="2024-06-15T08:37:50.786" v="236" actId="14100"/>
        <pc:sldMkLst>
          <pc:docMk/>
          <pc:sldMk cId="2185375664" sldId="2147472366"/>
        </pc:sldMkLst>
      </pc:sldChg>
      <pc:sldChg chg="addSp modSp add mod">
        <pc:chgData name="ARUN KARTHIK ." userId="62a047ea-99a3-445a-a127-bd8840139939" providerId="ADAL" clId="{1E126722-D3AF-42B1-AD4D-07271E8E1D54}" dt="2024-06-15T10:30:38.344" v="410"/>
        <pc:sldMkLst>
          <pc:docMk/>
          <pc:sldMk cId="944827065" sldId="2147472367"/>
        </pc:sldMkLst>
      </pc:sldChg>
      <pc:sldChg chg="addSp modSp add mod">
        <pc:chgData name="ARUN KARTHIK ." userId="62a047ea-99a3-445a-a127-bd8840139939" providerId="ADAL" clId="{1E126722-D3AF-42B1-AD4D-07271E8E1D54}" dt="2024-06-15T08:39:09.630" v="249" actId="14100"/>
        <pc:sldMkLst>
          <pc:docMk/>
          <pc:sldMk cId="3252232318" sldId="2147472368"/>
        </pc:sldMkLst>
      </pc:sldChg>
      <pc:sldChg chg="add">
        <pc:chgData name="ARUN KARTHIK ." userId="62a047ea-99a3-445a-a127-bd8840139939" providerId="ADAL" clId="{1E126722-D3AF-42B1-AD4D-07271E8E1D54}" dt="2024-06-15T08:30:32.137" v="141"/>
        <pc:sldMkLst>
          <pc:docMk/>
          <pc:sldMk cId="1725510741" sldId="2147472369"/>
        </pc:sldMkLst>
      </pc:sldChg>
      <pc:sldChg chg="add">
        <pc:chgData name="ARUN KARTHIK ." userId="62a047ea-99a3-445a-a127-bd8840139939" providerId="ADAL" clId="{1E126722-D3AF-42B1-AD4D-07271E8E1D54}" dt="2024-06-15T08:30:32.276" v="142"/>
        <pc:sldMkLst>
          <pc:docMk/>
          <pc:sldMk cId="2918518219" sldId="2147472370"/>
        </pc:sldMkLst>
      </pc:sldChg>
      <pc:sldChg chg="addSp delSp modSp add">
        <pc:chgData name="ARUN KARTHIK ." userId="62a047ea-99a3-445a-a127-bd8840139939" providerId="ADAL" clId="{1E126722-D3AF-42B1-AD4D-07271E8E1D54}" dt="2024-06-15T10:19:59.846" v="407"/>
        <pc:sldMkLst>
          <pc:docMk/>
          <pc:sldMk cId="1540426061" sldId="2147472371"/>
        </pc:sldMkLst>
      </pc:sldChg>
      <pc:sldChg chg="addSp delSp modSp add mod">
        <pc:chgData name="ARUN KARTHIK ." userId="62a047ea-99a3-445a-a127-bd8840139939" providerId="ADAL" clId="{1E126722-D3AF-42B1-AD4D-07271E8E1D54}" dt="2024-06-15T08:40:11.197" v="266" actId="1076"/>
        <pc:sldMkLst>
          <pc:docMk/>
          <pc:sldMk cId="2111280575" sldId="2147472372"/>
        </pc:sldMkLst>
      </pc:sldChg>
      <pc:sldChg chg="addSp delSp modSp add mod">
        <pc:chgData name="ARUN KARTHIK ." userId="62a047ea-99a3-445a-a127-bd8840139939" providerId="ADAL" clId="{1E126722-D3AF-42B1-AD4D-07271E8E1D54}" dt="2024-06-15T08:40:43.437" v="275" actId="1076"/>
        <pc:sldMkLst>
          <pc:docMk/>
          <pc:sldMk cId="3976756508" sldId="2147472373"/>
        </pc:sldMkLst>
      </pc:sldChg>
      <pc:sldChg chg="addSp new">
        <pc:chgData name="ARUN KARTHIK ." userId="62a047ea-99a3-445a-a127-bd8840139939" providerId="ADAL" clId="{1E126722-D3AF-42B1-AD4D-07271E8E1D54}" dt="2024-06-15T08:59:36.576" v="277"/>
        <pc:sldMkLst>
          <pc:docMk/>
          <pc:sldMk cId="941017616" sldId="2147472374"/>
        </pc:sldMkLst>
      </pc:sldChg>
      <pc:sldChg chg="addSp new">
        <pc:chgData name="ARUN KARTHIK ." userId="62a047ea-99a3-445a-a127-bd8840139939" providerId="ADAL" clId="{1E126722-D3AF-42B1-AD4D-07271E8E1D54}" dt="2024-06-15T09:05:00.388" v="279"/>
        <pc:sldMkLst>
          <pc:docMk/>
          <pc:sldMk cId="1855895382" sldId="2147472375"/>
        </pc:sldMkLst>
      </pc:sldChg>
      <pc:sldChg chg="addSp modSp new">
        <pc:chgData name="ARUN KARTHIK ." userId="62a047ea-99a3-445a-a127-bd8840139939" providerId="ADAL" clId="{1E126722-D3AF-42B1-AD4D-07271E8E1D54}" dt="2024-06-15T09:07:18.055" v="287"/>
        <pc:sldMkLst>
          <pc:docMk/>
          <pc:sldMk cId="1843801971" sldId="2147472376"/>
        </pc:sldMkLst>
      </pc:sldChg>
      <pc:sldChg chg="addSp modSp new mod">
        <pc:chgData name="ARUN KARTHIK ." userId="62a047ea-99a3-445a-a127-bd8840139939" providerId="ADAL" clId="{1E126722-D3AF-42B1-AD4D-07271E8E1D54}" dt="2024-06-15T09:08:10.979" v="298" actId="1076"/>
        <pc:sldMkLst>
          <pc:docMk/>
          <pc:sldMk cId="1577339389" sldId="2147472377"/>
        </pc:sldMkLst>
      </pc:sldChg>
      <pc:sldChg chg="addSp delSp modSp new mod">
        <pc:chgData name="ARUN KARTHIK ." userId="62a047ea-99a3-445a-a127-bd8840139939" providerId="ADAL" clId="{1E126722-D3AF-42B1-AD4D-07271E8E1D54}" dt="2024-06-15T09:23:20.131" v="383" actId="1582"/>
        <pc:sldMkLst>
          <pc:docMk/>
          <pc:sldMk cId="3995010085" sldId="2147472378"/>
        </pc:sldMkLst>
      </pc:sldChg>
      <pc:sldChg chg="addSp delSp modSp add mod">
        <pc:chgData name="ARUN KARTHIK ." userId="62a047ea-99a3-445a-a127-bd8840139939" providerId="ADAL" clId="{1E126722-D3AF-42B1-AD4D-07271E8E1D54}" dt="2024-06-15T09:26:24.430" v="402"/>
        <pc:sldMkLst>
          <pc:docMk/>
          <pc:sldMk cId="113361996" sldId="2147472379"/>
        </pc:sldMkLst>
      </pc:sldChg>
      <pc:sldChg chg="addSp delSp modSp add mod">
        <pc:chgData name="ARUN KARTHIK ." userId="62a047ea-99a3-445a-a127-bd8840139939" providerId="ADAL" clId="{1E126722-D3AF-42B1-AD4D-07271E8E1D54}" dt="2024-06-15T09:25:31.961" v="401"/>
        <pc:sldMkLst>
          <pc:docMk/>
          <pc:sldMk cId="2195800177" sldId="2147472380"/>
        </pc:sldMkLst>
      </pc:sldChg>
      <pc:sldChg chg="addSp new">
        <pc:chgData name="ARUN KARTHIK ." userId="62a047ea-99a3-445a-a127-bd8840139939" providerId="ADAL" clId="{1E126722-D3AF-42B1-AD4D-07271E8E1D54}" dt="2024-06-15T09:36:53.045" v="404"/>
        <pc:sldMkLst>
          <pc:docMk/>
          <pc:sldMk cId="3475647193" sldId="2147472381"/>
        </pc:sldMkLst>
      </pc:sldChg>
      <pc:sldChg chg="addSp new">
        <pc:chgData name="ARUN KARTHIK ." userId="62a047ea-99a3-445a-a127-bd8840139939" providerId="ADAL" clId="{1E126722-D3AF-42B1-AD4D-07271E8E1D54}" dt="2024-06-15T10:19:59.846" v="407"/>
        <pc:sldMkLst>
          <pc:docMk/>
          <pc:sldMk cId="4191511362" sldId="2147472382"/>
        </pc:sldMkLst>
      </pc:sldChg>
      <pc:sldChg chg="addSp delSp add mod">
        <pc:chgData name="ARUN KARTHIK ." userId="62a047ea-99a3-445a-a127-bd8840139939" providerId="ADAL" clId="{1E126722-D3AF-42B1-AD4D-07271E8E1D54}" dt="2024-06-15T10:30:38.344" v="410"/>
        <pc:sldMkLst>
          <pc:docMk/>
          <pc:sldMk cId="3105783908" sldId="2147472383"/>
        </pc:sldMkLst>
      </pc:sldChg>
    </pc:docChg>
  </pc:docChgLst>
  <pc:docChgLst>
    <pc:chgData name="ARUN KARTHIK ." userId="62a047ea-99a3-445a-a127-bd8840139939" providerId="ADAL" clId="{76D99538-AB8E-4316-A70E-453D1C117969}"/>
    <pc:docChg chg="undo custSel addSld delSld modSld">
      <pc:chgData name="ARUN KARTHIK ." userId="62a047ea-99a3-445a-a127-bd8840139939" providerId="ADAL" clId="{76D99538-AB8E-4316-A70E-453D1C117969}" dt="2024-08-01T16:57:58.861" v="401" actId="20577"/>
      <pc:docMkLst>
        <pc:docMk/>
      </pc:docMkLst>
      <pc:sldChg chg="delSp modSp mod">
        <pc:chgData name="ARUN KARTHIK ." userId="62a047ea-99a3-445a-a127-bd8840139939" providerId="ADAL" clId="{76D99538-AB8E-4316-A70E-453D1C117969}" dt="2024-08-01T16:57:58.861" v="401" actId="20577"/>
        <pc:sldMkLst>
          <pc:docMk/>
          <pc:sldMk cId="2487991735" sldId="256"/>
        </pc:sldMkLst>
      </pc:sldChg>
      <pc:sldChg chg="del">
        <pc:chgData name="ARUN KARTHIK ." userId="62a047ea-99a3-445a-a127-bd8840139939" providerId="ADAL" clId="{76D99538-AB8E-4316-A70E-453D1C117969}" dt="2024-07-20T06:08:14.225" v="43" actId="47"/>
        <pc:sldMkLst>
          <pc:docMk/>
          <pc:sldMk cId="2093432532" sldId="257"/>
        </pc:sldMkLst>
      </pc:sldChg>
      <pc:sldChg chg="addSp add">
        <pc:chgData name="ARUN KARTHIK ." userId="62a047ea-99a3-445a-a127-bd8840139939" providerId="ADAL" clId="{76D99538-AB8E-4316-A70E-453D1C117969}" dt="2024-07-20T07:28:56.740" v="174"/>
        <pc:sldMkLst>
          <pc:docMk/>
          <pc:sldMk cId="0" sldId="261"/>
        </pc:sldMkLst>
      </pc:sldChg>
      <pc:sldChg chg="add">
        <pc:chgData name="ARUN KARTHIK ." userId="62a047ea-99a3-445a-a127-bd8840139939" providerId="ADAL" clId="{76D99538-AB8E-4316-A70E-453D1C117969}" dt="2024-07-20T06:09:52.658" v="110"/>
        <pc:sldMkLst>
          <pc:docMk/>
          <pc:sldMk cId="0" sldId="262"/>
        </pc:sldMkLst>
      </pc:sldChg>
      <pc:sldChg chg="addSp add">
        <pc:chgData name="ARUN KARTHIK ." userId="62a047ea-99a3-445a-a127-bd8840139939" providerId="ADAL" clId="{76D99538-AB8E-4316-A70E-453D1C117969}" dt="2024-07-20T07:51:35.239" v="190"/>
        <pc:sldMkLst>
          <pc:docMk/>
          <pc:sldMk cId="0" sldId="263"/>
        </pc:sldMkLst>
      </pc:sldChg>
      <pc:sldChg chg="addSp add">
        <pc:chgData name="ARUN KARTHIK ." userId="62a047ea-99a3-445a-a127-bd8840139939" providerId="ADAL" clId="{76D99538-AB8E-4316-A70E-453D1C117969}" dt="2024-07-20T07:51:35.239" v="190"/>
        <pc:sldMkLst>
          <pc:docMk/>
          <pc:sldMk cId="0" sldId="264"/>
        </pc:sldMkLst>
      </pc:sldChg>
      <pc:sldChg chg="add">
        <pc:chgData name="ARUN KARTHIK ." userId="62a047ea-99a3-445a-a127-bd8840139939" providerId="ADAL" clId="{76D99538-AB8E-4316-A70E-453D1C117969}" dt="2024-07-20T06:09:52.658" v="110"/>
        <pc:sldMkLst>
          <pc:docMk/>
          <pc:sldMk cId="0" sldId="265"/>
        </pc:sldMkLst>
      </pc:sldChg>
      <pc:sldChg chg="add">
        <pc:chgData name="ARUN KARTHIK ." userId="62a047ea-99a3-445a-a127-bd8840139939" providerId="ADAL" clId="{76D99538-AB8E-4316-A70E-453D1C117969}" dt="2024-07-20T06:09:52.658" v="110"/>
        <pc:sldMkLst>
          <pc:docMk/>
          <pc:sldMk cId="0" sldId="266"/>
        </pc:sldMkLst>
      </pc:sldChg>
      <pc:sldChg chg="del">
        <pc:chgData name="ARUN KARTHIK ." userId="62a047ea-99a3-445a-a127-bd8840139939" providerId="ADAL" clId="{76D99538-AB8E-4316-A70E-453D1C117969}" dt="2024-07-20T06:10:22.627" v="139" actId="47"/>
        <pc:sldMkLst>
          <pc:docMk/>
          <pc:sldMk cId="2255416091" sldId="2147472317"/>
        </pc:sldMkLst>
      </pc:sldChg>
      <pc:sldChg chg="delSp modSp mod">
        <pc:chgData name="ARUN KARTHIK ." userId="62a047ea-99a3-445a-a127-bd8840139939" providerId="ADAL" clId="{76D99538-AB8E-4316-A70E-453D1C117969}" dt="2024-07-20T06:08:28.107" v="45"/>
        <pc:sldMkLst>
          <pc:docMk/>
          <pc:sldMk cId="4252618562" sldId="2147472361"/>
        </pc:sldMkLst>
      </pc:sldChg>
      <pc:sldChg chg="delSp new del mod">
        <pc:chgData name="ARUN KARTHIK ." userId="62a047ea-99a3-445a-a127-bd8840139939" providerId="ADAL" clId="{76D99538-AB8E-4316-A70E-453D1C117969}" dt="2024-08-01T16:48:11.417" v="399" actId="47"/>
        <pc:sldMkLst>
          <pc:docMk/>
          <pc:sldMk cId="1434405566" sldId="2147472362"/>
        </pc:sldMkLst>
      </pc:sldChg>
      <pc:sldChg chg="del">
        <pc:chgData name="ARUN KARTHIK ." userId="62a047ea-99a3-445a-a127-bd8840139939" providerId="ADAL" clId="{76D99538-AB8E-4316-A70E-453D1C117969}" dt="2024-07-20T06:08:35.579" v="46" actId="47"/>
        <pc:sldMkLst>
          <pc:docMk/>
          <pc:sldMk cId="2378067692" sldId="2147472362"/>
        </pc:sldMkLst>
      </pc:sldChg>
      <pc:sldChg chg="del">
        <pc:chgData name="ARUN KARTHIK ." userId="62a047ea-99a3-445a-a127-bd8840139939" providerId="ADAL" clId="{76D99538-AB8E-4316-A70E-453D1C117969}" dt="2024-07-20T06:08:35.757" v="47" actId="47"/>
        <pc:sldMkLst>
          <pc:docMk/>
          <pc:sldMk cId="1979480180" sldId="2147472363"/>
        </pc:sldMkLst>
      </pc:sldChg>
      <pc:sldChg chg="addSp modSp add mod">
        <pc:chgData name="ARUN KARTHIK ." userId="62a047ea-99a3-445a-a127-bd8840139939" providerId="ADAL" clId="{76D99538-AB8E-4316-A70E-453D1C117969}" dt="2024-07-20T06:27:34.633" v="140"/>
        <pc:sldMkLst>
          <pc:docMk/>
          <pc:sldMk cId="2476927650" sldId="2147472363"/>
        </pc:sldMkLst>
      </pc:sldChg>
      <pc:sldChg chg="addSp modSp add mod">
        <pc:chgData name="ARUN KARTHIK ." userId="62a047ea-99a3-445a-a127-bd8840139939" providerId="ADAL" clId="{76D99538-AB8E-4316-A70E-453D1C117969}" dt="2024-07-20T06:41:50.446" v="147"/>
        <pc:sldMkLst>
          <pc:docMk/>
          <pc:sldMk cId="22200761" sldId="2147472364"/>
        </pc:sldMkLst>
      </pc:sldChg>
      <pc:sldChg chg="del">
        <pc:chgData name="ARUN KARTHIK ." userId="62a047ea-99a3-445a-a127-bd8840139939" providerId="ADAL" clId="{76D99538-AB8E-4316-A70E-453D1C117969}" dt="2024-07-20T06:08:35.905" v="48" actId="47"/>
        <pc:sldMkLst>
          <pc:docMk/>
          <pc:sldMk cId="1357403730" sldId="2147472364"/>
        </pc:sldMkLst>
      </pc:sldChg>
      <pc:sldChg chg="addSp delSp add mod">
        <pc:chgData name="ARUN KARTHIK ." userId="62a047ea-99a3-445a-a127-bd8840139939" providerId="ADAL" clId="{76D99538-AB8E-4316-A70E-453D1C117969}" dt="2024-07-20T06:09:06.025" v="88" actId="478"/>
        <pc:sldMkLst>
          <pc:docMk/>
          <pc:sldMk cId="410898500" sldId="2147472365"/>
        </pc:sldMkLst>
      </pc:sldChg>
      <pc:sldChg chg="del">
        <pc:chgData name="ARUN KARTHIK ." userId="62a047ea-99a3-445a-a127-bd8840139939" providerId="ADAL" clId="{76D99538-AB8E-4316-A70E-453D1C117969}" dt="2024-07-20T06:08:36.089" v="49" actId="47"/>
        <pc:sldMkLst>
          <pc:docMk/>
          <pc:sldMk cId="1305049055" sldId="2147472365"/>
        </pc:sldMkLst>
      </pc:sldChg>
      <pc:sldChg chg="del">
        <pc:chgData name="ARUN KARTHIK ." userId="62a047ea-99a3-445a-a127-bd8840139939" providerId="ADAL" clId="{76D99538-AB8E-4316-A70E-453D1C117969}" dt="2024-07-20T06:08:36.262" v="50" actId="47"/>
        <pc:sldMkLst>
          <pc:docMk/>
          <pc:sldMk cId="3399735016" sldId="2147472366"/>
        </pc:sldMkLst>
      </pc:sldChg>
      <pc:sldChg chg="add">
        <pc:chgData name="ARUN KARTHIK ." userId="62a047ea-99a3-445a-a127-bd8840139939" providerId="ADAL" clId="{76D99538-AB8E-4316-A70E-453D1C117969}" dt="2024-07-20T06:09:52.658" v="110"/>
        <pc:sldMkLst>
          <pc:docMk/>
          <pc:sldMk cId="3543518052" sldId="2147472366"/>
        </pc:sldMkLst>
      </pc:sldChg>
      <pc:sldChg chg="del">
        <pc:chgData name="ARUN KARTHIK ." userId="62a047ea-99a3-445a-a127-bd8840139939" providerId="ADAL" clId="{76D99538-AB8E-4316-A70E-453D1C117969}" dt="2024-07-20T06:08:36.487" v="51" actId="47"/>
        <pc:sldMkLst>
          <pc:docMk/>
          <pc:sldMk cId="1099779584" sldId="2147472367"/>
        </pc:sldMkLst>
      </pc:sldChg>
      <pc:sldChg chg="addSp delSp modSp add mod">
        <pc:chgData name="ARUN KARTHIK ." userId="62a047ea-99a3-445a-a127-bd8840139939" providerId="ADAL" clId="{76D99538-AB8E-4316-A70E-453D1C117969}" dt="2024-07-20T06:41:50.446" v="147"/>
        <pc:sldMkLst>
          <pc:docMk/>
          <pc:sldMk cId="4102070013" sldId="2147472367"/>
        </pc:sldMkLst>
      </pc:sldChg>
      <pc:sldChg chg="addSp new">
        <pc:chgData name="ARUN KARTHIK ." userId="62a047ea-99a3-445a-a127-bd8840139939" providerId="ADAL" clId="{76D99538-AB8E-4316-A70E-453D1C117969}" dt="2024-07-20T06:41:50.446" v="147"/>
        <pc:sldMkLst>
          <pc:docMk/>
          <pc:sldMk cId="3553816635" sldId="2147472368"/>
        </pc:sldMkLst>
      </pc:sldChg>
      <pc:sldChg chg="del">
        <pc:chgData name="ARUN KARTHIK ." userId="62a047ea-99a3-445a-a127-bd8840139939" providerId="ADAL" clId="{76D99538-AB8E-4316-A70E-453D1C117969}" dt="2024-07-20T06:08:36.660" v="52" actId="47"/>
        <pc:sldMkLst>
          <pc:docMk/>
          <pc:sldMk cId="4254276041" sldId="2147472368"/>
        </pc:sldMkLst>
      </pc:sldChg>
      <pc:sldChg chg="del">
        <pc:chgData name="ARUN KARTHIK ." userId="62a047ea-99a3-445a-a127-bd8840139939" providerId="ADAL" clId="{76D99538-AB8E-4316-A70E-453D1C117969}" dt="2024-07-20T06:08:36.839" v="53" actId="47"/>
        <pc:sldMkLst>
          <pc:docMk/>
          <pc:sldMk cId="3028363073" sldId="2147472369"/>
        </pc:sldMkLst>
      </pc:sldChg>
      <pc:sldChg chg="addSp delSp modSp add mod">
        <pc:chgData name="ARUN KARTHIK ." userId="62a047ea-99a3-445a-a127-bd8840139939" providerId="ADAL" clId="{76D99538-AB8E-4316-A70E-453D1C117969}" dt="2024-07-20T07:07:16.978" v="170"/>
        <pc:sldMkLst>
          <pc:docMk/>
          <pc:sldMk cId="3141558004" sldId="2147472369"/>
        </pc:sldMkLst>
      </pc:sldChg>
      <pc:sldChg chg="addSp delSp modSp new mod">
        <pc:chgData name="ARUN KARTHIK ." userId="62a047ea-99a3-445a-a127-bd8840139939" providerId="ADAL" clId="{76D99538-AB8E-4316-A70E-453D1C117969}" dt="2024-07-20T07:07:16.978" v="170"/>
        <pc:sldMkLst>
          <pc:docMk/>
          <pc:sldMk cId="1472615096" sldId="2147472370"/>
        </pc:sldMkLst>
      </pc:sldChg>
      <pc:sldChg chg="del">
        <pc:chgData name="ARUN KARTHIK ." userId="62a047ea-99a3-445a-a127-bd8840139939" providerId="ADAL" clId="{76D99538-AB8E-4316-A70E-453D1C117969}" dt="2024-07-20T06:08:37.061" v="54" actId="47"/>
        <pc:sldMkLst>
          <pc:docMk/>
          <pc:sldMk cId="2980261896" sldId="2147472370"/>
        </pc:sldMkLst>
      </pc:sldChg>
      <pc:sldChg chg="addSp new">
        <pc:chgData name="ARUN KARTHIK ." userId="62a047ea-99a3-445a-a127-bd8840139939" providerId="ADAL" clId="{76D99538-AB8E-4316-A70E-453D1C117969}" dt="2024-07-20T07:13:48.139" v="173"/>
        <pc:sldMkLst>
          <pc:docMk/>
          <pc:sldMk cId="1401197912" sldId="2147472371"/>
        </pc:sldMkLst>
      </pc:sldChg>
      <pc:sldChg chg="del">
        <pc:chgData name="ARUN KARTHIK ." userId="62a047ea-99a3-445a-a127-bd8840139939" providerId="ADAL" clId="{76D99538-AB8E-4316-A70E-453D1C117969}" dt="2024-07-20T06:08:37.319" v="55" actId="47"/>
        <pc:sldMkLst>
          <pc:docMk/>
          <pc:sldMk cId="2544381468" sldId="2147472371"/>
        </pc:sldMkLst>
      </pc:sldChg>
      <pc:sldChg chg="addSp modSp new mod">
        <pc:chgData name="ARUN KARTHIK ." userId="62a047ea-99a3-445a-a127-bd8840139939" providerId="ADAL" clId="{76D99538-AB8E-4316-A70E-453D1C117969}" dt="2024-07-20T07:31:23.921" v="178"/>
        <pc:sldMkLst>
          <pc:docMk/>
          <pc:sldMk cId="3125410914" sldId="2147472372"/>
        </pc:sldMkLst>
      </pc:sldChg>
      <pc:sldChg chg="addSp delSp add mod">
        <pc:chgData name="ARUN KARTHIK ." userId="62a047ea-99a3-445a-a127-bd8840139939" providerId="ADAL" clId="{76D99538-AB8E-4316-A70E-453D1C117969}" dt="2024-07-20T07:51:35.239" v="190"/>
        <pc:sldMkLst>
          <pc:docMk/>
          <pc:sldMk cId="2428253262" sldId="2147472373"/>
        </pc:sldMkLst>
      </pc:sldChg>
      <pc:sldChg chg="addSp delSp add mod">
        <pc:chgData name="ARUN KARTHIK ." userId="62a047ea-99a3-445a-a127-bd8840139939" providerId="ADAL" clId="{76D99538-AB8E-4316-A70E-453D1C117969}" dt="2024-07-20T07:51:35.239" v="190"/>
        <pc:sldMkLst>
          <pc:docMk/>
          <pc:sldMk cId="2481192230" sldId="2147472374"/>
        </pc:sldMkLst>
      </pc:sldChg>
      <pc:sldChg chg="addSp new mod">
        <pc:chgData name="ARUN KARTHIK ." userId="62a047ea-99a3-445a-a127-bd8840139939" providerId="ADAL" clId="{76D99538-AB8E-4316-A70E-453D1C117969}" dt="2024-07-20T07:42:34.064" v="187"/>
        <pc:sldMkLst>
          <pc:docMk/>
          <pc:sldMk cId="2449063953" sldId="2147472375"/>
        </pc:sldMkLst>
      </pc:sldChg>
      <pc:sldChg chg="addSp delSp add mod">
        <pc:chgData name="ARUN KARTHIK ." userId="62a047ea-99a3-445a-a127-bd8840139939" providerId="ADAL" clId="{76D99538-AB8E-4316-A70E-453D1C117969}" dt="2024-07-20T07:51:35.239" v="190"/>
        <pc:sldMkLst>
          <pc:docMk/>
          <pc:sldMk cId="920283376" sldId="2147472376"/>
        </pc:sldMkLst>
      </pc:sldChg>
      <pc:sldChg chg="addSp delSp modSp new mod">
        <pc:chgData name="ARUN KARTHIK ." userId="62a047ea-99a3-445a-a127-bd8840139939" providerId="ADAL" clId="{76D99538-AB8E-4316-A70E-453D1C117969}" dt="2024-07-20T08:05:27.465" v="398" actId="1076"/>
        <pc:sldMkLst>
          <pc:docMk/>
          <pc:sldMk cId="3357857050" sldId="2147472377"/>
        </pc:sldMkLst>
      </pc:sldChg>
    </pc:docChg>
  </pc:docChgLst>
  <pc:docChgLst>
    <pc:chgData name="ARUN KARTHIK ." userId="62a047ea-99a3-445a-a127-bd8840139939" providerId="ADAL" clId="{681553B4-56ED-45EF-8511-39EE08122294}"/>
    <pc:docChg chg="custSel addSld modSld">
      <pc:chgData name="ARUN KARTHIK ." userId="62a047ea-99a3-445a-a127-bd8840139939" providerId="ADAL" clId="{681553B4-56ED-45EF-8511-39EE08122294}" dt="2024-06-09T12:01:25.687" v="302" actId="478"/>
      <pc:docMkLst>
        <pc:docMk/>
      </pc:docMkLst>
      <pc:sldChg chg="addSp mod">
        <pc:chgData name="ARUN KARTHIK ." userId="62a047ea-99a3-445a-a127-bd8840139939" providerId="ADAL" clId="{681553B4-56ED-45EF-8511-39EE08122294}" dt="2024-06-09T11:45:26.553" v="171" actId="11529"/>
        <pc:sldMkLst>
          <pc:docMk/>
          <pc:sldMk cId="2161333238" sldId="2147472331"/>
        </pc:sldMkLst>
      </pc:sldChg>
      <pc:sldChg chg="addSp delSp modSp new mod">
        <pc:chgData name="ARUN KARTHIK ." userId="62a047ea-99a3-445a-a127-bd8840139939" providerId="ADAL" clId="{681553B4-56ED-45EF-8511-39EE08122294}" dt="2024-06-09T11:26:48.707" v="170" actId="197"/>
        <pc:sldMkLst>
          <pc:docMk/>
          <pc:sldMk cId="2783640296" sldId="2147472363"/>
        </pc:sldMkLst>
      </pc:sldChg>
      <pc:sldChg chg="addSp delSp modSp add mod">
        <pc:chgData name="ARUN KARTHIK ." userId="62a047ea-99a3-445a-a127-bd8840139939" providerId="ADAL" clId="{681553B4-56ED-45EF-8511-39EE08122294}" dt="2024-06-09T11:54:35.267" v="292" actId="20577"/>
        <pc:sldMkLst>
          <pc:docMk/>
          <pc:sldMk cId="2604963721" sldId="2147472364"/>
        </pc:sldMkLst>
      </pc:sldChg>
      <pc:sldChg chg="addSp delSp modSp add mod">
        <pc:chgData name="ARUN KARTHIK ." userId="62a047ea-99a3-445a-a127-bd8840139939" providerId="ADAL" clId="{681553B4-56ED-45EF-8511-39EE08122294}" dt="2024-06-09T12:01:25.687" v="302" actId="478"/>
        <pc:sldMkLst>
          <pc:docMk/>
          <pc:sldMk cId="1223650770" sldId="2147472365"/>
        </pc:sldMkLst>
      </pc:sldChg>
    </pc:docChg>
  </pc:docChgLst>
  <pc:docChgLst>
    <pc:chgData name="ARUN KARTHIK ." userId="62a047ea-99a3-445a-a127-bd8840139939" providerId="ADAL" clId="{031656C6-E5CB-4167-9E5C-F737ABFBE685}"/>
    <pc:docChg chg="undo custSel addSld delSld modSld">
      <pc:chgData name="ARUN KARTHIK ." userId="62a047ea-99a3-445a-a127-bd8840139939" providerId="ADAL" clId="{031656C6-E5CB-4167-9E5C-F737ABFBE685}" dt="2025-03-09T06:49:47.825" v="152" actId="20577"/>
      <pc:docMkLst>
        <pc:docMk/>
      </pc:docMkLst>
      <pc:sldChg chg="modSp mod">
        <pc:chgData name="ARUN KARTHIK ." userId="62a047ea-99a3-445a-a127-bd8840139939" providerId="ADAL" clId="{031656C6-E5CB-4167-9E5C-F737ABFBE685}" dt="2025-03-06T08:14:01.644" v="19" actId="20577"/>
        <pc:sldMkLst>
          <pc:docMk/>
          <pc:sldMk cId="2487991735" sldId="256"/>
        </pc:sldMkLst>
        <pc:spChg chg="mod">
          <ac:chgData name="ARUN KARTHIK ." userId="62a047ea-99a3-445a-a127-bd8840139939" providerId="ADAL" clId="{031656C6-E5CB-4167-9E5C-F737ABFBE685}" dt="2025-03-06T07:57:58.830" v="7" actId="27636"/>
          <ac:spMkLst>
            <pc:docMk/>
            <pc:sldMk cId="2487991735" sldId="256"/>
            <ac:spMk id="2" creationId="{C66BF95F-ED5D-7D14-004F-BB3F773AACDB}"/>
          </ac:spMkLst>
        </pc:spChg>
        <pc:spChg chg="mod">
          <ac:chgData name="ARUN KARTHIK ." userId="62a047ea-99a3-445a-a127-bd8840139939" providerId="ADAL" clId="{031656C6-E5CB-4167-9E5C-F737ABFBE685}" dt="2025-03-06T08:14:01.644" v="19" actId="20577"/>
          <ac:spMkLst>
            <pc:docMk/>
            <pc:sldMk cId="2487991735" sldId="256"/>
            <ac:spMk id="3" creationId="{E2E3432E-C589-ADB8-601E-60B423644398}"/>
          </ac:spMkLst>
        </pc:spChg>
      </pc:sldChg>
      <pc:sldChg chg="modSp add del">
        <pc:chgData name="ARUN KARTHIK ." userId="62a047ea-99a3-445a-a127-bd8840139939" providerId="ADAL" clId="{031656C6-E5CB-4167-9E5C-F737ABFBE685}" dt="2025-03-06T08:01:34.780" v="12" actId="47"/>
        <pc:sldMkLst>
          <pc:docMk/>
          <pc:sldMk cId="0" sldId="257"/>
        </pc:sldMkLst>
      </pc:sldChg>
      <pc:sldChg chg="modSp add del">
        <pc:chgData name="ARUN KARTHIK ." userId="62a047ea-99a3-445a-a127-bd8840139939" providerId="ADAL" clId="{031656C6-E5CB-4167-9E5C-F737ABFBE685}" dt="2025-03-06T08:01:42.542" v="13" actId="47"/>
        <pc:sldMkLst>
          <pc:docMk/>
          <pc:sldMk cId="0" sldId="258"/>
        </pc:sldMkLst>
      </pc:sldChg>
      <pc:sldChg chg="modSp add del">
        <pc:chgData name="ARUN KARTHIK ." userId="62a047ea-99a3-445a-a127-bd8840139939" providerId="ADAL" clId="{031656C6-E5CB-4167-9E5C-F737ABFBE685}" dt="2025-03-06T08:01:43.610" v="14" actId="47"/>
        <pc:sldMkLst>
          <pc:docMk/>
          <pc:sldMk cId="0" sldId="259"/>
        </pc:sldMkLst>
      </pc:sldChg>
      <pc:sldChg chg="delSp add mod">
        <pc:chgData name="ARUN KARTHIK ." userId="62a047ea-99a3-445a-a127-bd8840139939" providerId="ADAL" clId="{031656C6-E5CB-4167-9E5C-F737ABFBE685}" dt="2025-03-06T08:14:23.562" v="21" actId="478"/>
        <pc:sldMkLst>
          <pc:docMk/>
          <pc:sldMk cId="777548863" sldId="259"/>
        </pc:sldMkLst>
      </pc:sldChg>
      <pc:sldChg chg="add del">
        <pc:chgData name="ARUN KARTHIK ." userId="62a047ea-99a3-445a-a127-bd8840139939" providerId="ADAL" clId="{031656C6-E5CB-4167-9E5C-F737ABFBE685}" dt="2025-03-06T08:01:44.518" v="15" actId="47"/>
        <pc:sldMkLst>
          <pc:docMk/>
          <pc:sldMk cId="0" sldId="260"/>
        </pc:sldMkLst>
      </pc:sldChg>
      <pc:sldChg chg="add">
        <pc:chgData name="ARUN KARTHIK ." userId="62a047ea-99a3-445a-a127-bd8840139939" providerId="ADAL" clId="{031656C6-E5CB-4167-9E5C-F737ABFBE685}" dt="2025-03-06T08:14:47.926" v="22"/>
        <pc:sldMkLst>
          <pc:docMk/>
          <pc:sldMk cId="2921560112" sldId="260"/>
        </pc:sldMkLst>
      </pc:sldChg>
      <pc:sldChg chg="modSp add">
        <pc:chgData name="ARUN KARTHIK ." userId="62a047ea-99a3-445a-a127-bd8840139939" providerId="ADAL" clId="{031656C6-E5CB-4167-9E5C-F737ABFBE685}" dt="2025-03-06T08:01:51.427" v="16"/>
        <pc:sldMkLst>
          <pc:docMk/>
          <pc:sldMk cId="0" sldId="261"/>
        </pc:sldMkLst>
        <pc:spChg chg="mod">
          <ac:chgData name="ARUN KARTHIK ." userId="62a047ea-99a3-445a-a127-bd8840139939" providerId="ADAL" clId="{031656C6-E5CB-4167-9E5C-F737ABFBE685}" dt="2025-03-06T08:01:51.427" v="16"/>
          <ac:spMkLst>
            <pc:docMk/>
            <pc:sldMk cId="0" sldId="261"/>
            <ac:spMk id="3" creationId="{00000000-0000-0000-0000-000000000000}"/>
          </ac:spMkLst>
        </pc:spChg>
      </pc:sldChg>
      <pc:sldChg chg="modSp add del">
        <pc:chgData name="ARUN KARTHIK ." userId="62a047ea-99a3-445a-a127-bd8840139939" providerId="ADAL" clId="{031656C6-E5CB-4167-9E5C-F737ABFBE685}" dt="2025-03-06T08:01:51.427" v="16"/>
        <pc:sldMkLst>
          <pc:docMk/>
          <pc:sldMk cId="0" sldId="262"/>
        </pc:sldMkLst>
        <pc:spChg chg="mod">
          <ac:chgData name="ARUN KARTHIK ." userId="62a047ea-99a3-445a-a127-bd8840139939" providerId="ADAL" clId="{031656C6-E5CB-4167-9E5C-F737ABFBE685}" dt="2025-03-06T08:01:51.427" v="16"/>
          <ac:spMkLst>
            <pc:docMk/>
            <pc:sldMk cId="0" sldId="262"/>
            <ac:spMk id="3" creationId="{00000000-0000-0000-0000-000000000000}"/>
          </ac:spMkLst>
        </pc:spChg>
      </pc:sldChg>
      <pc:sldChg chg="modSp add del mod">
        <pc:chgData name="ARUN KARTHIK ." userId="62a047ea-99a3-445a-a127-bd8840139939" providerId="ADAL" clId="{031656C6-E5CB-4167-9E5C-F737ABFBE685}" dt="2025-03-06T08:01:51.427" v="16"/>
        <pc:sldMkLst>
          <pc:docMk/>
          <pc:sldMk cId="0" sldId="263"/>
        </pc:sldMkLst>
        <pc:spChg chg="mod">
          <ac:chgData name="ARUN KARTHIK ." userId="62a047ea-99a3-445a-a127-bd8840139939" providerId="ADAL" clId="{031656C6-E5CB-4167-9E5C-F737ABFBE685}" dt="2025-03-06T07:57:49.503" v="2" actId="27636"/>
          <ac:spMkLst>
            <pc:docMk/>
            <pc:sldMk cId="0" sldId="263"/>
            <ac:spMk id="2" creationId="{00000000-0000-0000-0000-000000000000}"/>
          </ac:spMkLst>
        </pc:spChg>
        <pc:spChg chg="mod">
          <ac:chgData name="ARUN KARTHIK ." userId="62a047ea-99a3-445a-a127-bd8840139939" providerId="ADAL" clId="{031656C6-E5CB-4167-9E5C-F737ABFBE685}" dt="2025-03-06T08:01:51.427" v="16"/>
          <ac:spMkLst>
            <pc:docMk/>
            <pc:sldMk cId="0" sldId="263"/>
            <ac:spMk id="3" creationId="{00000000-0000-0000-0000-000000000000}"/>
          </ac:spMkLst>
        </pc:spChg>
      </pc:sldChg>
      <pc:sldChg chg="modSp add">
        <pc:chgData name="ARUN KARTHIK ." userId="62a047ea-99a3-445a-a127-bd8840139939" providerId="ADAL" clId="{031656C6-E5CB-4167-9E5C-F737ABFBE685}" dt="2025-03-06T08:02:17.069" v="17"/>
        <pc:sldMkLst>
          <pc:docMk/>
          <pc:sldMk cId="0" sldId="264"/>
        </pc:sldMkLst>
        <pc:spChg chg="mod">
          <ac:chgData name="ARUN KARTHIK ." userId="62a047ea-99a3-445a-a127-bd8840139939" providerId="ADAL" clId="{031656C6-E5CB-4167-9E5C-F737ABFBE685}" dt="2025-03-06T08:02:17.069" v="17"/>
          <ac:spMkLst>
            <pc:docMk/>
            <pc:sldMk cId="0" sldId="264"/>
            <ac:spMk id="3" creationId="{00000000-0000-0000-0000-000000000000}"/>
          </ac:spMkLst>
        </pc:spChg>
      </pc:sldChg>
      <pc:sldChg chg="modSp add">
        <pc:chgData name="ARUN KARTHIK ." userId="62a047ea-99a3-445a-a127-bd8840139939" providerId="ADAL" clId="{031656C6-E5CB-4167-9E5C-F737ABFBE685}" dt="2025-03-06T08:02:17.069" v="17"/>
        <pc:sldMkLst>
          <pc:docMk/>
          <pc:sldMk cId="0" sldId="265"/>
        </pc:sldMkLst>
        <pc:spChg chg="mod">
          <ac:chgData name="ARUN KARTHIK ." userId="62a047ea-99a3-445a-a127-bd8840139939" providerId="ADAL" clId="{031656C6-E5CB-4167-9E5C-F737ABFBE685}" dt="2025-03-06T08:02:17.069" v="17"/>
          <ac:spMkLst>
            <pc:docMk/>
            <pc:sldMk cId="0" sldId="265"/>
            <ac:spMk id="3" creationId="{00000000-0000-0000-0000-000000000000}"/>
          </ac:spMkLst>
        </pc:spChg>
      </pc:sldChg>
      <pc:sldChg chg="modSp add">
        <pc:chgData name="ARUN KARTHIK ." userId="62a047ea-99a3-445a-a127-bd8840139939" providerId="ADAL" clId="{031656C6-E5CB-4167-9E5C-F737ABFBE685}" dt="2025-03-06T08:02:17.069" v="17"/>
        <pc:sldMkLst>
          <pc:docMk/>
          <pc:sldMk cId="0" sldId="266"/>
        </pc:sldMkLst>
        <pc:spChg chg="mod">
          <ac:chgData name="ARUN KARTHIK ." userId="62a047ea-99a3-445a-a127-bd8840139939" providerId="ADAL" clId="{031656C6-E5CB-4167-9E5C-F737ABFBE685}" dt="2025-03-06T08:02:17.069" v="17"/>
          <ac:spMkLst>
            <pc:docMk/>
            <pc:sldMk cId="0" sldId="266"/>
            <ac:spMk id="3" creationId="{00000000-0000-0000-0000-000000000000}"/>
          </ac:spMkLst>
        </pc:spChg>
      </pc:sldChg>
      <pc:sldChg chg="modSp new mod">
        <pc:chgData name="ARUN KARTHIK ." userId="62a047ea-99a3-445a-a127-bd8840139939" providerId="ADAL" clId="{031656C6-E5CB-4167-9E5C-F737ABFBE685}" dt="2025-03-09T06:49:47.825" v="152" actId="20577"/>
        <pc:sldMkLst>
          <pc:docMk/>
          <pc:sldMk cId="1917521453" sldId="267"/>
        </pc:sldMkLst>
        <pc:spChg chg="mod">
          <ac:chgData name="ARUN KARTHIK ." userId="62a047ea-99a3-445a-a127-bd8840139939" providerId="ADAL" clId="{031656C6-E5CB-4167-9E5C-F737ABFBE685}" dt="2025-03-09T06:49:47.825" v="152" actId="20577"/>
          <ac:spMkLst>
            <pc:docMk/>
            <pc:sldMk cId="1917521453" sldId="267"/>
            <ac:spMk id="3" creationId="{2E961667-973C-B60A-EEF4-64B1F471C1EC}"/>
          </ac:spMkLst>
        </pc:spChg>
      </pc:sldChg>
      <pc:sldChg chg="del">
        <pc:chgData name="ARUN KARTHIK ." userId="62a047ea-99a3-445a-a127-bd8840139939" providerId="ADAL" clId="{031656C6-E5CB-4167-9E5C-F737ABFBE685}" dt="2025-03-06T07:57:28.836" v="0" actId="47"/>
        <pc:sldMkLst>
          <pc:docMk/>
          <pc:sldMk cId="0" sldId="394"/>
        </pc:sldMkLst>
      </pc:sldChg>
      <pc:sldChg chg="del">
        <pc:chgData name="ARUN KARTHIK ." userId="62a047ea-99a3-445a-a127-bd8840139939" providerId="ADAL" clId="{031656C6-E5CB-4167-9E5C-F737ABFBE685}" dt="2025-03-06T07:57:28.836" v="0" actId="47"/>
        <pc:sldMkLst>
          <pc:docMk/>
          <pc:sldMk cId="2670568183" sldId="395"/>
        </pc:sldMkLst>
      </pc:sldChg>
      <pc:sldChg chg="del">
        <pc:chgData name="ARUN KARTHIK ." userId="62a047ea-99a3-445a-a127-bd8840139939" providerId="ADAL" clId="{031656C6-E5CB-4167-9E5C-F737ABFBE685}" dt="2025-03-06T07:57:28.836" v="0" actId="47"/>
        <pc:sldMkLst>
          <pc:docMk/>
          <pc:sldMk cId="2253382781" sldId="396"/>
        </pc:sldMkLst>
      </pc:sldChg>
      <pc:sldChg chg="del">
        <pc:chgData name="ARUN KARTHIK ." userId="62a047ea-99a3-445a-a127-bd8840139939" providerId="ADAL" clId="{031656C6-E5CB-4167-9E5C-F737ABFBE685}" dt="2025-03-06T07:57:28.836" v="0" actId="47"/>
        <pc:sldMkLst>
          <pc:docMk/>
          <pc:sldMk cId="1873294968" sldId="397"/>
        </pc:sldMkLst>
      </pc:sldChg>
      <pc:sldChg chg="del">
        <pc:chgData name="ARUN KARTHIK ." userId="62a047ea-99a3-445a-a127-bd8840139939" providerId="ADAL" clId="{031656C6-E5CB-4167-9E5C-F737ABFBE685}" dt="2025-03-06T07:57:28.836" v="0" actId="47"/>
        <pc:sldMkLst>
          <pc:docMk/>
          <pc:sldMk cId="236743063" sldId="398"/>
        </pc:sldMkLst>
      </pc:sldChg>
      <pc:sldChg chg="del">
        <pc:chgData name="ARUN KARTHIK ." userId="62a047ea-99a3-445a-a127-bd8840139939" providerId="ADAL" clId="{031656C6-E5CB-4167-9E5C-F737ABFBE685}" dt="2025-03-06T07:57:28.836" v="0" actId="47"/>
        <pc:sldMkLst>
          <pc:docMk/>
          <pc:sldMk cId="2149210894" sldId="399"/>
        </pc:sldMkLst>
      </pc:sldChg>
      <pc:sldChg chg="del">
        <pc:chgData name="ARUN KARTHIK ." userId="62a047ea-99a3-445a-a127-bd8840139939" providerId="ADAL" clId="{031656C6-E5CB-4167-9E5C-F737ABFBE685}" dt="2025-03-06T07:57:28.836" v="0" actId="47"/>
        <pc:sldMkLst>
          <pc:docMk/>
          <pc:sldMk cId="1482502916" sldId="400"/>
        </pc:sldMkLst>
      </pc:sldChg>
      <pc:sldChg chg="del">
        <pc:chgData name="ARUN KARTHIK ." userId="62a047ea-99a3-445a-a127-bd8840139939" providerId="ADAL" clId="{031656C6-E5CB-4167-9E5C-F737ABFBE685}" dt="2025-03-06T07:57:28.836" v="0" actId="47"/>
        <pc:sldMkLst>
          <pc:docMk/>
          <pc:sldMk cId="431027416" sldId="401"/>
        </pc:sldMkLst>
      </pc:sldChg>
      <pc:sldChg chg="del">
        <pc:chgData name="ARUN KARTHIK ." userId="62a047ea-99a3-445a-a127-bd8840139939" providerId="ADAL" clId="{031656C6-E5CB-4167-9E5C-F737ABFBE685}" dt="2025-03-06T07:57:28.836" v="0" actId="47"/>
        <pc:sldMkLst>
          <pc:docMk/>
          <pc:sldMk cId="1335270712" sldId="402"/>
        </pc:sldMkLst>
      </pc:sldChg>
      <pc:sldChg chg="del">
        <pc:chgData name="ARUN KARTHIK ." userId="62a047ea-99a3-445a-a127-bd8840139939" providerId="ADAL" clId="{031656C6-E5CB-4167-9E5C-F737ABFBE685}" dt="2025-03-06T07:57:28.836" v="0" actId="47"/>
        <pc:sldMkLst>
          <pc:docMk/>
          <pc:sldMk cId="721614898" sldId="403"/>
        </pc:sldMkLst>
      </pc:sldChg>
      <pc:sldChg chg="del">
        <pc:chgData name="ARUN KARTHIK ." userId="62a047ea-99a3-445a-a127-bd8840139939" providerId="ADAL" clId="{031656C6-E5CB-4167-9E5C-F737ABFBE685}" dt="2025-03-06T07:57:28.836" v="0" actId="47"/>
        <pc:sldMkLst>
          <pc:docMk/>
          <pc:sldMk cId="1168529250" sldId="404"/>
        </pc:sldMkLst>
      </pc:sldChg>
      <pc:sldChg chg="del">
        <pc:chgData name="ARUN KARTHIK ." userId="62a047ea-99a3-445a-a127-bd8840139939" providerId="ADAL" clId="{031656C6-E5CB-4167-9E5C-F737ABFBE685}" dt="2025-03-06T07:57:28.836" v="0" actId="47"/>
        <pc:sldMkLst>
          <pc:docMk/>
          <pc:sldMk cId="4142750291" sldId="405"/>
        </pc:sldMkLst>
      </pc:sldChg>
      <pc:sldChg chg="del">
        <pc:chgData name="ARUN KARTHIK ." userId="62a047ea-99a3-445a-a127-bd8840139939" providerId="ADAL" clId="{031656C6-E5CB-4167-9E5C-F737ABFBE685}" dt="2025-03-06T07:57:28.836" v="0" actId="47"/>
        <pc:sldMkLst>
          <pc:docMk/>
          <pc:sldMk cId="1858557608" sldId="406"/>
        </pc:sldMkLst>
      </pc:sldChg>
      <pc:sldChg chg="del">
        <pc:chgData name="ARUN KARTHIK ." userId="62a047ea-99a3-445a-a127-bd8840139939" providerId="ADAL" clId="{031656C6-E5CB-4167-9E5C-F737ABFBE685}" dt="2025-03-06T07:57:28.836" v="0" actId="47"/>
        <pc:sldMkLst>
          <pc:docMk/>
          <pc:sldMk cId="1872308935" sldId="407"/>
        </pc:sldMkLst>
      </pc:sldChg>
      <pc:sldChg chg="del">
        <pc:chgData name="ARUN KARTHIK ." userId="62a047ea-99a3-445a-a127-bd8840139939" providerId="ADAL" clId="{031656C6-E5CB-4167-9E5C-F737ABFBE685}" dt="2025-03-06T07:57:28.836" v="0" actId="47"/>
        <pc:sldMkLst>
          <pc:docMk/>
          <pc:sldMk cId="1548787142" sldId="408"/>
        </pc:sldMkLst>
      </pc:sldChg>
      <pc:sldChg chg="del">
        <pc:chgData name="ARUN KARTHIK ." userId="62a047ea-99a3-445a-a127-bd8840139939" providerId="ADAL" clId="{031656C6-E5CB-4167-9E5C-F737ABFBE685}" dt="2025-03-06T07:57:28.836" v="0" actId="47"/>
        <pc:sldMkLst>
          <pc:docMk/>
          <pc:sldMk cId="3720358252" sldId="409"/>
        </pc:sldMkLst>
      </pc:sldChg>
      <pc:sldChg chg="del">
        <pc:chgData name="ARUN KARTHIK ." userId="62a047ea-99a3-445a-a127-bd8840139939" providerId="ADAL" clId="{031656C6-E5CB-4167-9E5C-F737ABFBE685}" dt="2025-03-06T07:57:28.836" v="0" actId="47"/>
        <pc:sldMkLst>
          <pc:docMk/>
          <pc:sldMk cId="3548706240" sldId="410"/>
        </pc:sldMkLst>
      </pc:sldChg>
      <pc:sldChg chg="del">
        <pc:chgData name="ARUN KARTHIK ." userId="62a047ea-99a3-445a-a127-bd8840139939" providerId="ADAL" clId="{031656C6-E5CB-4167-9E5C-F737ABFBE685}" dt="2025-03-06T07:57:28.836" v="0" actId="47"/>
        <pc:sldMkLst>
          <pc:docMk/>
          <pc:sldMk cId="919598041" sldId="411"/>
        </pc:sldMkLst>
      </pc:sldChg>
      <pc:sldChg chg="del">
        <pc:chgData name="ARUN KARTHIK ." userId="62a047ea-99a3-445a-a127-bd8840139939" providerId="ADAL" clId="{031656C6-E5CB-4167-9E5C-F737ABFBE685}" dt="2025-03-06T07:57:28.836" v="0" actId="47"/>
        <pc:sldMkLst>
          <pc:docMk/>
          <pc:sldMk cId="1693828253" sldId="412"/>
        </pc:sldMkLst>
      </pc:sldChg>
      <pc:sldChg chg="del">
        <pc:chgData name="ARUN KARTHIK ." userId="62a047ea-99a3-445a-a127-bd8840139939" providerId="ADAL" clId="{031656C6-E5CB-4167-9E5C-F737ABFBE685}" dt="2025-03-06T07:57:28.836" v="0" actId="47"/>
        <pc:sldMkLst>
          <pc:docMk/>
          <pc:sldMk cId="53657569" sldId="413"/>
        </pc:sldMkLst>
      </pc:sldChg>
      <pc:sldChg chg="del">
        <pc:chgData name="ARUN KARTHIK ." userId="62a047ea-99a3-445a-a127-bd8840139939" providerId="ADAL" clId="{031656C6-E5CB-4167-9E5C-F737ABFBE685}" dt="2025-03-06T07:57:28.836" v="0" actId="47"/>
        <pc:sldMkLst>
          <pc:docMk/>
          <pc:sldMk cId="3396201814" sldId="414"/>
        </pc:sldMkLst>
      </pc:sldChg>
      <pc:sldChg chg="del">
        <pc:chgData name="ARUN KARTHIK ." userId="62a047ea-99a3-445a-a127-bd8840139939" providerId="ADAL" clId="{031656C6-E5CB-4167-9E5C-F737ABFBE685}" dt="2025-03-06T07:57:28.836" v="0" actId="47"/>
        <pc:sldMkLst>
          <pc:docMk/>
          <pc:sldMk cId="3400654889" sldId="415"/>
        </pc:sldMkLst>
      </pc:sldChg>
      <pc:sldChg chg="del">
        <pc:chgData name="ARUN KARTHIK ." userId="62a047ea-99a3-445a-a127-bd8840139939" providerId="ADAL" clId="{031656C6-E5CB-4167-9E5C-F737ABFBE685}" dt="2025-03-06T07:57:28.836" v="0" actId="47"/>
        <pc:sldMkLst>
          <pc:docMk/>
          <pc:sldMk cId="1286411694" sldId="416"/>
        </pc:sldMkLst>
      </pc:sldChg>
      <pc:sldChg chg="del">
        <pc:chgData name="ARUN KARTHIK ." userId="62a047ea-99a3-445a-a127-bd8840139939" providerId="ADAL" clId="{031656C6-E5CB-4167-9E5C-F737ABFBE685}" dt="2025-03-06T07:57:28.836" v="0" actId="47"/>
        <pc:sldMkLst>
          <pc:docMk/>
          <pc:sldMk cId="1569116202" sldId="417"/>
        </pc:sldMkLst>
      </pc:sldChg>
    </pc:docChg>
  </pc:docChgLst>
  <pc:docChgLst>
    <pc:chgData name="ARUN KARTHIK ." userId="62a047ea-99a3-445a-a127-bd8840139939" providerId="ADAL" clId="{79E7736C-4FFF-4C8C-B152-A19A57C5986D}"/>
    <pc:docChg chg="undo redo custSel addSld delSld modSld sldOrd">
      <pc:chgData name="ARUN KARTHIK ." userId="62a047ea-99a3-445a-a127-bd8840139939" providerId="ADAL" clId="{79E7736C-4FFF-4C8C-B152-A19A57C5986D}" dt="2025-03-06T06:22:30.373" v="703" actId="1076"/>
      <pc:docMkLst>
        <pc:docMk/>
      </pc:docMkLst>
      <pc:sldChg chg="modSp mod">
        <pc:chgData name="ARUN KARTHIK ." userId="62a047ea-99a3-445a-a127-bd8840139939" providerId="ADAL" clId="{79E7736C-4FFF-4C8C-B152-A19A57C5986D}" dt="2025-03-06T05:49:59.484" v="16" actId="20577"/>
        <pc:sldMkLst>
          <pc:docMk/>
          <pc:sldMk cId="2487991735" sldId="256"/>
        </pc:sldMkLst>
        <pc:spChg chg="mod">
          <ac:chgData name="ARUN KARTHIK ." userId="62a047ea-99a3-445a-a127-bd8840139939" providerId="ADAL" clId="{79E7736C-4FFF-4C8C-B152-A19A57C5986D}" dt="2025-03-06T05:49:56.870" v="14" actId="20577"/>
          <ac:spMkLst>
            <pc:docMk/>
            <pc:sldMk cId="2487991735" sldId="256"/>
            <ac:spMk id="2" creationId="{C66BF95F-ED5D-7D14-004F-BB3F773AACDB}"/>
          </ac:spMkLst>
        </pc:spChg>
        <pc:spChg chg="mod">
          <ac:chgData name="ARUN KARTHIK ." userId="62a047ea-99a3-445a-a127-bd8840139939" providerId="ADAL" clId="{79E7736C-4FFF-4C8C-B152-A19A57C5986D}" dt="2025-03-06T05:49:59.484" v="16" actId="20577"/>
          <ac:spMkLst>
            <pc:docMk/>
            <pc:sldMk cId="2487991735" sldId="256"/>
            <ac:spMk id="3" creationId="{E2E3432E-C589-ADB8-601E-60B423644398}"/>
          </ac:spMkLst>
        </pc:spChg>
      </pc:sldChg>
      <pc:sldChg chg="del">
        <pc:chgData name="ARUN KARTHIK ." userId="62a047ea-99a3-445a-a127-bd8840139939" providerId="ADAL" clId="{79E7736C-4FFF-4C8C-B152-A19A57C5986D}" dt="2025-03-06T05:50:08.292" v="17" actId="47"/>
        <pc:sldMkLst>
          <pc:docMk/>
          <pc:sldMk cId="0" sldId="257"/>
        </pc:sldMkLst>
      </pc:sldChg>
      <pc:sldChg chg="del">
        <pc:chgData name="ARUN KARTHIK ." userId="62a047ea-99a3-445a-a127-bd8840139939" providerId="ADAL" clId="{79E7736C-4FFF-4C8C-B152-A19A57C5986D}" dt="2025-03-06T05:50:08.292" v="17" actId="47"/>
        <pc:sldMkLst>
          <pc:docMk/>
          <pc:sldMk cId="0" sldId="258"/>
        </pc:sldMkLst>
      </pc:sldChg>
      <pc:sldChg chg="del">
        <pc:chgData name="ARUN KARTHIK ." userId="62a047ea-99a3-445a-a127-bd8840139939" providerId="ADAL" clId="{79E7736C-4FFF-4C8C-B152-A19A57C5986D}" dt="2025-03-06T05:50:08.292" v="17" actId="47"/>
        <pc:sldMkLst>
          <pc:docMk/>
          <pc:sldMk cId="0" sldId="259"/>
        </pc:sldMkLst>
      </pc:sldChg>
      <pc:sldChg chg="del">
        <pc:chgData name="ARUN KARTHIK ." userId="62a047ea-99a3-445a-a127-bd8840139939" providerId="ADAL" clId="{79E7736C-4FFF-4C8C-B152-A19A57C5986D}" dt="2025-03-06T05:50:08.292" v="17" actId="47"/>
        <pc:sldMkLst>
          <pc:docMk/>
          <pc:sldMk cId="0" sldId="260"/>
        </pc:sldMkLst>
      </pc:sldChg>
      <pc:sldChg chg="del">
        <pc:chgData name="ARUN KARTHIK ." userId="62a047ea-99a3-445a-a127-bd8840139939" providerId="ADAL" clId="{79E7736C-4FFF-4C8C-B152-A19A57C5986D}" dt="2025-03-06T05:50:08.292" v="17" actId="47"/>
        <pc:sldMkLst>
          <pc:docMk/>
          <pc:sldMk cId="0" sldId="261"/>
        </pc:sldMkLst>
      </pc:sldChg>
      <pc:sldChg chg="modSp mod">
        <pc:chgData name="ARUN KARTHIK ." userId="62a047ea-99a3-445a-a127-bd8840139939" providerId="ADAL" clId="{79E7736C-4FFF-4C8C-B152-A19A57C5986D}" dt="2025-03-06T06:11:42.616" v="500" actId="20577"/>
        <pc:sldMkLst>
          <pc:docMk/>
          <pc:sldMk cId="0" sldId="262"/>
        </pc:sldMkLst>
        <pc:spChg chg="mod">
          <ac:chgData name="ARUN KARTHIK ." userId="62a047ea-99a3-445a-a127-bd8840139939" providerId="ADAL" clId="{79E7736C-4FFF-4C8C-B152-A19A57C5986D}" dt="2025-03-06T05:51:23.964" v="48" actId="20577"/>
          <ac:spMkLst>
            <pc:docMk/>
            <pc:sldMk cId="0" sldId="262"/>
            <ac:spMk id="2" creationId="{00000000-0000-0000-0000-000000000000}"/>
          </ac:spMkLst>
        </pc:spChg>
        <pc:spChg chg="mod">
          <ac:chgData name="ARUN KARTHIK ." userId="62a047ea-99a3-445a-a127-bd8840139939" providerId="ADAL" clId="{79E7736C-4FFF-4C8C-B152-A19A57C5986D}" dt="2025-03-06T06:11:42.616" v="500" actId="20577"/>
          <ac:spMkLst>
            <pc:docMk/>
            <pc:sldMk cId="0" sldId="262"/>
            <ac:spMk id="3" creationId="{00000000-0000-0000-0000-000000000000}"/>
          </ac:spMkLst>
        </pc:spChg>
      </pc:sldChg>
      <pc:sldChg chg="addSp delSp modSp mod ord">
        <pc:chgData name="ARUN KARTHIK ." userId="62a047ea-99a3-445a-a127-bd8840139939" providerId="ADAL" clId="{79E7736C-4FFF-4C8C-B152-A19A57C5986D}" dt="2025-03-06T05:52:52.402" v="101"/>
        <pc:sldMkLst>
          <pc:docMk/>
          <pc:sldMk cId="0" sldId="394"/>
        </pc:sldMkLst>
      </pc:sldChg>
      <pc:sldChg chg="modSp add del mod">
        <pc:chgData name="ARUN KARTHIK ." userId="62a047ea-99a3-445a-a127-bd8840139939" providerId="ADAL" clId="{79E7736C-4FFF-4C8C-B152-A19A57C5986D}" dt="2025-03-06T05:52:33.960" v="95" actId="47"/>
        <pc:sldMkLst>
          <pc:docMk/>
          <pc:sldMk cId="1434909737" sldId="395"/>
        </pc:sldMkLst>
      </pc:sldChg>
      <pc:sldChg chg="del">
        <pc:chgData name="ARUN KARTHIK ." userId="62a047ea-99a3-445a-a127-bd8840139939" providerId="ADAL" clId="{79E7736C-4FFF-4C8C-B152-A19A57C5986D}" dt="2025-03-06T05:50:08.292" v="17" actId="47"/>
        <pc:sldMkLst>
          <pc:docMk/>
          <pc:sldMk cId="2599853175" sldId="395"/>
        </pc:sldMkLst>
      </pc:sldChg>
      <pc:sldChg chg="addSp modSp add mod">
        <pc:chgData name="ARUN KARTHIK ." userId="62a047ea-99a3-445a-a127-bd8840139939" providerId="ADAL" clId="{79E7736C-4FFF-4C8C-B152-A19A57C5986D}" dt="2025-03-06T05:54:24.141" v="141" actId="1076"/>
        <pc:sldMkLst>
          <pc:docMk/>
          <pc:sldMk cId="772552657" sldId="396"/>
        </pc:sldMkLst>
      </pc:sldChg>
      <pc:sldChg chg="del">
        <pc:chgData name="ARUN KARTHIK ." userId="62a047ea-99a3-445a-a127-bd8840139939" providerId="ADAL" clId="{79E7736C-4FFF-4C8C-B152-A19A57C5986D}" dt="2025-03-06T05:50:08.292" v="17" actId="47"/>
        <pc:sldMkLst>
          <pc:docMk/>
          <pc:sldMk cId="3735820691" sldId="396"/>
        </pc:sldMkLst>
      </pc:sldChg>
      <pc:sldChg chg="del">
        <pc:chgData name="ARUN KARTHIK ." userId="62a047ea-99a3-445a-a127-bd8840139939" providerId="ADAL" clId="{79E7736C-4FFF-4C8C-B152-A19A57C5986D}" dt="2025-03-06T05:50:08.292" v="17" actId="47"/>
        <pc:sldMkLst>
          <pc:docMk/>
          <pc:sldMk cId="644041959" sldId="397"/>
        </pc:sldMkLst>
      </pc:sldChg>
      <pc:sldChg chg="addSp delSp modSp add mod">
        <pc:chgData name="ARUN KARTHIK ." userId="62a047ea-99a3-445a-a127-bd8840139939" providerId="ADAL" clId="{79E7736C-4FFF-4C8C-B152-A19A57C5986D}" dt="2025-03-06T05:56:34.546" v="181" actId="1076"/>
        <pc:sldMkLst>
          <pc:docMk/>
          <pc:sldMk cId="692834707" sldId="397"/>
        </pc:sldMkLst>
      </pc:sldChg>
      <pc:sldChg chg="addSp delSp modSp add mod">
        <pc:chgData name="ARUN KARTHIK ." userId="62a047ea-99a3-445a-a127-bd8840139939" providerId="ADAL" clId="{79E7736C-4FFF-4C8C-B152-A19A57C5986D}" dt="2025-03-06T05:57:34.278" v="200" actId="1076"/>
        <pc:sldMkLst>
          <pc:docMk/>
          <pc:sldMk cId="1482198516" sldId="398"/>
        </pc:sldMkLst>
      </pc:sldChg>
      <pc:sldChg chg="del">
        <pc:chgData name="ARUN KARTHIK ." userId="62a047ea-99a3-445a-a127-bd8840139939" providerId="ADAL" clId="{79E7736C-4FFF-4C8C-B152-A19A57C5986D}" dt="2025-03-06T05:50:08.292" v="17" actId="47"/>
        <pc:sldMkLst>
          <pc:docMk/>
          <pc:sldMk cId="2064150935" sldId="398"/>
        </pc:sldMkLst>
      </pc:sldChg>
      <pc:sldChg chg="del">
        <pc:chgData name="ARUN KARTHIK ." userId="62a047ea-99a3-445a-a127-bd8840139939" providerId="ADAL" clId="{79E7736C-4FFF-4C8C-B152-A19A57C5986D}" dt="2025-03-06T05:50:08.292" v="17" actId="47"/>
        <pc:sldMkLst>
          <pc:docMk/>
          <pc:sldMk cId="519536905" sldId="399"/>
        </pc:sldMkLst>
      </pc:sldChg>
      <pc:sldChg chg="addSp delSp modSp add mod">
        <pc:chgData name="ARUN KARTHIK ." userId="62a047ea-99a3-445a-a127-bd8840139939" providerId="ADAL" clId="{79E7736C-4FFF-4C8C-B152-A19A57C5986D}" dt="2025-03-06T05:59:03.961" v="239" actId="13926"/>
        <pc:sldMkLst>
          <pc:docMk/>
          <pc:sldMk cId="2244477818" sldId="399"/>
        </pc:sldMkLst>
      </pc:sldChg>
      <pc:sldChg chg="del">
        <pc:chgData name="ARUN KARTHIK ." userId="62a047ea-99a3-445a-a127-bd8840139939" providerId="ADAL" clId="{79E7736C-4FFF-4C8C-B152-A19A57C5986D}" dt="2025-03-06T05:50:08.292" v="17" actId="47"/>
        <pc:sldMkLst>
          <pc:docMk/>
          <pc:sldMk cId="988475666" sldId="400"/>
        </pc:sldMkLst>
      </pc:sldChg>
      <pc:sldChg chg="addSp delSp modSp add mod">
        <pc:chgData name="ARUN KARTHIK ." userId="62a047ea-99a3-445a-a127-bd8840139939" providerId="ADAL" clId="{79E7736C-4FFF-4C8C-B152-A19A57C5986D}" dt="2025-03-06T06:00:58.405" v="280" actId="13926"/>
        <pc:sldMkLst>
          <pc:docMk/>
          <pc:sldMk cId="4292651392" sldId="400"/>
        </pc:sldMkLst>
      </pc:sldChg>
      <pc:sldChg chg="del">
        <pc:chgData name="ARUN KARTHIK ." userId="62a047ea-99a3-445a-a127-bd8840139939" providerId="ADAL" clId="{79E7736C-4FFF-4C8C-B152-A19A57C5986D}" dt="2025-03-06T05:50:08.292" v="17" actId="47"/>
        <pc:sldMkLst>
          <pc:docMk/>
          <pc:sldMk cId="288671766" sldId="401"/>
        </pc:sldMkLst>
      </pc:sldChg>
      <pc:sldChg chg="addSp delSp modSp add mod">
        <pc:chgData name="ARUN KARTHIK ." userId="62a047ea-99a3-445a-a127-bd8840139939" providerId="ADAL" clId="{79E7736C-4FFF-4C8C-B152-A19A57C5986D}" dt="2025-03-06T06:02:31.267" v="316" actId="1076"/>
        <pc:sldMkLst>
          <pc:docMk/>
          <pc:sldMk cId="460102558" sldId="401"/>
        </pc:sldMkLst>
      </pc:sldChg>
      <pc:sldChg chg="del">
        <pc:chgData name="ARUN KARTHIK ." userId="62a047ea-99a3-445a-a127-bd8840139939" providerId="ADAL" clId="{79E7736C-4FFF-4C8C-B152-A19A57C5986D}" dt="2025-03-06T05:50:08.292" v="17" actId="47"/>
        <pc:sldMkLst>
          <pc:docMk/>
          <pc:sldMk cId="1253913914" sldId="402"/>
        </pc:sldMkLst>
      </pc:sldChg>
      <pc:sldChg chg="addSp delSp modSp add mod">
        <pc:chgData name="ARUN KARTHIK ." userId="62a047ea-99a3-445a-a127-bd8840139939" providerId="ADAL" clId="{79E7736C-4FFF-4C8C-B152-A19A57C5986D}" dt="2025-03-06T06:03:09.281" v="329" actId="1076"/>
        <pc:sldMkLst>
          <pc:docMk/>
          <pc:sldMk cId="1428761612" sldId="402"/>
        </pc:sldMkLst>
      </pc:sldChg>
      <pc:sldChg chg="del">
        <pc:chgData name="ARUN KARTHIK ." userId="62a047ea-99a3-445a-a127-bd8840139939" providerId="ADAL" clId="{79E7736C-4FFF-4C8C-B152-A19A57C5986D}" dt="2025-03-06T05:50:08.292" v="17" actId="47"/>
        <pc:sldMkLst>
          <pc:docMk/>
          <pc:sldMk cId="2149166933" sldId="403"/>
        </pc:sldMkLst>
      </pc:sldChg>
      <pc:sldChg chg="addSp delSp modSp add mod">
        <pc:chgData name="ARUN KARTHIK ." userId="62a047ea-99a3-445a-a127-bd8840139939" providerId="ADAL" clId="{79E7736C-4FFF-4C8C-B152-A19A57C5986D}" dt="2025-03-06T06:04:05.475" v="349" actId="1076"/>
        <pc:sldMkLst>
          <pc:docMk/>
          <pc:sldMk cId="3828644106" sldId="403"/>
        </pc:sldMkLst>
      </pc:sldChg>
      <pc:sldChg chg="addSp delSp modSp add mod">
        <pc:chgData name="ARUN KARTHIK ." userId="62a047ea-99a3-445a-a127-bd8840139939" providerId="ADAL" clId="{79E7736C-4FFF-4C8C-B152-A19A57C5986D}" dt="2025-03-06T06:04:56.697" v="367" actId="1076"/>
        <pc:sldMkLst>
          <pc:docMk/>
          <pc:sldMk cId="753442658" sldId="404"/>
        </pc:sldMkLst>
      </pc:sldChg>
      <pc:sldChg chg="del">
        <pc:chgData name="ARUN KARTHIK ." userId="62a047ea-99a3-445a-a127-bd8840139939" providerId="ADAL" clId="{79E7736C-4FFF-4C8C-B152-A19A57C5986D}" dt="2025-03-06T05:50:08.292" v="17" actId="47"/>
        <pc:sldMkLst>
          <pc:docMk/>
          <pc:sldMk cId="1398714479" sldId="404"/>
        </pc:sldMkLst>
      </pc:sldChg>
      <pc:sldChg chg="del">
        <pc:chgData name="ARUN KARTHIK ." userId="62a047ea-99a3-445a-a127-bd8840139939" providerId="ADAL" clId="{79E7736C-4FFF-4C8C-B152-A19A57C5986D}" dt="2025-03-06T05:50:08.292" v="17" actId="47"/>
        <pc:sldMkLst>
          <pc:docMk/>
          <pc:sldMk cId="2935241697" sldId="405"/>
        </pc:sldMkLst>
      </pc:sldChg>
      <pc:sldChg chg="addSp delSp modSp add mod">
        <pc:chgData name="ARUN KARTHIK ." userId="62a047ea-99a3-445a-a127-bd8840139939" providerId="ADAL" clId="{79E7736C-4FFF-4C8C-B152-A19A57C5986D}" dt="2025-03-06T06:06:42.815" v="399" actId="1076"/>
        <pc:sldMkLst>
          <pc:docMk/>
          <pc:sldMk cId="3714684351" sldId="405"/>
        </pc:sldMkLst>
      </pc:sldChg>
      <pc:sldChg chg="del">
        <pc:chgData name="ARUN KARTHIK ." userId="62a047ea-99a3-445a-a127-bd8840139939" providerId="ADAL" clId="{79E7736C-4FFF-4C8C-B152-A19A57C5986D}" dt="2025-03-06T05:50:08.292" v="17" actId="47"/>
        <pc:sldMkLst>
          <pc:docMk/>
          <pc:sldMk cId="3107062026" sldId="406"/>
        </pc:sldMkLst>
      </pc:sldChg>
      <pc:sldChg chg="modSp add mod">
        <pc:chgData name="ARUN KARTHIK ." userId="62a047ea-99a3-445a-a127-bd8840139939" providerId="ADAL" clId="{79E7736C-4FFF-4C8C-B152-A19A57C5986D}" dt="2025-03-06T06:07:01.447" v="405" actId="1076"/>
        <pc:sldMkLst>
          <pc:docMk/>
          <pc:sldMk cId="3139437167" sldId="406"/>
        </pc:sldMkLst>
      </pc:sldChg>
      <pc:sldChg chg="addSp delSp modSp add mod">
        <pc:chgData name="ARUN KARTHIK ." userId="62a047ea-99a3-445a-a127-bd8840139939" providerId="ADAL" clId="{79E7736C-4FFF-4C8C-B152-A19A57C5986D}" dt="2025-03-06T06:08:50.161" v="444" actId="1076"/>
        <pc:sldMkLst>
          <pc:docMk/>
          <pc:sldMk cId="3222393930" sldId="407"/>
        </pc:sldMkLst>
      </pc:sldChg>
      <pc:sldChg chg="del">
        <pc:chgData name="ARUN KARTHIK ." userId="62a047ea-99a3-445a-a127-bd8840139939" providerId="ADAL" clId="{79E7736C-4FFF-4C8C-B152-A19A57C5986D}" dt="2025-03-06T05:50:08.292" v="17" actId="47"/>
        <pc:sldMkLst>
          <pc:docMk/>
          <pc:sldMk cId="3732477868" sldId="407"/>
        </pc:sldMkLst>
      </pc:sldChg>
      <pc:sldChg chg="del">
        <pc:chgData name="ARUN KARTHIK ." userId="62a047ea-99a3-445a-a127-bd8840139939" providerId="ADAL" clId="{79E7736C-4FFF-4C8C-B152-A19A57C5986D}" dt="2025-03-06T05:50:08.292" v="17" actId="47"/>
        <pc:sldMkLst>
          <pc:docMk/>
          <pc:sldMk cId="429783308" sldId="408"/>
        </pc:sldMkLst>
      </pc:sldChg>
      <pc:sldChg chg="addSp delSp modSp add mod">
        <pc:chgData name="ARUN KARTHIK ." userId="62a047ea-99a3-445a-a127-bd8840139939" providerId="ADAL" clId="{79E7736C-4FFF-4C8C-B152-A19A57C5986D}" dt="2025-03-06T06:14:46.441" v="567" actId="1076"/>
        <pc:sldMkLst>
          <pc:docMk/>
          <pc:sldMk cId="2108258526" sldId="408"/>
        </pc:sldMkLst>
      </pc:sldChg>
      <pc:sldChg chg="addSp delSp modSp add mod">
        <pc:chgData name="ARUN KARTHIK ." userId="62a047ea-99a3-445a-a127-bd8840139939" providerId="ADAL" clId="{79E7736C-4FFF-4C8C-B152-A19A57C5986D}" dt="2025-03-06T06:17:01.990" v="630" actId="20577"/>
        <pc:sldMkLst>
          <pc:docMk/>
          <pc:sldMk cId="41180623" sldId="409"/>
        </pc:sldMkLst>
      </pc:sldChg>
      <pc:sldChg chg="del">
        <pc:chgData name="ARUN KARTHIK ." userId="62a047ea-99a3-445a-a127-bd8840139939" providerId="ADAL" clId="{79E7736C-4FFF-4C8C-B152-A19A57C5986D}" dt="2025-03-06T05:50:08.292" v="17" actId="47"/>
        <pc:sldMkLst>
          <pc:docMk/>
          <pc:sldMk cId="1634000648" sldId="409"/>
        </pc:sldMkLst>
      </pc:sldChg>
      <pc:sldChg chg="modSp add mod ord">
        <pc:chgData name="ARUN KARTHIK ." userId="62a047ea-99a3-445a-a127-bd8840139939" providerId="ADAL" clId="{79E7736C-4FFF-4C8C-B152-A19A57C5986D}" dt="2025-03-06T06:16:58.376" v="623"/>
        <pc:sldMkLst>
          <pc:docMk/>
          <pc:sldMk cId="1977889693" sldId="410"/>
        </pc:sldMkLst>
      </pc:sldChg>
      <pc:sldChg chg="del">
        <pc:chgData name="ARUN KARTHIK ." userId="62a047ea-99a3-445a-a127-bd8840139939" providerId="ADAL" clId="{79E7736C-4FFF-4C8C-B152-A19A57C5986D}" dt="2025-03-06T05:50:08.292" v="17" actId="47"/>
        <pc:sldMkLst>
          <pc:docMk/>
          <pc:sldMk cId="3409473927" sldId="410"/>
        </pc:sldMkLst>
      </pc:sldChg>
      <pc:sldChg chg="del">
        <pc:chgData name="ARUN KARTHIK ." userId="62a047ea-99a3-445a-a127-bd8840139939" providerId="ADAL" clId="{79E7736C-4FFF-4C8C-B152-A19A57C5986D}" dt="2025-03-06T05:50:08.292" v="17" actId="47"/>
        <pc:sldMkLst>
          <pc:docMk/>
          <pc:sldMk cId="60643848" sldId="411"/>
        </pc:sldMkLst>
      </pc:sldChg>
      <pc:sldChg chg="addSp modSp add del mod">
        <pc:chgData name="ARUN KARTHIK ." userId="62a047ea-99a3-445a-a127-bd8840139939" providerId="ADAL" clId="{79E7736C-4FFF-4C8C-B152-A19A57C5986D}" dt="2025-03-06T06:19:19.973" v="649" actId="47"/>
        <pc:sldMkLst>
          <pc:docMk/>
          <pc:sldMk cId="2135886294" sldId="411"/>
        </pc:sldMkLst>
      </pc:sldChg>
      <pc:sldChg chg="addSp modSp add mod">
        <pc:chgData name="ARUN KARTHIK ." userId="62a047ea-99a3-445a-a127-bd8840139939" providerId="ADAL" clId="{79E7736C-4FFF-4C8C-B152-A19A57C5986D}" dt="2025-03-06T06:20:41.610" v="689"/>
        <pc:sldMkLst>
          <pc:docMk/>
          <pc:sldMk cId="1323953729" sldId="412"/>
        </pc:sldMkLst>
      </pc:sldChg>
      <pc:sldChg chg="del">
        <pc:chgData name="ARUN KARTHIK ." userId="62a047ea-99a3-445a-a127-bd8840139939" providerId="ADAL" clId="{79E7736C-4FFF-4C8C-B152-A19A57C5986D}" dt="2025-03-06T05:50:08.292" v="17" actId="47"/>
        <pc:sldMkLst>
          <pc:docMk/>
          <pc:sldMk cId="4224753896" sldId="412"/>
        </pc:sldMkLst>
      </pc:sldChg>
      <pc:sldChg chg="addSp delSp modSp add mod modClrScheme chgLayout">
        <pc:chgData name="ARUN KARTHIK ." userId="62a047ea-99a3-445a-a127-bd8840139939" providerId="ADAL" clId="{79E7736C-4FFF-4C8C-B152-A19A57C5986D}" dt="2025-03-06T06:22:30.373" v="703" actId="1076"/>
        <pc:sldMkLst>
          <pc:docMk/>
          <pc:sldMk cId="292445159" sldId="413"/>
        </pc:sldMkLst>
      </pc:sldChg>
      <pc:sldChg chg="del">
        <pc:chgData name="ARUN KARTHIK ." userId="62a047ea-99a3-445a-a127-bd8840139939" providerId="ADAL" clId="{79E7736C-4FFF-4C8C-B152-A19A57C5986D}" dt="2025-03-06T05:50:08.292" v="17" actId="47"/>
        <pc:sldMkLst>
          <pc:docMk/>
          <pc:sldMk cId="4037103828" sldId="413"/>
        </pc:sldMkLst>
      </pc:sldChg>
      <pc:sldChg chg="del">
        <pc:chgData name="ARUN KARTHIK ." userId="62a047ea-99a3-445a-a127-bd8840139939" providerId="ADAL" clId="{79E7736C-4FFF-4C8C-B152-A19A57C5986D}" dt="2025-03-06T05:50:08.292" v="17" actId="47"/>
        <pc:sldMkLst>
          <pc:docMk/>
          <pc:sldMk cId="1207635534" sldId="414"/>
        </pc:sldMkLst>
      </pc:sldChg>
      <pc:sldChg chg="del">
        <pc:chgData name="ARUN KARTHIK ." userId="62a047ea-99a3-445a-a127-bd8840139939" providerId="ADAL" clId="{79E7736C-4FFF-4C8C-B152-A19A57C5986D}" dt="2025-03-06T05:50:08.292" v="17" actId="47"/>
        <pc:sldMkLst>
          <pc:docMk/>
          <pc:sldMk cId="3115112427" sldId="415"/>
        </pc:sldMkLst>
      </pc:sldChg>
      <pc:sldChg chg="del">
        <pc:chgData name="ARUN KARTHIK ." userId="62a047ea-99a3-445a-a127-bd8840139939" providerId="ADAL" clId="{79E7736C-4FFF-4C8C-B152-A19A57C5986D}" dt="2025-03-06T05:50:08.292" v="17" actId="47"/>
        <pc:sldMkLst>
          <pc:docMk/>
          <pc:sldMk cId="3722966818" sldId="416"/>
        </pc:sldMkLst>
      </pc:sldChg>
      <pc:sldChg chg="del">
        <pc:chgData name="ARUN KARTHIK ." userId="62a047ea-99a3-445a-a127-bd8840139939" providerId="ADAL" clId="{79E7736C-4FFF-4C8C-B152-A19A57C5986D}" dt="2025-03-06T05:50:08.292" v="17" actId="47"/>
        <pc:sldMkLst>
          <pc:docMk/>
          <pc:sldMk cId="191533592" sldId="417"/>
        </pc:sldMkLst>
      </pc:sldChg>
      <pc:sldChg chg="del">
        <pc:chgData name="ARUN KARTHIK ." userId="62a047ea-99a3-445a-a127-bd8840139939" providerId="ADAL" clId="{79E7736C-4FFF-4C8C-B152-A19A57C5986D}" dt="2025-03-06T05:50:08.292" v="17" actId="47"/>
        <pc:sldMkLst>
          <pc:docMk/>
          <pc:sldMk cId="3751449712" sldId="418"/>
        </pc:sldMkLst>
      </pc:sldChg>
      <pc:sldChg chg="del">
        <pc:chgData name="ARUN KARTHIK ." userId="62a047ea-99a3-445a-a127-bd8840139939" providerId="ADAL" clId="{79E7736C-4FFF-4C8C-B152-A19A57C5986D}" dt="2025-03-06T05:50:08.292" v="17" actId="47"/>
        <pc:sldMkLst>
          <pc:docMk/>
          <pc:sldMk cId="1012608781" sldId="419"/>
        </pc:sldMkLst>
      </pc:sldChg>
    </pc:docChg>
  </pc:docChgLst>
  <pc:docChgLst>
    <pc:chgData name="ARUN KARTHIK ." userId="62a047ea-99a3-445a-a127-bd8840139939" providerId="ADAL" clId="{B117A5F2-1886-4A68-8A2E-C944BB049D49}"/>
    <pc:docChg chg="undo custSel addSld delSld modSld">
      <pc:chgData name="ARUN KARTHIK ." userId="62a047ea-99a3-445a-a127-bd8840139939" providerId="ADAL" clId="{B117A5F2-1886-4A68-8A2E-C944BB049D49}" dt="2024-08-03T06:04:28.543" v="57"/>
      <pc:docMkLst>
        <pc:docMk/>
      </pc:docMkLst>
      <pc:sldChg chg="modSp mod">
        <pc:chgData name="ARUN KARTHIK ." userId="62a047ea-99a3-445a-a127-bd8840139939" providerId="ADAL" clId="{B117A5F2-1886-4A68-8A2E-C944BB049D49}" dt="2024-08-03T06:02:08.630" v="30" actId="20577"/>
        <pc:sldMkLst>
          <pc:docMk/>
          <pc:sldMk cId="2487991735" sldId="256"/>
        </pc:sldMkLst>
      </pc:sldChg>
      <pc:sldChg chg="add">
        <pc:chgData name="ARUN KARTHIK ." userId="62a047ea-99a3-445a-a127-bd8840139939" providerId="ADAL" clId="{B117A5F2-1886-4A68-8A2E-C944BB049D49}" dt="2024-08-03T06:04:28.543" v="57"/>
        <pc:sldMkLst>
          <pc:docMk/>
          <pc:sldMk cId="0" sldId="260"/>
        </pc:sldMkLst>
      </pc:sldChg>
      <pc:sldChg chg="add del">
        <pc:chgData name="ARUN KARTHIK ." userId="62a047ea-99a3-445a-a127-bd8840139939" providerId="ADAL" clId="{B117A5F2-1886-4A68-8A2E-C944BB049D49}" dt="2024-08-03T06:04:28.543" v="57"/>
        <pc:sldMkLst>
          <pc:docMk/>
          <pc:sldMk cId="0" sldId="261"/>
        </pc:sldMkLst>
      </pc:sldChg>
      <pc:sldChg chg="add del">
        <pc:chgData name="ARUN KARTHIK ." userId="62a047ea-99a3-445a-a127-bd8840139939" providerId="ADAL" clId="{B117A5F2-1886-4A68-8A2E-C944BB049D49}" dt="2024-08-03T06:04:28.543" v="57"/>
        <pc:sldMkLst>
          <pc:docMk/>
          <pc:sldMk cId="0" sldId="262"/>
        </pc:sldMkLst>
      </pc:sldChg>
      <pc:sldChg chg="add del">
        <pc:chgData name="ARUN KARTHIK ." userId="62a047ea-99a3-445a-a127-bd8840139939" providerId="ADAL" clId="{B117A5F2-1886-4A68-8A2E-C944BB049D49}" dt="2024-08-03T06:04:28.543" v="57"/>
        <pc:sldMkLst>
          <pc:docMk/>
          <pc:sldMk cId="0" sldId="263"/>
        </pc:sldMkLst>
      </pc:sldChg>
      <pc:sldChg chg="add del">
        <pc:chgData name="ARUN KARTHIK ." userId="62a047ea-99a3-445a-a127-bd8840139939" providerId="ADAL" clId="{B117A5F2-1886-4A68-8A2E-C944BB049D49}" dt="2024-08-03T06:04:28.543" v="57"/>
        <pc:sldMkLst>
          <pc:docMk/>
          <pc:sldMk cId="0" sldId="264"/>
        </pc:sldMkLst>
      </pc:sldChg>
      <pc:sldChg chg="add del">
        <pc:chgData name="ARUN KARTHIK ." userId="62a047ea-99a3-445a-a127-bd8840139939" providerId="ADAL" clId="{B117A5F2-1886-4A68-8A2E-C944BB049D49}" dt="2024-08-03T06:04:28.543" v="57"/>
        <pc:sldMkLst>
          <pc:docMk/>
          <pc:sldMk cId="0" sldId="265"/>
        </pc:sldMkLst>
      </pc:sldChg>
      <pc:sldChg chg="add del">
        <pc:chgData name="ARUN KARTHIK ." userId="62a047ea-99a3-445a-a127-bd8840139939" providerId="ADAL" clId="{B117A5F2-1886-4A68-8A2E-C944BB049D49}" dt="2024-08-03T06:04:28.543" v="57"/>
        <pc:sldMkLst>
          <pc:docMk/>
          <pc:sldMk cId="0" sldId="266"/>
        </pc:sldMkLst>
      </pc:sldChg>
      <pc:sldChg chg="add">
        <pc:chgData name="ARUN KARTHIK ." userId="62a047ea-99a3-445a-a127-bd8840139939" providerId="ADAL" clId="{B117A5F2-1886-4A68-8A2E-C944BB049D49}" dt="2024-08-03T06:04:28.543" v="57"/>
        <pc:sldMkLst>
          <pc:docMk/>
          <pc:sldMk cId="0" sldId="267"/>
        </pc:sldMkLst>
      </pc:sldChg>
      <pc:sldChg chg="add">
        <pc:chgData name="ARUN KARTHIK ." userId="62a047ea-99a3-445a-a127-bd8840139939" providerId="ADAL" clId="{B117A5F2-1886-4A68-8A2E-C944BB049D49}" dt="2024-08-03T06:04:28.543" v="57"/>
        <pc:sldMkLst>
          <pc:docMk/>
          <pc:sldMk cId="0" sldId="268"/>
        </pc:sldMkLst>
      </pc:sldChg>
      <pc:sldChg chg="add">
        <pc:chgData name="ARUN KARTHIK ." userId="62a047ea-99a3-445a-a127-bd8840139939" providerId="ADAL" clId="{B117A5F2-1886-4A68-8A2E-C944BB049D49}" dt="2024-08-03T06:04:28.543" v="57"/>
        <pc:sldMkLst>
          <pc:docMk/>
          <pc:sldMk cId="0" sldId="269"/>
        </pc:sldMkLst>
      </pc:sldChg>
      <pc:sldChg chg="add">
        <pc:chgData name="ARUN KARTHIK ." userId="62a047ea-99a3-445a-a127-bd8840139939" providerId="ADAL" clId="{B117A5F2-1886-4A68-8A2E-C944BB049D49}" dt="2024-08-03T06:04:28.543" v="57"/>
        <pc:sldMkLst>
          <pc:docMk/>
          <pc:sldMk cId="0" sldId="270"/>
        </pc:sldMkLst>
      </pc:sldChg>
      <pc:sldChg chg="add">
        <pc:chgData name="ARUN KARTHIK ." userId="62a047ea-99a3-445a-a127-bd8840139939" providerId="ADAL" clId="{B117A5F2-1886-4A68-8A2E-C944BB049D49}" dt="2024-08-03T06:04:28.543" v="57"/>
        <pc:sldMkLst>
          <pc:docMk/>
          <pc:sldMk cId="0" sldId="271"/>
        </pc:sldMkLst>
      </pc:sldChg>
      <pc:sldChg chg="add">
        <pc:chgData name="ARUN KARTHIK ." userId="62a047ea-99a3-445a-a127-bd8840139939" providerId="ADAL" clId="{B117A5F2-1886-4A68-8A2E-C944BB049D49}" dt="2024-08-03T06:04:28.543" v="57"/>
        <pc:sldMkLst>
          <pc:docMk/>
          <pc:sldMk cId="0" sldId="272"/>
        </pc:sldMkLst>
      </pc:sldChg>
      <pc:sldChg chg="add">
        <pc:chgData name="ARUN KARTHIK ." userId="62a047ea-99a3-445a-a127-bd8840139939" providerId="ADAL" clId="{B117A5F2-1886-4A68-8A2E-C944BB049D49}" dt="2024-08-03T06:04:28.543" v="57"/>
        <pc:sldMkLst>
          <pc:docMk/>
          <pc:sldMk cId="0" sldId="273"/>
        </pc:sldMkLst>
      </pc:sldChg>
      <pc:sldChg chg="add">
        <pc:chgData name="ARUN KARTHIK ." userId="62a047ea-99a3-445a-a127-bd8840139939" providerId="ADAL" clId="{B117A5F2-1886-4A68-8A2E-C944BB049D49}" dt="2024-08-03T06:04:28.543" v="57"/>
        <pc:sldMkLst>
          <pc:docMk/>
          <pc:sldMk cId="0" sldId="274"/>
        </pc:sldMkLst>
      </pc:sldChg>
      <pc:sldChg chg="add">
        <pc:chgData name="ARUN KARTHIK ." userId="62a047ea-99a3-445a-a127-bd8840139939" providerId="ADAL" clId="{B117A5F2-1886-4A68-8A2E-C944BB049D49}" dt="2024-08-03T06:04:28.543" v="57"/>
        <pc:sldMkLst>
          <pc:docMk/>
          <pc:sldMk cId="0" sldId="275"/>
        </pc:sldMkLst>
      </pc:sldChg>
      <pc:sldChg chg="add">
        <pc:chgData name="ARUN KARTHIK ." userId="62a047ea-99a3-445a-a127-bd8840139939" providerId="ADAL" clId="{B117A5F2-1886-4A68-8A2E-C944BB049D49}" dt="2024-08-03T06:04:28.543" v="57"/>
        <pc:sldMkLst>
          <pc:docMk/>
          <pc:sldMk cId="0" sldId="276"/>
        </pc:sldMkLst>
      </pc:sldChg>
      <pc:sldChg chg="add">
        <pc:chgData name="ARUN KARTHIK ." userId="62a047ea-99a3-445a-a127-bd8840139939" providerId="ADAL" clId="{B117A5F2-1886-4A68-8A2E-C944BB049D49}" dt="2024-08-03T06:04:28.543" v="57"/>
        <pc:sldMkLst>
          <pc:docMk/>
          <pc:sldMk cId="0" sldId="277"/>
        </pc:sldMkLst>
      </pc:sldChg>
      <pc:sldChg chg="add">
        <pc:chgData name="ARUN KARTHIK ." userId="62a047ea-99a3-445a-a127-bd8840139939" providerId="ADAL" clId="{B117A5F2-1886-4A68-8A2E-C944BB049D49}" dt="2024-08-03T06:04:28.543" v="57"/>
        <pc:sldMkLst>
          <pc:docMk/>
          <pc:sldMk cId="0" sldId="278"/>
        </pc:sldMkLst>
      </pc:sldChg>
      <pc:sldChg chg="add">
        <pc:chgData name="ARUN KARTHIK ." userId="62a047ea-99a3-445a-a127-bd8840139939" providerId="ADAL" clId="{B117A5F2-1886-4A68-8A2E-C944BB049D49}" dt="2024-08-03T06:04:28.543" v="57"/>
        <pc:sldMkLst>
          <pc:docMk/>
          <pc:sldMk cId="0" sldId="279"/>
        </pc:sldMkLst>
      </pc:sldChg>
      <pc:sldChg chg="add">
        <pc:chgData name="ARUN KARTHIK ." userId="62a047ea-99a3-445a-a127-bd8840139939" providerId="ADAL" clId="{B117A5F2-1886-4A68-8A2E-C944BB049D49}" dt="2024-08-03T06:04:28.543" v="57"/>
        <pc:sldMkLst>
          <pc:docMk/>
          <pc:sldMk cId="0" sldId="280"/>
        </pc:sldMkLst>
      </pc:sldChg>
      <pc:sldChg chg="add">
        <pc:chgData name="ARUN KARTHIK ." userId="62a047ea-99a3-445a-a127-bd8840139939" providerId="ADAL" clId="{B117A5F2-1886-4A68-8A2E-C944BB049D49}" dt="2024-08-03T06:04:28.543" v="57"/>
        <pc:sldMkLst>
          <pc:docMk/>
          <pc:sldMk cId="0" sldId="281"/>
        </pc:sldMkLst>
      </pc:sldChg>
      <pc:sldChg chg="add">
        <pc:chgData name="ARUN KARTHIK ." userId="62a047ea-99a3-445a-a127-bd8840139939" providerId="ADAL" clId="{B117A5F2-1886-4A68-8A2E-C944BB049D49}" dt="2024-08-03T06:04:28.543" v="57"/>
        <pc:sldMkLst>
          <pc:docMk/>
          <pc:sldMk cId="0" sldId="282"/>
        </pc:sldMkLst>
      </pc:sldChg>
      <pc:sldChg chg="add">
        <pc:chgData name="ARUN KARTHIK ." userId="62a047ea-99a3-445a-a127-bd8840139939" providerId="ADAL" clId="{B117A5F2-1886-4A68-8A2E-C944BB049D49}" dt="2024-08-03T06:04:28.543" v="57"/>
        <pc:sldMkLst>
          <pc:docMk/>
          <pc:sldMk cId="0" sldId="283"/>
        </pc:sldMkLst>
      </pc:sldChg>
      <pc:sldChg chg="add">
        <pc:chgData name="ARUN KARTHIK ." userId="62a047ea-99a3-445a-a127-bd8840139939" providerId="ADAL" clId="{B117A5F2-1886-4A68-8A2E-C944BB049D49}" dt="2024-08-03T06:04:28.543" v="57"/>
        <pc:sldMkLst>
          <pc:docMk/>
          <pc:sldMk cId="0" sldId="284"/>
        </pc:sldMkLst>
      </pc:sldChg>
      <pc:sldChg chg="add">
        <pc:chgData name="ARUN KARTHIK ." userId="62a047ea-99a3-445a-a127-bd8840139939" providerId="ADAL" clId="{B117A5F2-1886-4A68-8A2E-C944BB049D49}" dt="2024-08-03T06:04:28.543" v="57"/>
        <pc:sldMkLst>
          <pc:docMk/>
          <pc:sldMk cId="0" sldId="285"/>
        </pc:sldMkLst>
      </pc:sldChg>
      <pc:sldChg chg="add">
        <pc:chgData name="ARUN KARTHIK ." userId="62a047ea-99a3-445a-a127-bd8840139939" providerId="ADAL" clId="{B117A5F2-1886-4A68-8A2E-C944BB049D49}" dt="2024-08-03T06:04:28.543" v="57"/>
        <pc:sldMkLst>
          <pc:docMk/>
          <pc:sldMk cId="0" sldId="286"/>
        </pc:sldMkLst>
      </pc:sldChg>
      <pc:sldChg chg="addSp delSp modSp mod">
        <pc:chgData name="ARUN KARTHIK ." userId="62a047ea-99a3-445a-a127-bd8840139939" providerId="ADAL" clId="{B117A5F2-1886-4A68-8A2E-C944BB049D49}" dt="2024-08-03T06:03:53.245" v="56" actId="1076"/>
        <pc:sldMkLst>
          <pc:docMk/>
          <pc:sldMk cId="4252618562" sldId="2147472361"/>
        </pc:sldMkLst>
      </pc:sldChg>
      <pc:sldChg chg="del">
        <pc:chgData name="ARUN KARTHIK ." userId="62a047ea-99a3-445a-a127-bd8840139939" providerId="ADAL" clId="{B117A5F2-1886-4A68-8A2E-C944BB049D49}" dt="2024-08-03T06:02:10.649" v="31" actId="47"/>
        <pc:sldMkLst>
          <pc:docMk/>
          <pc:sldMk cId="2476927650" sldId="2147472363"/>
        </pc:sldMkLst>
      </pc:sldChg>
      <pc:sldChg chg="del">
        <pc:chgData name="ARUN KARTHIK ." userId="62a047ea-99a3-445a-a127-bd8840139939" providerId="ADAL" clId="{B117A5F2-1886-4A68-8A2E-C944BB049D49}" dt="2024-08-03T06:02:10.857" v="32" actId="47"/>
        <pc:sldMkLst>
          <pc:docMk/>
          <pc:sldMk cId="22200761" sldId="2147472364"/>
        </pc:sldMkLst>
      </pc:sldChg>
      <pc:sldChg chg="delSp del mod">
        <pc:chgData name="ARUN KARTHIK ." userId="62a047ea-99a3-445a-a127-bd8840139939" providerId="ADAL" clId="{B117A5F2-1886-4A68-8A2E-C944BB049D49}" dt="2024-08-03T06:03:04.752" v="52" actId="47"/>
        <pc:sldMkLst>
          <pc:docMk/>
          <pc:sldMk cId="410898500" sldId="2147472365"/>
        </pc:sldMkLst>
      </pc:sldChg>
      <pc:sldChg chg="del">
        <pc:chgData name="ARUN KARTHIK ." userId="62a047ea-99a3-445a-a127-bd8840139939" providerId="ADAL" clId="{B117A5F2-1886-4A68-8A2E-C944BB049D49}" dt="2024-08-03T06:02:12.141" v="39" actId="47"/>
        <pc:sldMkLst>
          <pc:docMk/>
          <pc:sldMk cId="3543518052" sldId="2147472366"/>
        </pc:sldMkLst>
      </pc:sldChg>
      <pc:sldChg chg="del">
        <pc:chgData name="ARUN KARTHIK ." userId="62a047ea-99a3-445a-a127-bd8840139939" providerId="ADAL" clId="{B117A5F2-1886-4A68-8A2E-C944BB049D49}" dt="2024-08-03T06:02:11.217" v="33" actId="47"/>
        <pc:sldMkLst>
          <pc:docMk/>
          <pc:sldMk cId="4102070013" sldId="2147472367"/>
        </pc:sldMkLst>
      </pc:sldChg>
      <pc:sldChg chg="del">
        <pc:chgData name="ARUN KARTHIK ." userId="62a047ea-99a3-445a-a127-bd8840139939" providerId="ADAL" clId="{B117A5F2-1886-4A68-8A2E-C944BB049D49}" dt="2024-08-03T06:02:11.581" v="35" actId="47"/>
        <pc:sldMkLst>
          <pc:docMk/>
          <pc:sldMk cId="3553816635" sldId="2147472368"/>
        </pc:sldMkLst>
      </pc:sldChg>
      <pc:sldChg chg="del">
        <pc:chgData name="ARUN KARTHIK ." userId="62a047ea-99a3-445a-a127-bd8840139939" providerId="ADAL" clId="{B117A5F2-1886-4A68-8A2E-C944BB049D49}" dt="2024-08-03T06:02:11.627" v="36" actId="47"/>
        <pc:sldMkLst>
          <pc:docMk/>
          <pc:sldMk cId="3141558004" sldId="2147472369"/>
        </pc:sldMkLst>
      </pc:sldChg>
      <pc:sldChg chg="del">
        <pc:chgData name="ARUN KARTHIK ." userId="62a047ea-99a3-445a-a127-bd8840139939" providerId="ADAL" clId="{B117A5F2-1886-4A68-8A2E-C944BB049D49}" dt="2024-08-03T06:02:11.279" v="34" actId="47"/>
        <pc:sldMkLst>
          <pc:docMk/>
          <pc:sldMk cId="1472615096" sldId="2147472370"/>
        </pc:sldMkLst>
      </pc:sldChg>
      <pc:sldChg chg="del">
        <pc:chgData name="ARUN KARTHIK ." userId="62a047ea-99a3-445a-a127-bd8840139939" providerId="ADAL" clId="{B117A5F2-1886-4A68-8A2E-C944BB049D49}" dt="2024-08-03T06:02:11.823" v="37" actId="47"/>
        <pc:sldMkLst>
          <pc:docMk/>
          <pc:sldMk cId="1401197912" sldId="2147472371"/>
        </pc:sldMkLst>
      </pc:sldChg>
      <pc:sldChg chg="del">
        <pc:chgData name="ARUN KARTHIK ." userId="62a047ea-99a3-445a-a127-bd8840139939" providerId="ADAL" clId="{B117A5F2-1886-4A68-8A2E-C944BB049D49}" dt="2024-08-03T06:02:12.749" v="42" actId="47"/>
        <pc:sldMkLst>
          <pc:docMk/>
          <pc:sldMk cId="3125410914" sldId="2147472372"/>
        </pc:sldMkLst>
      </pc:sldChg>
      <pc:sldChg chg="del">
        <pc:chgData name="ARUN KARTHIK ." userId="62a047ea-99a3-445a-a127-bd8840139939" providerId="ADAL" clId="{B117A5F2-1886-4A68-8A2E-C944BB049D49}" dt="2024-08-03T06:02:12.953" v="43" actId="47"/>
        <pc:sldMkLst>
          <pc:docMk/>
          <pc:sldMk cId="2428253262" sldId="2147472373"/>
        </pc:sldMkLst>
      </pc:sldChg>
      <pc:sldChg chg="del">
        <pc:chgData name="ARUN KARTHIK ." userId="62a047ea-99a3-445a-a127-bd8840139939" providerId="ADAL" clId="{B117A5F2-1886-4A68-8A2E-C944BB049D49}" dt="2024-08-03T06:02:13.149" v="44" actId="47"/>
        <pc:sldMkLst>
          <pc:docMk/>
          <pc:sldMk cId="2481192230" sldId="2147472374"/>
        </pc:sldMkLst>
      </pc:sldChg>
      <pc:sldChg chg="del">
        <pc:chgData name="ARUN KARTHIK ." userId="62a047ea-99a3-445a-a127-bd8840139939" providerId="ADAL" clId="{B117A5F2-1886-4A68-8A2E-C944BB049D49}" dt="2024-08-03T06:02:13.335" v="45" actId="47"/>
        <pc:sldMkLst>
          <pc:docMk/>
          <pc:sldMk cId="2449063953" sldId="2147472375"/>
        </pc:sldMkLst>
      </pc:sldChg>
      <pc:sldChg chg="del">
        <pc:chgData name="ARUN KARTHIK ." userId="62a047ea-99a3-445a-a127-bd8840139939" providerId="ADAL" clId="{B117A5F2-1886-4A68-8A2E-C944BB049D49}" dt="2024-08-03T06:02:13.542" v="46" actId="47"/>
        <pc:sldMkLst>
          <pc:docMk/>
          <pc:sldMk cId="920283376" sldId="2147472376"/>
        </pc:sldMkLst>
      </pc:sldChg>
      <pc:sldChg chg="del">
        <pc:chgData name="ARUN KARTHIK ." userId="62a047ea-99a3-445a-a127-bd8840139939" providerId="ADAL" clId="{B117A5F2-1886-4A68-8A2E-C944BB049D49}" dt="2024-08-03T06:02:13.946" v="48" actId="47"/>
        <pc:sldMkLst>
          <pc:docMk/>
          <pc:sldMk cId="3357857050" sldId="2147472377"/>
        </pc:sldMkLst>
      </pc:sldChg>
    </pc:docChg>
  </pc:docChgLst>
  <pc:docChgLst>
    <pc:chgData name="ARUN KARTHIK ." userId="62a047ea-99a3-445a-a127-bd8840139939" providerId="ADAL" clId="{D50F7561-2D8F-499F-8332-E49499F0755B}"/>
    <pc:docChg chg="undo custSel addSld delSld modSld sldOrd">
      <pc:chgData name="ARUN KARTHIK ." userId="62a047ea-99a3-445a-a127-bd8840139939" providerId="ADAL" clId="{D50F7561-2D8F-499F-8332-E49499F0755B}" dt="2025-03-06T07:20:51.462" v="722" actId="20577"/>
      <pc:docMkLst>
        <pc:docMk/>
      </pc:docMkLst>
      <pc:sldChg chg="modSp mod">
        <pc:chgData name="ARUN KARTHIK ." userId="62a047ea-99a3-445a-a127-bd8840139939" providerId="ADAL" clId="{D50F7561-2D8F-499F-8332-E49499F0755B}" dt="2025-03-06T06:33:49.594" v="28" actId="20577"/>
        <pc:sldMkLst>
          <pc:docMk/>
          <pc:sldMk cId="0" sldId="262"/>
        </pc:sldMkLst>
        <pc:spChg chg="mod">
          <ac:chgData name="ARUN KARTHIK ." userId="62a047ea-99a3-445a-a127-bd8840139939" providerId="ADAL" clId="{D50F7561-2D8F-499F-8332-E49499F0755B}" dt="2025-03-06T06:33:49.594" v="28" actId="20577"/>
          <ac:spMkLst>
            <pc:docMk/>
            <pc:sldMk cId="0" sldId="262"/>
            <ac:spMk id="3" creationId="{00000000-0000-0000-0000-000000000000}"/>
          </ac:spMkLst>
        </pc:spChg>
      </pc:sldChg>
      <pc:sldChg chg="addSp modSp mod">
        <pc:chgData name="ARUN KARTHIK ." userId="62a047ea-99a3-445a-a127-bd8840139939" providerId="ADAL" clId="{D50F7561-2D8F-499F-8332-E49499F0755B}" dt="2025-03-06T06:35:27.625" v="62" actId="20577"/>
        <pc:sldMkLst>
          <pc:docMk/>
          <pc:sldMk cId="0" sldId="394"/>
        </pc:sldMkLst>
      </pc:sldChg>
      <pc:sldChg chg="addSp modSp add mod">
        <pc:chgData name="ARUN KARTHIK ." userId="62a047ea-99a3-445a-a127-bd8840139939" providerId="ADAL" clId="{D50F7561-2D8F-499F-8332-E49499F0755B}" dt="2025-03-06T06:36:02.912" v="79" actId="1076"/>
        <pc:sldMkLst>
          <pc:docMk/>
          <pc:sldMk cId="2670568183" sldId="395"/>
        </pc:sldMkLst>
      </pc:sldChg>
      <pc:sldChg chg="del">
        <pc:chgData name="ARUN KARTHIK ." userId="62a047ea-99a3-445a-a127-bd8840139939" providerId="ADAL" clId="{D50F7561-2D8F-499F-8332-E49499F0755B}" dt="2025-03-06T06:34:08.929" v="29" actId="47"/>
        <pc:sldMkLst>
          <pc:docMk/>
          <pc:sldMk cId="772552657" sldId="396"/>
        </pc:sldMkLst>
      </pc:sldChg>
      <pc:sldChg chg="addSp delSp modSp add mod">
        <pc:chgData name="ARUN KARTHIK ." userId="62a047ea-99a3-445a-a127-bd8840139939" providerId="ADAL" clId="{D50F7561-2D8F-499F-8332-E49499F0755B}" dt="2025-03-06T06:36:53.153" v="103" actId="1076"/>
        <pc:sldMkLst>
          <pc:docMk/>
          <pc:sldMk cId="2253382781" sldId="396"/>
        </pc:sldMkLst>
      </pc:sldChg>
      <pc:sldChg chg="del">
        <pc:chgData name="ARUN KARTHIK ." userId="62a047ea-99a3-445a-a127-bd8840139939" providerId="ADAL" clId="{D50F7561-2D8F-499F-8332-E49499F0755B}" dt="2025-03-06T06:34:08.929" v="29" actId="47"/>
        <pc:sldMkLst>
          <pc:docMk/>
          <pc:sldMk cId="692834707" sldId="397"/>
        </pc:sldMkLst>
      </pc:sldChg>
      <pc:sldChg chg="addSp delSp modSp add mod">
        <pc:chgData name="ARUN KARTHIK ." userId="62a047ea-99a3-445a-a127-bd8840139939" providerId="ADAL" clId="{D50F7561-2D8F-499F-8332-E49499F0755B}" dt="2025-03-06T06:37:30.975" v="123" actId="14100"/>
        <pc:sldMkLst>
          <pc:docMk/>
          <pc:sldMk cId="1873294968" sldId="397"/>
        </pc:sldMkLst>
      </pc:sldChg>
      <pc:sldChg chg="addSp modSp add mod">
        <pc:chgData name="ARUN KARTHIK ." userId="62a047ea-99a3-445a-a127-bd8840139939" providerId="ADAL" clId="{D50F7561-2D8F-499F-8332-E49499F0755B}" dt="2025-03-06T06:37:49.960" v="133" actId="1076"/>
        <pc:sldMkLst>
          <pc:docMk/>
          <pc:sldMk cId="236743063" sldId="398"/>
        </pc:sldMkLst>
      </pc:sldChg>
      <pc:sldChg chg="del">
        <pc:chgData name="ARUN KARTHIK ." userId="62a047ea-99a3-445a-a127-bd8840139939" providerId="ADAL" clId="{D50F7561-2D8F-499F-8332-E49499F0755B}" dt="2025-03-06T06:34:08.929" v="29" actId="47"/>
        <pc:sldMkLst>
          <pc:docMk/>
          <pc:sldMk cId="1482198516" sldId="398"/>
        </pc:sldMkLst>
      </pc:sldChg>
      <pc:sldChg chg="addSp delSp modSp add mod">
        <pc:chgData name="ARUN KARTHIK ." userId="62a047ea-99a3-445a-a127-bd8840139939" providerId="ADAL" clId="{D50F7561-2D8F-499F-8332-E49499F0755B}" dt="2025-03-06T06:41:57.550" v="160" actId="20577"/>
        <pc:sldMkLst>
          <pc:docMk/>
          <pc:sldMk cId="2149210894" sldId="399"/>
        </pc:sldMkLst>
      </pc:sldChg>
      <pc:sldChg chg="del">
        <pc:chgData name="ARUN KARTHIK ." userId="62a047ea-99a3-445a-a127-bd8840139939" providerId="ADAL" clId="{D50F7561-2D8F-499F-8332-E49499F0755B}" dt="2025-03-06T06:34:08.929" v="29" actId="47"/>
        <pc:sldMkLst>
          <pc:docMk/>
          <pc:sldMk cId="2244477818" sldId="399"/>
        </pc:sldMkLst>
      </pc:sldChg>
      <pc:sldChg chg="delSp modSp add mod">
        <pc:chgData name="ARUN KARTHIK ." userId="62a047ea-99a3-445a-a127-bd8840139939" providerId="ADAL" clId="{D50F7561-2D8F-499F-8332-E49499F0755B}" dt="2025-03-06T06:43:16.218" v="188" actId="14100"/>
        <pc:sldMkLst>
          <pc:docMk/>
          <pc:sldMk cId="1482502916" sldId="400"/>
        </pc:sldMkLst>
      </pc:sldChg>
      <pc:sldChg chg="del">
        <pc:chgData name="ARUN KARTHIK ." userId="62a047ea-99a3-445a-a127-bd8840139939" providerId="ADAL" clId="{D50F7561-2D8F-499F-8332-E49499F0755B}" dt="2025-03-06T06:34:08.929" v="29" actId="47"/>
        <pc:sldMkLst>
          <pc:docMk/>
          <pc:sldMk cId="4292651392" sldId="400"/>
        </pc:sldMkLst>
      </pc:sldChg>
      <pc:sldChg chg="addSp modSp add mod">
        <pc:chgData name="ARUN KARTHIK ." userId="62a047ea-99a3-445a-a127-bd8840139939" providerId="ADAL" clId="{D50F7561-2D8F-499F-8332-E49499F0755B}" dt="2025-03-06T06:43:50.410" v="201" actId="1076"/>
        <pc:sldMkLst>
          <pc:docMk/>
          <pc:sldMk cId="431027416" sldId="401"/>
        </pc:sldMkLst>
      </pc:sldChg>
      <pc:sldChg chg="del">
        <pc:chgData name="ARUN KARTHIK ." userId="62a047ea-99a3-445a-a127-bd8840139939" providerId="ADAL" clId="{D50F7561-2D8F-499F-8332-E49499F0755B}" dt="2025-03-06T06:34:08.929" v="29" actId="47"/>
        <pc:sldMkLst>
          <pc:docMk/>
          <pc:sldMk cId="460102558" sldId="401"/>
        </pc:sldMkLst>
      </pc:sldChg>
      <pc:sldChg chg="addSp delSp modSp add mod">
        <pc:chgData name="ARUN KARTHIK ." userId="62a047ea-99a3-445a-a127-bd8840139939" providerId="ADAL" clId="{D50F7561-2D8F-499F-8332-E49499F0755B}" dt="2025-03-06T06:46:43.919" v="253" actId="1076"/>
        <pc:sldMkLst>
          <pc:docMk/>
          <pc:sldMk cId="1335270712" sldId="402"/>
        </pc:sldMkLst>
      </pc:sldChg>
      <pc:sldChg chg="del">
        <pc:chgData name="ARUN KARTHIK ." userId="62a047ea-99a3-445a-a127-bd8840139939" providerId="ADAL" clId="{D50F7561-2D8F-499F-8332-E49499F0755B}" dt="2025-03-06T06:34:08.929" v="29" actId="47"/>
        <pc:sldMkLst>
          <pc:docMk/>
          <pc:sldMk cId="1428761612" sldId="402"/>
        </pc:sldMkLst>
      </pc:sldChg>
      <pc:sldChg chg="addSp delSp modSp add mod">
        <pc:chgData name="ARUN KARTHIK ." userId="62a047ea-99a3-445a-a127-bd8840139939" providerId="ADAL" clId="{D50F7561-2D8F-499F-8332-E49499F0755B}" dt="2025-03-06T06:48:04.697" v="265" actId="14100"/>
        <pc:sldMkLst>
          <pc:docMk/>
          <pc:sldMk cId="721614898" sldId="403"/>
        </pc:sldMkLst>
      </pc:sldChg>
      <pc:sldChg chg="del">
        <pc:chgData name="ARUN KARTHIK ." userId="62a047ea-99a3-445a-a127-bd8840139939" providerId="ADAL" clId="{D50F7561-2D8F-499F-8332-E49499F0755B}" dt="2025-03-06T06:34:08.929" v="29" actId="47"/>
        <pc:sldMkLst>
          <pc:docMk/>
          <pc:sldMk cId="3828644106" sldId="403"/>
        </pc:sldMkLst>
      </pc:sldChg>
      <pc:sldChg chg="del">
        <pc:chgData name="ARUN KARTHIK ." userId="62a047ea-99a3-445a-a127-bd8840139939" providerId="ADAL" clId="{D50F7561-2D8F-499F-8332-E49499F0755B}" dt="2025-03-06T06:34:08.929" v="29" actId="47"/>
        <pc:sldMkLst>
          <pc:docMk/>
          <pc:sldMk cId="753442658" sldId="404"/>
        </pc:sldMkLst>
      </pc:sldChg>
      <pc:sldChg chg="addSp delSp modSp add mod">
        <pc:chgData name="ARUN KARTHIK ." userId="62a047ea-99a3-445a-a127-bd8840139939" providerId="ADAL" clId="{D50F7561-2D8F-499F-8332-E49499F0755B}" dt="2025-03-06T06:49:52.429" v="295" actId="1076"/>
        <pc:sldMkLst>
          <pc:docMk/>
          <pc:sldMk cId="1168529250" sldId="404"/>
        </pc:sldMkLst>
      </pc:sldChg>
      <pc:sldChg chg="del">
        <pc:chgData name="ARUN KARTHIK ." userId="62a047ea-99a3-445a-a127-bd8840139939" providerId="ADAL" clId="{D50F7561-2D8F-499F-8332-E49499F0755B}" dt="2025-03-06T06:34:08.929" v="29" actId="47"/>
        <pc:sldMkLst>
          <pc:docMk/>
          <pc:sldMk cId="3714684351" sldId="405"/>
        </pc:sldMkLst>
      </pc:sldChg>
      <pc:sldChg chg="addSp delSp modSp add mod">
        <pc:chgData name="ARUN KARTHIK ." userId="62a047ea-99a3-445a-a127-bd8840139939" providerId="ADAL" clId="{D50F7561-2D8F-499F-8332-E49499F0755B}" dt="2025-03-06T06:51:19.619" v="320" actId="1076"/>
        <pc:sldMkLst>
          <pc:docMk/>
          <pc:sldMk cId="4142750291" sldId="405"/>
        </pc:sldMkLst>
      </pc:sldChg>
      <pc:sldChg chg="addSp delSp modSp add mod">
        <pc:chgData name="ARUN KARTHIK ." userId="62a047ea-99a3-445a-a127-bd8840139939" providerId="ADAL" clId="{D50F7561-2D8F-499F-8332-E49499F0755B}" dt="2025-03-06T06:52:28.881" v="338" actId="14100"/>
        <pc:sldMkLst>
          <pc:docMk/>
          <pc:sldMk cId="1858557608" sldId="406"/>
        </pc:sldMkLst>
      </pc:sldChg>
      <pc:sldChg chg="del">
        <pc:chgData name="ARUN KARTHIK ." userId="62a047ea-99a3-445a-a127-bd8840139939" providerId="ADAL" clId="{D50F7561-2D8F-499F-8332-E49499F0755B}" dt="2025-03-06T06:34:08.929" v="29" actId="47"/>
        <pc:sldMkLst>
          <pc:docMk/>
          <pc:sldMk cId="3139437167" sldId="406"/>
        </pc:sldMkLst>
      </pc:sldChg>
      <pc:sldChg chg="addSp delSp modSp add mod">
        <pc:chgData name="ARUN KARTHIK ." userId="62a047ea-99a3-445a-a127-bd8840139939" providerId="ADAL" clId="{D50F7561-2D8F-499F-8332-E49499F0755B}" dt="2025-03-06T06:56:38.351" v="404" actId="14100"/>
        <pc:sldMkLst>
          <pc:docMk/>
          <pc:sldMk cId="1872308935" sldId="407"/>
        </pc:sldMkLst>
      </pc:sldChg>
      <pc:sldChg chg="del">
        <pc:chgData name="ARUN KARTHIK ." userId="62a047ea-99a3-445a-a127-bd8840139939" providerId="ADAL" clId="{D50F7561-2D8F-499F-8332-E49499F0755B}" dt="2025-03-06T06:34:08.929" v="29" actId="47"/>
        <pc:sldMkLst>
          <pc:docMk/>
          <pc:sldMk cId="3222393930" sldId="407"/>
        </pc:sldMkLst>
      </pc:sldChg>
      <pc:sldChg chg="modSp add mod ord">
        <pc:chgData name="ARUN KARTHIK ." userId="62a047ea-99a3-445a-a127-bd8840139939" providerId="ADAL" clId="{D50F7561-2D8F-499F-8332-E49499F0755B}" dt="2025-03-06T06:55:18.135" v="372"/>
        <pc:sldMkLst>
          <pc:docMk/>
          <pc:sldMk cId="1548787142" sldId="408"/>
        </pc:sldMkLst>
      </pc:sldChg>
      <pc:sldChg chg="del">
        <pc:chgData name="ARUN KARTHIK ." userId="62a047ea-99a3-445a-a127-bd8840139939" providerId="ADAL" clId="{D50F7561-2D8F-499F-8332-E49499F0755B}" dt="2025-03-06T06:34:08.929" v="29" actId="47"/>
        <pc:sldMkLst>
          <pc:docMk/>
          <pc:sldMk cId="2108258526" sldId="408"/>
        </pc:sldMkLst>
      </pc:sldChg>
      <pc:sldChg chg="del">
        <pc:chgData name="ARUN KARTHIK ." userId="62a047ea-99a3-445a-a127-bd8840139939" providerId="ADAL" clId="{D50F7561-2D8F-499F-8332-E49499F0755B}" dt="2025-03-06T06:34:08.929" v="29" actId="47"/>
        <pc:sldMkLst>
          <pc:docMk/>
          <pc:sldMk cId="41180623" sldId="409"/>
        </pc:sldMkLst>
      </pc:sldChg>
      <pc:sldChg chg="addSp modSp add mod">
        <pc:chgData name="ARUN KARTHIK ." userId="62a047ea-99a3-445a-a127-bd8840139939" providerId="ADAL" clId="{D50F7561-2D8F-499F-8332-E49499F0755B}" dt="2025-03-06T06:59:21.632" v="480" actId="6549"/>
        <pc:sldMkLst>
          <pc:docMk/>
          <pc:sldMk cId="3720358252" sldId="409"/>
        </pc:sldMkLst>
      </pc:sldChg>
      <pc:sldChg chg="del">
        <pc:chgData name="ARUN KARTHIK ." userId="62a047ea-99a3-445a-a127-bd8840139939" providerId="ADAL" clId="{D50F7561-2D8F-499F-8332-E49499F0755B}" dt="2025-03-06T06:34:08.929" v="29" actId="47"/>
        <pc:sldMkLst>
          <pc:docMk/>
          <pc:sldMk cId="1977889693" sldId="410"/>
        </pc:sldMkLst>
      </pc:sldChg>
      <pc:sldChg chg="addSp delSp modSp add mod">
        <pc:chgData name="ARUN KARTHIK ." userId="62a047ea-99a3-445a-a127-bd8840139939" providerId="ADAL" clId="{D50F7561-2D8F-499F-8332-E49499F0755B}" dt="2025-03-06T07:07:00.455" v="537" actId="1076"/>
        <pc:sldMkLst>
          <pc:docMk/>
          <pc:sldMk cId="3548706240" sldId="410"/>
        </pc:sldMkLst>
      </pc:sldChg>
      <pc:sldChg chg="addSp delSp modSp add mod">
        <pc:chgData name="ARUN KARTHIK ." userId="62a047ea-99a3-445a-a127-bd8840139939" providerId="ADAL" clId="{D50F7561-2D8F-499F-8332-E49499F0755B}" dt="2025-03-06T07:08:04.015" v="560" actId="14100"/>
        <pc:sldMkLst>
          <pc:docMk/>
          <pc:sldMk cId="919598041" sldId="411"/>
        </pc:sldMkLst>
      </pc:sldChg>
      <pc:sldChg chg="del">
        <pc:chgData name="ARUN KARTHIK ." userId="62a047ea-99a3-445a-a127-bd8840139939" providerId="ADAL" clId="{D50F7561-2D8F-499F-8332-E49499F0755B}" dt="2025-03-06T06:34:08.929" v="29" actId="47"/>
        <pc:sldMkLst>
          <pc:docMk/>
          <pc:sldMk cId="1323953729" sldId="412"/>
        </pc:sldMkLst>
      </pc:sldChg>
      <pc:sldChg chg="addSp delSp modSp add mod">
        <pc:chgData name="ARUN KARTHIK ." userId="62a047ea-99a3-445a-a127-bd8840139939" providerId="ADAL" clId="{D50F7561-2D8F-499F-8332-E49499F0755B}" dt="2025-03-06T07:10:56.980" v="585" actId="14100"/>
        <pc:sldMkLst>
          <pc:docMk/>
          <pc:sldMk cId="1693828253" sldId="412"/>
        </pc:sldMkLst>
      </pc:sldChg>
      <pc:sldChg chg="delSp modSp add mod">
        <pc:chgData name="ARUN KARTHIK ." userId="62a047ea-99a3-445a-a127-bd8840139939" providerId="ADAL" clId="{D50F7561-2D8F-499F-8332-E49499F0755B}" dt="2025-03-06T07:11:22.940" v="595" actId="478"/>
        <pc:sldMkLst>
          <pc:docMk/>
          <pc:sldMk cId="53657569" sldId="413"/>
        </pc:sldMkLst>
      </pc:sldChg>
      <pc:sldChg chg="del">
        <pc:chgData name="ARUN KARTHIK ." userId="62a047ea-99a3-445a-a127-bd8840139939" providerId="ADAL" clId="{D50F7561-2D8F-499F-8332-E49499F0755B}" dt="2025-03-06T06:34:08.929" v="29" actId="47"/>
        <pc:sldMkLst>
          <pc:docMk/>
          <pc:sldMk cId="292445159" sldId="413"/>
        </pc:sldMkLst>
      </pc:sldChg>
      <pc:sldChg chg="add del">
        <pc:chgData name="ARUN KARTHIK ." userId="62a047ea-99a3-445a-a127-bd8840139939" providerId="ADAL" clId="{D50F7561-2D8F-499F-8332-E49499F0755B}" dt="2025-03-06T07:11:17.214" v="591"/>
        <pc:sldMkLst>
          <pc:docMk/>
          <pc:sldMk cId="1572996891" sldId="414"/>
        </pc:sldMkLst>
      </pc:sldChg>
      <pc:sldChg chg="addSp delSp modSp add mod">
        <pc:chgData name="ARUN KARTHIK ." userId="62a047ea-99a3-445a-a127-bd8840139939" providerId="ADAL" clId="{D50F7561-2D8F-499F-8332-E49499F0755B}" dt="2025-03-06T07:15:32.212" v="661" actId="20577"/>
        <pc:sldMkLst>
          <pc:docMk/>
          <pc:sldMk cId="3396201814" sldId="414"/>
        </pc:sldMkLst>
      </pc:sldChg>
      <pc:sldChg chg="delSp modSp add mod">
        <pc:chgData name="ARUN KARTHIK ." userId="62a047ea-99a3-445a-a127-bd8840139939" providerId="ADAL" clId="{D50F7561-2D8F-499F-8332-E49499F0755B}" dt="2025-03-06T07:18:49.919" v="681" actId="20577"/>
        <pc:sldMkLst>
          <pc:docMk/>
          <pc:sldMk cId="3400654889" sldId="415"/>
        </pc:sldMkLst>
      </pc:sldChg>
      <pc:sldChg chg="addSp modSp add mod">
        <pc:chgData name="ARUN KARTHIK ." userId="62a047ea-99a3-445a-a127-bd8840139939" providerId="ADAL" clId="{D50F7561-2D8F-499F-8332-E49499F0755B}" dt="2025-03-06T07:19:54.463" v="710" actId="14100"/>
        <pc:sldMkLst>
          <pc:docMk/>
          <pc:sldMk cId="1286411694" sldId="416"/>
        </pc:sldMkLst>
      </pc:sldChg>
      <pc:sldChg chg="delSp modSp add mod">
        <pc:chgData name="ARUN KARTHIK ." userId="62a047ea-99a3-445a-a127-bd8840139939" providerId="ADAL" clId="{D50F7561-2D8F-499F-8332-E49499F0755B}" dt="2025-03-06T07:20:51.462" v="722" actId="20577"/>
        <pc:sldMkLst>
          <pc:docMk/>
          <pc:sldMk cId="1569116202" sldId="417"/>
        </pc:sldMkLst>
      </pc:sldChg>
    </pc:docChg>
  </pc:docChgLst>
  <pc:docChgLst>
    <pc:chgData name="ARUN KARTHIK ." userId="62a047ea-99a3-445a-a127-bd8840139939" providerId="ADAL" clId="{67DA7673-998F-4451-8B56-1FA0EBACFECB}"/>
    <pc:docChg chg="custSel modSld">
      <pc:chgData name="ARUN KARTHIK ." userId="62a047ea-99a3-445a-a127-bd8840139939" providerId="ADAL" clId="{67DA7673-998F-4451-8B56-1FA0EBACFECB}" dt="2025-02-09T06:38:22.861" v="1" actId="478"/>
      <pc:docMkLst>
        <pc:docMk/>
      </pc:docMkLst>
      <pc:sldChg chg="delSp mod">
        <pc:chgData name="ARUN KARTHIK ." userId="62a047ea-99a3-445a-a127-bd8840139939" providerId="ADAL" clId="{67DA7673-998F-4451-8B56-1FA0EBACFECB}" dt="2025-02-09T06:38:22.861" v="1" actId="478"/>
        <pc:sldMkLst>
          <pc:docMk/>
          <pc:sldMk cId="2694511544" sldId="3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E1B124-F008-4812-8C3C-7322EF152ED0}" type="datetimeFigureOut">
              <a:rPr lang="en-US" smtClean="0"/>
              <a:t>8/24/2025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641699-4C5C-4635-94E5-5AE39DBEB665}" type="slidenum">
              <a:rPr lang="en-US" smtClean="0"/>
              <a:t>‹#›</a:t>
            </a:fld>
            <a:endParaRPr lang="en-US"/>
          </a:p>
        </p:txBody>
      </p:sp>
    </p:spTree>
    <p:extLst>
      <p:ext uri="{BB962C8B-B14F-4D97-AF65-F5344CB8AC3E}">
        <p14:creationId xmlns:p14="http://schemas.microsoft.com/office/powerpoint/2010/main" val="4137898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1</a:t>
            </a:fld>
            <a:endParaRPr lang="en-US"/>
          </a:p>
        </p:txBody>
      </p:sp>
    </p:spTree>
    <p:extLst>
      <p:ext uri="{BB962C8B-B14F-4D97-AF65-F5344CB8AC3E}">
        <p14:creationId xmlns:p14="http://schemas.microsoft.com/office/powerpoint/2010/main" val="1609128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we consider deploying AI and ML models, we have two primary strategies: Edge AI and Cloud AI. Each has its unique advantages and is suited to different scenarios within smart manufacturing.</a:t>
            </a:r>
          </a:p>
          <a:p>
            <a:r>
              <a:rPr lang="en-US" sz="1200" b="1" i="0" kern="1200" dirty="0">
                <a:solidFill>
                  <a:schemeClr val="tx1"/>
                </a:solidFill>
                <a:effectLst/>
                <a:latin typeface="+mn-lt"/>
                <a:ea typeface="+mn-ea"/>
                <a:cs typeface="+mn-cs"/>
              </a:rPr>
              <a:t>Edge AI</a:t>
            </a:r>
            <a:r>
              <a:rPr lang="en-US" sz="1200" b="0" i="0" kern="1200" dirty="0">
                <a:solidFill>
                  <a:schemeClr val="tx1"/>
                </a:solidFill>
                <a:effectLst/>
                <a:latin typeface="+mn-lt"/>
                <a:ea typeface="+mn-ea"/>
                <a:cs typeface="+mn-cs"/>
              </a:rPr>
              <a:t> involves deploying models on-premise, close to the machines. This approach offers ultra-low latency, which is critical for real-time decision-making and control. It also enhances security by keeping data local and reduces dependency on cloud services. Tools like TensorFlow Lite, ONNX, NVIDIA Jetson, and </a:t>
            </a:r>
            <a:r>
              <a:rPr lang="en-US" sz="1200" b="0" i="0" kern="1200" dirty="0" err="1">
                <a:solidFill>
                  <a:schemeClr val="tx1"/>
                </a:solidFill>
                <a:effectLst/>
                <a:latin typeface="+mn-lt"/>
                <a:ea typeface="+mn-ea"/>
                <a:cs typeface="+mn-cs"/>
              </a:rPr>
              <a:t>OpenVINO</a:t>
            </a:r>
            <a:r>
              <a:rPr lang="en-US" sz="1200" b="0" i="0" kern="1200" dirty="0">
                <a:solidFill>
                  <a:schemeClr val="tx1"/>
                </a:solidFill>
                <a:effectLst/>
                <a:latin typeface="+mn-lt"/>
                <a:ea typeface="+mn-ea"/>
                <a:cs typeface="+mn-cs"/>
              </a:rPr>
              <a:t> are popular for implementing Edge AI solutions.</a:t>
            </a:r>
          </a:p>
          <a:p>
            <a:r>
              <a:rPr lang="en-US" sz="1200" b="0" i="0" kern="1200" dirty="0">
                <a:solidFill>
                  <a:schemeClr val="tx1"/>
                </a:solidFill>
                <a:effectLst/>
                <a:latin typeface="+mn-lt"/>
                <a:ea typeface="+mn-ea"/>
                <a:cs typeface="+mn-cs"/>
              </a:rPr>
              <a:t>On the other hand, </a:t>
            </a:r>
            <a:r>
              <a:rPr lang="en-US" sz="1200" b="1" i="0" kern="1200" dirty="0">
                <a:solidFill>
                  <a:schemeClr val="tx1"/>
                </a:solidFill>
                <a:effectLst/>
                <a:latin typeface="+mn-lt"/>
                <a:ea typeface="+mn-ea"/>
                <a:cs typeface="+mn-cs"/>
              </a:rPr>
              <a:t>Cloud AI</a:t>
            </a:r>
            <a:r>
              <a:rPr lang="en-US" sz="1200" b="0" i="0" kern="1200" dirty="0">
                <a:solidFill>
                  <a:schemeClr val="tx1"/>
                </a:solidFill>
                <a:effectLst/>
                <a:latin typeface="+mn-lt"/>
                <a:ea typeface="+mn-ea"/>
                <a:cs typeface="+mn-cs"/>
              </a:rPr>
              <a:t> provides centralized, scalable AI capabilities. It leverages high computational power, making it ideal for tasks that require significant processing, such as predictive maintenance. Cloud platforms like AWS SageMaker, Azure ML, Google Vertex AI, and Hugging Face offer robust environments for developing and deploying AI models.</a:t>
            </a:r>
          </a:p>
          <a:p>
            <a:r>
              <a:rPr lang="en-US" sz="1200" b="0" i="0" kern="1200" dirty="0">
                <a:solidFill>
                  <a:schemeClr val="tx1"/>
                </a:solidFill>
                <a:effectLst/>
                <a:latin typeface="+mn-lt"/>
                <a:ea typeface="+mn-ea"/>
                <a:cs typeface="+mn-cs"/>
              </a:rPr>
              <a:t>Understanding these deployment strategies helps us choose the right approach based on the specific needs and constraints of our manufacturing processes."</a:t>
            </a:r>
          </a:p>
          <a:p>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2</a:t>
            </a:fld>
            <a:endParaRPr lang="en-US"/>
          </a:p>
        </p:txBody>
      </p:sp>
    </p:spTree>
    <p:extLst>
      <p:ext uri="{BB962C8B-B14F-4D97-AF65-F5344CB8AC3E}">
        <p14:creationId xmlns:p14="http://schemas.microsoft.com/office/powerpoint/2010/main" val="1400256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"Chatbots are becoming an integral part of smart manufacturing, offering a range of applications that streamline processes and improve productivity.</a:t>
            </a:r>
          </a:p>
          <a:p>
            <a:r>
              <a:rPr lang="en-US" sz="1200" b="1" i="0" kern="1200" dirty="0">
                <a:solidFill>
                  <a:schemeClr val="tx1"/>
                </a:solidFill>
                <a:effectLst/>
                <a:latin typeface="+mn-lt"/>
                <a:ea typeface="+mn-ea"/>
                <a:cs typeface="+mn-cs"/>
              </a:rPr>
              <a:t>Use Cases:</a:t>
            </a:r>
            <a:r>
              <a:rPr lang="en-US" sz="1200" b="0" i="0" kern="1200" dirty="0">
                <a:solidFill>
                  <a:schemeClr val="tx1"/>
                </a:solidFill>
                <a:effectLst/>
                <a:latin typeface="+mn-lt"/>
                <a:ea typeface="+mn-ea"/>
                <a:cs typeface="+mn-cs"/>
              </a:rPr>
              <a:t> In manufacturing, chatbots can provide real-time operator assistance, helping workers troubleshoot issues or access information quickly. They also play a vital role in supply chain management by facilitating communication and coordination across different stages of production. Additionally, chatbots can deliver predictive maintenance alerts, ensuring equipment is serviced before failures occur, and assist in maintaining safety compliance by providing timely reminders and updates.</a:t>
            </a:r>
          </a:p>
          <a:p>
            <a:r>
              <a:rPr lang="en-US" sz="1200" b="1" i="0" kern="1200" dirty="0">
                <a:solidFill>
                  <a:schemeClr val="tx1"/>
                </a:solidFill>
                <a:effectLst/>
                <a:latin typeface="+mn-lt"/>
                <a:ea typeface="+mn-ea"/>
                <a:cs typeface="+mn-cs"/>
              </a:rPr>
              <a:t>Open-Source Chatbot Tools:</a:t>
            </a:r>
            <a:r>
              <a:rPr lang="en-US" sz="1200" b="0" i="0" kern="1200" dirty="0">
                <a:solidFill>
                  <a:schemeClr val="tx1"/>
                </a:solidFill>
                <a:effectLst/>
                <a:latin typeface="+mn-lt"/>
                <a:ea typeface="+mn-ea"/>
                <a:cs typeface="+mn-cs"/>
              </a:rPr>
              <a:t> For those looking to implement chatbots with flexibility and customization, open-source tools like Rasa and BotPress offer powerful frameworks to build tailored solutions.</a:t>
            </a:r>
          </a:p>
          <a:p>
            <a:r>
              <a:rPr lang="en-US" sz="1200" b="1" i="0" kern="1200" dirty="0">
                <a:solidFill>
                  <a:schemeClr val="tx1"/>
                </a:solidFill>
                <a:effectLst/>
                <a:latin typeface="+mn-lt"/>
                <a:ea typeface="+mn-ea"/>
                <a:cs typeface="+mn-cs"/>
              </a:rPr>
              <a:t>Paid Solutions:</a:t>
            </a:r>
            <a:r>
              <a:rPr lang="en-US" sz="1200" b="0" i="0" kern="1200" dirty="0">
                <a:solidFill>
                  <a:schemeClr val="tx1"/>
                </a:solidFill>
                <a:effectLst/>
                <a:latin typeface="+mn-lt"/>
                <a:ea typeface="+mn-ea"/>
                <a:cs typeface="+mn-cs"/>
              </a:rPr>
              <a:t> Alternatively, there are robust paid solutions available, such as Google </a:t>
            </a:r>
            <a:r>
              <a:rPr lang="en-US" sz="1200" b="0" i="0" kern="1200" dirty="0" err="1">
                <a:solidFill>
                  <a:schemeClr val="tx1"/>
                </a:solidFill>
                <a:effectLst/>
                <a:latin typeface="+mn-lt"/>
                <a:ea typeface="+mn-ea"/>
                <a:cs typeface="+mn-cs"/>
              </a:rPr>
              <a:t>Dialogflow</a:t>
            </a:r>
            <a:r>
              <a:rPr lang="en-US" sz="1200" b="0" i="0" kern="1200" dirty="0">
                <a:solidFill>
                  <a:schemeClr val="tx1"/>
                </a:solidFill>
                <a:effectLst/>
                <a:latin typeface="+mn-lt"/>
                <a:ea typeface="+mn-ea"/>
                <a:cs typeface="+mn-cs"/>
              </a:rPr>
              <a:t>, IBM Watson Assistant, and the OpenAI API, which provide advanced features and integrations to enhance chatbot capabilities.</a:t>
            </a:r>
          </a:p>
          <a:p>
            <a:r>
              <a:rPr lang="en-US" sz="1200" b="0" i="0" kern="1200" dirty="0">
                <a:solidFill>
                  <a:schemeClr val="tx1"/>
                </a:solidFill>
                <a:effectLst/>
                <a:latin typeface="+mn-lt"/>
                <a:ea typeface="+mn-ea"/>
                <a:cs typeface="+mn-cs"/>
              </a:rPr>
              <a:t>By leveraging these tools, manufacturers can deploy chatbots that not only improve operational efficiency but also enhance the overall safety and reliability of manufacturing processes."</a:t>
            </a:r>
          </a:p>
          <a:p>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3</a:t>
            </a:fld>
            <a:endParaRPr lang="en-US"/>
          </a:p>
        </p:txBody>
      </p:sp>
    </p:spTree>
    <p:extLst>
      <p:ext uri="{BB962C8B-B14F-4D97-AF65-F5344CB8AC3E}">
        <p14:creationId xmlns:p14="http://schemas.microsoft.com/office/powerpoint/2010/main" val="1228823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it comes to selecting vendors for deploying AI, ML, and chatbot solutions in manufacturing, there are several key criteria and discussion points to consider:</a:t>
            </a:r>
          </a:p>
          <a:p>
            <a:r>
              <a:rPr lang="en-US" sz="1200" b="1" i="0" kern="1200" dirty="0">
                <a:solidFill>
                  <a:schemeClr val="tx1"/>
                </a:solidFill>
                <a:effectLst/>
                <a:latin typeface="+mn-lt"/>
                <a:ea typeface="+mn-ea"/>
                <a:cs typeface="+mn-cs"/>
              </a:rPr>
              <a:t>Key Criteria:</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Technical Expertise and Product Maturity:</a:t>
            </a:r>
            <a:r>
              <a:rPr lang="en-US" sz="1200" b="0" i="0" kern="1200" dirty="0">
                <a:solidFill>
                  <a:schemeClr val="tx1"/>
                </a:solidFill>
                <a:effectLst/>
                <a:latin typeface="+mn-lt"/>
                <a:ea typeface="+mn-ea"/>
                <a:cs typeface="+mn-cs"/>
              </a:rPr>
              <a:t> Ensure the vendor has a proven track record and mature products that meet your technical requirements.</a:t>
            </a:r>
          </a:p>
          <a:p>
            <a:pPr lvl="1"/>
            <a:r>
              <a:rPr lang="en-US" sz="1200" b="1" i="0" kern="1200" dirty="0">
                <a:solidFill>
                  <a:schemeClr val="tx1"/>
                </a:solidFill>
                <a:effectLst/>
                <a:latin typeface="+mn-lt"/>
                <a:ea typeface="+mn-ea"/>
                <a:cs typeface="+mn-cs"/>
              </a:rPr>
              <a:t>Scalability &amp; Flexibility for Future Needs:</a:t>
            </a:r>
            <a:r>
              <a:rPr lang="en-US" sz="1200" b="0" i="0" kern="1200" dirty="0">
                <a:solidFill>
                  <a:schemeClr val="tx1"/>
                </a:solidFill>
                <a:effectLst/>
                <a:latin typeface="+mn-lt"/>
                <a:ea typeface="+mn-ea"/>
                <a:cs typeface="+mn-cs"/>
              </a:rPr>
              <a:t> The solution should be able to grow and adapt as your manufacturing needs evolve.</a:t>
            </a:r>
          </a:p>
          <a:p>
            <a:pPr lvl="1"/>
            <a:r>
              <a:rPr lang="en-US" sz="1200" b="1" i="0" kern="1200" dirty="0">
                <a:solidFill>
                  <a:schemeClr val="tx1"/>
                </a:solidFill>
                <a:effectLst/>
                <a:latin typeface="+mn-lt"/>
                <a:ea typeface="+mn-ea"/>
                <a:cs typeface="+mn-cs"/>
              </a:rPr>
              <a:t>Compliance with Security &amp; Regulatory Standards:</a:t>
            </a:r>
            <a:r>
              <a:rPr lang="en-US" sz="1200" b="0" i="0" kern="1200" dirty="0">
                <a:solidFill>
                  <a:schemeClr val="tx1"/>
                </a:solidFill>
                <a:effectLst/>
                <a:latin typeface="+mn-lt"/>
                <a:ea typeface="+mn-ea"/>
                <a:cs typeface="+mn-cs"/>
              </a:rPr>
              <a:t> It's essential that the vendor adheres to industry security standards and regulatory requirements to protect your data and operations.</a:t>
            </a:r>
          </a:p>
          <a:p>
            <a:pPr lvl="1"/>
            <a:r>
              <a:rPr lang="en-US" sz="1200" b="1" i="0" kern="1200" dirty="0">
                <a:solidFill>
                  <a:schemeClr val="tx1"/>
                </a:solidFill>
                <a:effectLst/>
                <a:latin typeface="+mn-lt"/>
                <a:ea typeface="+mn-ea"/>
                <a:cs typeface="+mn-cs"/>
              </a:rPr>
              <a:t>Pricing Models and Long-term Viability:</a:t>
            </a:r>
            <a:r>
              <a:rPr lang="en-US" sz="1200" b="0" i="0" kern="1200" dirty="0">
                <a:solidFill>
                  <a:schemeClr val="tx1"/>
                </a:solidFill>
                <a:effectLst/>
                <a:latin typeface="+mn-lt"/>
                <a:ea typeface="+mn-ea"/>
                <a:cs typeface="+mn-cs"/>
              </a:rPr>
              <a:t> Evaluate the cost-effectiveness of the vendor's pricing models and their ability to support your operations in the long term.</a:t>
            </a:r>
          </a:p>
          <a:p>
            <a:r>
              <a:rPr lang="en-US" sz="1200" b="1" i="0" kern="1200" dirty="0">
                <a:solidFill>
                  <a:schemeClr val="tx1"/>
                </a:solidFill>
                <a:effectLst/>
                <a:latin typeface="+mn-lt"/>
                <a:ea typeface="+mn-ea"/>
                <a:cs typeface="+mn-cs"/>
              </a:rPr>
              <a:t>Vendor Discussion Points:</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Support &amp; SLA Agreements:</a:t>
            </a:r>
            <a:r>
              <a:rPr lang="en-US" sz="1200" b="0" i="0" kern="1200" dirty="0">
                <a:solidFill>
                  <a:schemeClr val="tx1"/>
                </a:solidFill>
                <a:effectLst/>
                <a:latin typeface="+mn-lt"/>
                <a:ea typeface="+mn-ea"/>
                <a:cs typeface="+mn-cs"/>
              </a:rPr>
              <a:t> Discuss the level of support provided and ensure that service level agreements (SLAs) align with your operational needs.</a:t>
            </a:r>
          </a:p>
          <a:p>
            <a:pPr lvl="1"/>
            <a:r>
              <a:rPr lang="en-US" sz="1200" b="1" i="0" kern="1200" dirty="0">
                <a:solidFill>
                  <a:schemeClr val="tx1"/>
                </a:solidFill>
                <a:effectLst/>
                <a:latin typeface="+mn-lt"/>
                <a:ea typeface="+mn-ea"/>
                <a:cs typeface="+mn-cs"/>
              </a:rPr>
              <a:t>Integration with Existing Manufacturing Infrastructure:</a:t>
            </a:r>
            <a:r>
              <a:rPr lang="en-US" sz="1200" b="0" i="0" kern="1200" dirty="0">
                <a:solidFill>
                  <a:schemeClr val="tx1"/>
                </a:solidFill>
                <a:effectLst/>
                <a:latin typeface="+mn-lt"/>
                <a:ea typeface="+mn-ea"/>
                <a:cs typeface="+mn-cs"/>
              </a:rPr>
              <a:t> The solution should seamlessly integrate with your current systems to avoid disruptions.</a:t>
            </a:r>
          </a:p>
          <a:p>
            <a:pPr lvl="1"/>
            <a:r>
              <a:rPr lang="en-US" sz="1200" b="1" i="0" kern="1200" dirty="0">
                <a:solidFill>
                  <a:schemeClr val="tx1"/>
                </a:solidFill>
                <a:effectLst/>
                <a:latin typeface="+mn-lt"/>
                <a:ea typeface="+mn-ea"/>
                <a:cs typeface="+mn-cs"/>
              </a:rPr>
              <a:t>Deployment Timeframes &amp; ROI Expectations:</a:t>
            </a:r>
            <a:r>
              <a:rPr lang="en-US" sz="1200" b="0" i="0" kern="1200" dirty="0">
                <a:solidFill>
                  <a:schemeClr val="tx1"/>
                </a:solidFill>
                <a:effectLst/>
                <a:latin typeface="+mn-lt"/>
                <a:ea typeface="+mn-ea"/>
                <a:cs typeface="+mn-cs"/>
              </a:rPr>
              <a:t> Clarify the expected timelines for deployment and the anticipated return on investment to ensure alignment with your business goals.</a:t>
            </a:r>
          </a:p>
          <a:p>
            <a:r>
              <a:rPr lang="en-US" sz="1200" b="0" i="0" kern="1200" dirty="0">
                <a:solidFill>
                  <a:schemeClr val="tx1"/>
                </a:solidFill>
                <a:effectLst/>
                <a:latin typeface="+mn-lt"/>
                <a:ea typeface="+mn-ea"/>
                <a:cs typeface="+mn-cs"/>
              </a:rPr>
              <a:t>By carefully evaluating these criteria and discussion points, you can select a vendor that not only meets your current needs but also supports your strategic objectives in smart manufacturing."</a:t>
            </a:r>
          </a:p>
          <a:p>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4</a:t>
            </a:fld>
            <a:endParaRPr lang="en-US"/>
          </a:p>
        </p:txBody>
      </p:sp>
    </p:spTree>
    <p:extLst>
      <p:ext uri="{BB962C8B-B14F-4D97-AF65-F5344CB8AC3E}">
        <p14:creationId xmlns:p14="http://schemas.microsoft.com/office/powerpoint/2010/main" val="4009018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"Implementing AI and ML in smart manufacturing requires careful planning and the right set of tools and technologies. Let's break this down into two main areas: infrastructure planning and the tools and technologies available.</a:t>
            </a:r>
          </a:p>
          <a:p>
            <a:r>
              <a:rPr lang="en-US" sz="1200" b="1" i="0" kern="1200" dirty="0">
                <a:solidFill>
                  <a:schemeClr val="tx1"/>
                </a:solidFill>
                <a:effectLst/>
                <a:latin typeface="+mn-lt"/>
                <a:ea typeface="+mn-ea"/>
                <a:cs typeface="+mn-cs"/>
              </a:rPr>
              <a:t>Infrastructure Planning:</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Cloud vs. Edge Deployment Trade-offs:</a:t>
            </a:r>
            <a:r>
              <a:rPr lang="en-US" sz="1200" b="0" i="0" kern="1200" dirty="0">
                <a:solidFill>
                  <a:schemeClr val="tx1"/>
                </a:solidFill>
                <a:effectLst/>
                <a:latin typeface="+mn-lt"/>
                <a:ea typeface="+mn-ea"/>
                <a:cs typeface="+mn-cs"/>
              </a:rPr>
              <a:t> As we discussed earlier, choosing between cloud and edge deployment involves considering factors like latency, security, and computational needs. Each option has its trade-offs that must be evaluated based on your specific requirements.</a:t>
            </a:r>
          </a:p>
          <a:p>
            <a:pPr lvl="1"/>
            <a:r>
              <a:rPr lang="en-US" sz="1200" b="1" i="0" kern="1200" dirty="0">
                <a:solidFill>
                  <a:schemeClr val="tx1"/>
                </a:solidFill>
                <a:effectLst/>
                <a:latin typeface="+mn-lt"/>
                <a:ea typeface="+mn-ea"/>
                <a:cs typeface="+mn-cs"/>
              </a:rPr>
              <a:t>Network Bandwidth &amp; Data Latency Considerations:</a:t>
            </a:r>
            <a:r>
              <a:rPr lang="en-US" sz="1200" b="0" i="0" kern="1200" dirty="0">
                <a:solidFill>
                  <a:schemeClr val="tx1"/>
                </a:solidFill>
                <a:effectLst/>
                <a:latin typeface="+mn-lt"/>
                <a:ea typeface="+mn-ea"/>
                <a:cs typeface="+mn-cs"/>
              </a:rPr>
              <a:t> The infrastructure must support the necessary bandwidth and manage data latency to ensure real-time processing and decision-making.</a:t>
            </a:r>
          </a:p>
          <a:p>
            <a:pPr lvl="1"/>
            <a:r>
              <a:rPr lang="en-US" sz="1200" b="1" i="0" kern="1200" dirty="0">
                <a:solidFill>
                  <a:schemeClr val="tx1"/>
                </a:solidFill>
                <a:effectLst/>
                <a:latin typeface="+mn-lt"/>
                <a:ea typeface="+mn-ea"/>
                <a:cs typeface="+mn-cs"/>
              </a:rPr>
              <a:t>AI Model Retraining &amp; Optimization Strategies:</a:t>
            </a:r>
            <a:r>
              <a:rPr lang="en-US" sz="1200" b="0" i="0" kern="1200" dirty="0">
                <a:solidFill>
                  <a:schemeClr val="tx1"/>
                </a:solidFill>
                <a:effectLst/>
                <a:latin typeface="+mn-lt"/>
                <a:ea typeface="+mn-ea"/>
                <a:cs typeface="+mn-cs"/>
              </a:rPr>
              <a:t> Regular retraining and optimization of AI models are essential to maintain their accuracy and relevance as manufacturing processes and data evolve.</a:t>
            </a:r>
          </a:p>
          <a:p>
            <a:r>
              <a:rPr lang="en-US" sz="1200" b="1" i="0" kern="1200" dirty="0">
                <a:solidFill>
                  <a:schemeClr val="tx1"/>
                </a:solidFill>
                <a:effectLst/>
                <a:latin typeface="+mn-lt"/>
                <a:ea typeface="+mn-ea"/>
                <a:cs typeface="+mn-cs"/>
              </a:rPr>
              <a:t>Tools &amp; Technologies:</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AI/ML Frameworks:</a:t>
            </a:r>
            <a:r>
              <a:rPr lang="en-US" sz="1200" b="0" i="0" kern="1200" dirty="0">
                <a:solidFill>
                  <a:schemeClr val="tx1"/>
                </a:solidFill>
                <a:effectLst/>
                <a:latin typeface="+mn-lt"/>
                <a:ea typeface="+mn-ea"/>
                <a:cs typeface="+mn-cs"/>
              </a:rPr>
              <a:t> Popular frameworks like TensorFlow, </a:t>
            </a:r>
            <a:r>
              <a:rPr lang="en-US" sz="1200" b="0" i="0" kern="1200" dirty="0" err="1">
                <a:solidFill>
                  <a:schemeClr val="tx1"/>
                </a:solidFill>
                <a:effectLst/>
                <a:latin typeface="+mn-lt"/>
                <a:ea typeface="+mn-ea"/>
                <a:cs typeface="+mn-cs"/>
              </a:rPr>
              <a:t>PyTorch</a:t>
            </a:r>
            <a:r>
              <a:rPr lang="en-US" sz="1200" b="0" i="0" kern="1200" dirty="0">
                <a:solidFill>
                  <a:schemeClr val="tx1"/>
                </a:solidFill>
                <a:effectLst/>
                <a:latin typeface="+mn-lt"/>
                <a:ea typeface="+mn-ea"/>
                <a:cs typeface="+mn-cs"/>
              </a:rPr>
              <a:t>, Hugging Face, and ONNX provide the foundation for developing and deploying AI models.</a:t>
            </a:r>
          </a:p>
          <a:p>
            <a:pPr lvl="1"/>
            <a:r>
              <a:rPr lang="en-US" sz="1200" b="1" i="0" kern="1200" dirty="0">
                <a:solidFill>
                  <a:schemeClr val="tx1"/>
                </a:solidFill>
                <a:effectLst/>
                <a:latin typeface="+mn-lt"/>
                <a:ea typeface="+mn-ea"/>
                <a:cs typeface="+mn-cs"/>
              </a:rPr>
              <a:t>Data Storage Solutions:</a:t>
            </a:r>
            <a:r>
              <a:rPr lang="en-US" sz="1200" b="0" i="0" kern="1200" dirty="0">
                <a:solidFill>
                  <a:schemeClr val="tx1"/>
                </a:solidFill>
                <a:effectLst/>
                <a:latin typeface="+mn-lt"/>
                <a:ea typeface="+mn-ea"/>
                <a:cs typeface="+mn-cs"/>
              </a:rPr>
              <a:t> Reliable data storage is critical, with options like PostgreSQL, MySQL, AWS S3, and Azure Blob Storage offering scalable and secure environments.</a:t>
            </a:r>
          </a:p>
          <a:p>
            <a:pPr lvl="1"/>
            <a:r>
              <a:rPr lang="en-US" sz="1200" b="1" i="0" kern="1200" dirty="0">
                <a:solidFill>
                  <a:schemeClr val="tx1"/>
                </a:solidFill>
                <a:effectLst/>
                <a:latin typeface="+mn-lt"/>
                <a:ea typeface="+mn-ea"/>
                <a:cs typeface="+mn-cs"/>
              </a:rPr>
              <a:t>Monitoring Tools:</a:t>
            </a:r>
            <a:r>
              <a:rPr lang="en-US" sz="1200" b="0" i="0" kern="1200" dirty="0">
                <a:solidFill>
                  <a:schemeClr val="tx1"/>
                </a:solidFill>
                <a:effectLst/>
                <a:latin typeface="+mn-lt"/>
                <a:ea typeface="+mn-ea"/>
                <a:cs typeface="+mn-cs"/>
              </a:rPr>
              <a:t> To ensure models perform as expected, tools like </a:t>
            </a:r>
            <a:r>
              <a:rPr lang="en-US" sz="1200" b="0" i="0" kern="1200" dirty="0" err="1">
                <a:solidFill>
                  <a:schemeClr val="tx1"/>
                </a:solidFill>
                <a:effectLst/>
                <a:latin typeface="+mn-lt"/>
                <a:ea typeface="+mn-ea"/>
                <a:cs typeface="+mn-cs"/>
              </a:rPr>
              <a:t>MLflow</a:t>
            </a:r>
            <a:r>
              <a:rPr lang="en-US" sz="1200" b="0" i="0" kern="1200" dirty="0">
                <a:solidFill>
                  <a:schemeClr val="tx1"/>
                </a:solidFill>
                <a:effectLst/>
                <a:latin typeface="+mn-lt"/>
                <a:ea typeface="+mn-ea"/>
                <a:cs typeface="+mn-cs"/>
              </a:rPr>
              <a:t>, Prometheus, Grafana, and AWS Model Monitor are used for monitoring and managing AI deployments.</a:t>
            </a:r>
          </a:p>
          <a:p>
            <a:r>
              <a:rPr lang="en-US" sz="1200" b="0" i="0" kern="1200" dirty="0">
                <a:solidFill>
                  <a:schemeClr val="tx1"/>
                </a:solidFill>
                <a:effectLst/>
                <a:latin typeface="+mn-lt"/>
                <a:ea typeface="+mn-ea"/>
                <a:cs typeface="+mn-cs"/>
              </a:rPr>
              <a:t>By carefully planning your infrastructure and selecting the right tools, you can create a robust environment that supports the successful deployment and operation of AI and ML models in manufacturing."</a:t>
            </a:r>
          </a:p>
          <a:p>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5</a:t>
            </a:fld>
            <a:endParaRPr lang="en-US"/>
          </a:p>
        </p:txBody>
      </p:sp>
    </p:spTree>
    <p:extLst>
      <p:ext uri="{BB962C8B-B14F-4D97-AF65-F5344CB8AC3E}">
        <p14:creationId xmlns:p14="http://schemas.microsoft.com/office/powerpoint/2010/main" val="28514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entering into agreements with vendors for AI and ML solutions, there are several key contractual clauses and best practices to consider:</a:t>
            </a:r>
          </a:p>
          <a:p>
            <a:r>
              <a:rPr lang="en-US" sz="1200" b="1" i="0" kern="1200" dirty="0">
                <a:solidFill>
                  <a:schemeClr val="tx1"/>
                </a:solidFill>
                <a:effectLst/>
                <a:latin typeface="+mn-lt"/>
                <a:ea typeface="+mn-ea"/>
                <a:cs typeface="+mn-cs"/>
              </a:rPr>
              <a:t>Key Contractual Clauses:</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Data Ownership and Security Compliance:</a:t>
            </a:r>
            <a:r>
              <a:rPr lang="en-US" sz="1200" b="0" i="0" kern="1200" dirty="0">
                <a:solidFill>
                  <a:schemeClr val="tx1"/>
                </a:solidFill>
                <a:effectLst/>
                <a:latin typeface="+mn-lt"/>
                <a:ea typeface="+mn-ea"/>
                <a:cs typeface="+mn-cs"/>
              </a:rPr>
              <a:t> Clearly define who owns the data and ensure compliance with relevant security standards to protect sensitive information.</a:t>
            </a:r>
          </a:p>
          <a:p>
            <a:pPr lvl="1"/>
            <a:r>
              <a:rPr lang="en-US" sz="1200" b="1" i="0" kern="1200" dirty="0">
                <a:solidFill>
                  <a:schemeClr val="tx1"/>
                </a:solidFill>
                <a:effectLst/>
                <a:latin typeface="+mn-lt"/>
                <a:ea typeface="+mn-ea"/>
                <a:cs typeface="+mn-cs"/>
              </a:rPr>
              <a:t>Service Level Agreements (SLAs) for Uptime &amp; Performance:</a:t>
            </a:r>
            <a:r>
              <a:rPr lang="en-US" sz="1200" b="0" i="0" kern="1200" dirty="0">
                <a:solidFill>
                  <a:schemeClr val="tx1"/>
                </a:solidFill>
                <a:effectLst/>
                <a:latin typeface="+mn-lt"/>
                <a:ea typeface="+mn-ea"/>
                <a:cs typeface="+mn-cs"/>
              </a:rPr>
              <a:t> Establish SLAs that guarantee the level of service and performance you require, minimizing downtime and disruptions.</a:t>
            </a:r>
          </a:p>
          <a:p>
            <a:pPr lvl="1"/>
            <a:r>
              <a:rPr lang="en-US" sz="1200" b="1" i="0" kern="1200" dirty="0">
                <a:solidFill>
                  <a:schemeClr val="tx1"/>
                </a:solidFill>
                <a:effectLst/>
                <a:latin typeface="+mn-lt"/>
                <a:ea typeface="+mn-ea"/>
                <a:cs typeface="+mn-cs"/>
              </a:rPr>
              <a:t>Exit Strategy &amp; Migration Flexibility:</a:t>
            </a:r>
            <a:r>
              <a:rPr lang="en-US" sz="1200" b="0" i="0" kern="1200" dirty="0">
                <a:solidFill>
                  <a:schemeClr val="tx1"/>
                </a:solidFill>
                <a:effectLst/>
                <a:latin typeface="+mn-lt"/>
                <a:ea typeface="+mn-ea"/>
                <a:cs typeface="+mn-cs"/>
              </a:rPr>
              <a:t> Include clauses that allow for a smooth transition if you decide to switch vendors or bring solutions in-house.</a:t>
            </a:r>
          </a:p>
          <a:p>
            <a:pPr lvl="1"/>
            <a:r>
              <a:rPr lang="en-US" sz="1200" b="1" i="0" kern="1200" dirty="0">
                <a:solidFill>
                  <a:schemeClr val="tx1"/>
                </a:solidFill>
                <a:effectLst/>
                <a:latin typeface="+mn-lt"/>
                <a:ea typeface="+mn-ea"/>
                <a:cs typeface="+mn-cs"/>
              </a:rPr>
              <a:t>Liability Clauses for Failures &amp; Disruptions:</a:t>
            </a:r>
            <a:r>
              <a:rPr lang="en-US" sz="1200" b="0" i="0" kern="1200" dirty="0">
                <a:solidFill>
                  <a:schemeClr val="tx1"/>
                </a:solidFill>
                <a:effectLst/>
                <a:latin typeface="+mn-lt"/>
                <a:ea typeface="+mn-ea"/>
                <a:cs typeface="+mn-cs"/>
              </a:rPr>
              <a:t> Define the vendor's liability in case of failures or disruptions to ensure accountability and recourse.</a:t>
            </a:r>
          </a:p>
          <a:p>
            <a:r>
              <a:rPr lang="en-US" sz="1200" b="1" i="0" kern="1200" dirty="0">
                <a:solidFill>
                  <a:schemeClr val="tx1"/>
                </a:solidFill>
                <a:effectLst/>
                <a:latin typeface="+mn-lt"/>
                <a:ea typeface="+mn-ea"/>
                <a:cs typeface="+mn-cs"/>
              </a:rPr>
              <a:t>Recommended Best Practices:</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Clearly Define KPIs &amp; Expected Outcomes:</a:t>
            </a:r>
            <a:r>
              <a:rPr lang="en-US" sz="1200" b="0" i="0" kern="1200" dirty="0">
                <a:solidFill>
                  <a:schemeClr val="tx1"/>
                </a:solidFill>
                <a:effectLst/>
                <a:latin typeface="+mn-lt"/>
                <a:ea typeface="+mn-ea"/>
                <a:cs typeface="+mn-cs"/>
              </a:rPr>
              <a:t> Set clear key performance indicators (KPIs) and expected outcomes to measure the success of the deployment.</a:t>
            </a:r>
          </a:p>
          <a:p>
            <a:pPr lvl="1"/>
            <a:r>
              <a:rPr lang="en-US" sz="1200" b="1" i="0" kern="1200" dirty="0">
                <a:solidFill>
                  <a:schemeClr val="tx1"/>
                </a:solidFill>
                <a:effectLst/>
                <a:latin typeface="+mn-lt"/>
                <a:ea typeface="+mn-ea"/>
                <a:cs typeface="+mn-cs"/>
              </a:rPr>
              <a:t>Negotiate Favorable Licensing Terms:</a:t>
            </a:r>
            <a:r>
              <a:rPr lang="en-US" sz="1200" b="0" i="0" kern="1200" dirty="0">
                <a:solidFill>
                  <a:schemeClr val="tx1"/>
                </a:solidFill>
                <a:effectLst/>
                <a:latin typeface="+mn-lt"/>
                <a:ea typeface="+mn-ea"/>
                <a:cs typeface="+mn-cs"/>
              </a:rPr>
              <a:t> Ensure that licensing terms are favorable and align with your usage and budgetary constraints.</a:t>
            </a:r>
          </a:p>
          <a:p>
            <a:pPr lvl="1"/>
            <a:r>
              <a:rPr lang="en-US" sz="1200" b="1" i="0" kern="1200" dirty="0">
                <a:solidFill>
                  <a:schemeClr val="tx1"/>
                </a:solidFill>
                <a:effectLst/>
                <a:latin typeface="+mn-lt"/>
                <a:ea typeface="+mn-ea"/>
                <a:cs typeface="+mn-cs"/>
              </a:rPr>
              <a:t>Consider Hybrid Vendor Solutions for Redundancy:</a:t>
            </a:r>
            <a:r>
              <a:rPr lang="en-US" sz="1200" b="0" i="0" kern="1200" dirty="0">
                <a:solidFill>
                  <a:schemeClr val="tx1"/>
                </a:solidFill>
                <a:effectLst/>
                <a:latin typeface="+mn-lt"/>
                <a:ea typeface="+mn-ea"/>
                <a:cs typeface="+mn-cs"/>
              </a:rPr>
              <a:t> Explore hybrid solutions that involve multiple vendors to provide redundancy and mitigate risks.</a:t>
            </a:r>
          </a:p>
          <a:p>
            <a:r>
              <a:rPr lang="en-US" sz="1200" b="0" i="0" kern="1200" dirty="0">
                <a:solidFill>
                  <a:schemeClr val="tx1"/>
                </a:solidFill>
                <a:effectLst/>
                <a:latin typeface="+mn-lt"/>
                <a:ea typeface="+mn-ea"/>
                <a:cs typeface="+mn-cs"/>
              </a:rPr>
              <a:t>By incorporating these clauses and practices into your vendor contracts, you can safeguard your investments and ensure that your AI and ML deployments are successful and sustainable."</a:t>
            </a:r>
          </a:p>
          <a:p>
            <a:br>
              <a:rPr lang="en-US" dirty="0"/>
            </a:br>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6</a:t>
            </a:fld>
            <a:endParaRPr lang="en-US"/>
          </a:p>
        </p:txBody>
      </p:sp>
    </p:spTree>
    <p:extLst>
      <p:ext uri="{BB962C8B-B14F-4D97-AF65-F5344CB8AC3E}">
        <p14:creationId xmlns:p14="http://schemas.microsoft.com/office/powerpoint/2010/main" val="1694990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we conclude our discussion on deploying AI, ML, and chatbot models in smart manufacturing, let's explore some future trends and final recommendations that can guide your strategic planning:</a:t>
            </a:r>
          </a:p>
          <a:p>
            <a:r>
              <a:rPr lang="en-US" sz="1200" b="1" i="0" kern="1200" dirty="0">
                <a:solidFill>
                  <a:schemeClr val="tx1"/>
                </a:solidFill>
                <a:effectLst/>
                <a:latin typeface="+mn-lt"/>
                <a:ea typeface="+mn-ea"/>
                <a:cs typeface="+mn-cs"/>
              </a:rPr>
              <a:t>Future Trends in Smart Manufacturing:</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AI-driven Automation &amp; Robotics Advancements:</a:t>
            </a:r>
            <a:r>
              <a:rPr lang="en-US" sz="1200" b="0" i="0" kern="1200" dirty="0">
                <a:solidFill>
                  <a:schemeClr val="tx1"/>
                </a:solidFill>
                <a:effectLst/>
                <a:latin typeface="+mn-lt"/>
                <a:ea typeface="+mn-ea"/>
                <a:cs typeface="+mn-cs"/>
              </a:rPr>
              <a:t> The integration of AI with robotics is set to revolutionize manufacturing processes, enhancing precision, efficiency, and flexibility.</a:t>
            </a:r>
          </a:p>
          <a:p>
            <a:pPr lvl="1"/>
            <a:r>
              <a:rPr lang="en-US" sz="1200" b="1" i="0" kern="1200" dirty="0">
                <a:solidFill>
                  <a:schemeClr val="tx1"/>
                </a:solidFill>
                <a:effectLst/>
                <a:latin typeface="+mn-lt"/>
                <a:ea typeface="+mn-ea"/>
                <a:cs typeface="+mn-cs"/>
              </a:rPr>
              <a:t>Self-learning Systems &amp; Federated AI:</a:t>
            </a:r>
            <a:r>
              <a:rPr lang="en-US" sz="1200" b="0" i="0" kern="1200" dirty="0">
                <a:solidFill>
                  <a:schemeClr val="tx1"/>
                </a:solidFill>
                <a:effectLst/>
                <a:latin typeface="+mn-lt"/>
                <a:ea typeface="+mn-ea"/>
                <a:cs typeface="+mn-cs"/>
              </a:rPr>
              <a:t> These systems will enable more adaptive and personalized manufacturing processes, allowing for continuous improvement and innovation.</a:t>
            </a:r>
          </a:p>
          <a:p>
            <a:pPr lvl="1"/>
            <a:r>
              <a:rPr lang="en-US" sz="1200" b="1" i="0" kern="1200" dirty="0">
                <a:solidFill>
                  <a:schemeClr val="tx1"/>
                </a:solidFill>
                <a:effectLst/>
                <a:latin typeface="+mn-lt"/>
                <a:ea typeface="+mn-ea"/>
                <a:cs typeface="+mn-cs"/>
              </a:rPr>
              <a:t>Increasing Role of Edge Computing &amp; Decentralized AI:</a:t>
            </a:r>
            <a:r>
              <a:rPr lang="en-US" sz="1200" b="0" i="0" kern="1200" dirty="0">
                <a:solidFill>
                  <a:schemeClr val="tx1"/>
                </a:solidFill>
                <a:effectLst/>
                <a:latin typeface="+mn-lt"/>
                <a:ea typeface="+mn-ea"/>
                <a:cs typeface="+mn-cs"/>
              </a:rPr>
              <a:t> As we discussed earlier, edge computing will play a crucial role in reducing latency and enhancing data security, making it a key component of future manufacturing systems.</a:t>
            </a:r>
          </a:p>
          <a:p>
            <a:r>
              <a:rPr lang="en-US" sz="1200" b="1" i="0" kern="1200" dirty="0">
                <a:solidFill>
                  <a:schemeClr val="tx1"/>
                </a:solidFill>
                <a:effectLst/>
                <a:latin typeface="+mn-lt"/>
                <a:ea typeface="+mn-ea"/>
                <a:cs typeface="+mn-cs"/>
              </a:rPr>
              <a:t>Final Recommendations:</a:t>
            </a:r>
            <a:endParaRPr lang="en-US" sz="1200" b="0" i="0" kern="1200" dirty="0">
              <a:solidFill>
                <a:schemeClr val="tx1"/>
              </a:solidFill>
              <a:effectLst/>
              <a:latin typeface="+mn-lt"/>
              <a:ea typeface="+mn-ea"/>
              <a:cs typeface="+mn-cs"/>
            </a:endParaRPr>
          </a:p>
          <a:p>
            <a:pPr lvl="1"/>
            <a:r>
              <a:rPr lang="en-US" sz="1200" b="1" i="0" kern="1200" dirty="0">
                <a:solidFill>
                  <a:schemeClr val="tx1"/>
                </a:solidFill>
                <a:effectLst/>
                <a:latin typeface="+mn-lt"/>
                <a:ea typeface="+mn-ea"/>
                <a:cs typeface="+mn-cs"/>
              </a:rPr>
              <a:t>SMEs Must Continuously Upskill in AI &amp; Data Analytics:</a:t>
            </a:r>
            <a:r>
              <a:rPr lang="en-US" sz="1200" b="0" i="0" kern="1200" dirty="0">
                <a:solidFill>
                  <a:schemeClr val="tx1"/>
                </a:solidFill>
                <a:effectLst/>
                <a:latin typeface="+mn-lt"/>
                <a:ea typeface="+mn-ea"/>
                <a:cs typeface="+mn-cs"/>
              </a:rPr>
              <a:t> To stay competitive, small and medium-sized enterprises should invest in training and development to build expertise in AI and data analytics.</a:t>
            </a:r>
          </a:p>
          <a:p>
            <a:pPr lvl="1"/>
            <a:r>
              <a:rPr lang="en-US" sz="1200" b="1" i="0" kern="1200" dirty="0">
                <a:solidFill>
                  <a:schemeClr val="tx1"/>
                </a:solidFill>
                <a:effectLst/>
                <a:latin typeface="+mn-lt"/>
                <a:ea typeface="+mn-ea"/>
                <a:cs typeface="+mn-cs"/>
              </a:rPr>
              <a:t>Select Vendors Based on Scalability &amp; Security:</a:t>
            </a:r>
            <a:r>
              <a:rPr lang="en-US" sz="1200" b="0" i="0" kern="1200" dirty="0">
                <a:solidFill>
                  <a:schemeClr val="tx1"/>
                </a:solidFill>
                <a:effectLst/>
                <a:latin typeface="+mn-lt"/>
                <a:ea typeface="+mn-ea"/>
                <a:cs typeface="+mn-cs"/>
              </a:rPr>
              <a:t> As the landscape evolves, choosing vendors that offer scalable and secure solutions will be critical to long-term success.</a:t>
            </a:r>
          </a:p>
          <a:p>
            <a:pPr lvl="1"/>
            <a:r>
              <a:rPr lang="en-US" sz="1200" b="1" i="0" kern="1200" dirty="0">
                <a:solidFill>
                  <a:schemeClr val="tx1"/>
                </a:solidFill>
                <a:effectLst/>
                <a:latin typeface="+mn-lt"/>
                <a:ea typeface="+mn-ea"/>
                <a:cs typeface="+mn-cs"/>
              </a:rPr>
              <a:t>Invest in Real-time Monitoring &amp; Performance Optimization:</a:t>
            </a:r>
            <a:r>
              <a:rPr lang="en-US" sz="1200" b="0" i="0" kern="1200" dirty="0">
                <a:solidFill>
                  <a:schemeClr val="tx1"/>
                </a:solidFill>
                <a:effectLst/>
                <a:latin typeface="+mn-lt"/>
                <a:ea typeface="+mn-ea"/>
                <a:cs typeface="+mn-cs"/>
              </a:rPr>
              <a:t> Implementing robust monitoring systems will ensure that AI models perform optimally and deliver the desired outcomes.</a:t>
            </a:r>
          </a:p>
          <a:p>
            <a:pPr lvl="1"/>
            <a:r>
              <a:rPr lang="en-US" sz="1200" b="1" i="0" kern="1200" dirty="0">
                <a:solidFill>
                  <a:schemeClr val="tx1"/>
                </a:solidFill>
                <a:effectLst/>
                <a:latin typeface="+mn-lt"/>
                <a:ea typeface="+mn-ea"/>
                <a:cs typeface="+mn-cs"/>
              </a:rPr>
              <a:t>Consider Hybrid AI Models Combining Edge &amp; Cloud Computing:</a:t>
            </a:r>
            <a:r>
              <a:rPr lang="en-US" sz="1200" b="0" i="0" kern="1200" dirty="0">
                <a:solidFill>
                  <a:schemeClr val="tx1"/>
                </a:solidFill>
                <a:effectLst/>
                <a:latin typeface="+mn-lt"/>
                <a:ea typeface="+mn-ea"/>
                <a:cs typeface="+mn-cs"/>
              </a:rPr>
              <a:t> Leveraging both edge and cloud computing can provide the best of both worlds, offering flexibility, efficiency, and resilience.</a:t>
            </a:r>
          </a:p>
          <a:p>
            <a:r>
              <a:rPr lang="en-US" sz="1200" b="0" i="0" kern="1200" dirty="0">
                <a:solidFill>
                  <a:schemeClr val="tx1"/>
                </a:solidFill>
                <a:effectLst/>
                <a:latin typeface="+mn-lt"/>
                <a:ea typeface="+mn-ea"/>
                <a:cs typeface="+mn-cs"/>
              </a:rPr>
              <a:t>By staying informed about these trends and following these recommendations, manufacturers can position themselves to capitalize on the opportunities presented by AI and ML technologies."</a:t>
            </a:r>
          </a:p>
          <a:p>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7</a:t>
            </a:fld>
            <a:endParaRPr lang="en-US"/>
          </a:p>
        </p:txBody>
      </p:sp>
    </p:spTree>
    <p:extLst>
      <p:ext uri="{BB962C8B-B14F-4D97-AF65-F5344CB8AC3E}">
        <p14:creationId xmlns:p14="http://schemas.microsoft.com/office/powerpoint/2010/main" val="2752436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 we have a list of key devices that are instrumental in deploying AI and ML models within manufacturing environments. These devices are designed to handle the unique demands of industrial settings:</a:t>
            </a:r>
          </a:p>
          <a:p>
            <a:r>
              <a:rPr lang="en-US" sz="1200" b="1" i="0" kern="1200" dirty="0">
                <a:solidFill>
                  <a:schemeClr val="tx1"/>
                </a:solidFill>
                <a:effectLst/>
                <a:latin typeface="+mn-lt"/>
                <a:ea typeface="+mn-ea"/>
                <a:cs typeface="+mn-cs"/>
              </a:rPr>
              <a:t>NVIDIA (Jetson Series):</a:t>
            </a:r>
            <a:r>
              <a:rPr lang="en-US" sz="1200" b="0" i="0" kern="1200" dirty="0">
                <a:solidFill>
                  <a:schemeClr val="tx1"/>
                </a:solidFill>
                <a:effectLst/>
                <a:latin typeface="+mn-lt"/>
                <a:ea typeface="+mn-ea"/>
                <a:cs typeface="+mn-cs"/>
              </a:rPr>
              <a:t> Known for its edge AI computing platform, the Jetson series is ideal for real-time ML inference, providing the computational power needed for immediate decision-making.</a:t>
            </a:r>
          </a:p>
          <a:p>
            <a:r>
              <a:rPr lang="en-US" sz="1200" b="1" i="0" kern="1200" dirty="0">
                <a:solidFill>
                  <a:schemeClr val="tx1"/>
                </a:solidFill>
                <a:effectLst/>
                <a:latin typeface="+mn-lt"/>
                <a:ea typeface="+mn-ea"/>
                <a:cs typeface="+mn-cs"/>
              </a:rPr>
              <a:t>Intel (</a:t>
            </a:r>
            <a:r>
              <a:rPr lang="en-US" sz="1200" b="1" i="0" kern="1200" dirty="0" err="1">
                <a:solidFill>
                  <a:schemeClr val="tx1"/>
                </a:solidFill>
                <a:effectLst/>
                <a:latin typeface="+mn-lt"/>
                <a:ea typeface="+mn-ea"/>
                <a:cs typeface="+mn-cs"/>
              </a:rPr>
              <a:t>Movidius</a:t>
            </a:r>
            <a:r>
              <a:rPr lang="en-US" sz="1200" b="1" i="0" kern="1200" dirty="0">
                <a:solidFill>
                  <a:schemeClr val="tx1"/>
                </a:solidFill>
                <a:effectLst/>
                <a:latin typeface="+mn-lt"/>
                <a:ea typeface="+mn-ea"/>
                <a:cs typeface="+mn-cs"/>
              </a:rPr>
              <a:t> VPU):</a:t>
            </a:r>
            <a:r>
              <a:rPr lang="en-US" sz="1200" b="0" i="0" kern="1200" dirty="0">
                <a:solidFill>
                  <a:schemeClr val="tx1"/>
                </a:solidFill>
                <a:effectLst/>
                <a:latin typeface="+mn-lt"/>
                <a:ea typeface="+mn-ea"/>
                <a:cs typeface="+mn-cs"/>
              </a:rPr>
              <a:t> This AI accelerator is tailored for deploying vision models on devices, making it suitable for applications that require image processing and analysis.</a:t>
            </a:r>
          </a:p>
          <a:p>
            <a:r>
              <a:rPr lang="en-US" sz="1200" b="1" i="0" kern="1200" dirty="0">
                <a:solidFill>
                  <a:schemeClr val="tx1"/>
                </a:solidFill>
                <a:effectLst/>
                <a:latin typeface="+mn-lt"/>
                <a:ea typeface="+mn-ea"/>
                <a:cs typeface="+mn-cs"/>
              </a:rPr>
              <a:t>Siemens (SIMATIC Edge Devices):</a:t>
            </a:r>
            <a:r>
              <a:rPr lang="en-US" sz="1200" b="0" i="0" kern="1200" dirty="0">
                <a:solidFill>
                  <a:schemeClr val="tx1"/>
                </a:solidFill>
                <a:effectLst/>
                <a:latin typeface="+mn-lt"/>
                <a:ea typeface="+mn-ea"/>
                <a:cs typeface="+mn-cs"/>
              </a:rPr>
              <a:t> These devices are designed for deploying ML models at the edge, particularly in industrial automation, enhancing efficiency and control.</a:t>
            </a:r>
          </a:p>
          <a:p>
            <a:r>
              <a:rPr lang="en-US" sz="1200" b="1" i="0" kern="1200" dirty="0">
                <a:solidFill>
                  <a:schemeClr val="tx1"/>
                </a:solidFill>
                <a:effectLst/>
                <a:latin typeface="+mn-lt"/>
                <a:ea typeface="+mn-ea"/>
                <a:cs typeface="+mn-cs"/>
              </a:rPr>
              <a:t>ABB (Ability™ Edge AI):</a:t>
            </a:r>
            <a:r>
              <a:rPr lang="en-US" sz="1200" b="0" i="0" kern="1200" dirty="0">
                <a:solidFill>
                  <a:schemeClr val="tx1"/>
                </a:solidFill>
                <a:effectLst/>
                <a:latin typeface="+mn-lt"/>
                <a:ea typeface="+mn-ea"/>
                <a:cs typeface="+mn-cs"/>
              </a:rPr>
              <a:t> Focused on smart robotics and edge computing, ABB's solutions are perfect for deploying AI models in manufacturing robots, improving precision and adaptability.</a:t>
            </a:r>
          </a:p>
          <a:p>
            <a:r>
              <a:rPr lang="en-US" sz="1200" b="1" i="0" kern="1200" dirty="0">
                <a:solidFill>
                  <a:schemeClr val="tx1"/>
                </a:solidFill>
                <a:effectLst/>
                <a:latin typeface="+mn-lt"/>
                <a:ea typeface="+mn-ea"/>
                <a:cs typeface="+mn-cs"/>
              </a:rPr>
              <a:t>Rockwell Automation (Allen-Bradley Edge Gateway):</a:t>
            </a:r>
            <a:r>
              <a:rPr lang="en-US" sz="1200" b="0" i="0" kern="1200" dirty="0">
                <a:solidFill>
                  <a:schemeClr val="tx1"/>
                </a:solidFill>
                <a:effectLst/>
                <a:latin typeface="+mn-lt"/>
                <a:ea typeface="+mn-ea"/>
                <a:cs typeface="+mn-cs"/>
              </a:rPr>
              <a:t> This platform supports AI models for industrial IoT devices and operational systems, facilitating seamless integration and data flow.</a:t>
            </a:r>
          </a:p>
          <a:p>
            <a:r>
              <a:rPr lang="en-US" sz="1200" b="1" i="0" kern="1200" dirty="0">
                <a:solidFill>
                  <a:schemeClr val="tx1"/>
                </a:solidFill>
                <a:effectLst/>
                <a:latin typeface="+mn-lt"/>
                <a:ea typeface="+mn-ea"/>
                <a:cs typeface="+mn-cs"/>
              </a:rPr>
              <a:t>HPE (</a:t>
            </a:r>
            <a:r>
              <a:rPr lang="en-US" sz="1200" b="1" i="0" kern="1200" dirty="0" err="1">
                <a:solidFill>
                  <a:schemeClr val="tx1"/>
                </a:solidFill>
                <a:effectLst/>
                <a:latin typeface="+mn-lt"/>
                <a:ea typeface="+mn-ea"/>
                <a:cs typeface="+mn-cs"/>
              </a:rPr>
              <a:t>Edgeline</a:t>
            </a:r>
            <a:r>
              <a:rPr lang="en-US" sz="1200" b="1" i="0" kern="1200" dirty="0">
                <a:solidFill>
                  <a:schemeClr val="tx1"/>
                </a:solidFill>
                <a:effectLst/>
                <a:latin typeface="+mn-lt"/>
                <a:ea typeface="+mn-ea"/>
                <a:cs typeface="+mn-cs"/>
              </a:rPr>
              <a:t> Series):</a:t>
            </a:r>
            <a:r>
              <a:rPr lang="en-US" sz="1200" b="0" i="0" kern="1200" dirty="0">
                <a:solidFill>
                  <a:schemeClr val="tx1"/>
                </a:solidFill>
                <a:effectLst/>
                <a:latin typeface="+mn-lt"/>
                <a:ea typeface="+mn-ea"/>
                <a:cs typeface="+mn-cs"/>
              </a:rPr>
              <a:t> Optimized for running AI models in manufacturing environments, these edge devices offer robust performance and reliability.</a:t>
            </a:r>
          </a:p>
          <a:p>
            <a:r>
              <a:rPr lang="en-US" sz="1200" b="1" i="0" kern="1200" dirty="0">
                <a:solidFill>
                  <a:schemeClr val="tx1"/>
                </a:solidFill>
                <a:effectLst/>
                <a:latin typeface="+mn-lt"/>
                <a:ea typeface="+mn-ea"/>
                <a:cs typeface="+mn-cs"/>
              </a:rPr>
              <a:t>Bosch Rexroth (</a:t>
            </a:r>
            <a:r>
              <a:rPr lang="en-US" sz="1200" b="1" i="0" kern="1200" dirty="0" err="1">
                <a:solidFill>
                  <a:schemeClr val="tx1"/>
                </a:solidFill>
                <a:effectLst/>
                <a:latin typeface="+mn-lt"/>
                <a:ea typeface="+mn-ea"/>
                <a:cs typeface="+mn-cs"/>
              </a:rPr>
              <a:t>CytroConnect</a:t>
            </a:r>
            <a:r>
              <a:rPr lang="en-US" sz="1200" b="1" i="0" kern="1200" dirty="0">
                <a:solidFill>
                  <a:schemeClr val="tx1"/>
                </a:solidFill>
                <a:effectLst/>
                <a:latin typeface="+mn-lt"/>
                <a:ea typeface="+mn-ea"/>
                <a:cs typeface="+mn-cs"/>
              </a:rPr>
              <a:t> Edge):</a:t>
            </a:r>
            <a:r>
              <a:rPr lang="en-US" sz="1200" b="0" i="0" kern="1200" dirty="0">
                <a:solidFill>
                  <a:schemeClr val="tx1"/>
                </a:solidFill>
                <a:effectLst/>
                <a:latin typeface="+mn-lt"/>
                <a:ea typeface="+mn-ea"/>
                <a:cs typeface="+mn-cs"/>
              </a:rPr>
              <a:t> Specializing in AI deployment for predictive maintenance and process optimization, Bosch's solutions help prevent downtime and enhance productivity.</a:t>
            </a:r>
          </a:p>
          <a:p>
            <a:r>
              <a:rPr lang="en-US" sz="1200" b="1" i="0" kern="1200" dirty="0">
                <a:solidFill>
                  <a:schemeClr val="tx1"/>
                </a:solidFill>
                <a:effectLst/>
                <a:latin typeface="+mn-lt"/>
                <a:ea typeface="+mn-ea"/>
                <a:cs typeface="+mn-cs"/>
              </a:rPr>
              <a:t>Fanuc (FIELD System):</a:t>
            </a:r>
            <a:r>
              <a:rPr lang="en-US" sz="1200" b="0" i="0" kern="1200" dirty="0">
                <a:solidFill>
                  <a:schemeClr val="tx1"/>
                </a:solidFill>
                <a:effectLst/>
                <a:latin typeface="+mn-lt"/>
                <a:ea typeface="+mn-ea"/>
                <a:cs typeface="+mn-cs"/>
              </a:rPr>
              <a:t> This system supports machine learning models deployed in factory automation systems, enabling smarter and more efficient operations.</a:t>
            </a:r>
          </a:p>
          <a:p>
            <a:r>
              <a:rPr lang="en-US" sz="1200" b="1" i="0" kern="1200" dirty="0">
                <a:solidFill>
                  <a:schemeClr val="tx1"/>
                </a:solidFill>
                <a:effectLst/>
                <a:latin typeface="+mn-lt"/>
                <a:ea typeface="+mn-ea"/>
                <a:cs typeface="+mn-cs"/>
              </a:rPr>
              <a:t>Schneider Electric (</a:t>
            </a:r>
            <a:r>
              <a:rPr lang="en-US" sz="1200" b="1" i="0" kern="1200" dirty="0" err="1">
                <a:solidFill>
                  <a:schemeClr val="tx1"/>
                </a:solidFill>
                <a:effectLst/>
                <a:latin typeface="+mn-lt"/>
                <a:ea typeface="+mn-ea"/>
                <a:cs typeface="+mn-cs"/>
              </a:rPr>
              <a:t>EcoStruxure</a:t>
            </a:r>
            <a:r>
              <a:rPr lang="en-US" sz="1200" b="1" i="0" kern="1200" dirty="0">
                <a:solidFill>
                  <a:schemeClr val="tx1"/>
                </a:solidFill>
                <a:effectLst/>
                <a:latin typeface="+mn-lt"/>
                <a:ea typeface="+mn-ea"/>
                <a:cs typeface="+mn-cs"/>
              </a:rPr>
              <a:t> Machine Advisor):</a:t>
            </a:r>
            <a:r>
              <a:rPr lang="en-US" sz="1200" b="0" i="0" kern="1200" dirty="0">
                <a:solidFill>
                  <a:schemeClr val="tx1"/>
                </a:solidFill>
                <a:effectLst/>
                <a:latin typeface="+mn-lt"/>
                <a:ea typeface="+mn-ea"/>
                <a:cs typeface="+mn-cs"/>
              </a:rPr>
              <a:t> Designed for ML models in predictive analytics and machine maintenance at the edge, Schneider's solutions ensure proactive management and upkeep.</a:t>
            </a:r>
          </a:p>
          <a:p>
            <a:r>
              <a:rPr lang="en-US" sz="1200" b="1" i="0" kern="1200" dirty="0">
                <a:solidFill>
                  <a:schemeClr val="tx1"/>
                </a:solidFill>
                <a:effectLst/>
                <a:latin typeface="+mn-lt"/>
                <a:ea typeface="+mn-ea"/>
                <a:cs typeface="+mn-cs"/>
              </a:rPr>
              <a:t>Dell Technologies (Edge Gateway Series):</a:t>
            </a:r>
            <a:r>
              <a:rPr lang="en-US" sz="1200" b="0" i="0" kern="1200" dirty="0">
                <a:solidFill>
                  <a:schemeClr val="tx1"/>
                </a:solidFill>
                <a:effectLst/>
                <a:latin typeface="+mn-lt"/>
                <a:ea typeface="+mn-ea"/>
                <a:cs typeface="+mn-cs"/>
              </a:rPr>
              <a:t> These devices facilitate AI/ML model deployment for real-time industrial data analytics, providing insights that drive informed decision-making.</a:t>
            </a:r>
          </a:p>
          <a:p>
            <a:r>
              <a:rPr lang="en-US" sz="1200" b="0" i="0" kern="1200" dirty="0">
                <a:solidFill>
                  <a:schemeClr val="tx1"/>
                </a:solidFill>
                <a:effectLst/>
                <a:latin typeface="+mn-lt"/>
                <a:ea typeface="+mn-ea"/>
                <a:cs typeface="+mn-cs"/>
              </a:rPr>
              <a:t>By leveraging these devices, manufacturers can effectively deploy AI and ML models, enhancing their operations and staying competitive in the evolving landscape of smart manufacturing."</a:t>
            </a:r>
          </a:p>
          <a:p>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8</a:t>
            </a:fld>
            <a:endParaRPr lang="en-US"/>
          </a:p>
        </p:txBody>
      </p:sp>
    </p:spTree>
    <p:extLst>
      <p:ext uri="{BB962C8B-B14F-4D97-AF65-F5344CB8AC3E}">
        <p14:creationId xmlns:p14="http://schemas.microsoft.com/office/powerpoint/2010/main" val="3807741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"Deploying AI and ML models in manufacturing environments comes with its own set of challenges. Let's discuss some of the key issues that need to be addressed:</a:t>
            </a:r>
          </a:p>
          <a:p>
            <a:r>
              <a:rPr lang="en-US" sz="1200" b="1" i="0" kern="1200" dirty="0">
                <a:solidFill>
                  <a:schemeClr val="tx1"/>
                </a:solidFill>
                <a:effectLst/>
                <a:latin typeface="+mn-lt"/>
                <a:ea typeface="+mn-ea"/>
                <a:cs typeface="+mn-cs"/>
              </a:rPr>
              <a:t>AI Surveillance:</a:t>
            </a:r>
            <a:r>
              <a:rPr lang="en-US" sz="1200" b="0" i="0" kern="1200" dirty="0">
                <a:solidFill>
                  <a:schemeClr val="tx1"/>
                </a:solidFill>
                <a:effectLst/>
                <a:latin typeface="+mn-lt"/>
                <a:ea typeface="+mn-ea"/>
                <a:cs typeface="+mn-cs"/>
              </a:rPr>
              <a:t> As AI systems become more integrated into manufacturing processes, there is a growing need for surveillance to monitor their performance and ensure they operate as intended. This involves setting up robust monitoring systems to detect anomalies and maintain system integrity.</a:t>
            </a:r>
          </a:p>
          <a:p>
            <a:r>
              <a:rPr lang="en-US" sz="1200" b="1" i="0" kern="1200" dirty="0">
                <a:solidFill>
                  <a:schemeClr val="tx1"/>
                </a:solidFill>
                <a:effectLst/>
                <a:latin typeface="+mn-lt"/>
                <a:ea typeface="+mn-ea"/>
                <a:cs typeface="+mn-cs"/>
              </a:rPr>
              <a:t>Immature Problem Statement from the Users:</a:t>
            </a:r>
            <a:r>
              <a:rPr lang="en-US" sz="1200" b="0" i="0" kern="1200" dirty="0">
                <a:solidFill>
                  <a:schemeClr val="tx1"/>
                </a:solidFill>
                <a:effectLst/>
                <a:latin typeface="+mn-lt"/>
                <a:ea typeface="+mn-ea"/>
                <a:cs typeface="+mn-cs"/>
              </a:rPr>
              <a:t> One common challenge is the lack of a well-defined problem statement from users. Without a clear understanding of the problem, it becomes difficult to design and deploy effective AI solutions. It's essential to work closely with stakeholders to refine problem statements and align AI capabilities with business needs.</a:t>
            </a:r>
          </a:p>
          <a:p>
            <a:r>
              <a:rPr lang="en-US" sz="1200" b="1" i="0" kern="1200" dirty="0">
                <a:solidFill>
                  <a:schemeClr val="tx1"/>
                </a:solidFill>
                <a:effectLst/>
                <a:latin typeface="+mn-lt"/>
                <a:ea typeface="+mn-ea"/>
                <a:cs typeface="+mn-cs"/>
              </a:rPr>
              <a:t>Network &amp; Communication Protocols:</a:t>
            </a:r>
            <a:r>
              <a:rPr lang="en-US" sz="1200" b="0" i="0" kern="1200" dirty="0">
                <a:solidFill>
                  <a:schemeClr val="tx1"/>
                </a:solidFill>
                <a:effectLst/>
                <a:latin typeface="+mn-lt"/>
                <a:ea typeface="+mn-ea"/>
                <a:cs typeface="+mn-cs"/>
              </a:rPr>
              <a:t> The deployment of AI models often requires reliable network infrastructure and communication protocols. Ensuring that these systems are robust and capable of handling the data flow is critical for real-time processing and decision-making. This includes addressing issues related to bandwidth, latency, and data security.</a:t>
            </a:r>
          </a:p>
          <a:p>
            <a:r>
              <a:rPr lang="en-US" sz="1200" b="0" i="0" kern="1200" dirty="0">
                <a:solidFill>
                  <a:schemeClr val="tx1"/>
                </a:solidFill>
                <a:effectLst/>
                <a:latin typeface="+mn-lt"/>
                <a:ea typeface="+mn-ea"/>
                <a:cs typeface="+mn-cs"/>
              </a:rPr>
              <a:t>By proactively addressing these challenges, manufacturers can enhance the effectiveness of their AI and ML deployments, leading to improved efficiency and productivity."</a:t>
            </a:r>
          </a:p>
          <a:p>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9</a:t>
            </a:fld>
            <a:endParaRPr lang="en-US"/>
          </a:p>
        </p:txBody>
      </p:sp>
    </p:spTree>
    <p:extLst>
      <p:ext uri="{BB962C8B-B14F-4D97-AF65-F5344CB8AC3E}">
        <p14:creationId xmlns:p14="http://schemas.microsoft.com/office/powerpoint/2010/main" val="2546744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provides an overview of the NVIDIA Jetson platform, which is a powerful solution for deploying AI and ML models at the edge. Let's break down the components and how they contribute to a robust AI ecosystem:</a:t>
            </a:r>
          </a:p>
          <a:p>
            <a:r>
              <a:rPr lang="en-US" sz="1200" b="1" i="0" kern="1200" dirty="0">
                <a:solidFill>
                  <a:schemeClr val="tx1"/>
                </a:solidFill>
                <a:effectLst/>
                <a:latin typeface="+mn-lt"/>
                <a:ea typeface="+mn-ea"/>
                <a:cs typeface="+mn-cs"/>
              </a:rPr>
              <a:t>Cloud Integration:</a:t>
            </a:r>
            <a:r>
              <a:rPr lang="en-US" sz="1200" b="0" i="0" kern="1200" dirty="0">
                <a:solidFill>
                  <a:schemeClr val="tx1"/>
                </a:solidFill>
                <a:effectLst/>
                <a:latin typeface="+mn-lt"/>
                <a:ea typeface="+mn-ea"/>
                <a:cs typeface="+mn-cs"/>
              </a:rPr>
              <a:t> The platform supports integration with cloud services, including Reference IoT Server, Mobile UI, and tools like TAO and Omniverse. This allows for seamless data exchange and model updates between edge devices and cloud infrastructure.</a:t>
            </a:r>
          </a:p>
          <a:p>
            <a:r>
              <a:rPr lang="en-US" sz="1200" b="1" i="0" kern="1200" dirty="0">
                <a:solidFill>
                  <a:schemeClr val="tx1"/>
                </a:solidFill>
                <a:effectLst/>
                <a:latin typeface="+mn-lt"/>
                <a:ea typeface="+mn-ea"/>
                <a:cs typeface="+mn-cs"/>
              </a:rPr>
              <a:t>Ecosystem Apps &amp; Services:</a:t>
            </a:r>
            <a:r>
              <a:rPr lang="en-US" sz="1200" b="0" i="0" kern="1200" dirty="0">
                <a:solidFill>
                  <a:schemeClr val="tx1"/>
                </a:solidFill>
                <a:effectLst/>
                <a:latin typeface="+mn-lt"/>
                <a:ea typeface="+mn-ea"/>
                <a:cs typeface="+mn-cs"/>
              </a:rPr>
              <a:t> The platform offers a range of applications and services, such as AI-NVR for video analytics and generative AI-powered alerts. These services enable manufacturers to implement advanced AI workflows tailored to their specific needs.</a:t>
            </a:r>
          </a:p>
          <a:p>
            <a:r>
              <a:rPr lang="en-US" sz="1200" b="1" i="0" kern="1200" dirty="0">
                <a:solidFill>
                  <a:schemeClr val="tx1"/>
                </a:solidFill>
                <a:effectLst/>
                <a:latin typeface="+mn-lt"/>
                <a:ea typeface="+mn-ea"/>
                <a:cs typeface="+mn-cs"/>
              </a:rPr>
              <a:t>AI Frameworks and Stack:</a:t>
            </a:r>
            <a:r>
              <a:rPr lang="en-US" sz="1200" b="0" i="0" kern="1200" dirty="0">
                <a:solidFill>
                  <a:schemeClr val="tx1"/>
                </a:solidFill>
                <a:effectLst/>
                <a:latin typeface="+mn-lt"/>
                <a:ea typeface="+mn-ea"/>
                <a:cs typeface="+mn-cs"/>
              </a:rPr>
              <a:t> The Jetson platform supports various AI frameworks, including Metropolis and Isaac, which facilitate the development and deployment of AI models. The AI stack includes pre-trained models, DL frameworks, and tools like CUDA and </a:t>
            </a:r>
            <a:r>
              <a:rPr lang="en-US" sz="1200" b="0" i="0" kern="1200" dirty="0" err="1">
                <a:solidFill>
                  <a:schemeClr val="tx1"/>
                </a:solidFill>
                <a:effectLst/>
                <a:latin typeface="+mn-lt"/>
                <a:ea typeface="+mn-ea"/>
                <a:cs typeface="+mn-cs"/>
              </a:rPr>
              <a:t>TensorRT</a:t>
            </a:r>
            <a:r>
              <a:rPr lang="en-US" sz="1200" b="0" i="0" kern="1200" dirty="0">
                <a:solidFill>
                  <a:schemeClr val="tx1"/>
                </a:solidFill>
                <a:effectLst/>
                <a:latin typeface="+mn-lt"/>
                <a:ea typeface="+mn-ea"/>
                <a:cs typeface="+mn-cs"/>
              </a:rPr>
              <a:t>, providing the computational power needed for complex AI tasks.</a:t>
            </a:r>
          </a:p>
          <a:p>
            <a:r>
              <a:rPr lang="en-US" sz="1200" b="1" i="0" kern="1200" dirty="0">
                <a:solidFill>
                  <a:schemeClr val="tx1"/>
                </a:solidFill>
                <a:effectLst/>
                <a:latin typeface="+mn-lt"/>
                <a:ea typeface="+mn-ea"/>
                <a:cs typeface="+mn-cs"/>
              </a:rPr>
              <a:t>Jetson Linux and Security:</a:t>
            </a:r>
            <a:r>
              <a:rPr lang="en-US" sz="1200" b="0" i="0" kern="1200" dirty="0">
                <a:solidFill>
                  <a:schemeClr val="tx1"/>
                </a:solidFill>
                <a:effectLst/>
                <a:latin typeface="+mn-lt"/>
                <a:ea typeface="+mn-ea"/>
                <a:cs typeface="+mn-cs"/>
              </a:rPr>
              <a:t> The platform runs on Jetson Linux, offering a secure and customizable operating system environment. Security features like secure boot, disk encryption, and trusted execution environments ensure data integrity and protection.</a:t>
            </a:r>
          </a:p>
          <a:p>
            <a:r>
              <a:rPr lang="en-US" sz="1200" b="1" i="0" kern="1200" dirty="0">
                <a:solidFill>
                  <a:schemeClr val="tx1"/>
                </a:solidFill>
                <a:effectLst/>
                <a:latin typeface="+mn-lt"/>
                <a:ea typeface="+mn-ea"/>
                <a:cs typeface="+mn-cs"/>
              </a:rPr>
              <a:t>Jetson Platform Services:</a:t>
            </a:r>
            <a:r>
              <a:rPr lang="en-US" sz="1200" b="0" i="0" kern="1200" dirty="0">
                <a:solidFill>
                  <a:schemeClr val="tx1"/>
                </a:solidFill>
                <a:effectLst/>
                <a:latin typeface="+mn-lt"/>
                <a:ea typeface="+mn-ea"/>
                <a:cs typeface="+mn-cs"/>
              </a:rPr>
              <a:t> A suite of services, including AI analytics, </a:t>
            </a:r>
            <a:r>
              <a:rPr lang="en-US" sz="1200" b="0" i="0" kern="1200" dirty="0" err="1">
                <a:solidFill>
                  <a:schemeClr val="tx1"/>
                </a:solidFill>
                <a:effectLst/>
                <a:latin typeface="+mn-lt"/>
                <a:ea typeface="+mn-ea"/>
                <a:cs typeface="+mn-cs"/>
              </a:rPr>
              <a:t>deepstream</a:t>
            </a:r>
            <a:r>
              <a:rPr lang="en-US" sz="1200" b="0" i="0" kern="1200" dirty="0">
                <a:solidFill>
                  <a:schemeClr val="tx1"/>
                </a:solidFill>
                <a:effectLst/>
                <a:latin typeface="+mn-lt"/>
                <a:ea typeface="+mn-ea"/>
                <a:cs typeface="+mn-cs"/>
              </a:rPr>
              <a:t> AI perception, and video storage toolkit, supports the deployment and management of AI models. These services help optimize performance and ensure reliable operation in manufacturing environments.</a:t>
            </a:r>
          </a:p>
          <a:p>
            <a:r>
              <a:rPr lang="en-US" sz="1200" b="0" i="0" kern="1200" dirty="0">
                <a:solidFill>
                  <a:schemeClr val="tx1"/>
                </a:solidFill>
                <a:effectLst/>
                <a:latin typeface="+mn-lt"/>
                <a:ea typeface="+mn-ea"/>
                <a:cs typeface="+mn-cs"/>
              </a:rPr>
              <a:t>By leveraging the NVIDIA Jetson platform, manufacturers can overcome many of the challenges associated with AI deployment, achieving greater efficiency and innovation in their operations."</a:t>
            </a:r>
          </a:p>
          <a:p>
            <a:br>
              <a:rPr lang="en-US" dirty="0"/>
            </a:br>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10</a:t>
            </a:fld>
            <a:endParaRPr lang="en-US"/>
          </a:p>
        </p:txBody>
      </p:sp>
    </p:spTree>
    <p:extLst>
      <p:ext uri="{BB962C8B-B14F-4D97-AF65-F5344CB8AC3E}">
        <p14:creationId xmlns:p14="http://schemas.microsoft.com/office/powerpoint/2010/main" val="34139871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A39EE-BEB5-0079-9C80-D6F7B1A5C1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364489-06DF-F584-A69D-BD6B101D80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5E6C30-7CA3-B3EB-6D73-751D400C9085}"/>
              </a:ext>
            </a:extLst>
          </p:cNvPr>
          <p:cNvSpPr>
            <a:spLocks noGrp="1"/>
          </p:cNvSpPr>
          <p:nvPr>
            <p:ph type="dt" sz="half" idx="10"/>
          </p:nvPr>
        </p:nvSpPr>
        <p:spPr/>
        <p:txBody>
          <a:bodyPr/>
          <a:lstStyle/>
          <a:p>
            <a:fld id="{BBAB2B42-F852-4C02-80DC-C8056EBC4F9E}" type="datetimeFigureOut">
              <a:rPr lang="en-US" smtClean="0"/>
              <a:t>8/24/2025</a:t>
            </a:fld>
            <a:endParaRPr lang="en-US"/>
          </a:p>
        </p:txBody>
      </p:sp>
      <p:sp>
        <p:nvSpPr>
          <p:cNvPr id="5" name="Footer Placeholder 4">
            <a:extLst>
              <a:ext uri="{FF2B5EF4-FFF2-40B4-BE49-F238E27FC236}">
                <a16:creationId xmlns:a16="http://schemas.microsoft.com/office/drawing/2014/main" id="{0A273E0A-C318-2789-EEEA-2AF36EA521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05C6F-9384-4208-1997-F93EBF45D9F2}"/>
              </a:ext>
            </a:extLst>
          </p:cNvPr>
          <p:cNvSpPr>
            <a:spLocks noGrp="1"/>
          </p:cNvSpPr>
          <p:nvPr>
            <p:ph type="sldNum" sz="quarter" idx="12"/>
          </p:nvPr>
        </p:nvSpPr>
        <p:spPr/>
        <p:txBody>
          <a:bodyPr/>
          <a:lstStyle/>
          <a:p>
            <a:fld id="{B15811C8-7B02-46CE-9E51-658D1E471C50}" type="slidenum">
              <a:rPr lang="en-US" smtClean="0"/>
              <a:t>‹#›</a:t>
            </a:fld>
            <a:endParaRPr lang="en-US"/>
          </a:p>
        </p:txBody>
      </p:sp>
      <p:pic>
        <p:nvPicPr>
          <p:cNvPr id="7" name="Picture 6">
            <a:extLst>
              <a:ext uri="{FF2B5EF4-FFF2-40B4-BE49-F238E27FC236}">
                <a16:creationId xmlns:a16="http://schemas.microsoft.com/office/drawing/2014/main" id="{A423DE48-7822-1E24-B416-B3251EDCDCEC}"/>
              </a:ext>
            </a:extLst>
          </p:cNvPr>
          <p:cNvPicPr>
            <a:picLocks noChangeAspect="1"/>
          </p:cNvPicPr>
          <p:nvPr userDrawn="1"/>
        </p:nvPicPr>
        <p:blipFill rotWithShape="1">
          <a:blip r:embed="rId2"/>
          <a:srcRect l="28118" t="1" b="34440"/>
          <a:stretch/>
        </p:blipFill>
        <p:spPr>
          <a:xfrm>
            <a:off x="0" y="0"/>
            <a:ext cx="12192000" cy="6857999"/>
          </a:xfrm>
          <a:prstGeom prst="rect">
            <a:avLst/>
          </a:prstGeom>
        </p:spPr>
      </p:pic>
      <p:pic>
        <p:nvPicPr>
          <p:cNvPr id="8" name="Picture 7">
            <a:extLst>
              <a:ext uri="{FF2B5EF4-FFF2-40B4-BE49-F238E27FC236}">
                <a16:creationId xmlns:a16="http://schemas.microsoft.com/office/drawing/2014/main" id="{8BAFBFD7-14B8-9F8C-6A48-89B02501B76D}"/>
              </a:ext>
            </a:extLst>
          </p:cNvPr>
          <p:cNvPicPr>
            <a:picLocks noChangeAspect="1"/>
          </p:cNvPicPr>
          <p:nvPr userDrawn="1"/>
        </p:nvPicPr>
        <p:blipFill>
          <a:blip r:embed="rId3"/>
          <a:stretch>
            <a:fillRect/>
          </a:stretch>
        </p:blipFill>
        <p:spPr>
          <a:xfrm>
            <a:off x="381000" y="5902045"/>
            <a:ext cx="688908" cy="682811"/>
          </a:xfrm>
          <a:prstGeom prst="rect">
            <a:avLst/>
          </a:prstGeom>
        </p:spPr>
      </p:pic>
      <p:sp>
        <p:nvSpPr>
          <p:cNvPr id="9" name="Rectangle 8">
            <a:extLst>
              <a:ext uri="{FF2B5EF4-FFF2-40B4-BE49-F238E27FC236}">
                <a16:creationId xmlns:a16="http://schemas.microsoft.com/office/drawing/2014/main" id="{9C87F8E4-8551-96AB-41F7-F767124BC93E}"/>
              </a:ext>
            </a:extLst>
          </p:cNvPr>
          <p:cNvSpPr/>
          <p:nvPr userDrawn="1"/>
        </p:nvSpPr>
        <p:spPr>
          <a:xfrm>
            <a:off x="3733800" y="1524794"/>
            <a:ext cx="8458200" cy="1985169"/>
          </a:xfrm>
          <a:custGeom>
            <a:avLst/>
            <a:gdLst>
              <a:gd name="connsiteX0" fmla="*/ 0 w 6096000"/>
              <a:gd name="connsiteY0" fmla="*/ 0 h 1308100"/>
              <a:gd name="connsiteX1" fmla="*/ 6096000 w 6096000"/>
              <a:gd name="connsiteY1" fmla="*/ 0 h 1308100"/>
              <a:gd name="connsiteX2" fmla="*/ 6096000 w 6096000"/>
              <a:gd name="connsiteY2" fmla="*/ 1308100 h 1308100"/>
              <a:gd name="connsiteX3" fmla="*/ 0 w 6096000"/>
              <a:gd name="connsiteY3" fmla="*/ 1308100 h 1308100"/>
              <a:gd name="connsiteX4" fmla="*/ 0 w 6096000"/>
              <a:gd name="connsiteY4" fmla="*/ 0 h 1308100"/>
              <a:gd name="connsiteX0" fmla="*/ 584200 w 6096000"/>
              <a:gd name="connsiteY0" fmla="*/ 0 h 1308100"/>
              <a:gd name="connsiteX1" fmla="*/ 6096000 w 6096000"/>
              <a:gd name="connsiteY1" fmla="*/ 0 h 1308100"/>
              <a:gd name="connsiteX2" fmla="*/ 6096000 w 6096000"/>
              <a:gd name="connsiteY2" fmla="*/ 1308100 h 1308100"/>
              <a:gd name="connsiteX3" fmla="*/ 0 w 6096000"/>
              <a:gd name="connsiteY3" fmla="*/ 1308100 h 1308100"/>
              <a:gd name="connsiteX4" fmla="*/ 584200 w 6096000"/>
              <a:gd name="connsiteY4" fmla="*/ 0 h 1308100"/>
              <a:gd name="connsiteX0" fmla="*/ 305526 w 6096000"/>
              <a:gd name="connsiteY0" fmla="*/ 12700 h 1308100"/>
              <a:gd name="connsiteX1" fmla="*/ 6096000 w 6096000"/>
              <a:gd name="connsiteY1" fmla="*/ 0 h 1308100"/>
              <a:gd name="connsiteX2" fmla="*/ 6096000 w 6096000"/>
              <a:gd name="connsiteY2" fmla="*/ 1308100 h 1308100"/>
              <a:gd name="connsiteX3" fmla="*/ 0 w 6096000"/>
              <a:gd name="connsiteY3" fmla="*/ 1308100 h 1308100"/>
              <a:gd name="connsiteX4" fmla="*/ 305526 w 6096000"/>
              <a:gd name="connsiteY4" fmla="*/ 12700 h 130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1308100">
                <a:moveTo>
                  <a:pt x="305526" y="12700"/>
                </a:moveTo>
                <a:lnTo>
                  <a:pt x="6096000" y="0"/>
                </a:lnTo>
                <a:lnTo>
                  <a:pt x="6096000" y="1308100"/>
                </a:lnTo>
                <a:lnTo>
                  <a:pt x="0" y="1308100"/>
                </a:lnTo>
                <a:lnTo>
                  <a:pt x="305526" y="1270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5930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18E9-BEA5-8AF6-A86B-4576B92D7043}"/>
              </a:ext>
            </a:extLst>
          </p:cNvPr>
          <p:cNvSpPr>
            <a:spLocks noGrp="1"/>
          </p:cNvSpPr>
          <p:nvPr>
            <p:ph type="title"/>
          </p:nvPr>
        </p:nvSpPr>
        <p:spPr>
          <a:xfrm>
            <a:off x="200025" y="142875"/>
            <a:ext cx="10515600" cy="1325563"/>
          </a:xfrm>
        </p:spPr>
        <p:txBody>
          <a:bodyPr>
            <a:normAutofit/>
          </a:bodyPr>
          <a:lstStyle>
            <a:lvl1pPr>
              <a:defRPr sz="3200">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E8407D47-875A-7538-D74B-D9E38FF4C0CB}"/>
              </a:ext>
            </a:extLst>
          </p:cNvPr>
          <p:cNvSpPr>
            <a:spLocks noGrp="1"/>
          </p:cNvSpPr>
          <p:nvPr>
            <p:ph idx="1"/>
          </p:nvPr>
        </p:nvSpPr>
        <p:spPr>
          <a:xfrm>
            <a:off x="200025" y="1573213"/>
            <a:ext cx="10515600" cy="4351338"/>
          </a:xfrm>
        </p:spPr>
        <p:txBody>
          <a:bodyPr>
            <a:normAutofit/>
          </a:bodyPr>
          <a:lstStyle>
            <a:lvl1pPr>
              <a:defRPr sz="2000">
                <a:latin typeface="Cambria" panose="02040503050406030204" pitchFamily="18" charset="0"/>
                <a:ea typeface="Cambria" panose="02040503050406030204" pitchFamily="18" charset="0"/>
              </a:defRPr>
            </a:lvl1pPr>
            <a:lvl2pPr>
              <a:defRPr sz="2000">
                <a:latin typeface="Cambria" panose="02040503050406030204" pitchFamily="18" charset="0"/>
                <a:ea typeface="Cambria" panose="02040503050406030204" pitchFamily="18" charset="0"/>
              </a:defRPr>
            </a:lvl2pPr>
            <a:lvl3pPr>
              <a:defRPr sz="2000">
                <a:latin typeface="Cambria" panose="02040503050406030204" pitchFamily="18" charset="0"/>
                <a:ea typeface="Cambria" panose="02040503050406030204" pitchFamily="18" charset="0"/>
              </a:defRPr>
            </a:lvl3pPr>
            <a:lvl4pPr>
              <a:defRPr sz="2000">
                <a:latin typeface="Cambria" panose="02040503050406030204" pitchFamily="18" charset="0"/>
                <a:ea typeface="Cambria" panose="02040503050406030204" pitchFamily="18" charset="0"/>
              </a:defRPr>
            </a:lvl4pPr>
            <a:lvl5pPr>
              <a:defRPr sz="20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1B271B-236E-BC0A-85BA-E725CD020556}"/>
              </a:ext>
            </a:extLst>
          </p:cNvPr>
          <p:cNvSpPr>
            <a:spLocks noGrp="1"/>
          </p:cNvSpPr>
          <p:nvPr>
            <p:ph type="dt" sz="half" idx="10"/>
          </p:nvPr>
        </p:nvSpPr>
        <p:spPr/>
        <p:txBody>
          <a:bodyPr/>
          <a:lstStyle/>
          <a:p>
            <a:fld id="{BBAB2B42-F852-4C02-80DC-C8056EBC4F9E}" type="datetimeFigureOut">
              <a:rPr lang="en-US" smtClean="0"/>
              <a:pPr/>
              <a:t>8/24/2025</a:t>
            </a:fld>
            <a:r>
              <a:rPr lang="en-US" dirty="0"/>
              <a:t> </a:t>
            </a:r>
          </a:p>
        </p:txBody>
      </p:sp>
      <p:sp>
        <p:nvSpPr>
          <p:cNvPr id="5" name="Footer Placeholder 4">
            <a:extLst>
              <a:ext uri="{FF2B5EF4-FFF2-40B4-BE49-F238E27FC236}">
                <a16:creationId xmlns:a16="http://schemas.microsoft.com/office/drawing/2014/main" id="{AD8F0FBC-935F-FA5F-B334-0866C3195501}"/>
              </a:ext>
            </a:extLst>
          </p:cNvPr>
          <p:cNvSpPr>
            <a:spLocks noGrp="1"/>
          </p:cNvSpPr>
          <p:nvPr>
            <p:ph type="ftr" sz="quarter" idx="11"/>
          </p:nvPr>
        </p:nvSpPr>
        <p:spPr/>
        <p:txBody>
          <a:bodyPr/>
          <a:lstStyle/>
          <a:p>
            <a:r>
              <a:rPr lang="en-US" dirty="0"/>
              <a:t>BITS </a:t>
            </a:r>
            <a:r>
              <a:rPr lang="en-US" dirty="0" err="1"/>
              <a:t>Pilani</a:t>
            </a:r>
            <a:r>
              <a:rPr lang="en-US" dirty="0"/>
              <a:t> – Work Integrated Learning </a:t>
            </a:r>
            <a:r>
              <a:rPr lang="en-US" dirty="0" err="1"/>
              <a:t>Programmes</a:t>
            </a:r>
            <a:r>
              <a:rPr lang="en-US" dirty="0"/>
              <a:t> Division</a:t>
            </a:r>
          </a:p>
        </p:txBody>
      </p:sp>
      <p:sp>
        <p:nvSpPr>
          <p:cNvPr id="6" name="Slide Number Placeholder 5">
            <a:extLst>
              <a:ext uri="{FF2B5EF4-FFF2-40B4-BE49-F238E27FC236}">
                <a16:creationId xmlns:a16="http://schemas.microsoft.com/office/drawing/2014/main" id="{42210D98-DB67-00A5-976D-6FA274D8CCEB}"/>
              </a:ext>
            </a:extLst>
          </p:cNvPr>
          <p:cNvSpPr>
            <a:spLocks noGrp="1"/>
          </p:cNvSpPr>
          <p:nvPr>
            <p:ph type="sldNum" sz="quarter" idx="12"/>
          </p:nvPr>
        </p:nvSpPr>
        <p:spPr/>
        <p:txBody>
          <a:bodyPr/>
          <a:lstStyle/>
          <a:p>
            <a:fld id="{B15811C8-7B02-46CE-9E51-658D1E471C50}" type="slidenum">
              <a:rPr lang="en-US" smtClean="0"/>
              <a:t>‹#›</a:t>
            </a:fld>
            <a:endParaRPr lang="en-US"/>
          </a:p>
        </p:txBody>
      </p:sp>
      <p:pic>
        <p:nvPicPr>
          <p:cNvPr id="7" name="Picture 6">
            <a:extLst>
              <a:ext uri="{FF2B5EF4-FFF2-40B4-BE49-F238E27FC236}">
                <a16:creationId xmlns:a16="http://schemas.microsoft.com/office/drawing/2014/main" id="{38ED3EE6-ECE8-3F73-1666-9246BF5E07A4}"/>
              </a:ext>
            </a:extLst>
          </p:cNvPr>
          <p:cNvPicPr>
            <a:picLocks noChangeAspect="1"/>
          </p:cNvPicPr>
          <p:nvPr userDrawn="1"/>
        </p:nvPicPr>
        <p:blipFill>
          <a:blip r:embed="rId2"/>
          <a:stretch>
            <a:fillRect/>
          </a:stretch>
        </p:blipFill>
        <p:spPr>
          <a:xfrm>
            <a:off x="95250" y="6192838"/>
            <a:ext cx="571500" cy="566442"/>
          </a:xfrm>
          <a:prstGeom prst="rect">
            <a:avLst/>
          </a:prstGeom>
        </p:spPr>
      </p:pic>
      <p:sp>
        <p:nvSpPr>
          <p:cNvPr id="10" name="Footer Placeholder 4">
            <a:extLst>
              <a:ext uri="{FF2B5EF4-FFF2-40B4-BE49-F238E27FC236}">
                <a16:creationId xmlns:a16="http://schemas.microsoft.com/office/drawing/2014/main" id="{4EF4E408-EFA7-4496-B89B-A927839EF35C}"/>
              </a:ext>
            </a:extLst>
          </p:cNvPr>
          <p:cNvSpPr txBox="1">
            <a:spLocks/>
          </p:cNvSpPr>
          <p:nvPr userDrawn="1"/>
        </p:nvSpPr>
        <p:spPr>
          <a:xfrm>
            <a:off x="4038600" y="635000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BITS Pilani – Work Integrated Learning Programmes Division</a:t>
            </a:r>
            <a:endParaRPr lang="en-US" dirty="0"/>
          </a:p>
        </p:txBody>
      </p:sp>
      <p:sp>
        <p:nvSpPr>
          <p:cNvPr id="11" name="Slide Number Placeholder 5">
            <a:extLst>
              <a:ext uri="{FF2B5EF4-FFF2-40B4-BE49-F238E27FC236}">
                <a16:creationId xmlns:a16="http://schemas.microsoft.com/office/drawing/2014/main" id="{2EA01541-97FB-9188-08A8-B916DA090085}"/>
              </a:ext>
            </a:extLst>
          </p:cNvPr>
          <p:cNvSpPr txBox="1">
            <a:spLocks/>
          </p:cNvSpPr>
          <p:nvPr userDrawn="1"/>
        </p:nvSpPr>
        <p:spPr>
          <a:xfrm>
            <a:off x="8610600" y="634999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5811C8-7B02-46CE-9E51-658D1E471C50}" type="slidenum">
              <a:rPr lang="en-US" smtClean="0"/>
              <a:pPr/>
              <a:t>‹#›</a:t>
            </a:fld>
            <a:endParaRPr lang="en-US"/>
          </a:p>
        </p:txBody>
      </p:sp>
    </p:spTree>
    <p:extLst>
      <p:ext uri="{BB962C8B-B14F-4D97-AF65-F5344CB8AC3E}">
        <p14:creationId xmlns:p14="http://schemas.microsoft.com/office/powerpoint/2010/main" val="830335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BD1E9-3E92-79FE-4F90-425921073B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AD59D-3066-13E3-7FEF-AFB50D7360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107A54-46DF-4DE7-C9BD-AFABA74A0B2D}"/>
              </a:ext>
            </a:extLst>
          </p:cNvPr>
          <p:cNvSpPr>
            <a:spLocks noGrp="1"/>
          </p:cNvSpPr>
          <p:nvPr>
            <p:ph type="dt" sz="half" idx="10"/>
          </p:nvPr>
        </p:nvSpPr>
        <p:spPr/>
        <p:txBody>
          <a:bodyPr/>
          <a:lstStyle/>
          <a:p>
            <a:fld id="{BBAB2B42-F852-4C02-80DC-C8056EBC4F9E}" type="datetimeFigureOut">
              <a:rPr lang="en-US" smtClean="0"/>
              <a:t>8/24/2025</a:t>
            </a:fld>
            <a:endParaRPr lang="en-US"/>
          </a:p>
        </p:txBody>
      </p:sp>
      <p:sp>
        <p:nvSpPr>
          <p:cNvPr id="5" name="Footer Placeholder 4">
            <a:extLst>
              <a:ext uri="{FF2B5EF4-FFF2-40B4-BE49-F238E27FC236}">
                <a16:creationId xmlns:a16="http://schemas.microsoft.com/office/drawing/2014/main" id="{BCC402D4-1CBC-B0C9-55EE-59066C819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30A62-D3EF-7929-6652-DDB663615194}"/>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1016612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EBD1F-D673-16F5-1A6C-E9DCB27F73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5833D0-49D2-7BF5-8AEA-AD9003CD99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C31A85-7AF9-4112-5803-FE5223ECDE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1C56A0-BBAB-3FF5-1F35-5254B133DF4C}"/>
              </a:ext>
            </a:extLst>
          </p:cNvPr>
          <p:cNvSpPr>
            <a:spLocks noGrp="1"/>
          </p:cNvSpPr>
          <p:nvPr>
            <p:ph type="dt" sz="half" idx="10"/>
          </p:nvPr>
        </p:nvSpPr>
        <p:spPr/>
        <p:txBody>
          <a:bodyPr/>
          <a:lstStyle/>
          <a:p>
            <a:fld id="{BBAB2B42-F852-4C02-80DC-C8056EBC4F9E}" type="datetimeFigureOut">
              <a:rPr lang="en-US" smtClean="0"/>
              <a:t>8/24/2025</a:t>
            </a:fld>
            <a:endParaRPr lang="en-US"/>
          </a:p>
        </p:txBody>
      </p:sp>
      <p:sp>
        <p:nvSpPr>
          <p:cNvPr id="6" name="Footer Placeholder 5">
            <a:extLst>
              <a:ext uri="{FF2B5EF4-FFF2-40B4-BE49-F238E27FC236}">
                <a16:creationId xmlns:a16="http://schemas.microsoft.com/office/drawing/2014/main" id="{3F1CDA4D-3C44-F48E-370F-858F0F5980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A941F1-6759-1318-BE57-5A3FE0813096}"/>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3975540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4ECA3-5CAA-4880-3684-37CC96C5B9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45FB28-2AA0-7834-C4B1-4F5B1EA5FF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F0E58B-F30B-A76C-5FB7-B7D39BC4E6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4CF27E-B43E-A640-771F-AA2E9B1E20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DD7948-F331-CD55-0548-3A843303F0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1D90D0-E243-D533-87AE-FB632E05DE6E}"/>
              </a:ext>
            </a:extLst>
          </p:cNvPr>
          <p:cNvSpPr>
            <a:spLocks noGrp="1"/>
          </p:cNvSpPr>
          <p:nvPr>
            <p:ph type="dt" sz="half" idx="10"/>
          </p:nvPr>
        </p:nvSpPr>
        <p:spPr/>
        <p:txBody>
          <a:bodyPr/>
          <a:lstStyle/>
          <a:p>
            <a:fld id="{BBAB2B42-F852-4C02-80DC-C8056EBC4F9E}" type="datetimeFigureOut">
              <a:rPr lang="en-US" smtClean="0"/>
              <a:t>8/24/2025</a:t>
            </a:fld>
            <a:endParaRPr lang="en-US"/>
          </a:p>
        </p:txBody>
      </p:sp>
      <p:sp>
        <p:nvSpPr>
          <p:cNvPr id="8" name="Footer Placeholder 7">
            <a:extLst>
              <a:ext uri="{FF2B5EF4-FFF2-40B4-BE49-F238E27FC236}">
                <a16:creationId xmlns:a16="http://schemas.microsoft.com/office/drawing/2014/main" id="{2CEE1DD5-9F1F-6E48-B17A-2B66752F62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0E2F55-11D5-BBA0-750E-75320ACC1258}"/>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4242667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81CED-FDA4-EF29-E5DB-0FA7FF4D2C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41AFA4-EAE9-6E09-8594-134475FD6A1F}"/>
              </a:ext>
            </a:extLst>
          </p:cNvPr>
          <p:cNvSpPr>
            <a:spLocks noGrp="1"/>
          </p:cNvSpPr>
          <p:nvPr>
            <p:ph type="dt" sz="half" idx="10"/>
          </p:nvPr>
        </p:nvSpPr>
        <p:spPr/>
        <p:txBody>
          <a:bodyPr/>
          <a:lstStyle/>
          <a:p>
            <a:fld id="{BBAB2B42-F852-4C02-80DC-C8056EBC4F9E}" type="datetimeFigureOut">
              <a:rPr lang="en-US" smtClean="0"/>
              <a:t>8/24/2025</a:t>
            </a:fld>
            <a:endParaRPr lang="en-US"/>
          </a:p>
        </p:txBody>
      </p:sp>
      <p:sp>
        <p:nvSpPr>
          <p:cNvPr id="4" name="Footer Placeholder 3">
            <a:extLst>
              <a:ext uri="{FF2B5EF4-FFF2-40B4-BE49-F238E27FC236}">
                <a16:creationId xmlns:a16="http://schemas.microsoft.com/office/drawing/2014/main" id="{4142462B-F623-356A-FFAD-DF41B23CE6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CCE6-79DD-6E5F-9B04-542369C0EE08}"/>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2135180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BFDFA8-307C-2482-1287-C2A64C724ED3}"/>
              </a:ext>
            </a:extLst>
          </p:cNvPr>
          <p:cNvSpPr>
            <a:spLocks noGrp="1"/>
          </p:cNvSpPr>
          <p:nvPr>
            <p:ph type="dt" sz="half" idx="10"/>
          </p:nvPr>
        </p:nvSpPr>
        <p:spPr/>
        <p:txBody>
          <a:bodyPr/>
          <a:lstStyle/>
          <a:p>
            <a:fld id="{BBAB2B42-F852-4C02-80DC-C8056EBC4F9E}" type="datetimeFigureOut">
              <a:rPr lang="en-US" smtClean="0"/>
              <a:t>8/24/2025</a:t>
            </a:fld>
            <a:endParaRPr lang="en-US"/>
          </a:p>
        </p:txBody>
      </p:sp>
      <p:sp>
        <p:nvSpPr>
          <p:cNvPr id="3" name="Footer Placeholder 2">
            <a:extLst>
              <a:ext uri="{FF2B5EF4-FFF2-40B4-BE49-F238E27FC236}">
                <a16:creationId xmlns:a16="http://schemas.microsoft.com/office/drawing/2014/main" id="{67DE9060-B074-BDC4-CA4D-DB7199CAF1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AC5906-9983-AE43-EAB3-350CADF69CC4}"/>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3104195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607C8-0019-E8F4-F015-7316322935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47668D-09A9-C61D-33CF-4D4A97E0DC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B6FEFB-24F1-9584-7DB0-5036BD34DC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9BA3D5-CB31-7FE7-83CE-EBF00F7143B9}"/>
              </a:ext>
            </a:extLst>
          </p:cNvPr>
          <p:cNvSpPr>
            <a:spLocks noGrp="1"/>
          </p:cNvSpPr>
          <p:nvPr>
            <p:ph type="dt" sz="half" idx="10"/>
          </p:nvPr>
        </p:nvSpPr>
        <p:spPr/>
        <p:txBody>
          <a:bodyPr/>
          <a:lstStyle/>
          <a:p>
            <a:fld id="{BBAB2B42-F852-4C02-80DC-C8056EBC4F9E}" type="datetimeFigureOut">
              <a:rPr lang="en-US" smtClean="0"/>
              <a:t>8/24/2025</a:t>
            </a:fld>
            <a:endParaRPr lang="en-US"/>
          </a:p>
        </p:txBody>
      </p:sp>
      <p:sp>
        <p:nvSpPr>
          <p:cNvPr id="6" name="Footer Placeholder 5">
            <a:extLst>
              <a:ext uri="{FF2B5EF4-FFF2-40B4-BE49-F238E27FC236}">
                <a16:creationId xmlns:a16="http://schemas.microsoft.com/office/drawing/2014/main" id="{275FA992-3DAC-2951-B404-32B9905416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6F43EB-F8DE-1048-C24E-65FA4A6E04FE}"/>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2088052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05D67-450D-2B99-327E-DE366D7B10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350ACE-1BD6-B188-97A6-BD99DDE059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C8F4CC-0145-D3ED-4A63-1AC1DCDC2C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D32681-B957-918E-9F62-394213D4AADE}"/>
              </a:ext>
            </a:extLst>
          </p:cNvPr>
          <p:cNvSpPr>
            <a:spLocks noGrp="1"/>
          </p:cNvSpPr>
          <p:nvPr>
            <p:ph type="dt" sz="half" idx="10"/>
          </p:nvPr>
        </p:nvSpPr>
        <p:spPr/>
        <p:txBody>
          <a:bodyPr/>
          <a:lstStyle/>
          <a:p>
            <a:fld id="{BBAB2B42-F852-4C02-80DC-C8056EBC4F9E}" type="datetimeFigureOut">
              <a:rPr lang="en-US" smtClean="0"/>
              <a:t>8/24/2025</a:t>
            </a:fld>
            <a:endParaRPr lang="en-US"/>
          </a:p>
        </p:txBody>
      </p:sp>
      <p:sp>
        <p:nvSpPr>
          <p:cNvPr id="6" name="Footer Placeholder 5">
            <a:extLst>
              <a:ext uri="{FF2B5EF4-FFF2-40B4-BE49-F238E27FC236}">
                <a16:creationId xmlns:a16="http://schemas.microsoft.com/office/drawing/2014/main" id="{F427CD77-A505-25A7-87DA-2E68D8B72E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B38BA7-1BAA-3241-A914-64D2B1AE854B}"/>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2441475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48201-6F9E-FBC6-8B50-A3016316C3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39975C-8C8B-145F-7B54-4EA2539C01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F7474E-67E7-3332-6D99-5B3D9F8497B0}"/>
              </a:ext>
            </a:extLst>
          </p:cNvPr>
          <p:cNvSpPr>
            <a:spLocks noGrp="1"/>
          </p:cNvSpPr>
          <p:nvPr>
            <p:ph type="dt" sz="half" idx="10"/>
          </p:nvPr>
        </p:nvSpPr>
        <p:spPr/>
        <p:txBody>
          <a:bodyPr/>
          <a:lstStyle/>
          <a:p>
            <a:fld id="{BBAB2B42-F852-4C02-80DC-C8056EBC4F9E}" type="datetimeFigureOut">
              <a:rPr lang="en-US" smtClean="0"/>
              <a:t>8/24/2025</a:t>
            </a:fld>
            <a:endParaRPr lang="en-US"/>
          </a:p>
        </p:txBody>
      </p:sp>
      <p:sp>
        <p:nvSpPr>
          <p:cNvPr id="5" name="Footer Placeholder 4">
            <a:extLst>
              <a:ext uri="{FF2B5EF4-FFF2-40B4-BE49-F238E27FC236}">
                <a16:creationId xmlns:a16="http://schemas.microsoft.com/office/drawing/2014/main" id="{4F54F72B-817E-3681-6558-9ADA517B2B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6D234C-E656-81B2-F7F8-7DF375F13218}"/>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4271114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6A694-9FCB-C755-EC67-4BDEF03744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9C26B4-AC0F-A713-BC81-BBE50A5984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E63A0-41A4-BADD-A70F-2BA0F52A62D6}"/>
              </a:ext>
            </a:extLst>
          </p:cNvPr>
          <p:cNvSpPr>
            <a:spLocks noGrp="1"/>
          </p:cNvSpPr>
          <p:nvPr>
            <p:ph type="dt" sz="half" idx="10"/>
          </p:nvPr>
        </p:nvSpPr>
        <p:spPr/>
        <p:txBody>
          <a:bodyPr/>
          <a:lstStyle/>
          <a:p>
            <a:fld id="{BBAB2B42-F852-4C02-80DC-C8056EBC4F9E}" type="datetimeFigureOut">
              <a:rPr lang="en-US" smtClean="0"/>
              <a:t>8/24/2025</a:t>
            </a:fld>
            <a:endParaRPr lang="en-US"/>
          </a:p>
        </p:txBody>
      </p:sp>
      <p:sp>
        <p:nvSpPr>
          <p:cNvPr id="5" name="Footer Placeholder 4">
            <a:extLst>
              <a:ext uri="{FF2B5EF4-FFF2-40B4-BE49-F238E27FC236}">
                <a16:creationId xmlns:a16="http://schemas.microsoft.com/office/drawing/2014/main" id="{82CFC10C-006E-F20A-F687-6CF254E751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923EFC-6E58-4BD5-CB53-38565F9455CB}"/>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608843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76164E-F46B-656A-5FE8-0E145C1060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765D2A-52A7-73BE-40C5-A991C1953F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D35AF-470D-79FA-BA4D-D10373830E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B2B42-F852-4C02-80DC-C8056EBC4F9E}" type="datetimeFigureOut">
              <a:rPr lang="en-US" smtClean="0"/>
              <a:t>8/24/2025</a:t>
            </a:fld>
            <a:endParaRPr lang="en-US"/>
          </a:p>
        </p:txBody>
      </p:sp>
      <p:sp>
        <p:nvSpPr>
          <p:cNvPr id="5" name="Footer Placeholder 4">
            <a:extLst>
              <a:ext uri="{FF2B5EF4-FFF2-40B4-BE49-F238E27FC236}">
                <a16:creationId xmlns:a16="http://schemas.microsoft.com/office/drawing/2014/main" id="{2F3575E0-D692-BF94-4BDF-3B71573073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7AE334-5200-BBB1-46CD-EAA8172B26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5811C8-7B02-46CE-9E51-658D1E471C50}" type="slidenum">
              <a:rPr lang="en-US" smtClean="0"/>
              <a:t>‹#›</a:t>
            </a:fld>
            <a:endParaRPr lang="en-US"/>
          </a:p>
        </p:txBody>
      </p:sp>
    </p:spTree>
    <p:extLst>
      <p:ext uri="{BB962C8B-B14F-4D97-AF65-F5344CB8AC3E}">
        <p14:creationId xmlns:p14="http://schemas.microsoft.com/office/powerpoint/2010/main" val="34528295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BF95F-ED5D-7D14-004F-BB3F773AACDB}"/>
              </a:ext>
            </a:extLst>
          </p:cNvPr>
          <p:cNvSpPr>
            <a:spLocks noGrp="1"/>
          </p:cNvSpPr>
          <p:nvPr>
            <p:ph type="ctrTitle"/>
          </p:nvPr>
        </p:nvSpPr>
        <p:spPr>
          <a:xfrm>
            <a:off x="4064000" y="1714500"/>
            <a:ext cx="7848600" cy="1485900"/>
          </a:xfrm>
        </p:spPr>
        <p:txBody>
          <a:bodyPr>
            <a:normAutofit fontScale="90000"/>
          </a:bodyPr>
          <a:lstStyle/>
          <a:p>
            <a:pPr algn="r"/>
            <a:r>
              <a:rPr lang="en-US" sz="4000" kern="0" dirty="0">
                <a:solidFill>
                  <a:srgbClr val="5E5E5E"/>
                </a:solidFill>
                <a:latin typeface="Century Gothic" panose="020B0502020202020204" pitchFamily="34" charset="0"/>
                <a:ea typeface="Cambria" panose="02040503050406030204" pitchFamily="18" charset="0"/>
                <a:cs typeface="Arial" panose="020B0604020202020204" pitchFamily="34" charset="0"/>
              </a:rPr>
              <a:t>Deploying AI, ML, and Chatbot Models in Edge and Cloud for Smart Manufacturing</a:t>
            </a:r>
            <a:endParaRPr lang="en-US" sz="4000" b="1" dirty="0">
              <a:solidFill>
                <a:schemeClr val="tx1">
                  <a:lumMod val="75000"/>
                  <a:lumOff val="25000"/>
                </a:schemeClr>
              </a:solidFill>
              <a:latin typeface="Cambria" panose="02040503050406030204" pitchFamily="18" charset="0"/>
              <a:ea typeface="Cambria" panose="02040503050406030204" pitchFamily="18" charset="0"/>
            </a:endParaRPr>
          </a:p>
        </p:txBody>
      </p:sp>
      <p:sp>
        <p:nvSpPr>
          <p:cNvPr id="3" name="Subtitle 2">
            <a:extLst>
              <a:ext uri="{FF2B5EF4-FFF2-40B4-BE49-F238E27FC236}">
                <a16:creationId xmlns:a16="http://schemas.microsoft.com/office/drawing/2014/main" id="{E2E3432E-C589-ADB8-601E-60B423644398}"/>
              </a:ext>
            </a:extLst>
          </p:cNvPr>
          <p:cNvSpPr>
            <a:spLocks noGrp="1"/>
          </p:cNvSpPr>
          <p:nvPr>
            <p:ph type="subTitle" idx="1"/>
          </p:nvPr>
        </p:nvSpPr>
        <p:spPr>
          <a:xfrm>
            <a:off x="2768600" y="5692351"/>
            <a:ext cx="9144000" cy="1000549"/>
          </a:xfrm>
        </p:spPr>
        <p:txBody>
          <a:bodyPr/>
          <a:lstStyle/>
          <a:p>
            <a:pPr algn="r"/>
            <a:r>
              <a:rPr lang="en-US" dirty="0">
                <a:solidFill>
                  <a:schemeClr val="bg1"/>
                </a:solidFill>
              </a:rPr>
              <a:t>Session16</a:t>
            </a:r>
          </a:p>
          <a:p>
            <a:pPr algn="r"/>
            <a:r>
              <a:rPr lang="en-US" dirty="0">
                <a:solidFill>
                  <a:schemeClr val="bg1"/>
                </a:solidFill>
              </a:rPr>
              <a:t>Aakash Goel (made changes) on top of Prof. Arun slides</a:t>
            </a:r>
          </a:p>
        </p:txBody>
      </p:sp>
    </p:spTree>
    <p:extLst>
      <p:ext uri="{BB962C8B-B14F-4D97-AF65-F5344CB8AC3E}">
        <p14:creationId xmlns:p14="http://schemas.microsoft.com/office/powerpoint/2010/main" val="248799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Deployment Strategies – Edge vs. Cloud</a:t>
            </a:r>
          </a:p>
        </p:txBody>
      </p:sp>
      <p:sp>
        <p:nvSpPr>
          <p:cNvPr id="3" name="Content Placeholder 2"/>
          <p:cNvSpPr>
            <a:spLocks noGrp="1"/>
          </p:cNvSpPr>
          <p:nvPr>
            <p:ph idx="1"/>
          </p:nvPr>
        </p:nvSpPr>
        <p:spPr/>
        <p:txBody>
          <a:bodyPr/>
          <a:lstStyle/>
          <a:p>
            <a:r>
              <a:rPr dirty="0"/>
              <a:t>Edge AI (On-Premise, Near-Machine AI):</a:t>
            </a:r>
          </a:p>
          <a:p>
            <a:r>
              <a:rPr dirty="0"/>
              <a:t>Benefits: Ultra-low latency, security, reduced cloud dependency</a:t>
            </a:r>
          </a:p>
          <a:p>
            <a:r>
              <a:rPr dirty="0"/>
              <a:t>Tools: TensorFlow Lite, ONNX, NVIDIA Jetson, </a:t>
            </a:r>
            <a:r>
              <a:rPr dirty="0" err="1"/>
              <a:t>OpenVINO</a:t>
            </a:r>
            <a:endParaRPr dirty="0"/>
          </a:p>
          <a:p>
            <a:r>
              <a:rPr dirty="0"/>
              <a:t>Cloud AI (Centralized, Scalable AI):</a:t>
            </a:r>
          </a:p>
          <a:p>
            <a:r>
              <a:rPr dirty="0"/>
              <a:t>Benefits: High computational power, predictive maintenance</a:t>
            </a:r>
          </a:p>
          <a:p>
            <a:r>
              <a:rPr dirty="0"/>
              <a:t>Tools: AWS </a:t>
            </a:r>
            <a:r>
              <a:rPr dirty="0" err="1"/>
              <a:t>SageMaker</a:t>
            </a:r>
            <a:r>
              <a:rPr dirty="0"/>
              <a:t>, Azure ML, Google Vertex AI, Hugging Face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Chatbot Deployment in Manufacturing</a:t>
            </a:r>
          </a:p>
        </p:txBody>
      </p:sp>
      <p:sp>
        <p:nvSpPr>
          <p:cNvPr id="3" name="Content Placeholder 2"/>
          <p:cNvSpPr>
            <a:spLocks noGrp="1"/>
          </p:cNvSpPr>
          <p:nvPr>
            <p:ph idx="1"/>
          </p:nvPr>
        </p:nvSpPr>
        <p:spPr/>
        <p:txBody>
          <a:bodyPr/>
          <a:lstStyle/>
          <a:p>
            <a:r>
              <a:rPr dirty="0"/>
              <a:t>Use Cases:</a:t>
            </a:r>
          </a:p>
          <a:p>
            <a:r>
              <a:rPr dirty="0"/>
              <a:t>Real-time operator assistance, supply chain management</a:t>
            </a:r>
          </a:p>
          <a:p>
            <a:r>
              <a:rPr dirty="0"/>
              <a:t>Predictive maintenance alerts, safety compliance</a:t>
            </a:r>
          </a:p>
          <a:p>
            <a:r>
              <a:rPr dirty="0"/>
              <a:t>Open-Source Chatbot Tools: Rasa, </a:t>
            </a:r>
            <a:r>
              <a:rPr dirty="0" err="1"/>
              <a:t>BotPress</a:t>
            </a:r>
            <a:endParaRPr dirty="0"/>
          </a:p>
          <a:p>
            <a:r>
              <a:rPr dirty="0"/>
              <a:t>Paid Solutions: Google </a:t>
            </a:r>
            <a:r>
              <a:rPr dirty="0" err="1"/>
              <a:t>Dialogflow</a:t>
            </a:r>
            <a:r>
              <a:rPr dirty="0"/>
              <a:t>, IBM Watson Assistant, OpenAI API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Vendor Selection Criteria &amp; Discussion Points</a:t>
            </a:r>
          </a:p>
        </p:txBody>
      </p:sp>
      <p:sp>
        <p:nvSpPr>
          <p:cNvPr id="3" name="Content Placeholder 2"/>
          <p:cNvSpPr>
            <a:spLocks noGrp="1"/>
          </p:cNvSpPr>
          <p:nvPr>
            <p:ph idx="1"/>
          </p:nvPr>
        </p:nvSpPr>
        <p:spPr/>
        <p:txBody>
          <a:bodyPr/>
          <a:lstStyle/>
          <a:p>
            <a:r>
              <a:rPr dirty="0"/>
              <a:t>🔹 Key Criteria:</a:t>
            </a:r>
          </a:p>
          <a:p>
            <a:r>
              <a:rPr dirty="0"/>
              <a:t>Technical expertise and product maturity</a:t>
            </a:r>
          </a:p>
          <a:p>
            <a:r>
              <a:rPr dirty="0"/>
              <a:t>Scalability &amp; flexibility for future needs</a:t>
            </a:r>
          </a:p>
          <a:p>
            <a:r>
              <a:rPr dirty="0"/>
              <a:t>Compliance with security &amp; regulatory standards</a:t>
            </a:r>
          </a:p>
          <a:p>
            <a:r>
              <a:rPr dirty="0"/>
              <a:t>Pricing models and long-term viability</a:t>
            </a:r>
          </a:p>
          <a:p>
            <a:r>
              <a:rPr dirty="0"/>
              <a:t>🔹 Vendor Discussion Points:</a:t>
            </a:r>
          </a:p>
          <a:p>
            <a:r>
              <a:rPr dirty="0"/>
              <a:t>Support &amp; SLA agreements</a:t>
            </a:r>
          </a:p>
          <a:p>
            <a:r>
              <a:rPr dirty="0"/>
              <a:t>Integration with existing manufacturing infrastructure</a:t>
            </a:r>
          </a:p>
          <a:p>
            <a:r>
              <a:rPr dirty="0"/>
              <a:t>Deployment timeframes &amp; ROI expectations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Infrastructure, Tools, and Technologies</a:t>
            </a:r>
          </a:p>
        </p:txBody>
      </p:sp>
      <p:sp>
        <p:nvSpPr>
          <p:cNvPr id="3" name="Content Placeholder 2"/>
          <p:cNvSpPr>
            <a:spLocks noGrp="1"/>
          </p:cNvSpPr>
          <p:nvPr>
            <p:ph idx="1"/>
          </p:nvPr>
        </p:nvSpPr>
        <p:spPr/>
        <p:txBody>
          <a:bodyPr/>
          <a:lstStyle/>
          <a:p>
            <a:r>
              <a:rPr dirty="0"/>
              <a:t>💡 Infrastructure Planning:</a:t>
            </a:r>
          </a:p>
          <a:p>
            <a:r>
              <a:rPr dirty="0"/>
              <a:t>Cloud vs. Edge deployment trade-offs</a:t>
            </a:r>
          </a:p>
          <a:p>
            <a:r>
              <a:rPr dirty="0"/>
              <a:t>Network bandwidth &amp; data latency considerations</a:t>
            </a:r>
          </a:p>
          <a:p>
            <a:r>
              <a:rPr dirty="0"/>
              <a:t>AI model retraining &amp; optimization strategies</a:t>
            </a:r>
          </a:p>
          <a:p>
            <a:endParaRPr dirty="0"/>
          </a:p>
          <a:p>
            <a:r>
              <a:rPr dirty="0"/>
              <a:t>🔧 Tools &amp; Technologies:</a:t>
            </a:r>
          </a:p>
          <a:p>
            <a:r>
              <a:rPr dirty="0"/>
              <a:t>AI/ML: TensorFlow, </a:t>
            </a:r>
            <a:r>
              <a:rPr dirty="0" err="1"/>
              <a:t>PyTorch</a:t>
            </a:r>
            <a:r>
              <a:rPr dirty="0"/>
              <a:t>, Hugging Face, ONNX</a:t>
            </a:r>
          </a:p>
          <a:p>
            <a:r>
              <a:rPr dirty="0"/>
              <a:t>Data Storage: PostgreSQL, MySQL, AWS S3, Azure Blob Storage</a:t>
            </a:r>
          </a:p>
          <a:p>
            <a:r>
              <a:rPr dirty="0"/>
              <a:t>Monitoring: </a:t>
            </a:r>
            <a:r>
              <a:rPr dirty="0" err="1"/>
              <a:t>MLflow</a:t>
            </a:r>
            <a:r>
              <a:rPr dirty="0"/>
              <a:t>, Prometheus, Grafana, AWS Model Monitor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Critical Clauses in Vendor Contracts</a:t>
            </a:r>
          </a:p>
        </p:txBody>
      </p:sp>
      <p:sp>
        <p:nvSpPr>
          <p:cNvPr id="3" name="Content Placeholder 2"/>
          <p:cNvSpPr>
            <a:spLocks noGrp="1"/>
          </p:cNvSpPr>
          <p:nvPr>
            <p:ph idx="1"/>
          </p:nvPr>
        </p:nvSpPr>
        <p:spPr/>
        <p:txBody>
          <a:bodyPr/>
          <a:lstStyle/>
          <a:p>
            <a:r>
              <a:rPr dirty="0"/>
              <a:t>📜 Key Contractual Clauses:</a:t>
            </a:r>
          </a:p>
          <a:p>
            <a:r>
              <a:rPr dirty="0"/>
              <a:t>Data ownership and security compliance</a:t>
            </a:r>
          </a:p>
          <a:p>
            <a:r>
              <a:rPr dirty="0"/>
              <a:t>Service Level Agreements (SLAs) for uptime &amp; performance</a:t>
            </a:r>
          </a:p>
          <a:p>
            <a:r>
              <a:rPr dirty="0"/>
              <a:t>Exit strategy &amp; migration flexibility</a:t>
            </a:r>
          </a:p>
          <a:p>
            <a:r>
              <a:rPr dirty="0"/>
              <a:t>Liability clauses for failures &amp; disruptions</a:t>
            </a:r>
          </a:p>
          <a:p>
            <a:r>
              <a:rPr dirty="0"/>
              <a:t>✅ Recommended Best Practices:</a:t>
            </a:r>
          </a:p>
          <a:p>
            <a:r>
              <a:rPr dirty="0"/>
              <a:t>Clearly define KPIs &amp; expected outcomes</a:t>
            </a:r>
          </a:p>
          <a:p>
            <a:r>
              <a:rPr dirty="0"/>
              <a:t>Negotiate favorable licensing terms</a:t>
            </a:r>
          </a:p>
          <a:p>
            <a:r>
              <a:rPr dirty="0"/>
              <a:t>Consider hybrid vendor solutions for redundancy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Trends &amp; Final Recommendations</a:t>
            </a:r>
          </a:p>
        </p:txBody>
      </p:sp>
      <p:sp>
        <p:nvSpPr>
          <p:cNvPr id="3" name="Content Placeholder 2"/>
          <p:cNvSpPr>
            <a:spLocks noGrp="1"/>
          </p:cNvSpPr>
          <p:nvPr>
            <p:ph idx="1"/>
          </p:nvPr>
        </p:nvSpPr>
        <p:spPr/>
        <p:txBody>
          <a:bodyPr/>
          <a:lstStyle/>
          <a:p>
            <a:r>
              <a:rPr dirty="0"/>
              <a:t>🚀 Future Trends in Smart Manufacturing:</a:t>
            </a:r>
          </a:p>
          <a:p>
            <a:r>
              <a:rPr dirty="0"/>
              <a:t>AI-driven automation &amp; robotics advancements</a:t>
            </a:r>
          </a:p>
          <a:p>
            <a:r>
              <a:rPr dirty="0"/>
              <a:t>Self-learning systems &amp; federated AI</a:t>
            </a:r>
          </a:p>
          <a:p>
            <a:r>
              <a:rPr dirty="0"/>
              <a:t>Increasing role of edge computing &amp; decentralized AI</a:t>
            </a:r>
          </a:p>
          <a:p>
            <a:endParaRPr dirty="0"/>
          </a:p>
          <a:p>
            <a:r>
              <a:rPr dirty="0"/>
              <a:t>📌 Final Recommendations:</a:t>
            </a:r>
          </a:p>
          <a:p>
            <a:r>
              <a:rPr dirty="0"/>
              <a:t>SMEs must continuously upskill in AI &amp; data analytics</a:t>
            </a:r>
          </a:p>
          <a:p>
            <a:r>
              <a:rPr dirty="0"/>
              <a:t>Select vendors based on scalability &amp; security</a:t>
            </a:r>
          </a:p>
          <a:p>
            <a:r>
              <a:rPr dirty="0"/>
              <a:t>Invest in real-time monitoring &amp; performance optimization</a:t>
            </a:r>
          </a:p>
          <a:p>
            <a:r>
              <a:rPr dirty="0"/>
              <a:t>Consider hybrid AI models combining edge &amp; cloud computing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OAK-D-POE OpenCV AI Machine Vision Kit">
            <a:extLst>
              <a:ext uri="{FF2B5EF4-FFF2-40B4-BE49-F238E27FC236}">
                <a16:creationId xmlns:a16="http://schemas.microsoft.com/office/drawing/2014/main" id="{8F716C1C-DD8D-26DE-56F2-5E2AC18460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0783" y="0"/>
            <a:ext cx="4737417" cy="473741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9BF6123-E982-93EF-8145-904929C5DC38}"/>
              </a:ext>
            </a:extLst>
          </p:cNvPr>
          <p:cNvSpPr txBox="1"/>
          <p:nvPr/>
        </p:nvSpPr>
        <p:spPr>
          <a:xfrm>
            <a:off x="81280" y="514430"/>
            <a:ext cx="10739120" cy="5909310"/>
          </a:xfrm>
          <a:prstGeom prst="rect">
            <a:avLst/>
          </a:prstGeom>
          <a:noFill/>
        </p:spPr>
        <p:txBody>
          <a:bodyPr wrap="square">
            <a:spAutoFit/>
          </a:bodyPr>
          <a:lstStyle/>
          <a:p>
            <a:r>
              <a:rPr lang="en-IN" b="1" dirty="0"/>
              <a:t>Devices for AI/ML Model Deployment in Manufacturing</a:t>
            </a:r>
          </a:p>
          <a:p>
            <a:pPr>
              <a:buFont typeface="+mj-lt"/>
              <a:buAutoNum type="arabicPeriod"/>
            </a:pPr>
            <a:r>
              <a:rPr lang="en-IN" b="1" dirty="0"/>
              <a:t>NVIDIA (Jetson Series)</a:t>
            </a:r>
            <a:endParaRPr lang="en-IN" dirty="0"/>
          </a:p>
          <a:p>
            <a:pPr marL="742950" lvl="1" indent="-285750">
              <a:buFont typeface="+mj-lt"/>
              <a:buAutoNum type="arabicPeriod"/>
            </a:pPr>
            <a:r>
              <a:rPr lang="en-IN" dirty="0"/>
              <a:t>Edge AI computing platform for real-time ML inference.</a:t>
            </a:r>
          </a:p>
          <a:p>
            <a:pPr>
              <a:buFont typeface="+mj-lt"/>
              <a:buAutoNum type="arabicPeriod"/>
            </a:pPr>
            <a:r>
              <a:rPr lang="en-IN" b="1" dirty="0"/>
              <a:t>Intel (</a:t>
            </a:r>
            <a:r>
              <a:rPr lang="en-IN" b="1" dirty="0" err="1"/>
              <a:t>Movidius</a:t>
            </a:r>
            <a:r>
              <a:rPr lang="en-IN" b="1" dirty="0"/>
              <a:t> VPU)</a:t>
            </a:r>
            <a:endParaRPr lang="en-IN" dirty="0"/>
          </a:p>
          <a:p>
            <a:pPr marL="742950" lvl="1" indent="-285750">
              <a:buFont typeface="+mj-lt"/>
              <a:buAutoNum type="arabicPeriod"/>
            </a:pPr>
            <a:r>
              <a:rPr lang="en-IN" dirty="0"/>
              <a:t>AI accelerator for deploying vision models on devices.</a:t>
            </a:r>
          </a:p>
          <a:p>
            <a:pPr>
              <a:buFont typeface="+mj-lt"/>
              <a:buAutoNum type="arabicPeriod"/>
            </a:pPr>
            <a:r>
              <a:rPr lang="en-IN" b="1" dirty="0"/>
              <a:t>Siemens (SIMATIC Edge Devices)</a:t>
            </a:r>
            <a:endParaRPr lang="en-IN" dirty="0"/>
          </a:p>
          <a:p>
            <a:pPr marL="742950" lvl="1" indent="-285750">
              <a:buFont typeface="+mj-lt"/>
              <a:buAutoNum type="arabicPeriod"/>
            </a:pPr>
            <a:r>
              <a:rPr lang="en-IN" dirty="0"/>
              <a:t>For deploying ML models at the edge in industrial automation.</a:t>
            </a:r>
          </a:p>
          <a:p>
            <a:pPr>
              <a:buFont typeface="+mj-lt"/>
              <a:buAutoNum type="arabicPeriod"/>
            </a:pPr>
            <a:r>
              <a:rPr lang="en-IN" b="1" dirty="0"/>
              <a:t>ABB (Ability™ Edge AI)</a:t>
            </a:r>
            <a:endParaRPr lang="en-IN" dirty="0"/>
          </a:p>
          <a:p>
            <a:pPr marL="742950" lvl="1" indent="-285750">
              <a:buFont typeface="+mj-lt"/>
              <a:buAutoNum type="arabicPeriod"/>
            </a:pPr>
            <a:r>
              <a:rPr lang="en-IN" dirty="0"/>
              <a:t>Smart robotics and edge computing for deploying AI models in manufacturing robots.</a:t>
            </a:r>
          </a:p>
          <a:p>
            <a:pPr>
              <a:buFont typeface="+mj-lt"/>
              <a:buAutoNum type="arabicPeriod"/>
            </a:pPr>
            <a:r>
              <a:rPr lang="en-IN" b="1" dirty="0"/>
              <a:t>Rockwell Automation (Allen-Bradley Edge Gateway)</a:t>
            </a:r>
            <a:endParaRPr lang="en-IN" dirty="0"/>
          </a:p>
          <a:p>
            <a:pPr marL="742950" lvl="1" indent="-285750">
              <a:buFont typeface="+mj-lt"/>
              <a:buAutoNum type="arabicPeriod"/>
            </a:pPr>
            <a:r>
              <a:rPr lang="en-IN" dirty="0"/>
              <a:t>AI models for industrial IoT devices and operational systems.</a:t>
            </a:r>
          </a:p>
          <a:p>
            <a:pPr>
              <a:buFont typeface="+mj-lt"/>
              <a:buAutoNum type="arabicPeriod"/>
            </a:pPr>
            <a:r>
              <a:rPr lang="en-IN" b="1" dirty="0"/>
              <a:t>HPE (</a:t>
            </a:r>
            <a:r>
              <a:rPr lang="en-IN" b="1" dirty="0" err="1"/>
              <a:t>Edgeline</a:t>
            </a:r>
            <a:r>
              <a:rPr lang="en-IN" b="1" dirty="0"/>
              <a:t> Series)</a:t>
            </a:r>
            <a:endParaRPr lang="en-IN" dirty="0"/>
          </a:p>
          <a:p>
            <a:pPr marL="742950" lvl="1" indent="-285750">
              <a:buFont typeface="+mj-lt"/>
              <a:buAutoNum type="arabicPeriod"/>
            </a:pPr>
            <a:r>
              <a:rPr lang="en-IN" dirty="0"/>
              <a:t>Edge devices optimized for running AI models in manufacturing environments.</a:t>
            </a:r>
          </a:p>
          <a:p>
            <a:pPr>
              <a:buFont typeface="+mj-lt"/>
              <a:buAutoNum type="arabicPeriod"/>
            </a:pPr>
            <a:r>
              <a:rPr lang="en-IN" b="1" dirty="0"/>
              <a:t>Bosch Rexroth (</a:t>
            </a:r>
            <a:r>
              <a:rPr lang="en-IN" b="1" dirty="0" err="1"/>
              <a:t>CytroConnect</a:t>
            </a:r>
            <a:r>
              <a:rPr lang="en-IN" b="1" dirty="0"/>
              <a:t> Edge)</a:t>
            </a:r>
            <a:endParaRPr lang="en-IN" dirty="0"/>
          </a:p>
          <a:p>
            <a:pPr marL="742950" lvl="1" indent="-285750">
              <a:buFont typeface="+mj-lt"/>
              <a:buAutoNum type="arabicPeriod"/>
            </a:pPr>
            <a:r>
              <a:rPr lang="en-IN" dirty="0"/>
              <a:t>AI deployment for predictive maintenance and process optimization.</a:t>
            </a:r>
          </a:p>
          <a:p>
            <a:pPr>
              <a:buFont typeface="+mj-lt"/>
              <a:buAutoNum type="arabicPeriod"/>
            </a:pPr>
            <a:r>
              <a:rPr lang="en-IN" b="1" dirty="0"/>
              <a:t>Fanuc (FIELD System)</a:t>
            </a:r>
            <a:endParaRPr lang="en-IN" dirty="0"/>
          </a:p>
          <a:p>
            <a:pPr marL="742950" lvl="1" indent="-285750">
              <a:buFont typeface="+mj-lt"/>
              <a:buAutoNum type="arabicPeriod"/>
            </a:pPr>
            <a:r>
              <a:rPr lang="en-IN" dirty="0"/>
              <a:t>Machine learning models deployed in factory automation systems.</a:t>
            </a:r>
          </a:p>
          <a:p>
            <a:pPr>
              <a:buFont typeface="+mj-lt"/>
              <a:buAutoNum type="arabicPeriod"/>
            </a:pPr>
            <a:r>
              <a:rPr lang="en-IN" b="1" dirty="0"/>
              <a:t>Schneider Electric (</a:t>
            </a:r>
            <a:r>
              <a:rPr lang="en-IN" b="1" dirty="0" err="1"/>
              <a:t>EcoStruxure</a:t>
            </a:r>
            <a:r>
              <a:rPr lang="en-IN" b="1" dirty="0"/>
              <a:t> Machine Advisor)</a:t>
            </a:r>
            <a:endParaRPr lang="en-IN" dirty="0"/>
          </a:p>
          <a:p>
            <a:pPr marL="742950" lvl="1" indent="-285750">
              <a:buFont typeface="+mj-lt"/>
              <a:buAutoNum type="arabicPeriod"/>
            </a:pPr>
            <a:r>
              <a:rPr lang="en-IN" dirty="0"/>
              <a:t>ML models for predictive analytics and machine maintenance at the edge.</a:t>
            </a:r>
          </a:p>
          <a:p>
            <a:pPr>
              <a:buFont typeface="+mj-lt"/>
              <a:buAutoNum type="arabicPeriod"/>
            </a:pPr>
            <a:r>
              <a:rPr lang="en-IN" b="1" dirty="0"/>
              <a:t>Dell Technologies (Edge Gateway Series)</a:t>
            </a:r>
            <a:endParaRPr lang="en-IN" dirty="0"/>
          </a:p>
          <a:p>
            <a:pPr marL="742950" lvl="1" indent="-285750">
              <a:buFont typeface="+mj-lt"/>
              <a:buAutoNum type="arabicPeriod"/>
            </a:pPr>
            <a:r>
              <a:rPr lang="en-IN" dirty="0"/>
              <a:t>AI/ML model deployment for real-time industrial data analytics.</a:t>
            </a:r>
          </a:p>
        </p:txBody>
      </p:sp>
    </p:spTree>
    <p:extLst>
      <p:ext uri="{BB962C8B-B14F-4D97-AF65-F5344CB8AC3E}">
        <p14:creationId xmlns:p14="http://schemas.microsoft.com/office/powerpoint/2010/main" val="777548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835FA-7128-03CE-612D-86FAAF32C70D}"/>
              </a:ext>
            </a:extLst>
          </p:cNvPr>
          <p:cNvSpPr>
            <a:spLocks noGrp="1"/>
          </p:cNvSpPr>
          <p:nvPr>
            <p:ph type="title"/>
          </p:nvPr>
        </p:nvSpPr>
        <p:spPr/>
        <p:txBody>
          <a:bodyPr/>
          <a:lstStyle/>
          <a:p>
            <a:r>
              <a:rPr lang="en-US" b="1" dirty="0"/>
              <a:t>Challenges and Considerations in AI/ML Deployment</a:t>
            </a:r>
            <a:endParaRPr lang="en-IN" dirty="0"/>
          </a:p>
        </p:txBody>
      </p:sp>
      <p:sp>
        <p:nvSpPr>
          <p:cNvPr id="3" name="Content Placeholder 2">
            <a:extLst>
              <a:ext uri="{FF2B5EF4-FFF2-40B4-BE49-F238E27FC236}">
                <a16:creationId xmlns:a16="http://schemas.microsoft.com/office/drawing/2014/main" id="{2E961667-973C-B60A-EEF4-64B1F471C1EC}"/>
              </a:ext>
            </a:extLst>
          </p:cNvPr>
          <p:cNvSpPr>
            <a:spLocks noGrp="1"/>
          </p:cNvSpPr>
          <p:nvPr>
            <p:ph idx="1"/>
          </p:nvPr>
        </p:nvSpPr>
        <p:spPr/>
        <p:txBody>
          <a:bodyPr/>
          <a:lstStyle/>
          <a:p>
            <a:r>
              <a:rPr lang="en-IN" dirty="0"/>
              <a:t>AI </a:t>
            </a:r>
            <a:r>
              <a:rPr lang="en-IN" dirty="0" err="1"/>
              <a:t>Survilence</a:t>
            </a:r>
            <a:endParaRPr lang="en-IN" dirty="0"/>
          </a:p>
          <a:p>
            <a:r>
              <a:rPr lang="en-IN" dirty="0"/>
              <a:t>Immature problem statement from the users</a:t>
            </a:r>
          </a:p>
          <a:p>
            <a:r>
              <a:rPr lang="en-IN" dirty="0"/>
              <a:t>Network &amp; Communication Protocols</a:t>
            </a:r>
          </a:p>
        </p:txBody>
      </p:sp>
    </p:spTree>
    <p:extLst>
      <p:ext uri="{BB962C8B-B14F-4D97-AF65-F5344CB8AC3E}">
        <p14:creationId xmlns:p14="http://schemas.microsoft.com/office/powerpoint/2010/main" val="1917521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A82828-240E-B022-BCA9-12846454D745}"/>
              </a:ext>
            </a:extLst>
          </p:cNvPr>
          <p:cNvPicPr>
            <a:picLocks noChangeAspect="1"/>
          </p:cNvPicPr>
          <p:nvPr/>
        </p:nvPicPr>
        <p:blipFill>
          <a:blip r:embed="rId3"/>
          <a:stretch>
            <a:fillRect/>
          </a:stretch>
        </p:blipFill>
        <p:spPr>
          <a:xfrm>
            <a:off x="1249260" y="361684"/>
            <a:ext cx="9693480" cy="6134632"/>
          </a:xfrm>
          <a:prstGeom prst="rect">
            <a:avLst/>
          </a:prstGeom>
        </p:spPr>
      </p:pic>
    </p:spTree>
    <p:extLst>
      <p:ext uri="{BB962C8B-B14F-4D97-AF65-F5344CB8AC3E}">
        <p14:creationId xmlns:p14="http://schemas.microsoft.com/office/powerpoint/2010/main" val="2921560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3417</TotalTime>
  <Words>2810</Words>
  <Application>Microsoft Office PowerPoint</Application>
  <PresentationFormat>Widescreen</PresentationFormat>
  <Paragraphs>170</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Cambria</vt:lpstr>
      <vt:lpstr>Century Gothic</vt:lpstr>
      <vt:lpstr>Office Theme</vt:lpstr>
      <vt:lpstr>Deploying AI, ML, and Chatbot Models in Edge and Cloud for Smart Manufacturing</vt:lpstr>
      <vt:lpstr>Deployment Strategies – Edge vs. Cloud</vt:lpstr>
      <vt:lpstr>Chatbot Deployment in Manufacturing</vt:lpstr>
      <vt:lpstr>Vendor Selection Criteria &amp; Discussion Points</vt:lpstr>
      <vt:lpstr>Infrastructure, Tools, and Technologies</vt:lpstr>
      <vt:lpstr>Critical Clauses in Vendor Contracts</vt:lpstr>
      <vt:lpstr>Future Trends &amp; Final Recommendations</vt:lpstr>
      <vt:lpstr>PowerPoint Presentation</vt:lpstr>
      <vt:lpstr>Challenges and Considerations in AI/ML Deployment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Session1: Introduction to Data-Driven Manufacturing and statistics</dc:title>
  <dc:creator>Arunkarthik Thangaraj</dc:creator>
  <cp:lastModifiedBy>Aakash Goel (MSTIC DS&amp;AI)</cp:lastModifiedBy>
  <cp:revision>401</cp:revision>
  <dcterms:created xsi:type="dcterms:W3CDTF">2023-10-16T14:03:13Z</dcterms:created>
  <dcterms:modified xsi:type="dcterms:W3CDTF">2025-08-24T09:45:03Z</dcterms:modified>
</cp:coreProperties>
</file>