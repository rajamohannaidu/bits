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147472367" r:id="rId2"/>
    <p:sldId id="257" r:id="rId3"/>
    <p:sldId id="2147472317" r:id="rId4"/>
    <p:sldId id="2147472361" r:id="rId5"/>
    <p:sldId id="2147472368" r:id="rId6"/>
    <p:sldId id="2147472369" r:id="rId7"/>
    <p:sldId id="2147472362" r:id="rId8"/>
    <p:sldId id="2147472363" r:id="rId9"/>
    <p:sldId id="2147472364" r:id="rId10"/>
    <p:sldId id="2147472365" r:id="rId11"/>
    <p:sldId id="21474723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740E8017-0233-47FD-B99C-A107EB038A2C}"/>
    <pc:docChg chg="undo custSel addSld delSld modSld">
      <pc:chgData name="ARUN KARTHIK ." userId="62a047ea-99a3-445a-a127-bd8840139939" providerId="ADAL" clId="{740E8017-0233-47FD-B99C-A107EB038A2C}" dt="2024-07-13T07:41:39.378" v="230" actId="478"/>
      <pc:docMkLst>
        <pc:docMk/>
      </pc:docMkLst>
      <pc:sldChg chg="addSp modSp mod">
        <pc:chgData name="ARUN KARTHIK ." userId="62a047ea-99a3-445a-a127-bd8840139939" providerId="ADAL" clId="{740E8017-0233-47FD-B99C-A107EB038A2C}" dt="2024-07-13T07:36:28.249" v="226"/>
        <pc:sldMkLst>
          <pc:docMk/>
          <pc:sldMk cId="2487991735" sldId="256"/>
        </pc:sldMkLst>
        <pc:spChg chg="mod">
          <ac:chgData name="ARUN KARTHIK ." userId="62a047ea-99a3-445a-a127-bd8840139939" providerId="ADAL" clId="{740E8017-0233-47FD-B99C-A107EB038A2C}" dt="2024-07-13T06:04:35.025" v="214"/>
          <ac:spMkLst>
            <pc:docMk/>
            <pc:sldMk cId="2487991735" sldId="256"/>
            <ac:spMk id="2" creationId="{C66BF95F-ED5D-7D14-004F-BB3F773AACDB}"/>
          </ac:spMkLst>
        </pc:spChg>
        <pc:spChg chg="mod">
          <ac:chgData name="ARUN KARTHIK ." userId="62a047ea-99a3-445a-a127-bd8840139939" providerId="ADAL" clId="{740E8017-0233-47FD-B99C-A107EB038A2C}" dt="2024-07-13T05:54:41.130" v="94" actId="20577"/>
          <ac:spMkLst>
            <pc:docMk/>
            <pc:sldMk cId="2487991735" sldId="256"/>
            <ac:spMk id="3" creationId="{E2E3432E-C589-ADB8-601E-60B423644398}"/>
          </ac:spMkLst>
        </pc:spChg>
        <pc:inkChg chg="add">
          <ac:chgData name="ARUN KARTHIK ." userId="62a047ea-99a3-445a-a127-bd8840139939" providerId="ADAL" clId="{740E8017-0233-47FD-B99C-A107EB038A2C}" dt="2024-07-13T07:36:28.249" v="226"/>
          <ac:inkMkLst>
            <pc:docMk/>
            <pc:sldMk cId="2487991735" sldId="256"/>
            <ac:inkMk id="4" creationId="{265A7DCD-AAA8-57C7-1E6C-5F35731ED90A}"/>
          </ac:inkMkLst>
        </pc:inkChg>
      </pc:sldChg>
      <pc:sldChg chg="modSp mod">
        <pc:chgData name="ARUN KARTHIK ." userId="62a047ea-99a3-445a-a127-bd8840139939" providerId="ADAL" clId="{740E8017-0233-47FD-B99C-A107EB038A2C}" dt="2024-07-13T05:54:33.249" v="91" actId="20577"/>
        <pc:sldMkLst>
          <pc:docMk/>
          <pc:sldMk cId="2093432532" sldId="257"/>
        </pc:sldMkLst>
        <pc:spChg chg="mod">
          <ac:chgData name="ARUN KARTHIK ." userId="62a047ea-99a3-445a-a127-bd8840139939" providerId="ADAL" clId="{740E8017-0233-47FD-B99C-A107EB038A2C}" dt="2024-07-13T05:54:33.249" v="91" actId="20577"/>
          <ac:spMkLst>
            <pc:docMk/>
            <pc:sldMk cId="2093432532" sldId="257"/>
            <ac:spMk id="18" creationId="{A46B61F3-5377-97A4-5086-0160B9712381}"/>
          </ac:spMkLst>
        </pc:spChg>
      </pc:sldChg>
      <pc:sldChg chg="add del">
        <pc:chgData name="ARUN KARTHIK ." userId="62a047ea-99a3-445a-a127-bd8840139939" providerId="ADAL" clId="{740E8017-0233-47FD-B99C-A107EB038A2C}" dt="2024-07-13T05:54:21.315" v="51"/>
        <pc:sldMkLst>
          <pc:docMk/>
          <pc:sldMk cId="220054051" sldId="2147472318"/>
        </pc:sldMkLst>
      </pc:sldChg>
      <pc:sldChg chg="del">
        <pc:chgData name="ARUN KARTHIK ." userId="62a047ea-99a3-445a-a127-bd8840139939" providerId="ADAL" clId="{740E8017-0233-47FD-B99C-A107EB038A2C}" dt="2024-07-13T05:53:27.719" v="0" actId="47"/>
        <pc:sldMkLst>
          <pc:docMk/>
          <pc:sldMk cId="603800340" sldId="2147472319"/>
        </pc:sldMkLst>
      </pc:sldChg>
      <pc:sldChg chg="del">
        <pc:chgData name="ARUN KARTHIK ." userId="62a047ea-99a3-445a-a127-bd8840139939" providerId="ADAL" clId="{740E8017-0233-47FD-B99C-A107EB038A2C}" dt="2024-07-13T05:53:32.435" v="23" actId="47"/>
        <pc:sldMkLst>
          <pc:docMk/>
          <pc:sldMk cId="2380601133" sldId="2147472360"/>
        </pc:sldMkLst>
      </pc:sldChg>
      <pc:sldChg chg="addSp delSp modSp add del mod">
        <pc:chgData name="ARUN KARTHIK ." userId="62a047ea-99a3-445a-a127-bd8840139939" providerId="ADAL" clId="{740E8017-0233-47FD-B99C-A107EB038A2C}" dt="2024-07-13T07:36:28.249" v="226"/>
        <pc:sldMkLst>
          <pc:docMk/>
          <pc:sldMk cId="4252618562" sldId="2147472361"/>
        </pc:sldMkLst>
        <pc:spChg chg="add">
          <ac:chgData name="ARUN KARTHIK ." userId="62a047ea-99a3-445a-a127-bd8840139939" providerId="ADAL" clId="{740E8017-0233-47FD-B99C-A107EB038A2C}" dt="2024-07-13T05:55:29.818" v="95"/>
          <ac:spMkLst>
            <pc:docMk/>
            <pc:sldMk cId="4252618562" sldId="2147472361"/>
            <ac:spMk id="2" creationId="{567C2FFF-97CE-E31B-699B-B4A723AE3FA6}"/>
          </ac:spMkLst>
        </pc:spChg>
        <pc:spChg chg="add del mod">
          <ac:chgData name="ARUN KARTHIK ." userId="62a047ea-99a3-445a-a127-bd8840139939" providerId="ADAL" clId="{740E8017-0233-47FD-B99C-A107EB038A2C}" dt="2024-07-13T05:55:37.783" v="99"/>
          <ac:spMkLst>
            <pc:docMk/>
            <pc:sldMk cId="4252618562" sldId="2147472361"/>
            <ac:spMk id="3" creationId="{253CFF97-CFE2-C4A2-33B0-3CCFE38EB94C}"/>
          </ac:spMkLst>
        </pc:spChg>
        <pc:spChg chg="add mod">
          <ac:chgData name="ARUN KARTHIK ." userId="62a047ea-99a3-445a-a127-bd8840139939" providerId="ADAL" clId="{740E8017-0233-47FD-B99C-A107EB038A2C}" dt="2024-07-13T05:56:15.303" v="103" actId="12"/>
          <ac:spMkLst>
            <pc:docMk/>
            <pc:sldMk cId="4252618562" sldId="2147472361"/>
            <ac:spMk id="4" creationId="{2E53661C-9CC3-5F1E-ADF3-BD58580D1974}"/>
          </ac:spMkLst>
        </pc:spChg>
        <pc:spChg chg="add">
          <ac:chgData name="ARUN KARTHIK ." userId="62a047ea-99a3-445a-a127-bd8840139939" providerId="ADAL" clId="{740E8017-0233-47FD-B99C-A107EB038A2C}" dt="2024-07-13T05:55:42.937" v="101"/>
          <ac:spMkLst>
            <pc:docMk/>
            <pc:sldMk cId="4252618562" sldId="2147472361"/>
            <ac:spMk id="5" creationId="{6DA1A7A0-C66F-3D69-8243-10BFF4374F93}"/>
          </ac:spMkLst>
        </pc:spChg>
        <pc:spChg chg="mod">
          <ac:chgData name="ARUN KARTHIK ." userId="62a047ea-99a3-445a-a127-bd8840139939" providerId="ADAL" clId="{740E8017-0233-47FD-B99C-A107EB038A2C}" dt="2024-07-13T05:57:27.249" v="154" actId="20577"/>
          <ac:spMkLst>
            <pc:docMk/>
            <pc:sldMk cId="4252618562" sldId="2147472361"/>
            <ac:spMk id="64" creationId="{8E6CA7E4-5B79-B61A-FB5D-161F977625FD}"/>
          </ac:spMkLst>
        </pc:spChg>
        <pc:inkChg chg="add">
          <ac:chgData name="ARUN KARTHIK ." userId="62a047ea-99a3-445a-a127-bd8840139939" providerId="ADAL" clId="{740E8017-0233-47FD-B99C-A107EB038A2C}" dt="2024-07-13T07:36:28.249" v="226"/>
          <ac:inkMkLst>
            <pc:docMk/>
            <pc:sldMk cId="4252618562" sldId="2147472361"/>
            <ac:inkMk id="6" creationId="{67F37D56-574C-B085-12E0-A841F9A6C14E}"/>
          </ac:inkMkLst>
        </pc:inkChg>
      </pc:sldChg>
      <pc:sldChg chg="del">
        <pc:chgData name="ARUN KARTHIK ." userId="62a047ea-99a3-445a-a127-bd8840139939" providerId="ADAL" clId="{740E8017-0233-47FD-B99C-A107EB038A2C}" dt="2024-07-13T05:53:27.910" v="1" actId="47"/>
        <pc:sldMkLst>
          <pc:docMk/>
          <pc:sldMk cId="1071382573" sldId="2147472362"/>
        </pc:sldMkLst>
      </pc:sldChg>
      <pc:sldChg chg="addSp delSp modSp add del mod">
        <pc:chgData name="ARUN KARTHIK ." userId="62a047ea-99a3-445a-a127-bd8840139939" providerId="ADAL" clId="{740E8017-0233-47FD-B99C-A107EB038A2C}" dt="2024-07-13T06:04:49.802" v="225" actId="20577"/>
        <pc:sldMkLst>
          <pc:docMk/>
          <pc:sldMk cId="2378067692" sldId="2147472362"/>
        </pc:sldMkLst>
        <pc:spChg chg="add">
          <ac:chgData name="ARUN KARTHIK ." userId="62a047ea-99a3-445a-a127-bd8840139939" providerId="ADAL" clId="{740E8017-0233-47FD-B99C-A107EB038A2C}" dt="2024-07-13T05:56:52.704" v="130"/>
          <ac:spMkLst>
            <pc:docMk/>
            <pc:sldMk cId="2378067692" sldId="2147472362"/>
            <ac:spMk id="2" creationId="{A09A158A-F507-9892-83B9-F39CE2A7C4DA}"/>
          </ac:spMkLst>
        </pc:spChg>
        <pc:spChg chg="del mod">
          <ac:chgData name="ARUN KARTHIK ." userId="62a047ea-99a3-445a-a127-bd8840139939" providerId="ADAL" clId="{740E8017-0233-47FD-B99C-A107EB038A2C}" dt="2024-07-13T05:57:04.503" v="133" actId="478"/>
          <ac:spMkLst>
            <pc:docMk/>
            <pc:sldMk cId="2378067692" sldId="2147472362"/>
            <ac:spMk id="4" creationId="{2E53661C-9CC3-5F1E-ADF3-BD58580D1974}"/>
          </ac:spMkLst>
        </pc:spChg>
        <pc:spChg chg="add mod">
          <ac:chgData name="ARUN KARTHIK ." userId="62a047ea-99a3-445a-a127-bd8840139939" providerId="ADAL" clId="{740E8017-0233-47FD-B99C-A107EB038A2C}" dt="2024-07-13T06:04:49.802" v="225" actId="20577"/>
          <ac:spMkLst>
            <pc:docMk/>
            <pc:sldMk cId="2378067692" sldId="2147472362"/>
            <ac:spMk id="5" creationId="{6D19378E-DA0F-8051-4095-FA0EBFA7DD6F}"/>
          </ac:spMkLst>
        </pc:spChg>
        <pc:spChg chg="add mod">
          <ac:chgData name="ARUN KARTHIK ." userId="62a047ea-99a3-445a-a127-bd8840139939" providerId="ADAL" clId="{740E8017-0233-47FD-B99C-A107EB038A2C}" dt="2024-07-13T05:57:34.959" v="176" actId="20577"/>
          <ac:spMkLst>
            <pc:docMk/>
            <pc:sldMk cId="2378067692" sldId="2147472362"/>
            <ac:spMk id="6" creationId="{537DCD77-7AD4-3AD7-5AB2-03BA6D85142E}"/>
          </ac:spMkLst>
        </pc:spChg>
        <pc:spChg chg="mod">
          <ac:chgData name="ARUN KARTHIK ." userId="62a047ea-99a3-445a-a127-bd8840139939" providerId="ADAL" clId="{740E8017-0233-47FD-B99C-A107EB038A2C}" dt="2024-07-13T05:57:13.443" v="136" actId="6549"/>
          <ac:spMkLst>
            <pc:docMk/>
            <pc:sldMk cId="2378067692" sldId="2147472362"/>
            <ac:spMk id="64" creationId="{8E6CA7E4-5B79-B61A-FB5D-161F977625FD}"/>
          </ac:spMkLst>
        </pc:spChg>
      </pc:sldChg>
      <pc:sldChg chg="new del">
        <pc:chgData name="ARUN KARTHIK ." userId="62a047ea-99a3-445a-a127-bd8840139939" providerId="ADAL" clId="{740E8017-0233-47FD-B99C-A107EB038A2C}" dt="2024-07-13T05:56:28.729" v="117" actId="680"/>
        <pc:sldMkLst>
          <pc:docMk/>
          <pc:sldMk cId="4246957243" sldId="2147472362"/>
        </pc:sldMkLst>
      </pc:sldChg>
      <pc:sldChg chg="del">
        <pc:chgData name="ARUN KARTHIK ." userId="62a047ea-99a3-445a-a127-bd8840139939" providerId="ADAL" clId="{740E8017-0233-47FD-B99C-A107EB038A2C}" dt="2024-07-13T05:53:29.569" v="10" actId="47"/>
        <pc:sldMkLst>
          <pc:docMk/>
          <pc:sldMk cId="277764760" sldId="2147472363"/>
        </pc:sldMkLst>
      </pc:sldChg>
      <pc:sldChg chg="add del">
        <pc:chgData name="ARUN KARTHIK ." userId="62a047ea-99a3-445a-a127-bd8840139939" providerId="ADAL" clId="{740E8017-0233-47FD-B99C-A107EB038A2C}" dt="2024-07-13T05:57:15.772" v="137" actId="47"/>
        <pc:sldMkLst>
          <pc:docMk/>
          <pc:sldMk cId="1229190295" sldId="2147472363"/>
        </pc:sldMkLst>
      </pc:sldChg>
      <pc:sldChg chg="addSp delSp modSp add mod">
        <pc:chgData name="ARUN KARTHIK ." userId="62a047ea-99a3-445a-a127-bd8840139939" providerId="ADAL" clId="{740E8017-0233-47FD-B99C-A107EB038A2C}" dt="2024-07-13T05:58:40.223" v="194" actId="1076"/>
        <pc:sldMkLst>
          <pc:docMk/>
          <pc:sldMk cId="1979480180" sldId="2147472363"/>
        </pc:sldMkLst>
        <pc:spChg chg="add">
          <ac:chgData name="ARUN KARTHIK ." userId="62a047ea-99a3-445a-a127-bd8840139939" providerId="ADAL" clId="{740E8017-0233-47FD-B99C-A107EB038A2C}" dt="2024-07-13T05:58:02.724" v="187"/>
          <ac:spMkLst>
            <pc:docMk/>
            <pc:sldMk cId="1979480180" sldId="2147472363"/>
            <ac:spMk id="2" creationId="{791FDE89-6AE4-1033-5670-799768DAE4D0}"/>
          </ac:spMkLst>
        </pc:spChg>
        <pc:spChg chg="add mod">
          <ac:chgData name="ARUN KARTHIK ." userId="62a047ea-99a3-445a-a127-bd8840139939" providerId="ADAL" clId="{740E8017-0233-47FD-B99C-A107EB038A2C}" dt="2024-07-13T05:58:11.655" v="190" actId="1076"/>
          <ac:spMkLst>
            <pc:docMk/>
            <pc:sldMk cId="1979480180" sldId="2147472363"/>
            <ac:spMk id="3" creationId="{25B7F9FA-B8FC-DFCC-AFFA-7B287EF1424E}"/>
          </ac:spMkLst>
        </pc:spChg>
        <pc:spChg chg="add">
          <ac:chgData name="ARUN KARTHIK ." userId="62a047ea-99a3-445a-a127-bd8840139939" providerId="ADAL" clId="{740E8017-0233-47FD-B99C-A107EB038A2C}" dt="2024-07-13T05:58:19.777" v="191"/>
          <ac:spMkLst>
            <pc:docMk/>
            <pc:sldMk cId="1979480180" sldId="2147472363"/>
            <ac:spMk id="4" creationId="{B4F02306-2202-E913-86A3-55E67F163E47}"/>
          </ac:spMkLst>
        </pc:spChg>
        <pc:spChg chg="del">
          <ac:chgData name="ARUN KARTHIK ." userId="62a047ea-99a3-445a-a127-bd8840139939" providerId="ADAL" clId="{740E8017-0233-47FD-B99C-A107EB038A2C}" dt="2024-07-13T05:57:56.011" v="178" actId="478"/>
          <ac:spMkLst>
            <pc:docMk/>
            <pc:sldMk cId="1979480180" sldId="2147472363"/>
            <ac:spMk id="5" creationId="{6D19378E-DA0F-8051-4095-FA0EBFA7DD6F}"/>
          </ac:spMkLst>
        </pc:spChg>
        <pc:spChg chg="add">
          <ac:chgData name="ARUN KARTHIK ." userId="62a047ea-99a3-445a-a127-bd8840139939" providerId="ADAL" clId="{740E8017-0233-47FD-B99C-A107EB038A2C}" dt="2024-07-13T05:58:24.049" v="192"/>
          <ac:spMkLst>
            <pc:docMk/>
            <pc:sldMk cId="1979480180" sldId="2147472363"/>
            <ac:spMk id="7" creationId="{7E0DB43C-21A3-C5D6-3AA4-9D2656CFCB98}"/>
          </ac:spMkLst>
        </pc:spChg>
        <pc:spChg chg="add mod">
          <ac:chgData name="ARUN KARTHIK ." userId="62a047ea-99a3-445a-a127-bd8840139939" providerId="ADAL" clId="{740E8017-0233-47FD-B99C-A107EB038A2C}" dt="2024-07-13T05:58:40.223" v="194" actId="1076"/>
          <ac:spMkLst>
            <pc:docMk/>
            <pc:sldMk cId="1979480180" sldId="2147472363"/>
            <ac:spMk id="9" creationId="{E9458A99-4D17-1EC1-9AF4-6DC83BCAEADE}"/>
          </ac:spMkLst>
        </pc:spChg>
      </pc:sldChg>
      <pc:sldChg chg="new del">
        <pc:chgData name="ARUN KARTHIK ." userId="62a047ea-99a3-445a-a127-bd8840139939" providerId="ADAL" clId="{740E8017-0233-47FD-B99C-A107EB038A2C}" dt="2024-07-13T05:56:28.136" v="116" actId="680"/>
        <pc:sldMkLst>
          <pc:docMk/>
          <pc:sldMk cId="2604255423" sldId="2147472363"/>
        </pc:sldMkLst>
      </pc:sldChg>
      <pc:sldChg chg="add del">
        <pc:chgData name="ARUN KARTHIK ." userId="62a047ea-99a3-445a-a127-bd8840139939" providerId="ADAL" clId="{740E8017-0233-47FD-B99C-A107EB038A2C}" dt="2024-07-13T05:57:15.998" v="138" actId="47"/>
        <pc:sldMkLst>
          <pc:docMk/>
          <pc:sldMk cId="1261871730" sldId="2147472364"/>
        </pc:sldMkLst>
      </pc:sldChg>
      <pc:sldChg chg="addSp delSp modSp add mod">
        <pc:chgData name="ARUN KARTHIK ." userId="62a047ea-99a3-445a-a127-bd8840139939" providerId="ADAL" clId="{740E8017-0233-47FD-B99C-A107EB038A2C}" dt="2024-07-13T07:41:39.378" v="230" actId="478"/>
        <pc:sldMkLst>
          <pc:docMk/>
          <pc:sldMk cId="1357403730" sldId="2147472364"/>
        </pc:sldMkLst>
        <pc:picChg chg="add del mod">
          <ac:chgData name="ARUN KARTHIK ." userId="62a047ea-99a3-445a-a127-bd8840139939" providerId="ADAL" clId="{740E8017-0233-47FD-B99C-A107EB038A2C}" dt="2024-07-13T07:41:39.378" v="230" actId="478"/>
          <ac:picMkLst>
            <pc:docMk/>
            <pc:sldMk cId="1357403730" sldId="2147472364"/>
            <ac:picMk id="3" creationId="{7CA4FDB4-2228-AE80-3195-6D3FB4DDE27A}"/>
          </ac:picMkLst>
        </pc:picChg>
        <pc:picChg chg="add mod">
          <ac:chgData name="ARUN KARTHIK ." userId="62a047ea-99a3-445a-a127-bd8840139939" providerId="ADAL" clId="{740E8017-0233-47FD-B99C-A107EB038A2C}" dt="2024-07-13T07:41:37.116" v="229" actId="14100"/>
          <ac:picMkLst>
            <pc:docMk/>
            <pc:sldMk cId="1357403730" sldId="2147472364"/>
            <ac:picMk id="20482" creationId="{7B774FAA-EAAC-5C6B-DB31-C14518DCFCF5}"/>
          </ac:picMkLst>
        </pc:picChg>
      </pc:sldChg>
      <pc:sldChg chg="new del">
        <pc:chgData name="ARUN KARTHIK ." userId="62a047ea-99a3-445a-a127-bd8840139939" providerId="ADAL" clId="{740E8017-0233-47FD-B99C-A107EB038A2C}" dt="2024-07-13T05:56:27.804" v="115" actId="680"/>
        <pc:sldMkLst>
          <pc:docMk/>
          <pc:sldMk cId="1426977083" sldId="2147472364"/>
        </pc:sldMkLst>
      </pc:sldChg>
      <pc:sldChg chg="del">
        <pc:chgData name="ARUN KARTHIK ." userId="62a047ea-99a3-445a-a127-bd8840139939" providerId="ADAL" clId="{740E8017-0233-47FD-B99C-A107EB038A2C}" dt="2024-07-13T05:53:29.791" v="11" actId="47"/>
        <pc:sldMkLst>
          <pc:docMk/>
          <pc:sldMk cId="1903466361" sldId="2147472364"/>
        </pc:sldMkLst>
      </pc:sldChg>
      <pc:sldChg chg="del">
        <pc:chgData name="ARUN KARTHIK ." userId="62a047ea-99a3-445a-a127-bd8840139939" providerId="ADAL" clId="{740E8017-0233-47FD-B99C-A107EB038A2C}" dt="2024-07-13T05:53:30.580" v="15" actId="47"/>
        <pc:sldMkLst>
          <pc:docMk/>
          <pc:sldMk cId="770342137" sldId="2147472365"/>
        </pc:sldMkLst>
      </pc:sldChg>
      <pc:sldChg chg="addSp modSp add">
        <pc:chgData name="ARUN KARTHIK ." userId="62a047ea-99a3-445a-a127-bd8840139939" providerId="ADAL" clId="{740E8017-0233-47FD-B99C-A107EB038A2C}" dt="2024-07-13T06:01:55.689" v="201" actId="14100"/>
        <pc:sldMkLst>
          <pc:docMk/>
          <pc:sldMk cId="1305049055" sldId="2147472365"/>
        </pc:sldMkLst>
        <pc:picChg chg="add mod">
          <ac:chgData name="ARUN KARTHIK ." userId="62a047ea-99a3-445a-a127-bd8840139939" providerId="ADAL" clId="{740E8017-0233-47FD-B99C-A107EB038A2C}" dt="2024-07-13T06:01:55.689" v="201" actId="14100"/>
          <ac:picMkLst>
            <pc:docMk/>
            <pc:sldMk cId="1305049055" sldId="2147472365"/>
            <ac:picMk id="19458" creationId="{82732E8E-A699-4942-8201-ADB4D0DCAF2B}"/>
          </ac:picMkLst>
        </pc:picChg>
      </pc:sldChg>
      <pc:sldChg chg="new del">
        <pc:chgData name="ARUN KARTHIK ." userId="62a047ea-99a3-445a-a127-bd8840139939" providerId="ADAL" clId="{740E8017-0233-47FD-B99C-A107EB038A2C}" dt="2024-07-13T05:56:19.121" v="114" actId="680"/>
        <pc:sldMkLst>
          <pc:docMk/>
          <pc:sldMk cId="2416423527" sldId="2147472365"/>
        </pc:sldMkLst>
      </pc:sldChg>
      <pc:sldChg chg="add del">
        <pc:chgData name="ARUN KARTHIK ." userId="62a047ea-99a3-445a-a127-bd8840139939" providerId="ADAL" clId="{740E8017-0233-47FD-B99C-A107EB038A2C}" dt="2024-07-13T05:57:16.241" v="139" actId="47"/>
        <pc:sldMkLst>
          <pc:docMk/>
          <pc:sldMk cId="2928872614" sldId="2147472365"/>
        </pc:sldMkLst>
      </pc:sldChg>
      <pc:sldChg chg="new del">
        <pc:chgData name="ARUN KARTHIK ." userId="62a047ea-99a3-445a-a127-bd8840139939" providerId="ADAL" clId="{740E8017-0233-47FD-B99C-A107EB038A2C}" dt="2024-07-13T05:56:18.969" v="113" actId="680"/>
        <pc:sldMkLst>
          <pc:docMk/>
          <pc:sldMk cId="695003193" sldId="2147472366"/>
        </pc:sldMkLst>
      </pc:sldChg>
      <pc:sldChg chg="add del">
        <pc:chgData name="ARUN KARTHIK ." userId="62a047ea-99a3-445a-a127-bd8840139939" providerId="ADAL" clId="{740E8017-0233-47FD-B99C-A107EB038A2C}" dt="2024-07-13T05:57:16.749" v="140" actId="47"/>
        <pc:sldMkLst>
          <pc:docMk/>
          <pc:sldMk cId="1787356648" sldId="2147472366"/>
        </pc:sldMkLst>
      </pc:sldChg>
      <pc:sldChg chg="del">
        <pc:chgData name="ARUN KARTHIK ." userId="62a047ea-99a3-445a-a127-bd8840139939" providerId="ADAL" clId="{740E8017-0233-47FD-B99C-A107EB038A2C}" dt="2024-07-13T05:53:30.768" v="16" actId="47"/>
        <pc:sldMkLst>
          <pc:docMk/>
          <pc:sldMk cId="2185375664" sldId="2147472366"/>
        </pc:sldMkLst>
      </pc:sldChg>
      <pc:sldChg chg="addSp modSp add">
        <pc:chgData name="ARUN KARTHIK ." userId="62a047ea-99a3-445a-a127-bd8840139939" providerId="ADAL" clId="{740E8017-0233-47FD-B99C-A107EB038A2C}" dt="2024-07-13T06:03:20.727" v="207" actId="14100"/>
        <pc:sldMkLst>
          <pc:docMk/>
          <pc:sldMk cId="3399735016" sldId="2147472366"/>
        </pc:sldMkLst>
        <pc:picChg chg="add mod">
          <ac:chgData name="ARUN KARTHIK ." userId="62a047ea-99a3-445a-a127-bd8840139939" providerId="ADAL" clId="{740E8017-0233-47FD-B99C-A107EB038A2C}" dt="2024-07-13T06:03:20.727" v="207" actId="14100"/>
          <ac:picMkLst>
            <pc:docMk/>
            <pc:sldMk cId="3399735016" sldId="2147472366"/>
            <ac:picMk id="18434" creationId="{79B4EA07-1B7E-4F92-9BB5-3921CF5BD1C7}"/>
          </ac:picMkLst>
        </pc:picChg>
      </pc:sldChg>
      <pc:sldChg chg="add del">
        <pc:chgData name="ARUN KARTHIK ." userId="62a047ea-99a3-445a-a127-bd8840139939" providerId="ADAL" clId="{740E8017-0233-47FD-B99C-A107EB038A2C}" dt="2024-07-13T05:57:17.007" v="141" actId="47"/>
        <pc:sldMkLst>
          <pc:docMk/>
          <pc:sldMk cId="498194281" sldId="2147472367"/>
        </pc:sldMkLst>
      </pc:sldChg>
      <pc:sldChg chg="del">
        <pc:chgData name="ARUN KARTHIK ." userId="62a047ea-99a3-445a-a127-bd8840139939" providerId="ADAL" clId="{740E8017-0233-47FD-B99C-A107EB038A2C}" dt="2024-07-13T05:53:30.966" v="17" actId="47"/>
        <pc:sldMkLst>
          <pc:docMk/>
          <pc:sldMk cId="944827065" sldId="2147472367"/>
        </pc:sldMkLst>
      </pc:sldChg>
      <pc:sldChg chg="add">
        <pc:chgData name="ARUN KARTHIK ." userId="62a047ea-99a3-445a-a127-bd8840139939" providerId="ADAL" clId="{740E8017-0233-47FD-B99C-A107EB038A2C}" dt="2024-07-13T05:57:58.133" v="182"/>
        <pc:sldMkLst>
          <pc:docMk/>
          <pc:sldMk cId="1099779584" sldId="2147472367"/>
        </pc:sldMkLst>
      </pc:sldChg>
      <pc:sldChg chg="new del">
        <pc:chgData name="ARUN KARTHIK ." userId="62a047ea-99a3-445a-a127-bd8840139939" providerId="ADAL" clId="{740E8017-0233-47FD-B99C-A107EB038A2C}" dt="2024-07-13T05:56:18.816" v="112" actId="680"/>
        <pc:sldMkLst>
          <pc:docMk/>
          <pc:sldMk cId="1174575056" sldId="2147472367"/>
        </pc:sldMkLst>
      </pc:sldChg>
      <pc:sldChg chg="new del">
        <pc:chgData name="ARUN KARTHIK ." userId="62a047ea-99a3-445a-a127-bd8840139939" providerId="ADAL" clId="{740E8017-0233-47FD-B99C-A107EB038A2C}" dt="2024-07-13T05:56:18.568" v="111" actId="680"/>
        <pc:sldMkLst>
          <pc:docMk/>
          <pc:sldMk cId="234084108" sldId="2147472368"/>
        </pc:sldMkLst>
      </pc:sldChg>
      <pc:sldChg chg="add del">
        <pc:chgData name="ARUN KARTHIK ." userId="62a047ea-99a3-445a-a127-bd8840139939" providerId="ADAL" clId="{740E8017-0233-47FD-B99C-A107EB038A2C}" dt="2024-07-13T05:57:17.257" v="142" actId="47"/>
        <pc:sldMkLst>
          <pc:docMk/>
          <pc:sldMk cId="596630510" sldId="2147472368"/>
        </pc:sldMkLst>
      </pc:sldChg>
      <pc:sldChg chg="del">
        <pc:chgData name="ARUN KARTHIK ." userId="62a047ea-99a3-445a-a127-bd8840139939" providerId="ADAL" clId="{740E8017-0233-47FD-B99C-A107EB038A2C}" dt="2024-07-13T05:53:31.181" v="18" actId="47"/>
        <pc:sldMkLst>
          <pc:docMk/>
          <pc:sldMk cId="3252232318" sldId="2147472368"/>
        </pc:sldMkLst>
      </pc:sldChg>
      <pc:sldChg chg="add">
        <pc:chgData name="ARUN KARTHIK ." userId="62a047ea-99a3-445a-a127-bd8840139939" providerId="ADAL" clId="{740E8017-0233-47FD-B99C-A107EB038A2C}" dt="2024-07-13T05:57:58.329" v="183"/>
        <pc:sldMkLst>
          <pc:docMk/>
          <pc:sldMk cId="4254276041" sldId="2147472368"/>
        </pc:sldMkLst>
      </pc:sldChg>
      <pc:sldChg chg="del">
        <pc:chgData name="ARUN KARTHIK ." userId="62a047ea-99a3-445a-a127-bd8840139939" providerId="ADAL" clId="{740E8017-0233-47FD-B99C-A107EB038A2C}" dt="2024-07-13T05:53:31.845" v="21" actId="47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740E8017-0233-47FD-B99C-A107EB038A2C}" dt="2024-07-13T05:57:58.504" v="184"/>
        <pc:sldMkLst>
          <pc:docMk/>
          <pc:sldMk cId="3028363073" sldId="2147472369"/>
        </pc:sldMkLst>
      </pc:sldChg>
      <pc:sldChg chg="add del">
        <pc:chgData name="ARUN KARTHIK ." userId="62a047ea-99a3-445a-a127-bd8840139939" providerId="ADAL" clId="{740E8017-0233-47FD-B99C-A107EB038A2C}" dt="2024-07-13T05:57:17.548" v="143" actId="47"/>
        <pc:sldMkLst>
          <pc:docMk/>
          <pc:sldMk cId="3376310577" sldId="2147472369"/>
        </pc:sldMkLst>
      </pc:sldChg>
      <pc:sldChg chg="del">
        <pc:chgData name="ARUN KARTHIK ." userId="62a047ea-99a3-445a-a127-bd8840139939" providerId="ADAL" clId="{740E8017-0233-47FD-B99C-A107EB038A2C}" dt="2024-07-13T05:53:32.186" v="22" actId="47"/>
        <pc:sldMkLst>
          <pc:docMk/>
          <pc:sldMk cId="2918518219" sldId="2147472370"/>
        </pc:sldMkLst>
      </pc:sldChg>
      <pc:sldChg chg="add">
        <pc:chgData name="ARUN KARTHIK ." userId="62a047ea-99a3-445a-a127-bd8840139939" providerId="ADAL" clId="{740E8017-0233-47FD-B99C-A107EB038A2C}" dt="2024-07-13T05:57:58.713" v="185"/>
        <pc:sldMkLst>
          <pc:docMk/>
          <pc:sldMk cId="2980261896" sldId="2147472370"/>
        </pc:sldMkLst>
      </pc:sldChg>
      <pc:sldChg chg="add del">
        <pc:chgData name="ARUN KARTHIK ." userId="62a047ea-99a3-445a-a127-bd8840139939" providerId="ADAL" clId="{740E8017-0233-47FD-B99C-A107EB038A2C}" dt="2024-07-13T05:57:17.942" v="144" actId="47"/>
        <pc:sldMkLst>
          <pc:docMk/>
          <pc:sldMk cId="3834060426" sldId="2147472370"/>
        </pc:sldMkLst>
      </pc:sldChg>
      <pc:sldChg chg="del">
        <pc:chgData name="ARUN KARTHIK ." userId="62a047ea-99a3-445a-a127-bd8840139939" providerId="ADAL" clId="{740E8017-0233-47FD-B99C-A107EB038A2C}" dt="2024-07-13T05:53:30.211" v="13" actId="47"/>
        <pc:sldMkLst>
          <pc:docMk/>
          <pc:sldMk cId="1540426061" sldId="2147472371"/>
        </pc:sldMkLst>
      </pc:sldChg>
      <pc:sldChg chg="add">
        <pc:chgData name="ARUN KARTHIK ." userId="62a047ea-99a3-445a-a127-bd8840139939" providerId="ADAL" clId="{740E8017-0233-47FD-B99C-A107EB038A2C}" dt="2024-07-13T05:57:58.880" v="186"/>
        <pc:sldMkLst>
          <pc:docMk/>
          <pc:sldMk cId="2544381468" sldId="2147472371"/>
        </pc:sldMkLst>
      </pc:sldChg>
      <pc:sldChg chg="add del">
        <pc:chgData name="ARUN KARTHIK ." userId="62a047ea-99a3-445a-a127-bd8840139939" providerId="ADAL" clId="{740E8017-0233-47FD-B99C-A107EB038A2C}" dt="2024-07-13T05:57:18.309" v="145" actId="47"/>
        <pc:sldMkLst>
          <pc:docMk/>
          <pc:sldMk cId="4080755512" sldId="2147472371"/>
        </pc:sldMkLst>
      </pc:sldChg>
      <pc:sldChg chg="del">
        <pc:chgData name="ARUN KARTHIK ." userId="62a047ea-99a3-445a-a127-bd8840139939" providerId="ADAL" clId="{740E8017-0233-47FD-B99C-A107EB038A2C}" dt="2024-07-13T05:53:31.406" v="19" actId="47"/>
        <pc:sldMkLst>
          <pc:docMk/>
          <pc:sldMk cId="2111280575" sldId="2147472372"/>
        </pc:sldMkLst>
      </pc:sldChg>
      <pc:sldChg chg="add del">
        <pc:chgData name="ARUN KARTHIK ." userId="62a047ea-99a3-445a-a127-bd8840139939" providerId="ADAL" clId="{740E8017-0233-47FD-B99C-A107EB038A2C}" dt="2024-07-13T05:57:18.660" v="146" actId="47"/>
        <pc:sldMkLst>
          <pc:docMk/>
          <pc:sldMk cId="4240444502" sldId="2147472372"/>
        </pc:sldMkLst>
      </pc:sldChg>
      <pc:sldChg chg="del">
        <pc:chgData name="ARUN KARTHIK ." userId="62a047ea-99a3-445a-a127-bd8840139939" providerId="ADAL" clId="{740E8017-0233-47FD-B99C-A107EB038A2C}" dt="2024-07-13T05:53:31.613" v="20" actId="47"/>
        <pc:sldMkLst>
          <pc:docMk/>
          <pc:sldMk cId="3976756508" sldId="2147472373"/>
        </pc:sldMkLst>
      </pc:sldChg>
      <pc:sldChg chg="del">
        <pc:chgData name="ARUN KARTHIK ." userId="62a047ea-99a3-445a-a127-bd8840139939" providerId="ADAL" clId="{740E8017-0233-47FD-B99C-A107EB038A2C}" dt="2024-07-13T05:53:28.092" v="2" actId="47"/>
        <pc:sldMkLst>
          <pc:docMk/>
          <pc:sldMk cId="941017616" sldId="2147472374"/>
        </pc:sldMkLst>
      </pc:sldChg>
      <pc:sldChg chg="del">
        <pc:chgData name="ARUN KARTHIK ." userId="62a047ea-99a3-445a-a127-bd8840139939" providerId="ADAL" clId="{740E8017-0233-47FD-B99C-A107EB038A2C}" dt="2024-07-13T05:53:28.247" v="3" actId="47"/>
        <pc:sldMkLst>
          <pc:docMk/>
          <pc:sldMk cId="1855895382" sldId="2147472375"/>
        </pc:sldMkLst>
      </pc:sldChg>
      <pc:sldChg chg="del">
        <pc:chgData name="ARUN KARTHIK ." userId="62a047ea-99a3-445a-a127-bd8840139939" providerId="ADAL" clId="{740E8017-0233-47FD-B99C-A107EB038A2C}" dt="2024-07-13T05:53:28.421" v="4" actId="47"/>
        <pc:sldMkLst>
          <pc:docMk/>
          <pc:sldMk cId="1843801971" sldId="2147472376"/>
        </pc:sldMkLst>
      </pc:sldChg>
      <pc:sldChg chg="del">
        <pc:chgData name="ARUN KARTHIK ." userId="62a047ea-99a3-445a-a127-bd8840139939" providerId="ADAL" clId="{740E8017-0233-47FD-B99C-A107EB038A2C}" dt="2024-07-13T05:53:28.593" v="5" actId="47"/>
        <pc:sldMkLst>
          <pc:docMk/>
          <pc:sldMk cId="1577339389" sldId="2147472377"/>
        </pc:sldMkLst>
      </pc:sldChg>
      <pc:sldChg chg="del">
        <pc:chgData name="ARUN KARTHIK ." userId="62a047ea-99a3-445a-a127-bd8840139939" providerId="ADAL" clId="{740E8017-0233-47FD-B99C-A107EB038A2C}" dt="2024-07-13T05:53:28.767" v="6" actId="47"/>
        <pc:sldMkLst>
          <pc:docMk/>
          <pc:sldMk cId="3995010085" sldId="2147472378"/>
        </pc:sldMkLst>
      </pc:sldChg>
      <pc:sldChg chg="del">
        <pc:chgData name="ARUN KARTHIK ." userId="62a047ea-99a3-445a-a127-bd8840139939" providerId="ADAL" clId="{740E8017-0233-47FD-B99C-A107EB038A2C}" dt="2024-07-13T05:53:28.954" v="7" actId="47"/>
        <pc:sldMkLst>
          <pc:docMk/>
          <pc:sldMk cId="113361996" sldId="2147472379"/>
        </pc:sldMkLst>
      </pc:sldChg>
      <pc:sldChg chg="del">
        <pc:chgData name="ARUN KARTHIK ." userId="62a047ea-99a3-445a-a127-bd8840139939" providerId="ADAL" clId="{740E8017-0233-47FD-B99C-A107EB038A2C}" dt="2024-07-13T05:53:29.144" v="8" actId="47"/>
        <pc:sldMkLst>
          <pc:docMk/>
          <pc:sldMk cId="2195800177" sldId="2147472380"/>
        </pc:sldMkLst>
      </pc:sldChg>
      <pc:sldChg chg="del">
        <pc:chgData name="ARUN KARTHIK ." userId="62a047ea-99a3-445a-a127-bd8840139939" providerId="ADAL" clId="{740E8017-0233-47FD-B99C-A107EB038A2C}" dt="2024-07-13T05:53:29.354" v="9" actId="47"/>
        <pc:sldMkLst>
          <pc:docMk/>
          <pc:sldMk cId="3475647193" sldId="2147472381"/>
        </pc:sldMkLst>
      </pc:sldChg>
      <pc:sldChg chg="del">
        <pc:chgData name="ARUN KARTHIK ." userId="62a047ea-99a3-445a-a127-bd8840139939" providerId="ADAL" clId="{740E8017-0233-47FD-B99C-A107EB038A2C}" dt="2024-07-13T05:53:30.015" v="12" actId="47"/>
        <pc:sldMkLst>
          <pc:docMk/>
          <pc:sldMk cId="4191511362" sldId="2147472382"/>
        </pc:sldMkLst>
      </pc:sldChg>
      <pc:sldChg chg="del">
        <pc:chgData name="ARUN KARTHIK ." userId="62a047ea-99a3-445a-a127-bd8840139939" providerId="ADAL" clId="{740E8017-0233-47FD-B99C-A107EB038A2C}" dt="2024-07-13T05:53:30.391" v="14" actId="47"/>
        <pc:sldMkLst>
          <pc:docMk/>
          <pc:sldMk cId="3105783908" sldId="2147472383"/>
        </pc:sldMkLst>
      </pc:sldChg>
    </pc:docChg>
  </pc:docChgLst>
  <pc:docChgLst>
    <pc:chgData name="ARUN KARTHIK ." userId="62a047ea-99a3-445a-a127-bd8840139939" providerId="ADAL" clId="{C2903D19-D351-4C50-9190-1EA97962501C}"/>
    <pc:docChg chg="undo custSel addSld modSld">
      <pc:chgData name="ARUN KARTHIK ." userId="62a047ea-99a3-445a-a127-bd8840139939" providerId="ADAL" clId="{C2903D19-D351-4C50-9190-1EA97962501C}" dt="2023-10-28T05:51:10.571" v="26" actId="20577"/>
      <pc:docMkLst>
        <pc:docMk/>
      </pc:docMkLst>
      <pc:sldChg chg="modSp mod">
        <pc:chgData name="ARUN KARTHIK ." userId="62a047ea-99a3-445a-a127-bd8840139939" providerId="ADAL" clId="{C2903D19-D351-4C50-9190-1EA97962501C}" dt="2023-10-28T05:07:07.026" v="0" actId="6549"/>
        <pc:sldMkLst>
          <pc:docMk/>
          <pc:sldMk cId="2961716487" sldId="2147472329"/>
        </pc:sldMkLst>
        <pc:spChg chg="mod">
          <ac:chgData name="ARUN KARTHIK ." userId="62a047ea-99a3-445a-a127-bd8840139939" providerId="ADAL" clId="{C2903D19-D351-4C50-9190-1EA97962501C}" dt="2023-10-28T05:07:07.026" v="0" actId="6549"/>
          <ac:spMkLst>
            <pc:docMk/>
            <pc:sldMk cId="2961716487" sldId="2147472329"/>
            <ac:spMk id="28" creationId="{9FADBFC4-4DA0-C263-6F29-3CC3A449ACE0}"/>
          </ac:spMkLst>
        </pc:spChg>
      </pc:sldChg>
      <pc:sldChg chg="modSp mod">
        <pc:chgData name="ARUN KARTHIK ." userId="62a047ea-99a3-445a-a127-bd8840139939" providerId="ADAL" clId="{C2903D19-D351-4C50-9190-1EA97962501C}" dt="2023-10-28T05:51:10.571" v="26" actId="20577"/>
        <pc:sldMkLst>
          <pc:docMk/>
          <pc:sldMk cId="3091053289" sldId="2147472346"/>
        </pc:sldMkLst>
        <pc:spChg chg="mod">
          <ac:chgData name="ARUN KARTHIK ." userId="62a047ea-99a3-445a-a127-bd8840139939" providerId="ADAL" clId="{C2903D19-D351-4C50-9190-1EA97962501C}" dt="2023-10-28T05:51:10.571" v="26" actId="20577"/>
          <ac:spMkLst>
            <pc:docMk/>
            <pc:sldMk cId="3091053289" sldId="2147472346"/>
            <ac:spMk id="3" creationId="{4D7BA62C-7679-EAC8-FB9C-4D5410C517E9}"/>
          </ac:spMkLst>
        </pc:spChg>
      </pc:sldChg>
      <pc:sldChg chg="addSp delSp modSp add mod">
        <pc:chgData name="ARUN KARTHIK ." userId="62a047ea-99a3-445a-a127-bd8840139939" providerId="ADAL" clId="{C2903D19-D351-4C50-9190-1EA97962501C}" dt="2023-10-28T05:41:16.157" v="25"/>
        <pc:sldMkLst>
          <pc:docMk/>
          <pc:sldMk cId="2978089624" sldId="2147472362"/>
        </pc:sldMkLst>
        <pc:spChg chg="add del">
          <ac:chgData name="ARUN KARTHIK ." userId="62a047ea-99a3-445a-a127-bd8840139939" providerId="ADAL" clId="{C2903D19-D351-4C50-9190-1EA97962501C}" dt="2023-10-28T05:17:09.928" v="4" actId="22"/>
          <ac:spMkLst>
            <pc:docMk/>
            <pc:sldMk cId="2978089624" sldId="2147472362"/>
            <ac:spMk id="3" creationId="{502B9D31-64F4-EAFE-85D0-FAB3C627DB39}"/>
          </ac:spMkLst>
        </pc:spChg>
        <pc:picChg chg="del">
          <ac:chgData name="ARUN KARTHIK ." userId="62a047ea-99a3-445a-a127-bd8840139939" providerId="ADAL" clId="{C2903D19-D351-4C50-9190-1EA97962501C}" dt="2023-10-28T05:17:08.661" v="2" actId="478"/>
          <ac:picMkLst>
            <pc:docMk/>
            <pc:sldMk cId="2978089624" sldId="2147472362"/>
            <ac:picMk id="6" creationId="{90C39ADA-961A-B3F8-E3E7-C4C4829E27B9}"/>
          </ac:picMkLst>
        </pc:picChg>
        <pc:picChg chg="add mod">
          <ac:chgData name="ARUN KARTHIK ." userId="62a047ea-99a3-445a-a127-bd8840139939" providerId="ADAL" clId="{C2903D19-D351-4C50-9190-1EA97962501C}" dt="2023-10-28T05:32:22.832" v="19" actId="1076"/>
          <ac:picMkLst>
            <pc:docMk/>
            <pc:sldMk cId="2978089624" sldId="2147472362"/>
            <ac:picMk id="7" creationId="{AE7F08C5-A33B-ACB6-A981-8D89D8B68C8B}"/>
          </ac:picMkLst>
        </pc:picChg>
        <pc:picChg chg="add mod">
          <ac:chgData name="ARUN KARTHIK ." userId="62a047ea-99a3-445a-a127-bd8840139939" providerId="ADAL" clId="{C2903D19-D351-4C50-9190-1EA97962501C}" dt="2023-10-28T05:18:13.920" v="14" actId="1076"/>
          <ac:picMkLst>
            <pc:docMk/>
            <pc:sldMk cId="2978089624" sldId="2147472362"/>
            <ac:picMk id="9" creationId="{7C2D9016-87E4-278B-B8DC-DF5434A5CA6A}"/>
          </ac:picMkLst>
        </pc:picChg>
        <pc:picChg chg="add mod">
          <ac:chgData name="ARUN KARTHIK ." userId="62a047ea-99a3-445a-a127-bd8840139939" providerId="ADAL" clId="{C2903D19-D351-4C50-9190-1EA97962501C}" dt="2023-10-28T05:32:27.480" v="22" actId="14100"/>
          <ac:picMkLst>
            <pc:docMk/>
            <pc:sldMk cId="2978089624" sldId="2147472362"/>
            <ac:picMk id="12" creationId="{E828CF62-C792-8240-69EA-9783F2B50170}"/>
          </ac:picMkLst>
        </pc:picChg>
        <pc:inkChg chg="add del">
          <ac:chgData name="ARUN KARTHIK ." userId="62a047ea-99a3-445a-a127-bd8840139939" providerId="ADAL" clId="{C2903D19-D351-4C50-9190-1EA97962501C}" dt="2023-10-28T05:32:24.411" v="20" actId="478"/>
          <ac:inkMkLst>
            <pc:docMk/>
            <pc:sldMk cId="2978089624" sldId="2147472362"/>
            <ac:inkMk id="10" creationId="{ABCDEC07-9CEB-F0E8-652D-5CBCCBD65BC5}"/>
          </ac:inkMkLst>
        </pc:inkChg>
        <pc:inkChg chg="add del">
          <ac:chgData name="ARUN KARTHIK ." userId="62a047ea-99a3-445a-a127-bd8840139939" providerId="ADAL" clId="{C2903D19-D351-4C50-9190-1EA97962501C}" dt="2023-10-28T05:32:33.973" v="24" actId="478"/>
          <ac:inkMkLst>
            <pc:docMk/>
            <pc:sldMk cId="2978089624" sldId="2147472362"/>
            <ac:inkMk id="13" creationId="{1FF7CA4D-5FB0-EFD5-EDAD-94D62B2F6A71}"/>
          </ac:inkMkLst>
        </pc:inkChg>
        <pc:inkChg chg="add">
          <ac:chgData name="ARUN KARTHIK ." userId="62a047ea-99a3-445a-a127-bd8840139939" providerId="ADAL" clId="{C2903D19-D351-4C50-9190-1EA97962501C}" dt="2023-10-28T05:41:16.157" v="25"/>
          <ac:inkMkLst>
            <pc:docMk/>
            <pc:sldMk cId="2978089624" sldId="2147472362"/>
            <ac:inkMk id="14" creationId="{2E4EB0CF-C944-8475-1FDD-6B2558DF2F15}"/>
          </ac:inkMkLst>
        </pc:inkChg>
      </pc:sldChg>
    </pc:docChg>
  </pc:docChgLst>
  <pc:docChgLst>
    <pc:chgData name="ARUN KARTHIK ." userId="62a047ea-99a3-445a-a127-bd8840139939" providerId="ADAL" clId="{1C3957E3-B923-4EA3-8AF6-8782CDEAC7AB}"/>
    <pc:docChg chg="delSld modSld">
      <pc:chgData name="ARUN KARTHIK ." userId="62a047ea-99a3-445a-a127-bd8840139939" providerId="ADAL" clId="{1C3957E3-B923-4EA3-8AF6-8782CDEAC7AB}" dt="2024-08-01T16:58:09.830" v="6" actId="20577"/>
      <pc:docMkLst>
        <pc:docMk/>
      </pc:docMkLst>
      <pc:sldChg chg="modSp mod">
        <pc:chgData name="ARUN KARTHIK ." userId="62a047ea-99a3-445a-a127-bd8840139939" providerId="ADAL" clId="{1C3957E3-B923-4EA3-8AF6-8782CDEAC7AB}" dt="2024-08-01T16:58:09.830" v="6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1C3957E3-B923-4EA3-8AF6-8782CDEAC7AB}" dt="2024-08-01T16:58:09.830" v="6" actId="20577"/>
          <ac:spMkLst>
            <pc:docMk/>
            <pc:sldMk cId="2487991735" sldId="256"/>
            <ac:spMk id="3" creationId="{E2E3432E-C589-ADB8-601E-60B423644398}"/>
          </ac:spMkLst>
        </pc:spChg>
      </pc:sldChg>
      <pc:sldChg chg="del">
        <pc:chgData name="ARUN KARTHIK ." userId="62a047ea-99a3-445a-a127-bd8840139939" providerId="ADAL" clId="{1C3957E3-B923-4EA3-8AF6-8782CDEAC7AB}" dt="2024-08-01T16:47:45.562" v="0" actId="47"/>
        <pc:sldMkLst>
          <pc:docMk/>
          <pc:sldMk cId="1099779584" sldId="2147472367"/>
        </pc:sldMkLst>
      </pc:sldChg>
      <pc:sldChg chg="del">
        <pc:chgData name="ARUN KARTHIK ." userId="62a047ea-99a3-445a-a127-bd8840139939" providerId="ADAL" clId="{1C3957E3-B923-4EA3-8AF6-8782CDEAC7AB}" dt="2024-08-01T16:47:46.053" v="1" actId="47"/>
        <pc:sldMkLst>
          <pc:docMk/>
          <pc:sldMk cId="4254276041" sldId="2147472368"/>
        </pc:sldMkLst>
      </pc:sldChg>
      <pc:sldChg chg="del">
        <pc:chgData name="ARUN KARTHIK ." userId="62a047ea-99a3-445a-a127-bd8840139939" providerId="ADAL" clId="{1C3957E3-B923-4EA3-8AF6-8782CDEAC7AB}" dt="2024-08-01T16:47:46.640" v="2" actId="47"/>
        <pc:sldMkLst>
          <pc:docMk/>
          <pc:sldMk cId="3028363073" sldId="2147472369"/>
        </pc:sldMkLst>
      </pc:sldChg>
      <pc:sldChg chg="del">
        <pc:chgData name="ARUN KARTHIK ." userId="62a047ea-99a3-445a-a127-bd8840139939" providerId="ADAL" clId="{1C3957E3-B923-4EA3-8AF6-8782CDEAC7AB}" dt="2024-08-01T16:47:47.233" v="3" actId="47"/>
        <pc:sldMkLst>
          <pc:docMk/>
          <pc:sldMk cId="2980261896" sldId="2147472370"/>
        </pc:sldMkLst>
      </pc:sldChg>
      <pc:sldChg chg="del">
        <pc:chgData name="ARUN KARTHIK ." userId="62a047ea-99a3-445a-a127-bd8840139939" providerId="ADAL" clId="{1C3957E3-B923-4EA3-8AF6-8782CDEAC7AB}" dt="2024-08-01T16:47:47.960" v="4" actId="47"/>
        <pc:sldMkLst>
          <pc:docMk/>
          <pc:sldMk cId="2544381468" sldId="2147472371"/>
        </pc:sldMkLst>
      </pc:sldChg>
    </pc:docChg>
  </pc:docChgLst>
  <pc:docChgLst>
    <pc:chgData name="ARUN KARTHIK ." userId="62a047ea-99a3-445a-a127-bd8840139939" providerId="ADAL" clId="{1E126722-D3AF-42B1-AD4D-07271E8E1D54}"/>
    <pc:docChg chg="undo custSel addSld delSld modSld">
      <pc:chgData name="ARUN KARTHIK ." userId="62a047ea-99a3-445a-a127-bd8840139939" providerId="ADAL" clId="{1E126722-D3AF-42B1-AD4D-07271E8E1D54}" dt="2024-06-15T10:30:38.344" v="410"/>
      <pc:docMkLst>
        <pc:docMk/>
      </pc:docMkLst>
      <pc:sldChg chg="modSp mod">
        <pc:chgData name="ARUN KARTHIK ." userId="62a047ea-99a3-445a-a127-bd8840139939" providerId="ADAL" clId="{1E126722-D3AF-42B1-AD4D-07271E8E1D54}" dt="2024-06-15T08:24:12.870" v="21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1E126722-D3AF-42B1-AD4D-07271E8E1D54}" dt="2024-06-15T08:24:12.870" v="21" actId="20577"/>
          <ac:spMkLst>
            <pc:docMk/>
            <pc:sldMk cId="2487991735" sldId="256"/>
            <ac:spMk id="2" creationId="{C66BF95F-ED5D-7D14-004F-BB3F773AACDB}"/>
          </ac:spMkLst>
        </pc:spChg>
      </pc:sldChg>
      <pc:sldChg chg="delSp modSp mod">
        <pc:chgData name="ARUN KARTHIK ." userId="62a047ea-99a3-445a-a127-bd8840139939" providerId="ADAL" clId="{1E126722-D3AF-42B1-AD4D-07271E8E1D54}" dt="2024-06-15T08:26:55.935" v="66" actId="478"/>
        <pc:sldMkLst>
          <pc:docMk/>
          <pc:sldMk cId="2093432532" sldId="257"/>
        </pc:sldMkLst>
        <pc:spChg chg="mod">
          <ac:chgData name="ARUN KARTHIK ." userId="62a047ea-99a3-445a-a127-bd8840139939" providerId="ADAL" clId="{1E126722-D3AF-42B1-AD4D-07271E8E1D54}" dt="2024-06-15T08:26:47.141" v="55" actId="20577"/>
          <ac:spMkLst>
            <pc:docMk/>
            <pc:sldMk cId="2093432532" sldId="257"/>
            <ac:spMk id="12" creationId="{8B4B6BA2-FB90-E0E4-A9A9-850A5C60DC0A}"/>
          </ac:spMkLst>
        </pc:spChg>
        <pc:spChg chg="mod">
          <ac:chgData name="ARUN KARTHIK ." userId="62a047ea-99a3-445a-a127-bd8840139939" providerId="ADAL" clId="{1E126722-D3AF-42B1-AD4D-07271E8E1D54}" dt="2024-06-15T08:26:43.643" v="48" actId="20577"/>
          <ac:spMkLst>
            <pc:docMk/>
            <pc:sldMk cId="2093432532" sldId="257"/>
            <ac:spMk id="18" creationId="{A46B61F3-5377-97A4-5086-0160B9712381}"/>
          </ac:spMkLst>
        </pc:spChg>
        <pc:spChg chg="mod">
          <ac:chgData name="ARUN KARTHIK ." userId="62a047ea-99a3-445a-a127-bd8840139939" providerId="ADAL" clId="{1E126722-D3AF-42B1-AD4D-07271E8E1D54}" dt="2024-06-15T08:26:51.295" v="65" actId="20577"/>
          <ac:spMkLst>
            <pc:docMk/>
            <pc:sldMk cId="2093432532" sldId="257"/>
            <ac:spMk id="69" creationId="{A16A813C-3AAD-0E63-1B88-AC268C859BCE}"/>
          </ac:spMkLst>
        </pc:s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83" creationId="{42112B17-A923-BDC2-CE88-4B8A21910156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99" creationId="{63A0A521-F70C-3E1E-1E10-C878A05FD742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15" creationId="{BD179879-45FD-2F02-F61D-46433D8E10B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39" creationId="{C181452A-C66D-FB09-66A0-913CD03A042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47" creationId="{D7290CF9-FDD4-46F4-D9AA-07836A377548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55" creationId="{70362721-E4FC-E1B4-4CD5-285DC9B95BCB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63" creationId="{ECA93C2A-9FFA-7EA6-C191-074954F18DB3}"/>
          </ac:grpSpMkLst>
        </pc:grp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981144513" sldId="214747229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06636162" sldId="214747229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470488274" sldId="214747230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0480413" sldId="214747230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60295635" sldId="214747230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4326647" sldId="214747230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162049918" sldId="2147472309"/>
        </pc:sldMkLst>
      </pc:sldChg>
      <pc:sldChg chg="modSp modAnim">
        <pc:chgData name="ARUN KARTHIK ." userId="62a047ea-99a3-445a-a127-bd8840139939" providerId="ADAL" clId="{1E126722-D3AF-42B1-AD4D-07271E8E1D54}" dt="2024-06-15T08:27:34.468" v="69"/>
        <pc:sldMkLst>
          <pc:docMk/>
          <pc:sldMk cId="2255416091" sldId="2147472317"/>
        </pc:sldMkLst>
        <pc:spChg chg="mod">
          <ac:chgData name="ARUN KARTHIK ." userId="62a047ea-99a3-445a-a127-bd8840139939" providerId="ADAL" clId="{1E126722-D3AF-42B1-AD4D-07271E8E1D54}" dt="2024-06-15T08:27:34.468" v="69"/>
          <ac:spMkLst>
            <pc:docMk/>
            <pc:sldMk cId="2255416091" sldId="2147472317"/>
            <ac:spMk id="5" creationId="{F21D21B9-831D-DD6C-B179-2AB3FF56A83B}"/>
          </ac:spMkLst>
        </pc:spChg>
      </pc:sldChg>
      <pc:sldChg chg="addSp delSp modSp mod delAnim">
        <pc:chgData name="ARUN KARTHIK ." userId="62a047ea-99a3-445a-a127-bd8840139939" providerId="ADAL" clId="{1E126722-D3AF-42B1-AD4D-07271E8E1D54}" dt="2024-06-15T08:29:28.882" v="113" actId="20577"/>
        <pc:sldMkLst>
          <pc:docMk/>
          <pc:sldMk cId="603800340" sldId="2147472319"/>
        </pc:sldMkLst>
        <pc:spChg chg="add mod">
          <ac:chgData name="ARUN KARTHIK ." userId="62a047ea-99a3-445a-a127-bd8840139939" providerId="ADAL" clId="{1E126722-D3AF-42B1-AD4D-07271E8E1D54}" dt="2024-06-15T08:28:47.542" v="76" actId="5793"/>
          <ac:spMkLst>
            <pc:docMk/>
            <pc:sldMk cId="603800340" sldId="2147472319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29:28.882" v="113" actId="20577"/>
          <ac:spMkLst>
            <pc:docMk/>
            <pc:sldMk cId="603800340" sldId="2147472319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8:54.810" v="77"/>
          <ac:spMkLst>
            <pc:docMk/>
            <pc:sldMk cId="603800340" sldId="2147472319"/>
            <ac:spMk id="5" creationId="{D6FFF614-03CE-D60D-6E89-90485137B74E}"/>
          </ac:spMkLst>
        </pc:spChg>
        <pc:spChg chg="add mod">
          <ac:chgData name="ARUN KARTHIK ." userId="62a047ea-99a3-445a-a127-bd8840139939" providerId="ADAL" clId="{1E126722-D3AF-42B1-AD4D-07271E8E1D54}" dt="2024-06-15T08:29:07.502" v="82" actId="1076"/>
          <ac:spMkLst>
            <pc:docMk/>
            <pc:sldMk cId="603800340" sldId="2147472319"/>
            <ac:spMk id="7" creationId="{E17DF9D4-97E4-EF03-194A-3D5DF1240FC2}"/>
          </ac:spMkLst>
        </pc:spChg>
        <pc:graphicFrameChg chg="del">
          <ac:chgData name="ARUN KARTHIK ." userId="62a047ea-99a3-445a-a127-bd8840139939" providerId="ADAL" clId="{1E126722-D3AF-42B1-AD4D-07271E8E1D54}" dt="2024-06-15T08:28:39.755" v="72" actId="478"/>
          <ac:graphicFrameMkLst>
            <pc:docMk/>
            <pc:sldMk cId="603800340" sldId="2147472319"/>
            <ac:graphicFrameMk id="16" creationId="{5ACDEF31-D40A-8FEB-4634-02A7E76F1DDB}"/>
          </ac:graphicFrameMkLst>
        </pc:graphicFrame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4803936" sldId="214747232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31893227" sldId="214747232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24199110" sldId="214747232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790967337" sldId="214747232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1716487" sldId="214747232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536423590" sldId="214747233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161333238" sldId="214747233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533569582" sldId="214747233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808448036" sldId="214747233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33555137" sldId="214747233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92123453" sldId="214747233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50700426" sldId="214747233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378988986" sldId="214747233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9796815" sldId="214747233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631722811" sldId="214747234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659761723" sldId="214747234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78676749" sldId="214747234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905182876" sldId="214747234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080593602" sldId="214747234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091053289" sldId="214747234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678934189" sldId="214747234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8265028" sldId="214747234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46333885" sldId="214747234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20597673" sldId="214747235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66650018" sldId="214747235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809350670" sldId="214747235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50325423" sldId="214747235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4618606" sldId="214747235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29455799" sldId="214747235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414215677" sldId="214747235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21248961" sldId="214747235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51242298" sldId="214747235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03303874" sldId="2147472359"/>
        </pc:sldMkLst>
      </pc:sldChg>
      <pc:sldChg chg="delSp mod">
        <pc:chgData name="ARUN KARTHIK ." userId="62a047ea-99a3-445a-a127-bd8840139939" providerId="ADAL" clId="{1E126722-D3AF-42B1-AD4D-07271E8E1D54}" dt="2024-06-15T08:27:43.232" v="71" actId="478"/>
        <pc:sldMkLst>
          <pc:docMk/>
          <pc:sldMk cId="4252618562" sldId="2147472361"/>
        </pc:sldMkLst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5" creationId="{39186004-3CA4-527B-EDF0-BF35E419F6AB}"/>
          </ac:graphicFrameMkLst>
        </pc:graphicFrameChg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6" creationId="{1116CB53-232B-3BF5-858C-1A96A87DE3EA}"/>
          </ac:graphicFrameMkLst>
        </pc:graphicFrameChg>
      </pc:sldChg>
      <pc:sldChg chg="addSp delSp modSp add mod">
        <pc:chgData name="ARUN KARTHIK ." userId="62a047ea-99a3-445a-a127-bd8840139939" providerId="ADAL" clId="{1E126722-D3AF-42B1-AD4D-07271E8E1D54}" dt="2024-06-15T09:05:00.388" v="279"/>
        <pc:sldMkLst>
          <pc:docMk/>
          <pc:sldMk cId="1071382573" sldId="2147472362"/>
        </pc:sldMkLst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2" creationId="{6B3A7118-EA62-74A7-B303-E27A2487761E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31:02.026" v="166" actId="20577"/>
          <ac:spMkLst>
            <pc:docMk/>
            <pc:sldMk cId="1071382573" sldId="2147472362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5" creationId="{525A3100-D20E-267D-AC49-7C42FFA1FF0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6" creationId="{9BC8024F-26EF-EB30-A49A-F7DD6B6AA11A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7" creationId="{E17DF9D4-97E4-EF03-194A-3D5DF1240FC2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8" creationId="{D524097D-586A-2015-121E-9B452C840FE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9" creationId="{48832EB3-E390-925D-06D0-94EDD91D6429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0" creationId="{A2BA655A-3B17-3E6D-9B83-D7B2F0356C7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1" creationId="{41C2A5D2-D634-0B61-06B2-DF28B551AFC7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2" creationId="{B83CF7EF-A4F1-8202-0F96-B5D10E963C6A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3" creationId="{C9A0DE9D-F9DE-F5C9-D777-CE336D361E89}"/>
          </ac:spMkLst>
        </pc:spChg>
        <pc:spChg chg="add mod">
          <ac:chgData name="ARUN KARTHIK ." userId="62a047ea-99a3-445a-a127-bd8840139939" providerId="ADAL" clId="{1E126722-D3AF-42B1-AD4D-07271E8E1D54}" dt="2024-06-15T08:32:40.790" v="187" actId="1076"/>
          <ac:spMkLst>
            <pc:docMk/>
            <pc:sldMk cId="1071382573" sldId="2147472362"/>
            <ac:spMk id="15" creationId="{9F472CD6-285F-F4CF-CC1C-3D8DD2004557}"/>
          </ac:spMkLst>
        </pc:spChg>
        <pc:picChg chg="add mod">
          <ac:chgData name="ARUN KARTHIK ." userId="62a047ea-99a3-445a-a127-bd8840139939" providerId="ADAL" clId="{1E126722-D3AF-42B1-AD4D-07271E8E1D54}" dt="2024-06-15T08:33:03.397" v="199" actId="1076"/>
          <ac:picMkLst>
            <pc:docMk/>
            <pc:sldMk cId="1071382573" sldId="2147472362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2:57.791" v="197" actId="14100"/>
          <ac:picMkLst>
            <pc:docMk/>
            <pc:sldMk cId="1071382573" sldId="2147472362"/>
            <ac:picMk id="2059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071382573" sldId="2147472362"/>
            <ac:inkMk id="18" creationId="{00D5F1C3-80B9-08B4-9F28-8E348B0BFE4F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78089624" sldId="2147472362"/>
        </pc:sldMkLst>
      </pc:sldChg>
      <pc:sldChg chg="addSp delSp modSp add mod">
        <pc:chgData name="ARUN KARTHIK ." userId="62a047ea-99a3-445a-a127-bd8840139939" providerId="ADAL" clId="{1E126722-D3AF-42B1-AD4D-07271E8E1D54}" dt="2024-06-15T09:54:31.465" v="405"/>
        <pc:sldMkLst>
          <pc:docMk/>
          <pc:sldMk cId="277764760" sldId="2147472363"/>
        </pc:sldMkLst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2" creationId="{6BD87505-4D14-7B28-341F-8645E427E1D6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3" creationId="{600A831B-4BE2-FCDB-AFCC-CC80C0CBBEC3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5" creationId="{DB427492-D66E-9808-7603-5A2F5A6043B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6" creationId="{D61B2CD1-7E05-1A05-2B13-D2D671687867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7" creationId="{EA340D5E-DE95-8CEF-17EA-AFAF1B732E40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8" creationId="{4248561B-5E8F-4916-0453-EB44E5FD443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9" creationId="{343BE1BE-AE4B-9AF6-48C9-D31A52A154F4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0" creationId="{684EA505-18D8-C214-99B0-C01FDAD95DD8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1" creationId="{A8282A00-9EBD-E69A-2AC1-8BCABC5FEA8E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2" creationId="{48001491-2212-B9B2-E3B8-2AAAF652D35C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3" creationId="{75DA45D8-884C-AFA7-7752-C5C480969EE3}"/>
          </ac:spMkLst>
        </pc:spChg>
        <pc:spChg chg="del">
          <ac:chgData name="ARUN KARTHIK ." userId="62a047ea-99a3-445a-a127-bd8840139939" providerId="ADAL" clId="{1E126722-D3AF-42B1-AD4D-07271E8E1D54}" dt="2024-06-15T08:30:28.029" v="134" actId="478"/>
          <ac:spMkLst>
            <pc:docMk/>
            <pc:sldMk cId="277764760" sldId="2147472363"/>
            <ac:spMk id="15" creationId="{9F472CD6-285F-F4CF-CC1C-3D8DD2004557}"/>
          </ac:spMkLst>
        </pc:spChg>
        <pc:spChg chg="add mod">
          <ac:chgData name="ARUN KARTHIK ." userId="62a047ea-99a3-445a-a127-bd8840139939" providerId="ADAL" clId="{1E126722-D3AF-42B1-AD4D-07271E8E1D54}" dt="2024-06-15T08:31:17.495" v="169" actId="1076"/>
          <ac:spMkLst>
            <pc:docMk/>
            <pc:sldMk cId="277764760" sldId="2147472363"/>
            <ac:spMk id="16" creationId="{1D4C3D61-4CE9-676C-69CD-853B201571FA}"/>
          </ac:spMkLst>
        </pc:spChg>
        <pc:picChg chg="del">
          <ac:chgData name="ARUN KARTHIK ." userId="62a047ea-99a3-445a-a127-bd8840139939" providerId="ADAL" clId="{1E126722-D3AF-42B1-AD4D-07271E8E1D54}" dt="2024-06-15T08:30:29.578" v="135" actId="478"/>
          <ac:picMkLst>
            <pc:docMk/>
            <pc:sldMk cId="277764760" sldId="2147472363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1:30.173" v="173" actId="14100"/>
          <ac:picMkLst>
            <pc:docMk/>
            <pc:sldMk cId="277764760" sldId="2147472363"/>
            <ac:picMk id="19" creationId="{F7B4BDEC-2E7A-3C7D-6668-B122DA72E729}"/>
          </ac:picMkLst>
        </pc:picChg>
        <pc:picChg chg="add mod">
          <ac:chgData name="ARUN KARTHIK ." userId="62a047ea-99a3-445a-a127-bd8840139939" providerId="ADAL" clId="{1E126722-D3AF-42B1-AD4D-07271E8E1D54}" dt="2024-06-15T08:33:22.141" v="204" actId="1076"/>
          <ac:picMkLst>
            <pc:docMk/>
            <pc:sldMk cId="277764760" sldId="2147472363"/>
            <ac:picMk id="10253" creationId="{89E674CE-B29F-D4C6-6FDB-D2BF1ECCBCA6}"/>
          </ac:picMkLst>
        </pc:picChg>
        <pc:inkChg chg="add">
          <ac:chgData name="ARUN KARTHIK ." userId="62a047ea-99a3-445a-a127-bd8840139939" providerId="ADAL" clId="{1E126722-D3AF-42B1-AD4D-07271E8E1D54}" dt="2024-06-15T09:54:31.465" v="405"/>
          <ac:inkMkLst>
            <pc:docMk/>
            <pc:sldMk cId="277764760" sldId="2147472363"/>
            <ac:inkMk id="20" creationId="{FA771081-6643-ADD1-AB35-A17BEF328ACE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783640296" sldId="2147472363"/>
        </pc:sldMkLst>
      </pc:sldChg>
      <pc:sldChg chg="addSp modSp add mod">
        <pc:chgData name="ARUN KARTHIK ." userId="62a047ea-99a3-445a-a127-bd8840139939" providerId="ADAL" clId="{1E126722-D3AF-42B1-AD4D-07271E8E1D54}" dt="2024-06-15T10:19:59.846" v="407"/>
        <pc:sldMkLst>
          <pc:docMk/>
          <pc:sldMk cId="1903466361" sldId="2147472364"/>
        </pc:sldMkLst>
        <pc:spChg chg="add mod">
          <ac:chgData name="ARUN KARTHIK ." userId="62a047ea-99a3-445a-a127-bd8840139939" providerId="ADAL" clId="{1E126722-D3AF-42B1-AD4D-07271E8E1D54}" dt="2024-06-15T08:31:41.576" v="175" actId="1076"/>
          <ac:spMkLst>
            <pc:docMk/>
            <pc:sldMk cId="1903466361" sldId="2147472364"/>
            <ac:spMk id="3" creationId="{60FED909-1726-4B4C-F2A8-D64BA8F44F6D}"/>
          </ac:spMkLst>
        </pc:spChg>
        <pc:picChg chg="add mod">
          <ac:chgData name="ARUN KARTHIK ." userId="62a047ea-99a3-445a-a127-bd8840139939" providerId="ADAL" clId="{1E126722-D3AF-42B1-AD4D-07271E8E1D54}" dt="2024-06-15T08:34:18.885" v="207" actId="1076"/>
          <ac:picMkLst>
            <pc:docMk/>
            <pc:sldMk cId="1903466361" sldId="2147472364"/>
            <ac:picMk id="9218" creationId="{5538D636-56E5-C5D4-AECD-1CE36F1FB368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903466361" sldId="2147472364"/>
            <ac:inkMk id="5" creationId="{D5AD6ECD-3912-5F63-BEDE-8E35AFDB06F4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604963721" sldId="2147472364"/>
        </pc:sldMkLst>
      </pc:sldChg>
      <pc:sldChg chg="addSp delSp modSp add mod">
        <pc:chgData name="ARUN KARTHIK ." userId="62a047ea-99a3-445a-a127-bd8840139939" providerId="ADAL" clId="{1E126722-D3AF-42B1-AD4D-07271E8E1D54}" dt="2024-06-15T10:30:38.344" v="410"/>
        <pc:sldMkLst>
          <pc:docMk/>
          <pc:sldMk cId="770342137" sldId="2147472365"/>
        </pc:sldMkLst>
        <pc:spChg chg="add mod">
          <ac:chgData name="ARUN KARTHIK ." userId="62a047ea-99a3-445a-a127-bd8840139939" providerId="ADAL" clId="{1E126722-D3AF-42B1-AD4D-07271E8E1D54}" dt="2024-06-15T08:31:49.326" v="177" actId="1076"/>
          <ac:spMkLst>
            <pc:docMk/>
            <pc:sldMk cId="770342137" sldId="2147472365"/>
            <ac:spMk id="3" creationId="{B05B7373-3D5B-D42D-2E52-65965E8CD4F5}"/>
          </ac:spMkLst>
        </pc:spChg>
        <pc:spChg chg="add del">
          <ac:chgData name="ARUN KARTHIK ." userId="62a047ea-99a3-445a-a127-bd8840139939" providerId="ADAL" clId="{1E126722-D3AF-42B1-AD4D-07271E8E1D54}" dt="2024-06-15T08:31:54.091" v="179" actId="22"/>
          <ac:spMkLst>
            <pc:docMk/>
            <pc:sldMk cId="770342137" sldId="2147472365"/>
            <ac:spMk id="6" creationId="{B538E548-F5AC-F051-E2F1-C759CE856EEA}"/>
          </ac:spMkLst>
        </pc:spChg>
        <pc:spChg chg="add">
          <ac:chgData name="ARUN KARTHIK ." userId="62a047ea-99a3-445a-a127-bd8840139939" providerId="ADAL" clId="{1E126722-D3AF-42B1-AD4D-07271E8E1D54}" dt="2024-06-15T08:35:37.447" v="215"/>
          <ac:spMkLst>
            <pc:docMk/>
            <pc:sldMk cId="770342137" sldId="2147472365"/>
            <ac:spMk id="7" creationId="{F7AD8690-E47E-1AED-2180-C8B98BCB7FF0}"/>
          </ac:spMkLst>
        </pc:spChg>
        <pc:picChg chg="add mod">
          <ac:chgData name="ARUN KARTHIK ." userId="62a047ea-99a3-445a-a127-bd8840139939" providerId="ADAL" clId="{1E126722-D3AF-42B1-AD4D-07271E8E1D54}" dt="2024-06-15T08:35:42.652" v="222" actId="1076"/>
          <ac:picMkLst>
            <pc:docMk/>
            <pc:sldMk cId="770342137" sldId="2147472365"/>
            <ac:picMk id="8" creationId="{5017360C-1C5C-2BAC-0906-0B34D058DA40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770342137" sldId="2147472365"/>
            <ac:inkMk id="9" creationId="{F71D9FAE-5259-5181-0C7A-45340E3444FB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223650770" sldId="2147472365"/>
        </pc:sldMkLst>
      </pc:sldChg>
      <pc:sldChg chg="addSp modSp add mod">
        <pc:chgData name="ARUN KARTHIK ." userId="62a047ea-99a3-445a-a127-bd8840139939" providerId="ADAL" clId="{1E126722-D3AF-42B1-AD4D-07271E8E1D54}" dt="2024-06-15T08:37:50.786" v="236" actId="14100"/>
        <pc:sldMkLst>
          <pc:docMk/>
          <pc:sldMk cId="2185375664" sldId="2147472366"/>
        </pc:sldMkLst>
        <pc:spChg chg="add mod">
          <ac:chgData name="ARUN KARTHIK ." userId="62a047ea-99a3-445a-a127-bd8840139939" providerId="ADAL" clId="{1E126722-D3AF-42B1-AD4D-07271E8E1D54}" dt="2024-06-15T08:31:58.087" v="181" actId="1076"/>
          <ac:spMkLst>
            <pc:docMk/>
            <pc:sldMk cId="2185375664" sldId="2147472366"/>
            <ac:spMk id="3" creationId="{4BC6FE88-F2D7-3956-BD23-4BF74407A6B4}"/>
          </ac:spMkLst>
        </pc:spChg>
        <pc:picChg chg="add mod">
          <ac:chgData name="ARUN KARTHIK ." userId="62a047ea-99a3-445a-a127-bd8840139939" providerId="ADAL" clId="{1E126722-D3AF-42B1-AD4D-07271E8E1D54}" dt="2024-06-15T08:37:50.786" v="236" actId="14100"/>
          <ac:picMkLst>
            <pc:docMk/>
            <pc:sldMk cId="2185375664" sldId="2147472366"/>
            <ac:picMk id="7170" creationId="{C5EF556A-821E-87F7-C4EB-B2D42CC5B5A8}"/>
          </ac:picMkLst>
        </pc:picChg>
      </pc:sldChg>
      <pc:sldChg chg="addSp modSp add mod">
        <pc:chgData name="ARUN KARTHIK ." userId="62a047ea-99a3-445a-a127-bd8840139939" providerId="ADAL" clId="{1E126722-D3AF-42B1-AD4D-07271E8E1D54}" dt="2024-06-15T10:30:38.344" v="410"/>
        <pc:sldMkLst>
          <pc:docMk/>
          <pc:sldMk cId="944827065" sldId="2147472367"/>
        </pc:sldMkLst>
        <pc:spChg chg="add mod">
          <ac:chgData name="ARUN KARTHIK ." userId="62a047ea-99a3-445a-a127-bd8840139939" providerId="ADAL" clId="{1E126722-D3AF-42B1-AD4D-07271E8E1D54}" dt="2024-06-15T08:32:13.855" v="183" actId="1076"/>
          <ac:spMkLst>
            <pc:docMk/>
            <pc:sldMk cId="944827065" sldId="2147472367"/>
            <ac:spMk id="3" creationId="{C7D2BC4F-B515-87D1-B166-3FB169CB9D15}"/>
          </ac:spMkLst>
        </pc:spChg>
        <pc:picChg chg="add mod">
          <ac:chgData name="ARUN KARTHIK ." userId="62a047ea-99a3-445a-a127-bd8840139939" providerId="ADAL" clId="{1E126722-D3AF-42B1-AD4D-07271E8E1D54}" dt="2024-06-15T08:38:29.450" v="245" actId="167"/>
          <ac:picMkLst>
            <pc:docMk/>
            <pc:sldMk cId="944827065" sldId="2147472367"/>
            <ac:picMk id="6146" creationId="{E3904855-6E8F-D783-A589-FBB7306DBD7C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944827065" sldId="2147472367"/>
            <ac:inkMk id="5" creationId="{5A0B1C68-EC79-A4C4-C484-A8DB515D804A}"/>
          </ac:inkMkLst>
        </pc:inkChg>
      </pc:sldChg>
      <pc:sldChg chg="addSp modSp add mod">
        <pc:chgData name="ARUN KARTHIK ." userId="62a047ea-99a3-445a-a127-bd8840139939" providerId="ADAL" clId="{1E126722-D3AF-42B1-AD4D-07271E8E1D54}" dt="2024-06-15T08:39:09.630" v="249" actId="14100"/>
        <pc:sldMkLst>
          <pc:docMk/>
          <pc:sldMk cId="3252232318" sldId="2147472368"/>
        </pc:sldMkLst>
        <pc:spChg chg="add mod">
          <ac:chgData name="ARUN KARTHIK ." userId="62a047ea-99a3-445a-a127-bd8840139939" providerId="ADAL" clId="{1E126722-D3AF-42B1-AD4D-07271E8E1D54}" dt="2024-06-15T08:32:26.456" v="186" actId="14100"/>
          <ac:spMkLst>
            <pc:docMk/>
            <pc:sldMk cId="3252232318" sldId="2147472368"/>
            <ac:spMk id="3" creationId="{F53852C7-FBED-DCC4-DD44-4BE6C19DE9B1}"/>
          </ac:spMkLst>
        </pc:spChg>
        <pc:picChg chg="add mod">
          <ac:chgData name="ARUN KARTHIK ." userId="62a047ea-99a3-445a-a127-bd8840139939" providerId="ADAL" clId="{1E126722-D3AF-42B1-AD4D-07271E8E1D54}" dt="2024-06-15T08:39:09.630" v="249" actId="14100"/>
          <ac:picMkLst>
            <pc:docMk/>
            <pc:sldMk cId="3252232318" sldId="2147472368"/>
            <ac:picMk id="5122" creationId="{E962E530-9446-64C6-51C5-1D7F0B228B08}"/>
          </ac:picMkLst>
        </pc:picChg>
      </pc:sldChg>
      <pc:sldChg chg="add">
        <pc:chgData name="ARUN KARTHIK ." userId="62a047ea-99a3-445a-a127-bd8840139939" providerId="ADAL" clId="{1E126722-D3AF-42B1-AD4D-07271E8E1D54}" dt="2024-06-15T08:30:32.137" v="141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1E126722-D3AF-42B1-AD4D-07271E8E1D54}" dt="2024-06-15T08:30:32.276" v="142"/>
        <pc:sldMkLst>
          <pc:docMk/>
          <pc:sldMk cId="2918518219" sldId="2147472370"/>
        </pc:sldMkLst>
      </pc:sldChg>
      <pc:sldChg chg="addSp delSp modSp add">
        <pc:chgData name="ARUN KARTHIK ." userId="62a047ea-99a3-445a-a127-bd8840139939" providerId="ADAL" clId="{1E126722-D3AF-42B1-AD4D-07271E8E1D54}" dt="2024-06-15T10:19:59.846" v="407"/>
        <pc:sldMkLst>
          <pc:docMk/>
          <pc:sldMk cId="1540426061" sldId="2147472371"/>
        </pc:sldMkLst>
        <pc:picChg chg="del">
          <ac:chgData name="ARUN KARTHIK ." userId="62a047ea-99a3-445a-a127-bd8840139939" providerId="ADAL" clId="{1E126722-D3AF-42B1-AD4D-07271E8E1D54}" dt="2024-06-15T08:34:34.222" v="209" actId="478"/>
          <ac:picMkLst>
            <pc:docMk/>
            <pc:sldMk cId="1540426061" sldId="2147472371"/>
            <ac:picMk id="9218" creationId="{5538D636-56E5-C5D4-AECD-1CE36F1FB368}"/>
          </ac:picMkLst>
        </pc:picChg>
        <pc:picChg chg="add mod">
          <ac:chgData name="ARUN KARTHIK ." userId="62a047ea-99a3-445a-a127-bd8840139939" providerId="ADAL" clId="{1E126722-D3AF-42B1-AD4D-07271E8E1D54}" dt="2024-06-15T08:34:39.529" v="214" actId="167"/>
          <ac:picMkLst>
            <pc:docMk/>
            <pc:sldMk cId="1540426061" sldId="2147472371"/>
            <ac:picMk id="11266" creationId="{3F1E1D50-ABA3-00FD-E68C-865F742E4ADD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540426061" sldId="2147472371"/>
            <ac:inkMk id="2" creationId="{25C989B6-3B24-8E63-9BDA-1E64753A3E80}"/>
          </ac:inkMkLst>
        </pc:inkChg>
      </pc:sldChg>
      <pc:sldChg chg="addSp delSp modSp add mod">
        <pc:chgData name="ARUN KARTHIK ." userId="62a047ea-99a3-445a-a127-bd8840139939" providerId="ADAL" clId="{1E126722-D3AF-42B1-AD4D-07271E8E1D54}" dt="2024-06-15T08:40:11.197" v="266" actId="1076"/>
        <pc:sldMkLst>
          <pc:docMk/>
          <pc:sldMk cId="2111280575" sldId="2147472372"/>
        </pc:sldMkLst>
        <pc:picChg chg="add mod">
          <ac:chgData name="ARUN KARTHIK ." userId="62a047ea-99a3-445a-a127-bd8840139939" providerId="ADAL" clId="{1E126722-D3AF-42B1-AD4D-07271E8E1D54}" dt="2024-06-15T08:40:11.197" v="266" actId="1076"/>
          <ac:picMkLst>
            <pc:docMk/>
            <pc:sldMk cId="2111280575" sldId="2147472372"/>
            <ac:picMk id="5" creationId="{51880A62-B314-6693-5083-45B7A2BBF8FB}"/>
          </ac:picMkLst>
        </pc:picChg>
        <pc:picChg chg="del">
          <ac:chgData name="ARUN KARTHIK ." userId="62a047ea-99a3-445a-a127-bd8840139939" providerId="ADAL" clId="{1E126722-D3AF-42B1-AD4D-07271E8E1D54}" dt="2024-06-15T08:39:51.572" v="251" actId="478"/>
          <ac:picMkLst>
            <pc:docMk/>
            <pc:sldMk cId="2111280575" sldId="2147472372"/>
            <ac:picMk id="5122" creationId="{E962E530-9446-64C6-51C5-1D7F0B228B08}"/>
          </ac:picMkLst>
        </pc:picChg>
      </pc:sldChg>
      <pc:sldChg chg="addSp delSp modSp add mod">
        <pc:chgData name="ARUN KARTHIK ." userId="62a047ea-99a3-445a-a127-bd8840139939" providerId="ADAL" clId="{1E126722-D3AF-42B1-AD4D-07271E8E1D54}" dt="2024-06-15T08:40:43.437" v="275" actId="1076"/>
        <pc:sldMkLst>
          <pc:docMk/>
          <pc:sldMk cId="3976756508" sldId="2147472373"/>
        </pc:sldMkLst>
        <pc:picChg chg="del">
          <ac:chgData name="ARUN KARTHIK ." userId="62a047ea-99a3-445a-a127-bd8840139939" providerId="ADAL" clId="{1E126722-D3AF-42B1-AD4D-07271E8E1D54}" dt="2024-06-15T08:40:34.788" v="268" actId="478"/>
          <ac:picMkLst>
            <pc:docMk/>
            <pc:sldMk cId="3976756508" sldId="2147472373"/>
            <ac:picMk id="5" creationId="{51880A62-B314-6693-5083-45B7A2BBF8FB}"/>
          </ac:picMkLst>
        </pc:picChg>
        <pc:picChg chg="add mod">
          <ac:chgData name="ARUN KARTHIK ." userId="62a047ea-99a3-445a-a127-bd8840139939" providerId="ADAL" clId="{1E126722-D3AF-42B1-AD4D-07271E8E1D54}" dt="2024-06-15T08:40:43.437" v="275" actId="1076"/>
          <ac:picMkLst>
            <pc:docMk/>
            <pc:sldMk cId="3976756508" sldId="2147472373"/>
            <ac:picMk id="12290" creationId="{563A630D-5474-0B7B-82AD-139AFA80E955}"/>
          </ac:picMkLst>
        </pc:picChg>
      </pc:sldChg>
      <pc:sldChg chg="addSp new">
        <pc:chgData name="ARUN KARTHIK ." userId="62a047ea-99a3-445a-a127-bd8840139939" providerId="ADAL" clId="{1E126722-D3AF-42B1-AD4D-07271E8E1D54}" dt="2024-06-15T08:59:36.576" v="277"/>
        <pc:sldMkLst>
          <pc:docMk/>
          <pc:sldMk cId="941017616" sldId="2147472374"/>
        </pc:sldMkLst>
        <pc:inkChg chg="add">
          <ac:chgData name="ARUN KARTHIK ." userId="62a047ea-99a3-445a-a127-bd8840139939" providerId="ADAL" clId="{1E126722-D3AF-42B1-AD4D-07271E8E1D54}" dt="2024-06-15T08:59:36.576" v="277"/>
          <ac:inkMkLst>
            <pc:docMk/>
            <pc:sldMk cId="941017616" sldId="2147472374"/>
            <ac:inkMk id="3" creationId="{564618D6-649F-6AB9-10EB-BA6209211CDA}"/>
          </ac:inkMkLst>
        </pc:inkChg>
      </pc:sldChg>
      <pc:sldChg chg="addSp new">
        <pc:chgData name="ARUN KARTHIK ." userId="62a047ea-99a3-445a-a127-bd8840139939" providerId="ADAL" clId="{1E126722-D3AF-42B1-AD4D-07271E8E1D54}" dt="2024-06-15T09:05:00.388" v="279"/>
        <pc:sldMkLst>
          <pc:docMk/>
          <pc:sldMk cId="1855895382" sldId="2147472375"/>
        </pc:sldMkLst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855895382" sldId="2147472375"/>
            <ac:inkMk id="3" creationId="{4BC575DB-47EF-55B7-F729-141B325C960D}"/>
          </ac:inkMkLst>
        </pc:inkChg>
      </pc:sldChg>
      <pc:sldChg chg="addSp modSp new">
        <pc:chgData name="ARUN KARTHIK ." userId="62a047ea-99a3-445a-a127-bd8840139939" providerId="ADAL" clId="{1E126722-D3AF-42B1-AD4D-07271E8E1D54}" dt="2024-06-15T09:07:18.055" v="287"/>
        <pc:sldMkLst>
          <pc:docMk/>
          <pc:sldMk cId="1843801971" sldId="2147472376"/>
        </pc:sldMkLst>
        <pc:picChg chg="add mod">
          <ac:chgData name="ARUN KARTHIK ." userId="62a047ea-99a3-445a-a127-bd8840139939" providerId="ADAL" clId="{1E126722-D3AF-42B1-AD4D-07271E8E1D54}" dt="2024-06-15T09:05:05.169" v="286" actId="14100"/>
          <ac:picMkLst>
            <pc:docMk/>
            <pc:sldMk cId="1843801971" sldId="2147472376"/>
            <ac:picMk id="3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7:18.055" v="287"/>
          <ac:inkMkLst>
            <pc:docMk/>
            <pc:sldMk cId="1843801971" sldId="2147472376"/>
            <ac:inkMk id="4" creationId="{E53DA133-6E98-B91E-D41C-D1E244393E09}"/>
          </ac:inkMkLst>
        </pc:inkChg>
      </pc:sldChg>
      <pc:sldChg chg="addSp modSp new mod">
        <pc:chgData name="ARUN KARTHIK ." userId="62a047ea-99a3-445a-a127-bd8840139939" providerId="ADAL" clId="{1E126722-D3AF-42B1-AD4D-07271E8E1D54}" dt="2024-06-15T09:08:10.979" v="298" actId="1076"/>
        <pc:sldMkLst>
          <pc:docMk/>
          <pc:sldMk cId="1577339389" sldId="2147472377"/>
        </pc:sldMkLst>
        <pc:spChg chg="add mod">
          <ac:chgData name="ARUN KARTHIK ." userId="62a047ea-99a3-445a-a127-bd8840139939" providerId="ADAL" clId="{1E126722-D3AF-42B1-AD4D-07271E8E1D54}" dt="2024-06-15T09:08:10.979" v="298" actId="1076"/>
          <ac:spMkLst>
            <pc:docMk/>
            <pc:sldMk cId="1577339389" sldId="2147472377"/>
            <ac:spMk id="4" creationId="{704D4280-49B8-9FE4-E7CE-18845DF496BB}"/>
          </ac:spMkLst>
        </pc:spChg>
        <pc:picChg chg="add mod">
          <ac:chgData name="ARUN KARTHIK ." userId="62a047ea-99a3-445a-a127-bd8840139939" providerId="ADAL" clId="{1E126722-D3AF-42B1-AD4D-07271E8E1D54}" dt="2024-06-15T09:07:28.579" v="290" actId="732"/>
          <ac:picMkLst>
            <pc:docMk/>
            <pc:sldMk cId="1577339389" sldId="2147472377"/>
            <ac:picMk id="3" creationId="{5902FCBF-3962-F7FE-DF87-12C7626AD749}"/>
          </ac:picMkLst>
        </pc:picChg>
      </pc:sldChg>
      <pc:sldChg chg="addSp delSp modSp new mod">
        <pc:chgData name="ARUN KARTHIK ." userId="62a047ea-99a3-445a-a127-bd8840139939" providerId="ADAL" clId="{1E126722-D3AF-42B1-AD4D-07271E8E1D54}" dt="2024-06-15T09:23:20.131" v="383" actId="1582"/>
        <pc:sldMkLst>
          <pc:docMk/>
          <pc:sldMk cId="3995010085" sldId="2147472378"/>
        </pc:sldMkLst>
        <pc:spChg chg="del">
          <ac:chgData name="ARUN KARTHIK ." userId="62a047ea-99a3-445a-a127-bd8840139939" providerId="ADAL" clId="{1E126722-D3AF-42B1-AD4D-07271E8E1D54}" dt="2024-06-15T09:13:11.604" v="300" actId="478"/>
          <ac:spMkLst>
            <pc:docMk/>
            <pc:sldMk cId="3995010085" sldId="2147472378"/>
            <ac:spMk id="2" creationId="{8715156D-069E-A5DA-C5E7-C4DA722C5FFC}"/>
          </ac:spMkLst>
        </pc:spChg>
        <pc:spChg chg="add del">
          <ac:chgData name="ARUN KARTHIK ." userId="62a047ea-99a3-445a-a127-bd8840139939" providerId="ADAL" clId="{1E126722-D3AF-42B1-AD4D-07271E8E1D54}" dt="2024-06-15T09:17:47.979" v="323" actId="478"/>
          <ac:spMkLst>
            <pc:docMk/>
            <pc:sldMk cId="3995010085" sldId="2147472378"/>
            <ac:spMk id="10" creationId="{9F1B0386-E06E-E0D3-17D9-CD12D049DA3D}"/>
          </ac:spMkLst>
        </pc:spChg>
        <pc:spChg chg="add mod">
          <ac:chgData name="ARUN KARTHIK ." userId="62a047ea-99a3-445a-a127-bd8840139939" providerId="ADAL" clId="{1E126722-D3AF-42B1-AD4D-07271E8E1D54}" dt="2024-06-15T09:19:50.391" v="364" actId="207"/>
          <ac:spMkLst>
            <pc:docMk/>
            <pc:sldMk cId="3995010085" sldId="2147472378"/>
            <ac:spMk id="28" creationId="{3F079085-4105-A3BA-24DA-D5E786590206}"/>
          </ac:spMkLst>
        </pc:spChg>
        <pc:graphicFrameChg chg="add mod">
          <ac:chgData name="ARUN KARTHIK ." userId="62a047ea-99a3-445a-a127-bd8840139939" providerId="ADAL" clId="{1E126722-D3AF-42B1-AD4D-07271E8E1D54}" dt="2024-06-15T09:13:14.184" v="303"/>
          <ac:graphicFrameMkLst>
            <pc:docMk/>
            <pc:sldMk cId="3995010085" sldId="2147472378"/>
            <ac:graphicFrameMk id="3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29.910" v="313"/>
          <ac:graphicFrameMkLst>
            <pc:docMk/>
            <pc:sldMk cId="3995010085" sldId="2147472378"/>
            <ac:graphicFrameMk id="6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35.819" v="317"/>
          <ac:graphicFrameMkLst>
            <pc:docMk/>
            <pc:sldMk cId="3995010085" sldId="2147472378"/>
            <ac:graphicFrameMk id="7" creationId="{8AADC400-533E-8489-AED9-BDCB43F2FD06}"/>
          </ac:graphicFrameMkLst>
        </pc:graphicFrameChg>
        <pc:picChg chg="add del mod">
          <ac:chgData name="ARUN KARTHIK ." userId="62a047ea-99a3-445a-a127-bd8840139939" providerId="ADAL" clId="{1E126722-D3AF-42B1-AD4D-07271E8E1D54}" dt="2024-06-15T09:16:33.524" v="314" actId="478"/>
          <ac:picMkLst>
            <pc:docMk/>
            <pc:sldMk cId="3995010085" sldId="2147472378"/>
            <ac:picMk id="4" creationId="{68866CA3-5206-670C-FA4D-C73FECCAA3C7}"/>
          </ac:picMkLst>
        </pc:picChg>
        <pc:picChg chg="add mod">
          <ac:chgData name="ARUN KARTHIK ." userId="62a047ea-99a3-445a-a127-bd8840139939" providerId="ADAL" clId="{1E126722-D3AF-42B1-AD4D-07271E8E1D54}" dt="2024-06-15T09:16:40.210" v="320" actId="14100"/>
          <ac:picMkLst>
            <pc:docMk/>
            <pc:sldMk cId="3995010085" sldId="2147472378"/>
            <ac:picMk id="8" creationId="{62178C8C-5DEA-F8D6-ACFD-9289F9D09920}"/>
          </ac:picMkLst>
        </pc:picChg>
        <pc:inkChg chg="add">
          <ac:chgData name="ARUN KARTHIK ." userId="62a047ea-99a3-445a-a127-bd8840139939" providerId="ADAL" clId="{1E126722-D3AF-42B1-AD4D-07271E8E1D54}" dt="2024-06-15T09:15:09.758" v="310"/>
          <ac:inkMkLst>
            <pc:docMk/>
            <pc:sldMk cId="3995010085" sldId="2147472378"/>
            <ac:inkMk id="5" creationId="{1A274946-3BD0-0AB4-BE0C-57254D3DA6FF}"/>
          </ac:inkMkLst>
        </pc:inkChg>
        <pc:inkChg chg="add del">
          <ac:chgData name="ARUN KARTHIK ." userId="62a047ea-99a3-445a-a127-bd8840139939" providerId="ADAL" clId="{1E126722-D3AF-42B1-AD4D-07271E8E1D54}" dt="2024-06-15T09:19:19.613" v="351" actId="478"/>
          <ac:inkMkLst>
            <pc:docMk/>
            <pc:sldMk cId="3995010085" sldId="2147472378"/>
            <ac:inkMk id="9" creationId="{711ADBF6-8F2A-18FF-9512-26FCE4E80BEC}"/>
          </ac:inkMkLst>
        </pc:inkChg>
        <pc:inkChg chg="add del">
          <ac:chgData name="ARUN KARTHIK ." userId="62a047ea-99a3-445a-a127-bd8840139939" providerId="ADAL" clId="{1E126722-D3AF-42B1-AD4D-07271E8E1D54}" dt="2024-06-15T09:19:20.397" v="352" actId="478"/>
          <ac:inkMkLst>
            <pc:docMk/>
            <pc:sldMk cId="3995010085" sldId="2147472378"/>
            <ac:inkMk id="27" creationId="{4DCA9FBA-B6A2-D277-E9FE-2D38CEA33E61}"/>
          </ac:inkMkLst>
        </pc:inkChg>
        <pc:inkChg chg="add">
          <ac:chgData name="ARUN KARTHIK ." userId="62a047ea-99a3-445a-a127-bd8840139939" providerId="ADAL" clId="{1E126722-D3AF-42B1-AD4D-07271E8E1D54}" dt="2024-06-15T09:22:19.458" v="365"/>
          <ac:inkMkLst>
            <pc:docMk/>
            <pc:sldMk cId="3995010085" sldId="2147472378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18:07.025" v="328" actId="1076"/>
          <ac:cxnSpMkLst>
            <pc:docMk/>
            <pc:sldMk cId="3995010085" sldId="2147472378"/>
            <ac:cxnSpMk id="12" creationId="{4C955A0B-EC59-9A6C-FC6D-DD1DE9C2F15C}"/>
          </ac:cxnSpMkLst>
        </pc:cxnChg>
        <pc:cxnChg chg="add mod">
          <ac:chgData name="ARUN KARTHIK ." userId="62a047ea-99a3-445a-a127-bd8840139939" providerId="ADAL" clId="{1E126722-D3AF-42B1-AD4D-07271E8E1D54}" dt="2024-06-15T09:18:14.146" v="331" actId="14100"/>
          <ac:cxnSpMkLst>
            <pc:docMk/>
            <pc:sldMk cId="3995010085" sldId="2147472378"/>
            <ac:cxnSpMk id="14" creationId="{46B4CBCF-5CFB-4644-14DE-389F80C0944F}"/>
          </ac:cxnSpMkLst>
        </pc:cxnChg>
        <pc:cxnChg chg="add mod">
          <ac:chgData name="ARUN KARTHIK ." userId="62a047ea-99a3-445a-a127-bd8840139939" providerId="ADAL" clId="{1E126722-D3AF-42B1-AD4D-07271E8E1D54}" dt="2024-06-15T09:18:19.834" v="334" actId="14100"/>
          <ac:cxnSpMkLst>
            <pc:docMk/>
            <pc:sldMk cId="3995010085" sldId="2147472378"/>
            <ac:cxnSpMk id="16" creationId="{9E7E7F44-0F00-E6D3-0C24-8E0B4E3DD45D}"/>
          </ac:cxnSpMkLst>
        </pc:cxnChg>
        <pc:cxnChg chg="add mod">
          <ac:chgData name="ARUN KARTHIK ." userId="62a047ea-99a3-445a-a127-bd8840139939" providerId="ADAL" clId="{1E126722-D3AF-42B1-AD4D-07271E8E1D54}" dt="2024-06-15T09:18:23.517" v="336" actId="1076"/>
          <ac:cxnSpMkLst>
            <pc:docMk/>
            <pc:sldMk cId="3995010085" sldId="2147472378"/>
            <ac:cxnSpMk id="18" creationId="{802EBC65-9A23-4950-588D-CE3C20264E5C}"/>
          </ac:cxnSpMkLst>
        </pc:cxnChg>
        <pc:cxnChg chg="add mod">
          <ac:chgData name="ARUN KARTHIK ." userId="62a047ea-99a3-445a-a127-bd8840139939" providerId="ADAL" clId="{1E126722-D3AF-42B1-AD4D-07271E8E1D54}" dt="2024-06-15T09:18:29.194" v="339" actId="14100"/>
          <ac:cxnSpMkLst>
            <pc:docMk/>
            <pc:sldMk cId="3995010085" sldId="2147472378"/>
            <ac:cxnSpMk id="19" creationId="{7CE9C432-CCC5-EB14-A6AC-9D95B16A0119}"/>
          </ac:cxnSpMkLst>
        </pc:cxnChg>
        <pc:cxnChg chg="add del mod">
          <ac:chgData name="ARUN KARTHIK ." userId="62a047ea-99a3-445a-a127-bd8840139939" providerId="ADAL" clId="{1E126722-D3AF-42B1-AD4D-07271E8E1D54}" dt="2024-06-15T09:18:37.386" v="343" actId="478"/>
          <ac:cxnSpMkLst>
            <pc:docMk/>
            <pc:sldMk cId="3995010085" sldId="2147472378"/>
            <ac:cxnSpMk id="21" creationId="{44F55528-1BFC-4E0F-AE6D-D975A7D4111B}"/>
          </ac:cxnSpMkLst>
        </pc:cxnChg>
        <pc:cxnChg chg="add mod">
          <ac:chgData name="ARUN KARTHIK ." userId="62a047ea-99a3-445a-a127-bd8840139939" providerId="ADAL" clId="{1E126722-D3AF-42B1-AD4D-07271E8E1D54}" dt="2024-06-15T09:18:44.458" v="346" actId="14100"/>
          <ac:cxnSpMkLst>
            <pc:docMk/>
            <pc:sldMk cId="3995010085" sldId="2147472378"/>
            <ac:cxnSpMk id="23" creationId="{A230D499-E1DB-A340-F369-447524572E8F}"/>
          </ac:cxnSpMkLst>
        </pc:cxnChg>
        <pc:cxnChg chg="add mod">
          <ac:chgData name="ARUN KARTHIK ." userId="62a047ea-99a3-445a-a127-bd8840139939" providerId="ADAL" clId="{1E126722-D3AF-42B1-AD4D-07271E8E1D54}" dt="2024-06-15T09:18:48.945" v="349" actId="14100"/>
          <ac:cxnSpMkLst>
            <pc:docMk/>
            <pc:sldMk cId="3995010085" sldId="2147472378"/>
            <ac:cxnSpMk id="25" creationId="{A158EF34-9BBE-E35F-7FB3-4B0E15076EA6}"/>
          </ac:cxnSpMkLst>
        </pc:cxnChg>
        <pc:cxnChg chg="add mod">
          <ac:chgData name="ARUN KARTHIK ." userId="62a047ea-99a3-445a-a127-bd8840139939" providerId="ADAL" clId="{1E126722-D3AF-42B1-AD4D-07271E8E1D54}" dt="2024-06-15T09:23:20.131" v="383" actId="1582"/>
          <ac:cxnSpMkLst>
            <pc:docMk/>
            <pc:sldMk cId="3995010085" sldId="2147472378"/>
            <ac:cxnSpMk id="31" creationId="{2E1CE81E-F117-8FE2-8BF0-B617B1BB2CA7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6:24.430" v="402"/>
        <pc:sldMkLst>
          <pc:docMk/>
          <pc:sldMk cId="113361996" sldId="2147472379"/>
        </pc:sldMkLst>
        <pc:spChg chg="del">
          <ac:chgData name="ARUN KARTHIK ." userId="62a047ea-99a3-445a-a127-bd8840139939" providerId="ADAL" clId="{1E126722-D3AF-42B1-AD4D-07271E8E1D54}" dt="2024-06-15T09:22:31.652" v="367" actId="478"/>
          <ac:spMkLst>
            <pc:docMk/>
            <pc:sldMk cId="113361996" sldId="2147472379"/>
            <ac:spMk id="28" creationId="{3F079085-4105-A3BA-24DA-D5E786590206}"/>
          </ac:spMkLst>
        </pc:spChg>
        <pc:graphicFrameChg chg="add del mod">
          <ac:chgData name="ARUN KARTHIK ." userId="62a047ea-99a3-445a-a127-bd8840139939" providerId="ADAL" clId="{1E126722-D3AF-42B1-AD4D-07271E8E1D54}" dt="2024-06-15T09:22:58.793" v="371" actId="478"/>
          <ac:graphicFrameMkLst>
            <pc:docMk/>
            <pc:sldMk cId="113361996" sldId="2147472379"/>
            <ac:graphicFrameMk id="2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23:02.216" v="374"/>
          <ac:graphicFrameMkLst>
            <pc:docMk/>
            <pc:sldMk cId="113361996" sldId="2147472379"/>
            <ac:graphicFrameMk id="3" creationId="{8AADC400-533E-8489-AED9-BDCB43F2FD06}"/>
          </ac:graphicFrameMkLst>
        </pc:graphicFrameChg>
        <pc:picChg chg="add mod">
          <ac:chgData name="ARUN KARTHIK ." userId="62a047ea-99a3-445a-a127-bd8840139939" providerId="ADAL" clId="{1E126722-D3AF-42B1-AD4D-07271E8E1D54}" dt="2024-06-15T09:23:04.593" v="381" actId="14100"/>
          <ac:picMkLst>
            <pc:docMk/>
            <pc:sldMk cId="113361996" sldId="2147472379"/>
            <ac:picMk id="4" creationId="{E18AED50-AD70-A769-4FCC-6C642D3880B1}"/>
          </ac:picMkLst>
        </pc:picChg>
        <pc:picChg chg="del">
          <ac:chgData name="ARUN KARTHIK ." userId="62a047ea-99a3-445a-a127-bd8840139939" providerId="ADAL" clId="{1E126722-D3AF-42B1-AD4D-07271E8E1D54}" dt="2024-06-15T09:22:42.249" v="368" actId="478"/>
          <ac:picMkLst>
            <pc:docMk/>
            <pc:sldMk cId="113361996" sldId="2147472379"/>
            <ac:picMk id="8" creationId="{62178C8C-5DEA-F8D6-ACFD-9289F9D09920}"/>
          </ac:picMkLst>
        </pc:pic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5" creationId="{1A274946-3BD0-0AB4-BE0C-57254D3DA6FF}"/>
          </ac:inkMkLst>
        </pc:inkChg>
        <pc:inkChg chg="add">
          <ac:chgData name="ARUN KARTHIK ." userId="62a047ea-99a3-445a-a127-bd8840139939" providerId="ADAL" clId="{1E126722-D3AF-42B1-AD4D-07271E8E1D54}" dt="2024-06-15T09:24:23.615" v="388"/>
          <ac:inkMkLst>
            <pc:docMk/>
            <pc:sldMk cId="113361996" sldId="2147472379"/>
            <ac:inkMk id="10" creationId="{8FC972A1-2BDC-7AF0-5338-41ECA47F5FFA}"/>
          </ac:inkMkLst>
        </pc:inkChg>
        <pc:inkChg chg="add">
          <ac:chgData name="ARUN KARTHIK ." userId="62a047ea-99a3-445a-a127-bd8840139939" providerId="ADAL" clId="{1E126722-D3AF-42B1-AD4D-07271E8E1D54}" dt="2024-06-15T09:26:24.430" v="402"/>
          <ac:inkMkLst>
            <pc:docMk/>
            <pc:sldMk cId="113361996" sldId="2147472379"/>
            <ac:inkMk id="11" creationId="{29FE83BE-2810-2004-CADF-BBD9A9A00A51}"/>
          </ac:inkMkLst>
        </pc:ink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23:30.415" v="387" actId="208"/>
          <ac:cxnSpMkLst>
            <pc:docMk/>
            <pc:sldMk cId="113361996" sldId="2147472379"/>
            <ac:cxnSpMk id="6" creationId="{A1B038D3-D381-A7A0-71A3-7645909FE59A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2" creationId="{4C955A0B-EC59-9A6C-FC6D-DD1DE9C2F1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4" creationId="{46B4CBCF-5CFB-4644-14DE-389F80C0944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6" creationId="{9E7E7F44-0F00-E6D3-0C24-8E0B4E3DD45D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8" creationId="{802EBC65-9A23-4950-588D-CE3C20264E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9" creationId="{7CE9C432-CCC5-EB14-A6AC-9D95B16A0119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3" creationId="{A230D499-E1DB-A340-F369-447524572E8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5" creationId="{A158EF34-9BBE-E35F-7FB3-4B0E15076EA6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5:31.961" v="401"/>
        <pc:sldMkLst>
          <pc:docMk/>
          <pc:sldMk cId="2195800177" sldId="2147472380"/>
        </pc:sldMkLst>
        <pc:inkChg chg="add">
          <ac:chgData name="ARUN KARTHIK ." userId="62a047ea-99a3-445a-a127-bd8840139939" providerId="ADAL" clId="{1E126722-D3AF-42B1-AD4D-07271E8E1D54}" dt="2024-06-15T09:25:31.961" v="401"/>
          <ac:inkMkLst>
            <pc:docMk/>
            <pc:sldMk cId="2195800177" sldId="2147472380"/>
            <ac:inkMk id="2" creationId="{76ABBDDA-B0FD-23D2-C98B-F045C4D0D87E}"/>
          </ac:inkMkLst>
        </pc:inkChg>
        <pc:inkChg chg="del">
          <ac:chgData name="ARUN KARTHIK ." userId="62a047ea-99a3-445a-a127-bd8840139939" providerId="ADAL" clId="{1E126722-D3AF-42B1-AD4D-07271E8E1D54}" dt="2024-06-15T09:24:27.574" v="390" actId="478"/>
          <ac:inkMkLst>
            <pc:docMk/>
            <pc:sldMk cId="2195800177" sldId="2147472380"/>
            <ac:inkMk id="10" creationId="{8FC972A1-2BDC-7AF0-5338-41ECA47F5FFA}"/>
          </ac:inkMkLst>
        </pc:inkChg>
        <pc:cxnChg chg="mod">
          <ac:chgData name="ARUN KARTHIK ." userId="62a047ea-99a3-445a-a127-bd8840139939" providerId="ADAL" clId="{1E126722-D3AF-42B1-AD4D-07271E8E1D54}" dt="2024-06-15T09:24:39.999" v="400" actId="688"/>
          <ac:cxnSpMkLst>
            <pc:docMk/>
            <pc:sldMk cId="2195800177" sldId="2147472380"/>
            <ac:cxnSpMk id="6" creationId="{A1B038D3-D381-A7A0-71A3-7645909FE59A}"/>
          </ac:cxnSpMkLst>
        </pc:cxnChg>
      </pc:sldChg>
      <pc:sldChg chg="addSp new">
        <pc:chgData name="ARUN KARTHIK ." userId="62a047ea-99a3-445a-a127-bd8840139939" providerId="ADAL" clId="{1E126722-D3AF-42B1-AD4D-07271E8E1D54}" dt="2024-06-15T09:36:53.045" v="404"/>
        <pc:sldMkLst>
          <pc:docMk/>
          <pc:sldMk cId="3475647193" sldId="2147472381"/>
        </pc:sldMkLst>
        <pc:inkChg chg="add">
          <ac:chgData name="ARUN KARTHIK ." userId="62a047ea-99a3-445a-a127-bd8840139939" providerId="ADAL" clId="{1E126722-D3AF-42B1-AD4D-07271E8E1D54}" dt="2024-06-15T09:36:53.045" v="404"/>
          <ac:inkMkLst>
            <pc:docMk/>
            <pc:sldMk cId="3475647193" sldId="2147472381"/>
            <ac:inkMk id="3" creationId="{944ABD78-869C-466B-28A5-828A665B5777}"/>
          </ac:inkMkLst>
        </pc:inkChg>
      </pc:sldChg>
      <pc:sldChg chg="addSp new">
        <pc:chgData name="ARUN KARTHIK ." userId="62a047ea-99a3-445a-a127-bd8840139939" providerId="ADAL" clId="{1E126722-D3AF-42B1-AD4D-07271E8E1D54}" dt="2024-06-15T10:19:59.846" v="407"/>
        <pc:sldMkLst>
          <pc:docMk/>
          <pc:sldMk cId="4191511362" sldId="2147472382"/>
        </pc:sldMkLst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4191511362" sldId="2147472382"/>
            <ac:inkMk id="3" creationId="{4A1405CB-0092-611F-8016-D0B12D57CA0F}"/>
          </ac:inkMkLst>
        </pc:inkChg>
      </pc:sldChg>
      <pc:sldChg chg="addSp delSp add mod">
        <pc:chgData name="ARUN KARTHIK ." userId="62a047ea-99a3-445a-a127-bd8840139939" providerId="ADAL" clId="{1E126722-D3AF-42B1-AD4D-07271E8E1D54}" dt="2024-06-15T10:30:38.344" v="410"/>
        <pc:sldMkLst>
          <pc:docMk/>
          <pc:sldMk cId="3105783908" sldId="2147472383"/>
        </pc:sldMkLst>
        <pc:inkChg chg="del">
          <ac:chgData name="ARUN KARTHIK ." userId="62a047ea-99a3-445a-a127-bd8840139939" providerId="ADAL" clId="{1E126722-D3AF-42B1-AD4D-07271E8E1D54}" dt="2024-06-15T10:20:04.050" v="409" actId="478"/>
          <ac:inkMkLst>
            <pc:docMk/>
            <pc:sldMk cId="3105783908" sldId="2147472383"/>
            <ac:inkMk id="2" creationId="{25C989B6-3B24-8E63-9BDA-1E64753A3E80}"/>
          </ac:inkMkLst>
        </pc:ink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3105783908" sldId="2147472383"/>
            <ac:inkMk id="5" creationId="{5F76E6B8-CFA4-040C-88DC-106CCC7708DF}"/>
          </ac:inkMkLst>
        </pc:inkChg>
      </pc:sldChg>
    </pc:docChg>
  </pc:docChgLst>
  <pc:docChgLst>
    <pc:chgData name="ARUN KARTHIK ." userId="62a047ea-99a3-445a-a127-bd8840139939" providerId="ADAL" clId="{681553B4-56ED-45EF-8511-39EE08122294}"/>
    <pc:docChg chg="custSel addSld modSld">
      <pc:chgData name="ARUN KARTHIK ." userId="62a047ea-99a3-445a-a127-bd8840139939" providerId="ADAL" clId="{681553B4-56ED-45EF-8511-39EE08122294}" dt="2024-06-09T12:01:25.687" v="302" actId="478"/>
      <pc:docMkLst>
        <pc:docMk/>
      </pc:docMkLst>
      <pc:sldChg chg="addSp mod">
        <pc:chgData name="ARUN KARTHIK ." userId="62a047ea-99a3-445a-a127-bd8840139939" providerId="ADAL" clId="{681553B4-56ED-45EF-8511-39EE08122294}" dt="2024-06-09T11:45:26.553" v="171" actId="11529"/>
        <pc:sldMkLst>
          <pc:docMk/>
          <pc:sldMk cId="2161333238" sldId="2147472331"/>
        </pc:sldMkLst>
        <pc:spChg chg="add">
          <ac:chgData name="ARUN KARTHIK ." userId="62a047ea-99a3-445a-a127-bd8840139939" providerId="ADAL" clId="{681553B4-56ED-45EF-8511-39EE08122294}" dt="2024-06-09T11:45:26.553" v="171" actId="11529"/>
          <ac:spMkLst>
            <pc:docMk/>
            <pc:sldMk cId="2161333238" sldId="2147472331"/>
            <ac:spMk id="2" creationId="{AFFC9EAD-8E1E-F2FB-27ED-0DA4E772B5A9}"/>
          </ac:spMkLst>
        </pc:spChg>
      </pc:sldChg>
      <pc:sldChg chg="addSp delSp modSp new mod">
        <pc:chgData name="ARUN KARTHIK ." userId="62a047ea-99a3-445a-a127-bd8840139939" providerId="ADAL" clId="{681553B4-56ED-45EF-8511-39EE08122294}" dt="2024-06-09T11:26:48.707" v="170" actId="197"/>
        <pc:sldMkLst>
          <pc:docMk/>
          <pc:sldMk cId="2783640296" sldId="2147472363"/>
        </pc:sldMkLst>
        <pc:spChg chg="del">
          <ac:chgData name="ARUN KARTHIK ." userId="62a047ea-99a3-445a-a127-bd8840139939" providerId="ADAL" clId="{681553B4-56ED-45EF-8511-39EE08122294}" dt="2024-06-09T10:52:31.677" v="1" actId="478"/>
          <ac:spMkLst>
            <pc:docMk/>
            <pc:sldMk cId="2783640296" sldId="2147472363"/>
            <ac:spMk id="2" creationId="{8C52F98F-2A22-AC58-651E-23A10117A592}"/>
          </ac:spMkLst>
        </pc:spChg>
        <pc:spChg chg="add mod">
          <ac:chgData name="ARUN KARTHIK ." userId="62a047ea-99a3-445a-a127-bd8840139939" providerId="ADAL" clId="{681553B4-56ED-45EF-8511-39EE08122294}" dt="2024-06-09T10:58:27.974" v="95" actId="20577"/>
          <ac:spMkLst>
            <pc:docMk/>
            <pc:sldMk cId="2783640296" sldId="2147472363"/>
            <ac:spMk id="3" creationId="{2888D1EE-9CEC-6B82-24AA-793C16A1E76F}"/>
          </ac:spMkLst>
        </pc:spChg>
        <pc:spChg chg="add del">
          <ac:chgData name="ARUN KARTHIK ." userId="62a047ea-99a3-445a-a127-bd8840139939" providerId="ADAL" clId="{681553B4-56ED-45EF-8511-39EE08122294}" dt="2024-06-09T10:54:56.865" v="24" actId="478"/>
          <ac:spMkLst>
            <pc:docMk/>
            <pc:sldMk cId="2783640296" sldId="2147472363"/>
            <ac:spMk id="7" creationId="{D9319D44-708E-4054-99D0-42CD8244F627}"/>
          </ac:spMkLst>
        </pc:spChg>
        <pc:spChg chg="add del mod">
          <ac:chgData name="ARUN KARTHIK ." userId="62a047ea-99a3-445a-a127-bd8840139939" providerId="ADAL" clId="{681553B4-56ED-45EF-8511-39EE08122294}" dt="2024-06-09T10:55:40.713" v="43" actId="478"/>
          <ac:spMkLst>
            <pc:docMk/>
            <pc:sldMk cId="2783640296" sldId="2147472363"/>
            <ac:spMk id="16" creationId="{467B275A-9FE0-62D5-E0E2-1F6A1BD6BA83}"/>
          </ac:spMkLst>
        </pc:spChg>
        <pc:spChg chg="add mod">
          <ac:chgData name="ARUN KARTHIK ." userId="62a047ea-99a3-445a-a127-bd8840139939" providerId="ADAL" clId="{681553B4-56ED-45EF-8511-39EE08122294}" dt="2024-06-09T10:58:32.494" v="106" actId="20577"/>
          <ac:spMkLst>
            <pc:docMk/>
            <pc:sldMk cId="2783640296" sldId="2147472363"/>
            <ac:spMk id="17" creationId="{E4686F14-A9B2-8247-8D34-5947D56AC274}"/>
          </ac:spMkLst>
        </pc:spChg>
        <pc:spChg chg="add mod">
          <ac:chgData name="ARUN KARTHIK ." userId="62a047ea-99a3-445a-a127-bd8840139939" providerId="ADAL" clId="{681553B4-56ED-45EF-8511-39EE08122294}" dt="2024-06-09T11:00:26.972" v="110" actId="20577"/>
          <ac:spMkLst>
            <pc:docMk/>
            <pc:sldMk cId="2783640296" sldId="2147472363"/>
            <ac:spMk id="20" creationId="{07537B7B-EB27-EEB5-35C5-F2AD01A98DF9}"/>
          </ac:spMkLst>
        </pc:spChg>
        <pc:spChg chg="add mod">
          <ac:chgData name="ARUN KARTHIK ." userId="62a047ea-99a3-445a-a127-bd8840139939" providerId="ADAL" clId="{681553B4-56ED-45EF-8511-39EE08122294}" dt="2024-06-09T11:00:32.545" v="112" actId="1076"/>
          <ac:spMkLst>
            <pc:docMk/>
            <pc:sldMk cId="2783640296" sldId="2147472363"/>
            <ac:spMk id="21" creationId="{1CF23612-71B0-939F-9686-3A17537A2FDD}"/>
          </ac:spMkLst>
        </pc:spChg>
        <pc:spChg chg="add mod">
          <ac:chgData name="ARUN KARTHIK ." userId="62a047ea-99a3-445a-a127-bd8840139939" providerId="ADAL" clId="{681553B4-56ED-45EF-8511-39EE08122294}" dt="2024-06-09T11:00:36.112" v="114" actId="1076"/>
          <ac:spMkLst>
            <pc:docMk/>
            <pc:sldMk cId="2783640296" sldId="2147472363"/>
            <ac:spMk id="22" creationId="{2B0EF21D-0C49-A518-6BA8-95704123BF11}"/>
          </ac:spMkLst>
        </pc:spChg>
        <pc:spChg chg="add mod">
          <ac:chgData name="ARUN KARTHIK ." userId="62a047ea-99a3-445a-a127-bd8840139939" providerId="ADAL" clId="{681553B4-56ED-45EF-8511-39EE08122294}" dt="2024-06-09T11:00:41.210" v="119" actId="20577"/>
          <ac:spMkLst>
            <pc:docMk/>
            <pc:sldMk cId="2783640296" sldId="2147472363"/>
            <ac:spMk id="23" creationId="{A00EDFF4-A98C-E8CC-9DB9-6ABBC0C382BE}"/>
          </ac:spMkLst>
        </pc:spChg>
        <pc:spChg chg="add mod">
          <ac:chgData name="ARUN KARTHIK ." userId="62a047ea-99a3-445a-a127-bd8840139939" providerId="ADAL" clId="{681553B4-56ED-45EF-8511-39EE08122294}" dt="2024-06-09T11:00:45.273" v="121" actId="1076"/>
          <ac:spMkLst>
            <pc:docMk/>
            <pc:sldMk cId="2783640296" sldId="2147472363"/>
            <ac:spMk id="24" creationId="{AED1A8BE-FFE5-B390-C2EA-B7D4B93B3662}"/>
          </ac:spMkLst>
        </pc:spChg>
        <pc:spChg chg="add mod">
          <ac:chgData name="ARUN KARTHIK ." userId="62a047ea-99a3-445a-a127-bd8840139939" providerId="ADAL" clId="{681553B4-56ED-45EF-8511-39EE08122294}" dt="2024-06-09T11:00:49.296" v="123" actId="1076"/>
          <ac:spMkLst>
            <pc:docMk/>
            <pc:sldMk cId="2783640296" sldId="2147472363"/>
            <ac:spMk id="25" creationId="{F1A5D738-35CF-A015-6347-EA9FB21EEBB9}"/>
          </ac:spMkLst>
        </pc:spChg>
        <pc:spChg chg="add">
          <ac:chgData name="ARUN KARTHIK ." userId="62a047ea-99a3-445a-a127-bd8840139939" providerId="ADAL" clId="{681553B4-56ED-45EF-8511-39EE08122294}" dt="2024-06-09T11:26:28.081" v="165" actId="11529"/>
          <ac:spMkLst>
            <pc:docMk/>
            <pc:sldMk cId="2783640296" sldId="2147472363"/>
            <ac:spMk id="28" creationId="{5B29DD52-2537-68F4-6E12-BEBCD41E345A}"/>
          </ac:spMkLst>
        </pc:spChg>
        <pc:spChg chg="add mod">
          <ac:chgData name="ARUN KARTHIK ." userId="62a047ea-99a3-445a-a127-bd8840139939" providerId="ADAL" clId="{681553B4-56ED-45EF-8511-39EE08122294}" dt="2024-06-09T11:26:48.707" v="170" actId="197"/>
          <ac:spMkLst>
            <pc:docMk/>
            <pc:sldMk cId="2783640296" sldId="2147472363"/>
            <ac:spMk id="30" creationId="{3E969EE6-257B-6CA2-97B8-9B2B2F773BF1}"/>
          </ac:spMkLst>
        </pc:spChg>
        <pc:picChg chg="add mod">
          <ac:chgData name="ARUN KARTHIK ." userId="62a047ea-99a3-445a-a127-bd8840139939" providerId="ADAL" clId="{681553B4-56ED-45EF-8511-39EE08122294}" dt="2024-06-09T10:54:35.285" v="18" actId="1076"/>
          <ac:picMkLst>
            <pc:docMk/>
            <pc:sldMk cId="2783640296" sldId="2147472363"/>
            <ac:picMk id="4" creationId="{0BE38357-3181-D1EA-2D4E-CC8C1669B6A8}"/>
          </ac:picMkLst>
        </pc:picChg>
        <pc:picChg chg="add mod">
          <ac:chgData name="ARUN KARTHIK ." userId="62a047ea-99a3-445a-a127-bd8840139939" providerId="ADAL" clId="{681553B4-56ED-45EF-8511-39EE08122294}" dt="2024-06-09T10:54:39.102" v="21" actId="1076"/>
          <ac:picMkLst>
            <pc:docMk/>
            <pc:sldMk cId="2783640296" sldId="2147472363"/>
            <ac:picMk id="5" creationId="{A971EDD5-6DD7-B00B-2372-20D01D5AECB6}"/>
          </ac:picMkLst>
        </pc:picChg>
        <pc:picChg chg="add mod">
          <ac:chgData name="ARUN KARTHIK ." userId="62a047ea-99a3-445a-a127-bd8840139939" providerId="ADAL" clId="{681553B4-56ED-45EF-8511-39EE08122294}" dt="2024-06-09T10:54:42.346" v="22" actId="571"/>
          <ac:picMkLst>
            <pc:docMk/>
            <pc:sldMk cId="2783640296" sldId="2147472363"/>
            <ac:picMk id="6" creationId="{5F58322A-AEDB-BAC0-1BEA-3BAF942856BE}"/>
          </ac:picMkLst>
        </pc:picChg>
        <pc:picChg chg="add mod">
          <ac:chgData name="ARUN KARTHIK ." userId="62a047ea-99a3-445a-a127-bd8840139939" providerId="ADAL" clId="{681553B4-56ED-45EF-8511-39EE08122294}" dt="2024-06-09T11:17:18.955" v="156" actId="1076"/>
          <ac:picMkLst>
            <pc:docMk/>
            <pc:sldMk cId="2783640296" sldId="2147472363"/>
            <ac:picMk id="26" creationId="{2900D3DA-F83F-8424-5396-F2CBC27D21ED}"/>
          </ac:picMkLst>
        </pc:picChg>
        <pc:picChg chg="add mod">
          <ac:chgData name="ARUN KARTHIK ." userId="62a047ea-99a3-445a-a127-bd8840139939" providerId="ADAL" clId="{681553B4-56ED-45EF-8511-39EE08122294}" dt="2024-06-09T11:26:19.504" v="164" actId="1076"/>
          <ac:picMkLst>
            <pc:docMk/>
            <pc:sldMk cId="2783640296" sldId="2147472363"/>
            <ac:picMk id="27" creationId="{75FC2C22-D9F6-F0F8-23A6-AF2A7A9D3380}"/>
          </ac:picMkLst>
        </pc:picChg>
        <pc:picChg chg="add mod">
          <ac:chgData name="ARUN KARTHIK ." userId="62a047ea-99a3-445a-a127-bd8840139939" providerId="ADAL" clId="{681553B4-56ED-45EF-8511-39EE08122294}" dt="2024-06-09T11:26:36.652" v="167" actId="1076"/>
          <ac:picMkLst>
            <pc:docMk/>
            <pc:sldMk cId="2783640296" sldId="2147472363"/>
            <ac:picMk id="29" creationId="{A85F5C86-AA3C-60A5-666F-F79C3E9A762C}"/>
          </ac:picMkLst>
        </pc:picChg>
        <pc:picChg chg="add del mod">
          <ac:chgData name="ARUN KARTHIK ." userId="62a047ea-99a3-445a-a127-bd8840139939" providerId="ADAL" clId="{681553B4-56ED-45EF-8511-39EE08122294}" dt="2024-06-09T10:54:36.364" v="19" actId="478"/>
          <ac:picMkLst>
            <pc:docMk/>
            <pc:sldMk cId="2783640296" sldId="2147472363"/>
            <ac:picMk id="1026" creationId="{4FD342F5-7BA8-E7E1-6FA2-6A8626BBCDD5}"/>
          </ac:picMkLst>
        </pc:picChg>
        <pc:picChg chg="add mod">
          <ac:chgData name="ARUN KARTHIK ." userId="62a047ea-99a3-445a-a127-bd8840139939" providerId="ADAL" clId="{681553B4-56ED-45EF-8511-39EE08122294}" dt="2024-06-09T10:57:47.633" v="86" actId="167"/>
          <ac:picMkLst>
            <pc:docMk/>
            <pc:sldMk cId="2783640296" sldId="2147472363"/>
            <ac:picMk id="1028" creationId="{ACA59ECC-AC71-5F96-9600-38801363F9C1}"/>
          </ac:picMkLst>
        </pc:picChg>
        <pc:picChg chg="add del mod">
          <ac:chgData name="ARUN KARTHIK ." userId="62a047ea-99a3-445a-a127-bd8840139939" providerId="ADAL" clId="{681553B4-56ED-45EF-8511-39EE08122294}" dt="2024-06-09T11:02:06.253" v="139" actId="478"/>
          <ac:picMkLst>
            <pc:docMk/>
            <pc:sldMk cId="2783640296" sldId="2147472363"/>
            <ac:picMk id="1030" creationId="{97D370C9-0AFE-09D6-B4CD-F10D82CB5FC8}"/>
          </ac:picMkLst>
        </pc:picChg>
        <pc:picChg chg="add mod">
          <ac:chgData name="ARUN KARTHIK ." userId="62a047ea-99a3-445a-a127-bd8840139939" providerId="ADAL" clId="{681553B4-56ED-45EF-8511-39EE08122294}" dt="2024-06-09T11:02:21.846" v="154" actId="1076"/>
          <ac:picMkLst>
            <pc:docMk/>
            <pc:sldMk cId="2783640296" sldId="2147472363"/>
            <ac:picMk id="1032" creationId="{B61E4433-6EBF-6AE2-A8D6-AE3A948CEC0A}"/>
          </ac:picMkLst>
        </pc:picChg>
        <pc:cxnChg chg="add">
          <ac:chgData name="ARUN KARTHIK ." userId="62a047ea-99a3-445a-a127-bd8840139939" providerId="ADAL" clId="{681553B4-56ED-45EF-8511-39EE08122294}" dt="2024-06-09T10:55:03.526" v="25" actId="11529"/>
          <ac:cxnSpMkLst>
            <pc:docMk/>
            <pc:sldMk cId="2783640296" sldId="2147472363"/>
            <ac:cxnSpMk id="9" creationId="{0EFED336-BF0F-1991-F602-06439C558086}"/>
          </ac:cxnSpMkLst>
        </pc:cxnChg>
        <pc:cxnChg chg="add mod">
          <ac:chgData name="ARUN KARTHIK ." userId="62a047ea-99a3-445a-a127-bd8840139939" providerId="ADAL" clId="{681553B4-56ED-45EF-8511-39EE08122294}" dt="2024-06-09T10:55:19.920" v="37" actId="14100"/>
          <ac:cxnSpMkLst>
            <pc:docMk/>
            <pc:sldMk cId="2783640296" sldId="2147472363"/>
            <ac:cxnSpMk id="10" creationId="{E7B6086F-64CF-E28E-EE64-12E5123DEF73}"/>
          </ac:cxnSpMkLst>
        </pc:cxnChg>
        <pc:cxnChg chg="add mod">
          <ac:chgData name="ARUN KARTHIK ." userId="62a047ea-99a3-445a-a127-bd8840139939" providerId="ADAL" clId="{681553B4-56ED-45EF-8511-39EE08122294}" dt="2024-06-09T10:55:28.520" v="40" actId="14100"/>
          <ac:cxnSpMkLst>
            <pc:docMk/>
            <pc:sldMk cId="2783640296" sldId="2147472363"/>
            <ac:cxnSpMk id="13" creationId="{651965FB-52FB-C065-1B28-7538B23CBAEA}"/>
          </ac:cxnSpMkLst>
        </pc:cxnChg>
        <pc:cxnChg chg="add">
          <ac:chgData name="ARUN KARTHIK ." userId="62a047ea-99a3-445a-a127-bd8840139939" providerId="ADAL" clId="{681553B4-56ED-45EF-8511-39EE08122294}" dt="2024-06-09T10:56:10.421" v="56" actId="11529"/>
          <ac:cxnSpMkLst>
            <pc:docMk/>
            <pc:sldMk cId="2783640296" sldId="2147472363"/>
            <ac:cxnSpMk id="19" creationId="{4AB92462-0534-DA0E-1C96-B013875853B0}"/>
          </ac:cxnSpMkLst>
        </pc:cxnChg>
      </pc:sldChg>
      <pc:sldChg chg="addSp delSp modSp add mod">
        <pc:chgData name="ARUN KARTHIK ." userId="62a047ea-99a3-445a-a127-bd8840139939" providerId="ADAL" clId="{681553B4-56ED-45EF-8511-39EE08122294}" dt="2024-06-09T11:54:35.267" v="292" actId="20577"/>
        <pc:sldMkLst>
          <pc:docMk/>
          <pc:sldMk cId="2604963721" sldId="2147472364"/>
        </pc:sldMkLst>
        <pc:spChg chg="add mod">
          <ac:chgData name="ARUN KARTHIK ." userId="62a047ea-99a3-445a-a127-bd8840139939" providerId="ADAL" clId="{681553B4-56ED-45EF-8511-39EE08122294}" dt="2024-06-09T11:54:26.936" v="264" actId="20577"/>
          <ac:spMkLst>
            <pc:docMk/>
            <pc:sldMk cId="2604963721" sldId="2147472364"/>
            <ac:spMk id="2" creationId="{F7FF3DAD-6826-F3D3-0712-13199319DAE5}"/>
          </ac:spMkLst>
        </pc:spChg>
        <pc:spChg chg="add mod">
          <ac:chgData name="ARUN KARTHIK ." userId="62a047ea-99a3-445a-a127-bd8840139939" providerId="ADAL" clId="{681553B4-56ED-45EF-8511-39EE08122294}" dt="2024-06-09T11:54:30.940" v="276" actId="20577"/>
          <ac:spMkLst>
            <pc:docMk/>
            <pc:sldMk cId="2604963721" sldId="2147472364"/>
            <ac:spMk id="3" creationId="{17F67903-54C1-0A14-7445-AFD1F6610132}"/>
          </ac:spMkLst>
        </pc:spChg>
        <pc:spChg chg="mod">
          <ac:chgData name="ARUN KARTHIK ." userId="62a047ea-99a3-445a-a127-bd8840139939" providerId="ADAL" clId="{681553B4-56ED-45EF-8511-39EE08122294}" dt="2024-06-09T11:51:55.486" v="201" actId="20577"/>
          <ac:spMkLst>
            <pc:docMk/>
            <pc:sldMk cId="2604963721" sldId="2147472364"/>
            <ac:spMk id="4" creationId="{B005B3F8-E38A-C389-2B2E-1BBC6C382B91}"/>
          </ac:spMkLst>
        </pc:spChg>
        <pc:spChg chg="add mod">
          <ac:chgData name="ARUN KARTHIK ." userId="62a047ea-99a3-445a-a127-bd8840139939" providerId="ADAL" clId="{681553B4-56ED-45EF-8511-39EE08122294}" dt="2024-06-09T11:54:35.267" v="292" actId="20577"/>
          <ac:spMkLst>
            <pc:docMk/>
            <pc:sldMk cId="2604963721" sldId="2147472364"/>
            <ac:spMk id="5" creationId="{0B7A8D6D-12F8-04DA-7480-B55BB19F5A1E}"/>
          </ac:spMkLst>
        </pc:spChg>
        <pc:picChg chg="add mod">
          <ac:chgData name="ARUN KARTHIK ." userId="62a047ea-99a3-445a-a127-bd8840139939" providerId="ADAL" clId="{681553B4-56ED-45EF-8511-39EE08122294}" dt="2024-06-09T11:52:53.764" v="241" actId="1076"/>
          <ac:picMkLst>
            <pc:docMk/>
            <pc:sldMk cId="2604963721" sldId="2147472364"/>
            <ac:picMk id="7" creationId="{CF9AE830-FECC-9E14-9699-F83A7540344C}"/>
          </ac:picMkLst>
        </pc:picChg>
        <pc:picChg chg="add mod">
          <ac:chgData name="ARUN KARTHIK ." userId="62a047ea-99a3-445a-a127-bd8840139939" providerId="ADAL" clId="{681553B4-56ED-45EF-8511-39EE08122294}" dt="2024-06-09T11:52:56.365" v="243" actId="1076"/>
          <ac:picMkLst>
            <pc:docMk/>
            <pc:sldMk cId="2604963721" sldId="2147472364"/>
            <ac:picMk id="8" creationId="{121C4B96-075D-64D9-10EA-C4F2FB089C5D}"/>
          </ac:picMkLst>
        </pc:picChg>
        <pc:picChg chg="add mod">
          <ac:chgData name="ARUN KARTHIK ." userId="62a047ea-99a3-445a-a127-bd8840139939" providerId="ADAL" clId="{681553B4-56ED-45EF-8511-39EE08122294}" dt="2024-06-09T11:53:00.192" v="245" actId="1076"/>
          <ac:picMkLst>
            <pc:docMk/>
            <pc:sldMk cId="2604963721" sldId="2147472364"/>
            <ac:picMk id="9" creationId="{522388AD-2108-3E71-5731-02A76F9B29AB}"/>
          </ac:picMkLst>
        </pc:picChg>
        <pc:picChg chg="del">
          <ac:chgData name="ARUN KARTHIK ." userId="62a047ea-99a3-445a-a127-bd8840139939" providerId="ADAL" clId="{681553B4-56ED-45EF-8511-39EE08122294}" dt="2024-06-09T11:51:47.906" v="173" actId="478"/>
          <ac:picMkLst>
            <pc:docMk/>
            <pc:sldMk cId="2604963721" sldId="2147472364"/>
            <ac:picMk id="6146" creationId="{EDCC7EB9-9FB0-1E8C-AE22-DDF63C51B0EF}"/>
          </ac:picMkLst>
        </pc:picChg>
      </pc:sldChg>
      <pc:sldChg chg="addSp delSp modSp add mod">
        <pc:chgData name="ARUN KARTHIK ." userId="62a047ea-99a3-445a-a127-bd8840139939" providerId="ADAL" clId="{681553B4-56ED-45EF-8511-39EE08122294}" dt="2024-06-09T12:01:25.687" v="302" actId="478"/>
        <pc:sldMkLst>
          <pc:docMk/>
          <pc:sldMk cId="1223650770" sldId="2147472365"/>
        </pc:sldMkLst>
        <pc:picChg chg="add mod">
          <ac:chgData name="ARUN KARTHIK ." userId="62a047ea-99a3-445a-a127-bd8840139939" providerId="ADAL" clId="{681553B4-56ED-45EF-8511-39EE08122294}" dt="2024-06-09T11:57:09.504" v="295" actId="1076"/>
          <ac:picMkLst>
            <pc:docMk/>
            <pc:sldMk cId="1223650770" sldId="2147472365"/>
            <ac:picMk id="7" creationId="{B9B53291-749C-4004-301B-A4D8885F96D8}"/>
          </ac:picMkLst>
        </pc:picChg>
        <pc:picChg chg="add mod">
          <ac:chgData name="ARUN KARTHIK ." userId="62a047ea-99a3-445a-a127-bd8840139939" providerId="ADAL" clId="{681553B4-56ED-45EF-8511-39EE08122294}" dt="2024-06-09T11:57:29.520" v="297" actId="1076"/>
          <ac:picMkLst>
            <pc:docMk/>
            <pc:sldMk cId="1223650770" sldId="2147472365"/>
            <ac:picMk id="11" creationId="{E367EFA1-5D0D-8C10-8542-435E69A6645A}"/>
          </ac:picMkLst>
        </pc:picChg>
        <pc:picChg chg="add mod">
          <ac:chgData name="ARUN KARTHIK ." userId="62a047ea-99a3-445a-a127-bd8840139939" providerId="ADAL" clId="{681553B4-56ED-45EF-8511-39EE08122294}" dt="2024-06-09T11:57:33.983" v="299" actId="1076"/>
          <ac:picMkLst>
            <pc:docMk/>
            <pc:sldMk cId="1223650770" sldId="2147472365"/>
            <ac:picMk id="12" creationId="{770A4203-4E3A-80C3-3E9D-3A78A5F8757D}"/>
          </ac:picMkLst>
        </pc:picChg>
        <pc:picChg chg="add mod">
          <ac:chgData name="ARUN KARTHIK ." userId="62a047ea-99a3-445a-a127-bd8840139939" providerId="ADAL" clId="{681553B4-56ED-45EF-8511-39EE08122294}" dt="2024-06-09T11:57:37.695" v="301" actId="1076"/>
          <ac:picMkLst>
            <pc:docMk/>
            <pc:sldMk cId="1223650770" sldId="2147472365"/>
            <ac:picMk id="14" creationId="{B17D879C-1C46-E065-7C47-E439904819D0}"/>
          </ac:picMkLst>
        </pc:picChg>
        <pc:picChg chg="del">
          <ac:chgData name="ARUN KARTHIK ." userId="62a047ea-99a3-445a-a127-bd8840139939" providerId="ADAL" clId="{681553B4-56ED-45EF-8511-39EE08122294}" dt="2024-06-09T12:01:25.687" v="302" actId="478"/>
          <ac:picMkLst>
            <pc:docMk/>
            <pc:sldMk cId="1223650770" sldId="2147472365"/>
            <ac:picMk id="26" creationId="{2900D3DA-F83F-8424-5396-F2CBC27D21E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09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1055 1 24575,'-10'5'0,"1"1"0,1 1 0,-1-1 0,1 2 0,0-1 0,1 1 0,-10 12 0,2-2 0,-626 813 0,594-761 0,3 2 0,3 2 0,-57 147 0,77-159 0,2 1 0,4 1 0,2 0 0,2 1 0,-2 101 0,13-124 0,1 0 0,10 59 0,-6-78 0,0 1 0,1-1 0,2 0 0,0 0 0,19 35 0,-20-45 0,-1-2 0,0 1 0,1-2 0,0 1 0,1-1 0,15 17 0,35 22 0,2-3 0,85 51 0,-82-57 0,101 58 0,-119-73 0,-1 2 0,-1 1 0,75 68 0,-84-69 0,48 28 0,-45-31 0,38 31 0,-59-41 0,76 59 0,-81-66 0,0 0 0,0-1 0,1 0 0,0-1 0,0 0 0,23 6 0,121 29 0,-131-32 0,0 2 0,-1 0 0,0 2 0,24 16 0,-34-18 0,1-1 0,0-1 0,0 0 0,1-1 0,0 0 0,1-1 0,-1-1 0,1-1 0,0 0 0,0-2 0,0 0 0,24 0 0,1-1 0,0 2 0,43 7 0,-37-3 0,51-1 0,-66-6 0,0 2 0,-1 2 0,1 1 0,41 11 0,-3 7 0,2-4 0,0-2 0,1-4 0,130 6 0,-173-17 14,50 10-1,-42-5-1405,-17-4-5434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12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0 24575,'12'266'0,"-1"-72"0,-3 807 0,-9-699 0,1-294 0,-1-1 0,0 1 0,0-1 0,0 1 0,-3 8 0,4-16 0,0 1 0,0 0 0,-1 0 0,1 0 0,0 0 0,-1 0 0,1 0 0,0 0 0,-1-1 0,1 1 0,-1 0 0,0 0 0,1-1 0,-1 1 0,1 0 0,-1-1 0,0 1 0,0 0 0,1-1 0,-1 1 0,0-1 0,0 1 0,0-1 0,0 0 0,1 1 0,-1-1 0,0 0 0,0 0 0,0 1 0,0-1 0,0 0 0,0 0 0,0 0 0,0 0 0,0 0 0,0 0 0,0-1 0,0 1 0,0 0 0,1 0 0,-1-1 0,0 1 0,0 0 0,0-1 0,0 1 0,1-1 0,-1 1 0,0-1 0,0 0 0,1 1 0,-1-1 0,-1-1 0,-4-4 0,1 0 0,0-1 0,-1 1 0,2-1 0,-1-1 0,1 1 0,0-1 0,1 1 0,0-1 0,-3-10 0,-7-16 0,-10-17 0,-46-112 0,49 119 0,16 36 0,-1-1 0,2 0 0,-1 0 0,1 0 0,-4-18 0,7 27 0,0-1 0,0 0 0,0 0 0,0 1 0,0-1 0,-1 0 0,1 0 0,1 1 0,-1-1 0,0 0 0,0 0 0,0 1 0,0-1 0,0 0 0,1 0 0,-1 1 0,0-1 0,1 0 0,-1 0 0,1 1 0,-1 0 0,1 0 0,-1 0 0,0 0 0,1 0 0,-1 0 0,1 0 0,-1 0 0,0 0 0,1 0 0,-1 0 0,1 0 0,-1 0 0,0 0 0,1 1 0,-1-1 0,0 0 0,1 0 0,-1 1 0,0-1 0,1 0 0,-1 0 0,0 1 0,1-1 0,20 26 0,-4 6 0,-2 1 0,0 0 0,-3 1 0,14 56 0,-10-37 0,-14-45 0,1 1 0,0-1 0,0 0 0,1-1 0,0 1 0,7 10 0,-10-16 0,0-1 0,1 0 0,-1 1 0,0-1 0,0 0 0,1 0 0,-1 0 0,1 0 0,-1 0 0,1 0 0,0-1 0,-1 1 0,1 0 0,-1-1 0,1 1 0,2-1 0,-2 0 0,0 0 0,0 0 0,0 0 0,0-1 0,1 1 0,-1-1 0,0 1 0,0-1 0,0 0 0,-1 0 0,1 0 0,0 0 0,0 0 0,0 0 0,-1-1 0,4-2 0,8-9 0,0 0 0,-1-1 0,-1 0 0,15-25 0,34-70 0,-14 22 0,-6 25 0,3 2 0,90-100 0,-113 142 0,0 0 0,1 2 0,1 0 0,0 2 0,29-15 0,28-18 0,-47 22 317,-23 17-878,0 1 1,19-11-1,-11 10-6265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15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0 576 24575,'27'0'0,"471"-4"0,-5-27 0,-247 2 0,348-25 0,31 54 0,-266 3 0,-348-3 0,-1 0 0,0-1 0,0 0 0,0-1 0,19-5 0,-26 6 0,-1 1 0,1-2 0,-1 1 0,0 0 0,1 0 0,-1-1 0,0 1 0,0-1 0,1 0 0,-1 0 0,-1 0 0,1 0 0,0 0 0,0 0 0,-1 0 0,1-1 0,-1 1 0,0-1 0,0 1 0,0-1 0,0 1 0,0-1 0,0 1 0,-1-1 0,1 0 0,-1-4 0,0-1 0,-1 1 0,0-1 0,0 1 0,-1-1 0,0 1 0,0 0 0,-1 0 0,0 0 0,0 0 0,-1 0 0,0 1 0,0-1 0,0 1 0,-1 0 0,0 0 0,-6-5 0,-13-13 0,-2 1 0,-32-23 0,57 45 0,-32-22 0,0 0 0,-1 2 0,-1 2 0,-1 1 0,-1 2 0,0 2 0,-1 1 0,-52-11 0,83 23 0,1 0 0,-1 0 0,1 0 0,0 1 0,-1-1 0,1 2 0,-1-1 0,1 1 0,-9 1 0,15-2 0,-1 0 0,0 1 0,1-1 0,-1 0 0,0 0 0,1 0 0,-1 0 0,1 1 0,-1-1 0,1 0 0,-1 0 0,0 1 0,1-1 0,-1 0 0,1 1 0,-1-1 0,1 1 0,0-1 0,-1 1 0,1-1 0,-1 1 0,1-1 0,0 1 0,-1-1 0,1 1 0,0-1 0,0 1 0,0-1 0,-1 1 0,1 0 0,0-1 0,0 1 0,0 0 0,0-1 0,0 1 0,0-1 0,0 1 0,0 0 0,0-1 0,0 1 0,0 0 0,1-1 0,-1 1 0,0-1 0,0 1 0,1-1 0,-1 1 0,0 0 0,0-1 0,1 1 0,-1-1 0,1 1 0,3 3 0,-1 0 0,1-1 0,0 0 0,0 0 0,5 4 0,25 14 0,1-2 0,58 24 0,81 18 0,-164-58 0,10 4 0,0 1 0,0 0 0,-1 2 0,37 23 0,-48-27 0,0 0 0,-1 0 0,0 1 0,0 0 0,0 1 0,-1-1 0,1 1 0,-2 0 0,0 1 0,0-1 0,0 1 0,-1 0 0,4 11 0,-7-15 0,0 1 0,-1 0 0,1-1 0,-1 1 0,0 0 0,0 0 0,-1-1 0,0 1 0,0 0 0,0-1 0,-1 1 0,1-1 0,-1 0 0,-1 1 0,1-1 0,-1 0 0,0 0 0,0 0 0,-4 5 0,-9 10 0,-1 0 0,-38 33 0,45-44 0,-38 33 0,-2-2 0,-1-3 0,-2-1 0,-2-3 0,-75 33 0,-82 22-1365,186-80-5461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19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1678 180 24575,'-76'2'0,"1"3"0,0 4 0,1 3 0,-129 37 0,113-22 0,2 5 0,-131 65 0,153-62 0,3 3 0,1 3 0,-101 86 0,129-96 0,-35 29 0,-97 111 0,148-149 0,1 0 0,1 1 0,1 1 0,1 0 0,1 1 0,2 1 0,0 0 0,2 1 0,-11 44 0,16-50 0,1 0 0,1 0 0,1 0 0,0 0 0,2 0 0,0 1 0,2-1 0,0 0 0,1 0 0,1-1 0,1 1 0,17 37 0,79 133 0,6 12 0,-69-113 0,-4 2 0,47 192 0,-79-269 0,152 578 0,-125-502 0,25 67 0,-42-126 0,1-1 0,34 52 0,-24-48 0,42 47 0,-53-67 0,2-1 0,0-1 0,0 0 0,1-1 0,25 14 0,-8-10 0,1-1 0,1-1 0,0-2 0,1-2 0,0-1 0,1-1 0,41 2 0,268 0 0,-292-11 0,4 0 0,934-34 0,-881 25 0,59-3 0,215-47 0,-368 56 0,58-13 0,81-30 0,-134 39 0,-1-1 0,0-1 0,0-1 0,-1-1 0,0-1 0,-1 0 0,-1-2 0,21-20 0,1-10 0,-3-2 0,-1-2 0,-3-1 0,-2-2 0,-2-1 0,-2-1 0,32-95 0,-47 109 0,-2-1 0,-1 0 0,4-55 0,-9-125 0,-6 20 0,-3-53 0,0 206 0,-2 0 0,-1 1 0,-28-85 0,-67-124 0,90 227 0,-1 1 0,-2 0 0,0 1 0,-2 0 0,-1 2 0,-1 0 0,-1 1 0,-27-23 0,-19-5 0,-1 4 0,-85-46 0,146 90 0,-379-191 0,72 40 0,-172-82 0,-95 41 0,360 130 0,128 36 0,-23-8 0,-165-30 0,189 58-1365,60 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42.5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24505,'0'9580'0,"72"-9725"0,-144 290 0,-1-290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51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2080 26 24575,'-85'-6'0,"27"0"0,-135-7 0,-218 13 0,365 4 0,0 2 0,1 2 0,0 1 0,1 3 0,0 1 0,-53 25 0,63-21 0,-1 1 0,2 2 0,0 2 0,2 0 0,0 2 0,2 2 0,-46 50 0,29-20 0,2 1 0,3 2 0,3 3 0,-34 70 0,33-46 0,3 2 0,-40 153 0,-30 96 0,70-238 0,4 2 0,4 1 0,5 0 0,4 2 0,5 1 0,-1 109 0,19 34 0,0-202 0,2-1 0,1 1 0,21 63 0,-23-94 0,2 1 0,0-1 0,1 0 0,0 0 0,1-1 0,1 0 0,0-1 0,1 0 0,0-1 0,1 0 0,0-1 0,1 0 0,19 13 0,-9-10 0,-1-1 0,2-1 0,0-1 0,0-2 0,0 0 0,2-1 0,49 8 0,16-4 0,128-1 0,96-21 0,439-56 0,93-4 0,124 75 0,-957-4 0,212 6 0,-182-9 0,-1-1 0,1-1 0,47-13 0,-83 15 0,0-1 0,0 0 0,-1 0 0,1 0 0,-1-1 0,1 0 0,-1-1 0,-1 0 0,1 0 0,0 0 0,-1-1 0,0 0 0,-1 0 0,1 0 0,-1-1 0,5-8 0,3-9 0,-2 0 0,0 0 0,13-45 0,-11 22 0,-2 0 0,-2 0 0,-3-1 0,-1 0 0,-3 0 0,-3-55 0,-9-20 0,-31-146 0,13 133 0,-6 2 0,-6 1 0,-109-241 0,120 314 0,-4 1 0,-1 1 0,-4 2 0,-61-72 0,71 97 0,-1 1 0,-2 1 0,-1 1 0,-1 2 0,-1 2 0,-2 1 0,0 1 0,-45-19 0,-182-49 0,44 18 0,166 53 0,0 1 0,-1 3 0,0 2 0,-1 3 0,0 2 0,-80-1 0,-509 10 0,229 1 0,397-1 0,0 1 0,-28 6 0,9-2 0,18-5-1365,5-4-5461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7:29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3872 722 24472,'-1'28'0,"-4"1"0,-2-1 0,-4 0 0,-2 0 0,-3 0 0,-4-1 0,-2 0 0,-3 0 0,-2-1 0,-4 0 0,-2 0 0,-3-1 0,-2-1 0,-3 0 0,-3-1 0,-2 0 0,-2-1 0,-2-1 0,-3 0 0,-2-2 0,-2 0 0,-1-1 0,-3-1 0,-1-1 0,-2 0 0,-2-2 0,-1-1 0,-1 0 0,-2-2 0,-1-1 0,-1 0 0,0-2 0,-2-1 0,0-1 0,-1-1 0,0-1 0,-1-1 0,0-2 0,0 0 0,0-2 0,0 0 0,1-2 0,0-1 0,0-1 0,0-1 0,2-1 0,0-1 0,1-2 0,2 0 0,0-1 0,2-2 0,1 0 0,1-1 0,2-2 0,2 0 0,1-1 0,2-1 0,2-1 0,3 0 0,1-2 0,2 0 0,3-1 0,2-1 0,3 0 0,2-1 0,2 0 0,4-1 0,1-1 0,4 0 0,2 0 0,3-1 0,3 0 0,3 0 0,3-1 0,2 0 0,4 0 0,3 0 0,2-1 0,4 1 0,2 0 0,4-1 0,2 1 0,3 0 0,4 0 0,2 0 0,3 1 0,3 0 0,3 0 0,3 1 0,2 0 0,4 0 0,1 1 0,4 1 0,2 0 0,2 1 0,3 0 0,2 1 0,3 1 0,2 0 0,1 2 0,3 0 0,2 1 0,2 1 0,1 1 0,2 0 0,2 2 0,1 1 0,1 0 0,2 2 0,0 1 0,2 0 0,1 2 0,0 1 0,2 1 0,0 1 0,0 1 0,0 1 0,1 2 0,0 0 0,0 2 0,0 0 0,0 2 0,-1 1 0,0 1 0,-1 1 0,0 1 0,-2 1 0,0 2 0,-1 0 0,-1 1 0,-2 2 0,-1 0 0,-1 1 0,-2 2 0,-2 0 0,-1 1 0,-3 1 0,-1 1 0,-2 0 0,-2 2 0,-3 0 0,-2 1 0,-2 1 0,-2 0 0,-3 1 0,-3 0 0,-2 1 0,-3 1 0,-2 0 0,-4 0 0,-2 1 0,-3 0 0,-2 0 0,-4 1 0,-3 0 0,-2 0 0,-4 0 0,-2 1 0,-4-1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02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30 388 24575,'0'870'0,"0"-852"0,0 25 0,-6 47 0,4-80 0,-2-15 0,0-24 0,1-1 0,1-34 0,1 28 0,-6-798 0,7 605 0,0 221 0,4-73 0,-3 74 0,0 1 0,0-1 0,0 0 0,1 0 0,0 1 0,1-1 0,0 1 0,0-1 0,4-6 0,-4 10 0,0 0 0,0 0 0,0 1 0,0 0 0,0 0 0,0 0 0,1 0 0,-1 0 0,1 0 0,-1 1 0,1 0 0,0 0 0,-1 0 0,1 0 0,0 0 0,0 1 0,-1 0 0,7 0 0,-1 0 0,0 0 0,-1 1 0,1 0 0,-1 0 0,1 1 0,-1 0 0,11 5 0,-5 0 0,1 1 0,-1 1 0,0 1 0,-1 0 0,0 0 0,-1 1 0,0 1 0,-1 0 0,0 0 0,-1 1 0,13 22 0,-8-11 0,-2 1 0,0 1 0,-2 0 0,-1 0 0,14 55 0,-22-68 0,-1-1 0,0 1 0,-1-1 0,0 1 0,-1 0 0,0-1 0,-1 1 0,0-1 0,-1 0 0,-1 0 0,0 0 0,0 0 0,-1-1 0,-1 1 0,0-1 0,0 0 0,-1-1 0,-1 0 0,-14 16 0,9-12 0,-1 1 0,-1-2 0,-1 0 0,0-1 0,0-1 0,-1 0 0,0-1 0,-1-1 0,0 0 0,-1-2 0,-35 10 0,22-11-1365,5-3-5461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6:04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3 118 24575,'51'1234'0,"-50"-1173"0,1-9 0,-9 97 0,3-138 0,-1-30 0,-6-112-1130,-4-183-4228,1-446 5062,14 736 296,-1 3 0,2 0 0,0 0 0,6-32 0,-7 51 0,1 0 0,-1-1 0,1 1 0,0 0 0,0 0 0,0 0 0,0 0 0,0 0 0,1 0 0,-1 1 0,0-1 0,3-1 0,-4 2 0,0 1 0,1 0 0,-1-1 0,1 1 0,-1 0 0,1 0 0,-1 0 0,1-1 0,-1 1 0,1 0 0,-1 0 0,1 0 0,-1 0 0,1 0 0,-1 0 0,1 0 0,-1 0 0,1 0 0,-1 0 0,1 0 0,-1 1 0,1-1 0,0 0 0,0 1 0,0 0 0,1 0 0,-1 0 0,0 0 0,0 0 0,1 0 0,-1 0 0,0 1 0,0-1 0,0 0 0,1 2 0,10 23 48,-1-1-1,-1 2 1,-1-1-1,6 29 1,2 7 845,-12-48-565,160 511 5910,-70-263-7817,14-6-3408,-75-182 3942,55 112 959,-84-176 86,0-1 0,0 0 0,1-1 0,9 11 0,-13-17 0,-1-1 0,1 1 0,-1-1 0,1 1 0,-1-1 0,1 1 0,0-1 0,0 0 0,0 0 0,0 0 0,0 0 0,0-1 0,0 1 0,0 0 0,0-1 0,0 1 0,0-1 0,0 0 0,0 0 0,1 0 0,-1 0 0,0 0 0,0 0 0,0 0 0,0-1 0,0 1 0,3-2 0,-1 0 0,0 0 0,0 0 0,-1-1 0,1 1 0,0-1 0,-1 0 0,0 0 0,1 0 0,3-6 0,25-40 0,-1-12 0,-2-1 0,-4-1 0,25-91 0,-19 31 0,-5-1 0,-6-1 0,4-130 0,-16-12 0,5-61 0,-3 196 7211,-9 77-9003,0 30-5034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5:57.5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8 24575,'0'353'0,"1"-332"0,1-1 0,9 39 0,2 12 0,1 13 0,1 12 0,-15-93 0,4 31 0,1-24 0,-5-10 0,0 0 0,1 0 0,-1 0 0,0 0 0,1-1 0,-1 1 0,0 0 0,1 0 0,-1 0 0,0 0 0,1-1 0,-1 1 0,0 0 0,0 0 0,1-1 0,-1 1 0,0 0 0,0-1 0,1 1 0,-1 0 0,0-1 0,0 1 0,0 0 0,0-1 0,0 1 0,1 0 0,-1-1 0,0 1 0,0 0 0,0-1 0,9-29 0,-1 0 0,-1-1 0,4-46 0,-3 24 0,7-58 0,3-223 0,-19 329 0,1 1 0,0-1 0,1 0 0,-1 1 0,1-1 0,0 1 0,0-1 0,3-6 0,-3 9 0,0 0 0,1 0 0,-1 0 0,1 0 0,-1 0 0,1 1 0,0-1 0,-1 0 0,1 1 0,0 0 0,0-1 0,0 1 0,0 0 0,0 0 0,1 0 0,-1 0 0,0 0 0,4 0 0,14-3 0,0 2 0,0 0 0,1 1 0,39 4 0,-22-2 0,-24 0 0,1 0 0,-1 1 0,0 0 0,0 2 0,0-1 0,0 2 0,24 10 0,-31-11 0,0 0 0,0 0 0,0 0 0,-1 1 0,0 0 0,0 0 0,0 0 0,-1 1 0,0 0 0,0 0 0,0 0 0,-1 1 0,0 0 0,0 0 0,0 0 0,2 8 0,0 8 0,-2 1 0,0-1 0,-2 1 0,0-1 0,-2 1 0,-3 28 0,3-38 0,-1-6 0,1 0 0,-1 0 0,0 0 0,-1 0 0,0 0 0,0 0 0,0 0 0,-1-1 0,0 1 0,-1-1 0,0 0 0,0 0 0,-1 0 0,1-1 0,-1 1 0,-1-1 0,1 0 0,-1-1 0,0 1 0,-1-1 0,1 0 0,-1-1 0,0 1 0,0-1 0,0-1 0,-14 6 0,-15 2 0,1-2 0,-1-1 0,-1-2 0,0-1 0,1-2 0,-1-1 0,0-2 0,-48-7 0,83 7 0,0 0 0,-1 0 0,1-1 0,0 0 0,-1 1 0,1-1 0,0 0 0,0 0 0,0 0 0,0 0 0,-1-1 0,2 1 0,-1 0 0,0-1 0,0 1 0,0-1 0,1 0 0,-1 0 0,1 0 0,-1 0 0,-1-2 0,0-3 0,1 1 0,-1-1 0,1 1 0,1-1 0,-2-10 0,0 4 0,5 29 0,-1 1 0,0-1 0,-2 18 0,0 8 0,4 77 0,-3 264 0,-1-353 0,-1-1 0,-2 0 0,-1 0 0,-1 0 0,-1-1 0,-16 38 0,4-13-282,-14 57-1,28-89-517,-2 2-6026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5:59.9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90 239 24575,'-4'193'0,"-54"355"0,31-341 0,99-603 0,-40 252 0,13-154 0,-44 255 0,-1 29 0,1-1 0,0 0 0,4-18 0,-5 29 0,2 1 0,-1-1 0,0 0 0,1 0 0,-1 1 0,1-1 0,0 1 0,0-1 0,1 1 0,-1 0 0,1 0 0,-1 0 0,1 0 0,0 0 0,0 1 0,6-4 0,-9 5 0,1 1 0,0-1 0,1 1 0,-1-1 0,0 1 0,0 0 0,0-1 0,0 1 0,0 0 0,0 0 0,0 0 0,0 0 0,1 0 0,-1 0 0,0 0 0,0 0 0,0 0 0,0 1 0,0-1 0,0 0 0,0 1 0,0-1 0,0 1 0,0-1 0,0 1 0,0-1 0,0 1 0,0 0 0,0-1 0,0 1 0,0 0 0,-1 0 0,1 0 0,0 0 0,0 1 0,4 4 0,-1 1 0,0-1 0,-1 1 0,4 8 0,-6-11 0,36 86 0,25 55 0,-47-114 0,2 0 0,33 44 0,-30-48 0,5 8 0,54 56 0,-71-83 0,1 0 0,0-1 0,0 0 0,1 0 0,0-1 0,0 0 0,0 0 0,1-1 0,-1-1 0,1 0 0,19 4 0,-26-7 0,0 0 0,0-1 0,0 0 0,0 0 0,-1 0 0,1 0 0,0-1 0,0 0 0,0 0 0,0 0 0,-1 0 0,1 0 0,0-1 0,-1 1 0,1-1 0,-1 0 0,1 0 0,-1-1 0,0 1 0,5-6 0,2-3 0,-1 0 0,0-1 0,-1 0 0,9-18 0,-15 26 0,20-37 0,-3 0 0,-1-2 0,11-44 0,29-138 0,-28 98 0,-14 73 308,4-24-1981,-16 56-5153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7:07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1849 269 24575,'-31'1'0,"1"2"0,-33 7 0,33-5 0,-98 19 0,2 6 0,-162 61 0,114-23 0,-169 95 0,284-130 0,1 2 0,2 3 0,2 3 0,1 2 0,3 2 0,1 2 0,3 2 0,2 3 0,-74 111 0,111-152 0,1 1 0,0 0 0,0 0 0,1 1 0,1-1 0,0 1 0,1 0 0,0 1 0,1-1 0,1 0 0,0 1 0,1-1 0,1 19 0,5 234 0,-3-228 0,1-1 0,2 0 0,2 0 0,14 41 0,4 22 0,30 227 0,-38-195 0,56 204 0,-49-265 0,3-2 0,3-2 0,2 0 0,4-2 0,2-2 0,3-2 0,90 101 0,-100-129 0,1-2 0,2-1 0,0-2 0,3-1 0,0-2 0,1-1 0,64 27 0,-21-18 0,1-3 0,164 36 0,-98-40 0,0-7 0,1-6 0,0-7 0,231-20 0,-68-15 0,558-128 0,-715 113 0,-1-6 0,229-109 0,-342 138 0,-1-1 0,50-36 0,-69 41 0,0-2 0,-1 0 0,-1-1 0,0-1 0,17-25 0,-8 3 0,-1-2 0,-2-1 0,-3-1 0,-1 0 0,26-88 0,-30 67 0,-2-2 0,-3 0 0,7-125 0,-20 128 0,-3 1 0,-2 0 0,-27-125 0,-78-184 0,81 291 0,-3 0 0,-4 3 0,-4 0 0,-78-116 0,52 108 0,-4 4 0,-110-106 0,79 98 0,-173-122 0,166 143 0,-3 6 0,-3 4 0,-190-73 0,241 113 0,-1 3 0,-1 2 0,-1 3 0,0 3 0,0 3 0,-1 2 0,0 4 0,0 2 0,-88 13 0,-34 16 0,-320 92 0,419-93-1130,1 3-1,2 5 0,1 3 1,-110 69-1,178-97 960,2 1 1,0 0-1,0 1 0,1 1 1,1 0-1,0 1 0,-13 19 1,11-9-1003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7:10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24575,'61'36'0,"210"121"-1638,161 113-5164,-256-144 5306,163 152 1,-147-95 853,-8 8 0,158 214 0,-158-157 598,222 393 1,-158-135-339,-190-355-396,42 170 1,-67-181 679,-6 1 1,-6 1 0,4 279 0,-27-304 97,-24 171 0,-81 256 200,-388 1161 571,-167-40 359,636-1606-1129,-11 27 2107,-90 152-1,120-228-1684,0 0 0,-1-1 0,1 0 0,-2 0 0,-13 12 0,19-19-206,0 0 1,1 0-1,-1-1 1,0 1-1,0-1 1,0 0-1,0 0 1,0 0-1,0 0 1,0 0-1,-4 0 1,5-1-119,0 0-1,0 0 1,0 0 0,0-1 0,0 1 0,0-1 0,0 1-1,1-1 1,-1 1 0,0-1 0,0 0 0,0 0-1,1 0 1,-1 0 0,0-1 0,1 1 0,-1 0 0,1 0-1,-2-3 1,-3-4-641,0 0-1,0 0 1,1-1 0,1 0-1,0 0 1,0 0-1,-4-12 1,-15-72 426,16 53-6,-4-70 0,10 47-2893,2 28 4867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7:14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24575,'5'12'0,"1"0"0,1-1 0,0 0 0,1-1 0,15 17 0,94 98 0,103 84 0,121 85 0,949 725-3242,-901-729 3242,-37-51 124,-24-49 371,-218-135-479,2-5-1,2-5 1,2-4-1,2-6 1,1-5-1,1-5 1,145 11-1,416-3 1632,-249-17-810,420 55-824,-433-31-11,-200-27-2,-1-9 0,1-10 0,304-47 0,-438 39 0,0-3 0,-2-4 0,0-4 0,-2-3 0,0-4 0,-3-4 0,81-48 0,-104 47 0,-1-2 0,-3-2 0,-1-3 0,87-99 0,140-223 0,-237 309 0,114-173 0,-48 69 0,-58 98 0,-30 42 0,23-37 0,-37 51 0,-1 0 0,1 0 0,-1-1 0,-1 1 0,1-1 0,-1 0 0,2-14 0,-4 20 0,0-1 0,1 1 0,-1-1 0,0 1 0,0 0 0,-1-1 0,1 1 0,0 0 0,-1 0 0,0-1 0,1 1 0,-1 0 0,0 0 0,0 0 0,0 0 0,0-1 0,0 2 0,-1-1 0,1 0 0,-1 0 0,1 0 0,-1 1 0,0-1 0,0 0 0,1 1 0,-1 0 0,0-1 0,0 1 0,0 0 0,-1 0 0,-1-1 0,-9-1 0,-1 1 0,1 0 0,0 0 0,-1 1 0,1 1 0,-1 0 0,1 1 0,-1 1 0,1 0 0,0 1 0,0 0 0,-22 8 0,-12 8 0,-86 47 0,-68 54 0,161-92 0,1 1 0,-61 61 0,86-75 0,27-28 0,53-53 0,2 4 0,3 3 0,94-60 0,-134 100 0,1 2 0,0 1 0,1 1 0,1 2 0,0 1 0,1 2 0,0 2 0,1 1 0,71-5 0,-105 12 0,8-1 0,0 1 0,0 0 0,11 2 0,-18-2 0,0 1 0,-1-1 0,1 1 0,0 0 0,0 0 0,-1 0 0,1 1 0,-1-1 0,1 1 0,-1-1 0,0 1 0,0 0 0,1 0 0,-1 0 0,2 3 0,5 9 0,-2 1 0,0-1 0,0 2 0,-2-1 0,1 0 0,-2 1 0,3 21 0,1-2 0,4 17 0,-7-24 0,15 41 0,-7-26 0,-1 1 0,-2 1 0,-2-1 0,-2 1 0,-3 1 0,-2 69 0,-1-70-1365,-1-9-5461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7:16.5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 24575,'0'1'0,"0"0"0,0 0 0,0 0 0,1 0 0,-1 0 0,0 0 0,0 0 0,1 0 0,-1 0 0,1 0 0,-1 0 0,1 0 0,0 1 0,5 9 0,29 73 0,37 134 0,-45-78 0,-24-123 0,-2-11 0,0-1 0,0 0 0,0 0 0,1 0 0,-1 0 0,1-1 0,0 1 0,1 0 0,3 5 0,-5-9 0,1 1 0,-1-1 0,1 1 0,-1-1 0,1 0 0,-1 1 0,1-1 0,0 0 0,0 0 0,-1 0 0,1 0 0,0-1 0,0 1 0,0-1 0,0 1 0,0-1 0,0 1 0,0-1 0,0 0 0,0 0 0,0 0 0,0 0 0,0 0 0,0-1 0,4 0 0,-1-1 0,1 0 0,-1 0 0,0 0 0,1-1 0,-1 0 0,-1 0 0,1 0 0,0-1 0,4-3 0,39-43 0,-28 28 0,173-158 0,-166 160 0,1 0 0,53-26 0,66-20 0,-92 43 0,0-3 0,82-52 0,-117 62-1365,-5 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7:34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2051 1 24575,'-9'4'0,"-1"-1"0,0 0 0,1 0 0,-1-1 0,-12 2 0,-7 1 0,-426 100 0,352-75 0,1 4 0,-133 65 0,158-61 0,-99 66 0,151-87 0,1 2 0,1 0 0,1 1 0,0 2 0,2 0 0,0 1 0,-25 40 0,24-26 0,2 1 0,2 1 0,1 1 0,3 0 0,0 1 0,3 0 0,-8 71 0,6 26 0,6 140 0,5-107 0,0-101 0,-3 0 0,-3-1 0,-32 137 0,-64 97 0,24-74 0,3-11 0,-15 47 0,49-104 0,37-131 0,0-1 0,2 1 0,2 44 0,1-66 0,1-1 0,0 1 0,0 0 0,0 0 0,1 0 0,1-1 0,-1 1 0,1-1 0,0 0 0,1 0 0,0 0 0,7 10 0,-7-12 0,1 0 0,0-1 0,0 1 0,0-1 0,1 0 0,0 0 0,0 0 0,0-1 0,0 0 0,0 0 0,0-1 0,1 0 0,0 0 0,-1 0 0,8 0 0,42 5 0,0-2 0,0-3 0,64-6 0,173-26 0,-282 28 0,203-27 0,155-17 0,433-8 0,7 30 0,-714 22 0,-1-3 0,171-33 0,-234 30 0,0-2 0,-1-1 0,0-1 0,-1-2 0,0-1 0,-1-1 0,-1-1 0,0-2 0,-1 0 0,-2-2 0,0-1 0,-1-1 0,-1-1 0,-1-1 0,-1 0 0,18-33 0,-23 28 0,-1-1 0,-1 0 0,-2-1 0,-1 0 0,-2-1 0,-1 0 0,-1 0 0,-2 0 0,0-61 0,-7 14 0,-3 0 0,-32-154 0,10 114 0,-48-131 0,55 199 0,-3 1 0,-2 1 0,-2 1 0,-53-71 0,-158-164 0,162 207 0,-108-86 0,98 89 0,42 37 0,-1 2 0,-2 3 0,-1 1 0,-101-45 0,49 31 0,-183-77 0,190 87 0,-104-26 0,148 51 0,-99-6 0,144 15 0,0 1 0,1 0 0,-1 0 0,1-1 0,-1 0 0,0 1 0,1-2 0,-1 1 0,1 0 0,0-1 0,-1 0 0,1 0 0,0-1 0,0 1 0,0-1 0,1 1 0,-1-1 0,0 0 0,1-1 0,0 1 0,0-1 0,0 1 0,0-1 0,-4-8 0,-24-44-1365,20 38-5461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8:31.8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0 24575,'0'6'0,"0"-1"0,1 1 0,-1-1 0,1 1 0,0-1 0,1 1 0,2 5 0,4 15 0,80 333 0,57 485 0,-144-834 0,9 64 0,-4 1 0,-5 96 0,-1-169 0,-5 30 0,5-31 0,-1-1 0,1 1 0,0-1 0,0 1 0,0-1 0,0 1 0,0-1 0,-1 1 0,1-1 0,0 1 0,0-1 0,-1 1 0,1-1 0,0 1 0,-1-1 0,1 0 0,0 1 0,-1-1 0,1 0 0,-1 1 0,1-1 0,-1 0 0,1 1 0,-1-1 0,1 0 0,-1 0 0,1 0 0,-1 1 0,1-1 0,-1 0 0,1 0 0,-1 0 0,1 0 0,-1 0 0,1 0 0,-1 0 0,1 0 0,-1 0 0,0 0 0,1 0 0,-1-1 0,1 1 0,-1 0 0,1 0 0,-1 0 0,1-1 0,-1 1 0,1 0 0,0 0 0,-1-1 0,0 0 0,-7-7 0,1 0 0,0 0 0,0-1 0,0 0 0,1 0 0,1 0 0,-8-17 0,-15-24 0,-61-75 0,51 75 0,2-1 0,-38-74 0,66 109 0,0-2 0,-7-25 0,14 39 0,0 0 0,0 1 0,0-1 0,0 0 0,1 0 0,0 1 0,-1-1 0,1 0 0,1 0 0,-1 0 0,0 1 0,1-1 0,0 0 0,0 1 0,0-1 0,0 0 0,1 1 0,3-7 0,-4 9 0,0 0 0,0 0 0,0 0 0,0 1 0,1-1 0,-1 0 0,0 0 0,0 1 0,1-1 0,-1 1 0,0-1 0,1 1 0,-1 0 0,1 0 0,-1-1 0,0 1 0,1 0 0,-1 0 0,1 0 0,-1 0 0,1 1 0,-1-1 0,0 0 0,1 1 0,-1-1 0,0 1 0,1-1 0,-1 1 0,0-1 0,1 1 0,1 1 0,4 3 0,1 0 0,0 1 0,9 9 0,-14-13 0,21 22 0,-1 1 0,26 37 0,-24-29 0,32 31 0,-48-54 0,1-1 0,0-1 0,0 0 0,1 0 0,0-1 0,1-1 0,19 9 0,-23-11 0,1-1 0,0 0 0,0 0 0,0-1 0,0-1 0,1 1 0,-1-1 0,1-1 0,-1 0 0,0 0 0,1-1 0,-1 0 0,0 0 0,1-1 0,-1 0 0,0-1 0,12-5 0,-3 0 0,-2 0 0,1-1 0,-1 0 0,0-2 0,-1 0 0,0 0 0,0-2 0,21-24 0,-11 6 0,-2-1 0,-1-1 0,33-69 0,-54 99 9,4-9-352,1 0-1,0 1 0,13-19 1,1 9-6483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8:34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550 0 24575,'1'17'0,"0"1"0,2-1 0,0 0 0,6 17 0,3 13 0,44 242 0,-13 1 0,-13 3 0,-10 463 0,-20-751 0,0 6 0,-1-1 0,-3 20 0,4-29 0,0 0 0,0 1 0,-1-1 0,1 1 0,0-1 0,-1 0 0,1 0 0,-1 1 0,0-1 0,1 0 0,-1 0 0,0 1 0,1-1 0,-1 0 0,0 0 0,0 0 0,0 0 0,0 0 0,0 0 0,0-1 0,-1 1 0,1 0 0,0 0 0,0-1 0,0 1 0,-1-1 0,1 1 0,0-1 0,-1 1 0,-1-1 0,2 0 0,-1-1 0,1 1 0,0 0 0,0-1 0,-1 1 0,1-1 0,0 0 0,0 1 0,-1-1 0,1 0 0,0 0 0,0 0 0,0 0 0,0 0 0,0 0 0,0 0 0,0-1 0,-45-54 0,-66-104 0,79 109 0,-251-404 0,116 180 0,163 269 0,1-1 0,-1 0 0,1-1 0,0 1 0,-5-16 0,9 23 0,0 0 0,0 0 0,0 0 0,0 0 0,1 1 0,-1-1 0,0 0 0,0 0 0,0 0 0,0 0 0,0 0 0,0 0 0,1 0 0,-1 0 0,0 0 0,0 0 0,0 0 0,0 0 0,0 0 0,1 0 0,-1 0 0,0 0 0,0 0 0,0 0 0,0 0 0,1 0 0,-1 0 0,0 0 0,0 0 0,0 0 0,0 0 0,0 0 0,0 0 0,1 0 0,-1 0 0,0 0 0,0 0 0,0 0 0,0 0 0,0-1 0,0 1 0,1 0 0,-1 0 0,0 0 0,0 0 0,0 0 0,0 0 0,0-1 0,0 1 0,0 0 0,0 0 0,0 0 0,0 0 0,0 0 0,0-1 0,0 1 0,0 0 0,0 0 0,0 0 0,14 12 0,45 45 0,-4 3 0,-2 2 0,-2 3 0,-4 1 0,58 107 0,-72-102 0,-20-42 0,0 0 0,34 49 0,-41-71 0,0 0 0,0 0 0,0-1 0,1 0 0,0 0 0,1 0 0,-1-1 0,1 0 0,0 0 0,0-1 0,13 5 0,-10-5 0,1-1 0,1 0 0,-1-1 0,0 0 0,0-1 0,1-1 0,23-1 0,-31 1 0,0-1 0,0 0 0,0 0 0,0-1 0,-1 1 0,1-1 0,0 0 0,-1 0 0,1-1 0,-1 0 0,1 1 0,5-6 0,2-4 0,0 0 0,16-21 0,-23 26 0,67-87 0,91-158 0,-131 194 0,45-120 0,-73 170-105,-1-1 0,1 1 0,0 0 0,1 1 0,-1-1 0,2 1 0,-1 0 0,1 0 0,0 0 0,0 1 0,1 0 0,11-8 0,2 2-6721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8:47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5391 1625 23463,'-2'63'0,"-5"1"0,-3 0 0,-5-1 0,-3-1 0,-5 1 0,-4-2 0,-3 1 0,-5-2 0,-3-1 0,-5 0 0,-3-2 0,-4-1 0,-3-1 0,-5-1 0,-2-2 0,-4-1 0,-3-2 0,-3-1 0,-4-2 0,-2-2 0,-3-1 0,-3-3 0,-2-1 0,-3-3 0,-2-2 0,-2-1 0,-3-3 0,-1-3 0,-2-1 0,-2-3 0,-1-2 0,-1-2 0,-1-3 0,-2-3 0,0-1 0,-1-4 0,0-1 0,-1-4 0,1-1 0,-1-4 0,0-1 0,1-4 0,0-1 0,1-4 0,1-1 0,0-3 0,2-3 0,1-2 0,1-2 0,2-3 0,2-1 0,2-3 0,2-3 0,1-1 0,4-2 0,1-3 0,3-1 0,3-3 0,3-1 0,3-2 0,2-2 0,4-1 0,3-2 0,4-1 0,3-2 0,3-1 0,4-1 0,4-1 0,4-2 0,3 0 0,5-1 0,3-2 0,4 1 0,4-2 0,5 1 0,3-1 0,5-1 0,4 0 0,4 1 0,4-1 0,4 0 0,4 1 0,5 0 0,3 0 0,5 1 0,4 0 0,4 1 0,3 1 0,5 0 0,3 2 0,4 0 0,4 2 0,4 1 0,3 1 0,3 2 0,4 1 0,3 2 0,4 1 0,2 2 0,3 2 0,3 2 0,3 1 0,3 3 0,1 1 0,4 3 0,1 2 0,2 2 0,2 2 0,2 2 0,2 3 0,1 2 0,1 3 0,2 2 0,0 2 0,1 3 0,1 2 0,0 3 0,1 2 0,0 3 0,-1 2 0,1 3 0,-1 2 0,0 3 0,-1 2 0,0 3 0,-2 2 0,-1 2 0,-1 3 0,-1 2 0,-2 3 0,-2 2 0,-1 2 0,-3 2 0,-2 2 0,-2 3 0,-3 1 0,-2 3 0,-3 1 0,-3 2 0,-2 2 0,-4 2 0,-3 1 0,-3 2 0,-4 1 0,-2 2 0,-5 1 0,-3 1 0,-4 2 0,-3 0 0,-5 2 0,-3 0 0,-5 1 0,-3 1 0,-4 0 0,-5 1 0,-3 0 0,-5 0 0,-3 1 0,-5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8:59.3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746 2784 24575,'8'2'0,"139"31"0,809 85 0,502-38-929,-1111-84 929,-283 0 0,0-4 0,0-2 0,75-23 0,228-104 544,-259 93-314,-39 16-181,-2-3-1,-1-3 1,76-52-1,-111 64-52,-1-1-1,-1-2 1,-1-1 0,-2-1-1,0-1 1,-2-2 0,-1 0 0,22-40-1,-18 18 5,-2-1 0,-2-2 0,-2 0 0,-3-1 0,19-106 0,-23 70 0,-5 1 0,-3-1 0,-7-94 0,-1 152 0,-1 0 0,-1 0 0,-2 1 0,-15-47 0,15 61 0,-2 0 0,0 1 0,-1 0 0,-1 1 0,0 0 0,-1 0 0,-1 1 0,-27-27 0,3 10 0,-1 2 0,-2 2 0,-2 1 0,0 2 0,-2 2 0,-50-22 0,-287-93 0,294 110 0,-957-269 0,734 222 0,-438-98 0,534 137 0,-1 10 0,-300 1 0,404 26 0,1 6 0,-123 21 0,160-13 0,2 2 0,0 4 0,1 2 0,-79 39 0,121-48 0,0 2 0,1 1 0,1 0 0,0 2 0,2 1 0,0 1 0,1 1 0,-27 33 0,33-33 0,1 1 0,0 1 0,2 0 0,0 1 0,2 0 0,1 1 0,1 0 0,1 1 0,-8 43 0,9-18 0,2 1 0,2 0 0,3 1 0,2-1 0,11 66 0,68 252 0,-50-248 0,57 263 0,-50-214 0,25 89 0,-52-226 0,1 0 0,2-1 0,1-1 0,2-1 0,28 42 0,-39-65-254,1 0 1,0-1-1,0 0 0,1 0 0,0 0 0,0-1 0,1 0 0,0-1 1,18 9-1,4-2-1610,57 15 0,-40-13 1346,56 16 2064,124 42 3692,-156-46-5238,-50-20 0,0 1 0,-1 2 0,0 0 0,34 20 0,37 25-1365,-76-44-5461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9:22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3737 355 24575,'-34'-1'0,"-52"-9"0,37 4 0,-990-81-3038,438 45 488,4-23 1354,503 47 2609,-98-31 0,121 28-93,-1 3-1,-141-17 0,190 33-1319,0 1 0,0 1 0,0 2 0,0 0 0,0 1 0,0 1 0,1 1 0,-24 8 0,4 3 0,1 2 0,1 2 0,0 1 0,2 3 0,-53 40 0,76-52 0,0 1 0,2 0 0,-1 1 0,2 1 0,0 0 0,0 1 0,2 0 0,0 1 0,0 0 0,2 0 0,0 1 0,1 0 0,1 0 0,1 1 0,-4 22 0,8-27 0,1 1 0,0-1 0,1 0 0,0 0 0,1 0 0,1 1 0,0-2 0,1 1 0,9 22 0,9 12 0,33 56 0,-42-81 0,15 24 0,-14-24 0,21 44 0,-25-44 0,0-1 0,2-1 0,1 1 0,0-2 0,2 0 0,0-1 0,22 22 0,-14-20 0,0 0 0,2-3 0,0 0 0,1-1 0,31 15 0,-9-10 0,0-1 0,65 17 0,107 15 0,-132-36 0,40 8 0,173 56 0,-131-13 0,-86-33 0,107 30 0,-128-50 0,0-3 0,113 5 0,129-15 0,-220-4 0,164-13 0,-212 10 0,0-2 0,-1-2 0,0-1 0,60-26 0,-3-12 0,97-67 0,-107 63 0,295-206 0,-328 215 0,-1-2 0,-3-2 0,73-94 0,-88 96 0,-3-1 0,39-84 0,-62 121 0,-1 0 0,-1-1 0,0 0 0,0 0 0,0 0 0,-2 0 0,1 0 0,-1 0 0,-1 0 0,1-1 0,-3-14 0,1 19 0,0 1 0,0 0 0,-1 0 0,0 0 0,0 1 0,0-1 0,0 0 0,-1 1 0,0-1 0,0 1 0,0 0 0,0 0 0,-1 0 0,1 0 0,-1 1 0,0-1 0,0 1 0,0 0 0,-1 0 0,1 1 0,-1-1 0,0 1 0,1 0 0,-7-2 0,-22-5 0,1 1 0,-1 1 0,0 2 0,-38-1 0,-138 6 0,130 1 0,-105 0-1365,159-1-5461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9:26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1171 24575,'1'-4'0,"-1"0"0,1 0 0,0 0 0,1 1 0,-1-1 0,0 0 0,1 0 0,0 1 0,0-1 0,0 1 0,1 0 0,-1 0 0,4-4 0,-1 0 0,22-26 0,0 2 0,3 0 0,43-34 0,110-75 0,-165 127 0,457-305 0,-166 114 0,-151 105 0,-64 42 0,-70 41 0,0 0 0,-1-2 0,-1-1 0,27-31 0,-199 198 0,96-99 0,-92 79 0,-6-6 0,-180 109 0,228-168 0,-148 104 0,206-134 0,-67 37 0,22-15 0,76-45 0,3-3 0,0 1 0,0-2 0,-17 8 0,-12 7 0,35-17 0,-1-1 0,0 1 0,0-1 0,0 0 0,0 0 0,-12 2 0,17-5 0,1 0 0,0 0 0,-1 0 0,1 0 0,0 0 0,-1 0 0,1 0 0,0 0 0,0-1 0,-1 1 0,1 0 0,0-1 0,0 1 0,-1-1 0,1 0 0,0 1 0,0-1 0,0 0 0,-1-1 0,0 0 0,0 0 0,1 0 0,-1 0 0,1 0 0,-1-1 0,1 1 0,0-1 0,0 1 0,-1-5 0,-2-10 0,1 0 0,0 1 0,2-1 0,0-33 0,11-70 0,-10 119 0,50-267 0,-6 39 0,-39 204 0,-10 63 0,-32 162 0,-16 95 0,24 6 0,29-295 0,0 1 0,0 0 0,0 0 0,1-1 0,0 1 0,0 0 0,5 12 0,-5-17 0,0 0 0,1 1 0,-1-1 0,1 0 0,-1 0 0,1 0 0,0-1 0,-1 1 0,1 0 0,0-1 0,0 1 0,0-1 0,1 1 0,-1-1 0,0 0 0,0 0 0,1 0 0,-1 0 0,1 0 0,-1-1 0,1 1 0,-1-1 0,1 0 0,3 0 0,23 1 0,0-2 0,51-8 0,-20 2 0,678-14-1023,-704 22 681,-9-1-6484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9:31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617 2148 24575,'-17'-40'0,"2"-2"0,1 1 0,-13-76 0,22 95 0,-175-852 0,150 671 0,4 19 0,24 173 0,0 0 0,-1 0 0,-8-18 0,11 28 0,0 1 0,-1-1 0,1 1 0,0-1 0,0 1 0,0-1 0,-1 1 0,1-1 0,0 1 0,-1-1 0,1 1 0,0-1 0,-1 1 0,1 0 0,0-1 0,-1 1 0,1 0 0,-1-1 0,1 1 0,-1 0 0,1 0 0,0-1 0,-1 1 0,1 0 0,-1 0 0,1 0 0,-1 0 0,0 0 0,1-1 0,-1 1 0,1 0 0,-1 0 0,1 0 0,-1 1 0,1-1 0,-1 0 0,1 0 0,-1 0 0,1 0 0,-1 0 0,0 1 0,-1 1 0,0-1 0,0 1 0,0 0 0,0 0 0,0 1 0,1-1 0,-1 0 0,-1 4 0,-26 49 0,2 1 0,-30 94 0,19-29 0,6 2 0,-19 144 0,42-217 0,7-45 0,0-15 0,0-25 0,2 1 0,8-59 0,20-73 0,-18 113 0,114-556 0,-61 314 0,-61 285 0,0 0 0,1 0 0,1 0 0,-1 0 0,10-15 0,-12 23 0,0 0 0,0 0 0,0 0 0,1 0 0,-1 0 0,1 0 0,0 0 0,0 0 0,-1 1 0,1-1 0,0 1 0,0-1 0,0 1 0,1 0 0,-1 0 0,0 0 0,0 0 0,1 0 0,-1 1 0,0-1 0,1 0 0,-1 1 0,1 0 0,-1 0 0,1 0 0,-1 0 0,0 0 0,5 1 0,-2 0 0,-1 1 0,0 0 0,0 0 0,0 0 0,0 0 0,0 1 0,0 0 0,0-1 0,-1 1 0,0 1 0,1-1 0,-1 0 0,0 1 0,-1 0 0,5 6 0,2 6 0,-1 0 0,11 30 0,43 172 0,-22-62 0,-17-81-682,16 98-1,-36-149-6143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5T12:09:38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616 0 24575,'0'6'0,"-1"-1"0,0 1 0,0 0 0,-1-1 0,1 1 0,-1-1 0,-5 9 0,-1 5 0,-32 79 0,-5-2 0,-91 145 0,-90 111 0,153-252 0,69-95 0,-16 15 0,19-19 0,1-1 0,0 0 0,-1 0 0,1 1 0,-1-1 0,1 0 0,-1 0 0,1 0 0,-1 0 0,1 0 0,-1 0 0,1 1 0,-1-1 0,1 0 0,-1-1 0,1 1 0,-1 0 0,1 0 0,-1 0 0,1 0 0,-1 0 0,1 0 0,0-1 0,-1 1 0,1 0 0,-1 0 0,1-1 0,-1 1 0,1 0 0,0 0 0,-1-1 0,1 1 0,0-1 0,-1 1 0,1 0 0,0-1 0,0 1 0,-1-1 0,1 1 0,0-1 0,0 1 0,0 0 0,-1-1 0,1 1 0,0-1 0,0 1 0,0-1 0,0 1 0,0-1 0,0 1 0,0-1 0,0 0 0,-3-14 0,1 0 0,1-1 0,0 1 0,1 0 0,0-1 0,4-18 0,21-94 0,-13 72 0,-10 48 0,2-12 0,4-38 0,-10 44 0,2 14 0,0 0 0,0 0 0,-1 0 0,1 0 0,0 0 0,0 0 0,0 0 0,0 0 0,-1 0 0,1 0 0,0 0 0,0 0 0,0 0 0,0 0 0,-1 0 0,1 0 0,0 0 0,0 0 0,0 0 0,0 0 0,-1 0 0,1 0 0,0 0 0,0 0 0,0 0 0,0 0 0,0 0 0,0 0 0,-1 1 0,1-1 0,0 0 0,0 0 0,0 0 0,0 0 0,0 0 0,0 0 0,0 1 0,-1-1 0,1 0 0,-13 24 0,3 5 0,0 0 0,2 1 0,-6 46 0,-1 95 0,14-162 0,1 0 0,0-1 0,1 1 0,0 0 0,2 10 0,-3-17 0,1 0 0,-1 0 0,1 0 0,0 0 0,0-1 0,0 1 0,0 0 0,0 0 0,0-1 0,1 1 0,-1 0 0,0-1 0,1 0 0,-1 1 0,1-1 0,0 0 0,-1 0 0,1 1 0,0-1 0,0-1 0,-1 1 0,1 0 0,0 0 0,0-1 0,0 1 0,0-1 0,4 1 0,0-1 0,0 0 0,0 0 0,0-1 0,0 0 0,0 0 0,0 0 0,11-4 0,41-21 0,-19 8 0,-3 4 0,0 1 0,1 2 0,0 2 0,0 1 0,1 2 0,44-2 0,-54 8 0,-1-2 0,1-1 0,-1-1 0,0-2 0,51-16 0,-65 15-1365,-6 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1B124-F008-4812-8C3C-7322EF152ED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1699-4C5C-4635-94E5-5AE39DBEB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3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7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30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84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5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73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6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39EE-BEB5-0079-9C80-D6F7B1A5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4489-06DF-F584-A69D-BD6B101D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6C30-7CA3-B3EB-6D73-751D4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3E0A-C318-2789-EEEA-2AF36EA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C6F-9384-4208-1997-F93EBF4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3DE48-7822-1E24-B416-B3251EDCD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FBFD7-14B8-9F8C-6A48-89B02501B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5902045"/>
            <a:ext cx="688908" cy="6828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87F8E4-8551-96AB-41F7-F767124BC93E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18E9-BEA5-8AF6-A86B-4576B92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7D47-875A-7538-D74B-D9E38FF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271B-236E-BC0A-85BA-E725CD02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pPr/>
              <a:t>8/12/2025</a:t>
            </a:fld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0FBC-935F-FA5F-B334-0866C31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BITS </a:t>
            </a:r>
            <a:r>
              <a:rPr lang="en-US" dirty="0" err="1"/>
              <a:t>Pilani</a:t>
            </a:r>
            <a:r>
              <a:rPr lang="en-US" dirty="0"/>
              <a:t> – Work Integrated Learning </a:t>
            </a:r>
            <a:r>
              <a:rPr lang="en-US" dirty="0" err="1"/>
              <a:t>Programmes</a:t>
            </a:r>
            <a:r>
              <a:rPr lang="en-US" dirty="0"/>
              <a:t> Division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0D98-DB67-00A5-976D-6FA274D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D3EE6-ECE8-3F73-1666-9246BF5E0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EF4E408-EFA7-4496-B89B-A927839EF35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A01541-97FB-9188-08A8-B916DA09008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49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5811C8-7B02-46CE-9E51-658D1E471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1E9-3E92-79FE-4F90-42592107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D59D-3066-13E3-7FEF-AFB50D73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7A54-46DF-4DE7-C9BD-AFABA74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02D4-1CBC-B0C9-55EE-59066C8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0A62-D3EF-7929-6652-DDB66361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D1F-D673-16F5-1A6C-E9DCB27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3D0-49D2-7BF5-8AEA-AD9003CD9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31A85-7AF9-4112-5803-FE5223ECD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56A0-BBAB-3FF5-1F35-5254B13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DA4D-3C44-F48E-370F-858F0F59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41F1-6759-1318-BE57-5A3FE08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CA3-5CAA-4880-3684-37CC96C5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FB28-2AA0-7834-C4B1-4F5B1EA5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0E58B-F30B-A76C-5FB7-B7D39BC4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CF27E-B43E-A640-771F-AA2E9B1E2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D7948-F331-CD55-0548-3A843303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D90D0-E243-D533-87AE-FB632E0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1DD5-9F1F-6E48-B17A-2B66752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2F55-11D5-BBA0-750E-75320ACC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1CED-FDA4-EF29-E5DB-0FA7FF4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1AFA4-EAE9-6E09-8594-134475F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62B-F623-356A-FFAD-DF41B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CCE6-79DD-6E5F-9B04-542369C0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FDFA8-307C-2482-1287-C2A64C7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E9060-B074-BDC4-CA4D-DB7199CA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C5906-9983-AE43-EAB3-350CADF6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07C8-0019-E8F4-F015-73163229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68D-09A9-C61D-33CF-4D4A97E0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FEFB-24F1-9584-7DB0-5036BD3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A3D5-CB31-7FE7-83CE-EBF00F71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FA992-3DAC-2951-B404-32B99054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43EB-F8DE-1048-C24E-65FA4A6E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5D67-450D-2B99-327E-DE366D7B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50ACE-1BD6-B188-97A6-BD99DDE0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F4CC-0145-D3ED-4A63-1AC1DCDC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32681-B957-918E-9F62-394213D4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D77-A505-25A7-87DA-2E68D8B7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8BA7-1BAA-3241-A914-64D2B1AE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7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8201-6F9E-FBC6-8B50-A301631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75C-8C8B-145F-7B54-4EA2539C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74E-67E7-3332-6D99-5B3D9F84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F72B-817E-3681-6558-9ADA517B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34C-E656-81B2-F7F8-7DF375F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A694-9FCB-C755-EC67-4BDEF037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C26B4-AC0F-A713-BC81-BBE50A59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63A0-41A4-BADD-A70F-2BA0F52A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C10C-006E-F20A-F687-6CF254E7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3EFC-6E58-4BD5-CB53-38565F9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6164E-F46B-656A-5FE8-0E145C1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5D2A-52A7-73BE-40C5-A991C195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35AF-470D-79FA-BA4D-D10373830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75E0-D692-BF94-4BDF-3B715730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E334-5200-BBB1-46CD-EAA8172B2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elaakash12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2.png"/><Relationship Id="rId21" Type="http://schemas.openxmlformats.org/officeDocument/2006/relationships/image" Target="../media/image13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6.png"/><Relationship Id="rId50" Type="http://schemas.openxmlformats.org/officeDocument/2006/relationships/customXml" Target="../ink/ink2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7.xml"/><Relationship Id="rId29" Type="http://schemas.openxmlformats.org/officeDocument/2006/relationships/image" Target="../media/image17.png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1.png"/><Relationship Id="rId40" Type="http://schemas.openxmlformats.org/officeDocument/2006/relationships/customXml" Target="../ink/ink19.xml"/><Relationship Id="rId45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7.png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51" Type="http://schemas.openxmlformats.org/officeDocument/2006/relationships/image" Target="../media/image28.png"/><Relationship Id="rId3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Supervised Learning – Classification Techniques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F53F5D-B146-BDC4-D969-AAC16F32F49C}"/>
              </a:ext>
            </a:extLst>
          </p:cNvPr>
          <p:cNvSpPr txBox="1"/>
          <p:nvPr/>
        </p:nvSpPr>
        <p:spPr>
          <a:xfrm>
            <a:off x="4292600" y="40091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Session3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Aakash Goel ,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https://www.linkedin.com/in/goelaakash123/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CA34DA-334B-6C82-A58B-93F0C1C36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- 4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/>
        </p:nvSpPr>
        <p:spPr>
          <a:xfrm>
            <a:off x="2690649" y="5947273"/>
            <a:ext cx="9144000" cy="100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FF0000"/>
                </a:solidFill>
              </a:rPr>
              <a:t>Acknowledgment: Presentation developed by Prof. Arun. and Modified by Aakash Goel</a:t>
            </a:r>
          </a:p>
        </p:txBody>
      </p:sp>
    </p:spTree>
    <p:extLst>
      <p:ext uri="{BB962C8B-B14F-4D97-AF65-F5344CB8AC3E}">
        <p14:creationId xmlns:p14="http://schemas.microsoft.com/office/powerpoint/2010/main" val="160664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AA9C23C-AB78-986C-B8B4-9A5FE1A8AB0E}"/>
              </a:ext>
            </a:extLst>
          </p:cNvPr>
          <p:cNvSpPr txBox="1">
            <a:spLocks/>
          </p:cNvSpPr>
          <p:nvPr/>
        </p:nvSpPr>
        <p:spPr>
          <a:xfrm>
            <a:off x="4073034" y="197882"/>
            <a:ext cx="2895600" cy="69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Frutiger LT Pro 55 Roman" panose="020B0602020204020204" pitchFamily="34" charset="77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utiger LT Pro 55 Roman" panose="020B0602020204020204" pitchFamily="34" charset="77"/>
              <a:ea typeface="+mj-ea"/>
              <a:cs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53ED66-246C-5786-9BFD-6488F992EFD3}"/>
              </a:ext>
            </a:extLst>
          </p:cNvPr>
          <p:cNvGrpSpPr/>
          <p:nvPr/>
        </p:nvGrpSpPr>
        <p:grpSpPr>
          <a:xfrm>
            <a:off x="459970" y="804550"/>
            <a:ext cx="11281335" cy="490624"/>
            <a:chOff x="340178" y="3471881"/>
            <a:chExt cx="11281335" cy="490624"/>
          </a:xfrm>
        </p:grpSpPr>
        <p:sp>
          <p:nvSpPr>
            <p:cNvPr id="17" name="Rounded Rectangle 101">
              <a:extLst>
                <a:ext uri="{FF2B5EF4-FFF2-40B4-BE49-F238E27FC236}">
                  <a16:creationId xmlns:a16="http://schemas.microsoft.com/office/drawing/2014/main" id="{E6391359-6F4D-3DA2-EE25-E45B04CFCC4B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6B61F3-5377-97A4-5086-0160B9712381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Classification Algorithm 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934C16-570E-AF44-340D-94B96982B8FA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56F9C2-CDB2-33FC-8785-24758B4592DF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5AE622-6489-F881-252F-484997AAD850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3B55C8-6FE4-FD00-9F9D-35F4102784DD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9AEC89-8C60-F349-FBAC-5D1B7B50B1C3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prstClr val="white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1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34461F-3956-C0F2-A081-4B3DEEBC425F}"/>
              </a:ext>
            </a:extLst>
          </p:cNvPr>
          <p:cNvGrpSpPr/>
          <p:nvPr/>
        </p:nvGrpSpPr>
        <p:grpSpPr>
          <a:xfrm>
            <a:off x="459970" y="1391390"/>
            <a:ext cx="11281335" cy="490624"/>
            <a:chOff x="340178" y="3471881"/>
            <a:chExt cx="11281335" cy="490624"/>
          </a:xfrm>
        </p:grpSpPr>
        <p:sp>
          <p:nvSpPr>
            <p:cNvPr id="11" name="Rounded Rectangle 101">
              <a:extLst>
                <a:ext uri="{FF2B5EF4-FFF2-40B4-BE49-F238E27FC236}">
                  <a16:creationId xmlns:a16="http://schemas.microsoft.com/office/drawing/2014/main" id="{07167118-5618-9A91-E4D9-C7C53E902090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4B6BA2-FB90-E0E4-A9A9-850A5C60DC0A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Steps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E4F25D-5B77-6FDF-80A9-102A2B529CF3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54D0AA-B171-EA61-CE80-62F661881222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EFC218B-F24C-76D0-32E7-B48007565B76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F9E71E-1A06-192C-1BF8-30DB30F99183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5EE591B-10E8-B3AF-1ED0-4D2CC9CB10F1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B19C5A-F11B-AB09-D488-5AC2C09FD711}"/>
              </a:ext>
            </a:extLst>
          </p:cNvPr>
          <p:cNvGrpSpPr/>
          <p:nvPr/>
        </p:nvGrpSpPr>
        <p:grpSpPr>
          <a:xfrm>
            <a:off x="459970" y="1978230"/>
            <a:ext cx="11281335" cy="490624"/>
            <a:chOff x="340178" y="3471881"/>
            <a:chExt cx="11281335" cy="490624"/>
          </a:xfrm>
        </p:grpSpPr>
        <p:sp>
          <p:nvSpPr>
            <p:cNvPr id="68" name="Rounded Rectangle 101">
              <a:extLst>
                <a:ext uri="{FF2B5EF4-FFF2-40B4-BE49-F238E27FC236}">
                  <a16:creationId xmlns:a16="http://schemas.microsoft.com/office/drawing/2014/main" id="{FEFC27D7-5FF2-16A4-A60B-2E52F20610DC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16A813C-3AAD-0E63-1B88-AC268C859BCE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Case study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C0C831C-BC76-5D53-A328-29E15E27F8B3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03AE7B3-A48D-6C5B-A6B2-40D9721B573E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045733-5A77-FA06-BC67-4D9262DB40EA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F91886-A718-6820-BF46-53BDE1C42F28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E6058BC-44F3-804F-4EE9-62FA35D6CB98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43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54FE8E-563C-74FD-3660-6ACF49E6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1D21B9-831D-DD6C-B179-2AB3FF56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Machine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25541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Agenda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661C-9CC3-5F1E-ADF3-BD58580D1974}"/>
              </a:ext>
            </a:extLst>
          </p:cNvPr>
          <p:cNvSpPr txBox="1"/>
          <p:nvPr/>
        </p:nvSpPr>
        <p:spPr>
          <a:xfrm>
            <a:off x="679938" y="830402"/>
            <a:ext cx="8886093" cy="4304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Acquisition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Description – Data Flow diagram, documentation, data capture strategy,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Visualization – Matplotlib, </a:t>
            </a:r>
            <a:r>
              <a:rPr lang="en-IN" dirty="0" err="1"/>
              <a:t>PowerBI</a:t>
            </a:r>
            <a:r>
              <a:rPr lang="en-IN" dirty="0"/>
              <a:t>, Altair,  -- Dashboarding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Normalization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Train-Test Split using Stratified Sampling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Backward Elimination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Hyperparameter Tuning using Randomized Search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Model Training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Model Evaluation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Confusion Matrix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Precision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Recall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ROC AUC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Optimal Threshold</a:t>
            </a:r>
          </a:p>
        </p:txBody>
      </p:sp>
    </p:spTree>
    <p:extLst>
      <p:ext uri="{BB962C8B-B14F-4D97-AF65-F5344CB8AC3E}">
        <p14:creationId xmlns:p14="http://schemas.microsoft.com/office/powerpoint/2010/main" val="425261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A702-C97F-A23E-4C97-4005970B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DA08-269B-52C5-56DE-EBC414D0B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500" dirty="0"/>
              <a:t>Sources (Sensors, PLCs/SCADA, CNC Machines, ERP , Quality control, Energy Meters, Maintenance Logs)</a:t>
            </a:r>
          </a:p>
          <a:p>
            <a:r>
              <a:rPr lang="en-US" sz="1500" dirty="0"/>
              <a:t>Types</a:t>
            </a:r>
          </a:p>
          <a:p>
            <a:pPr lvl="1"/>
            <a:r>
              <a:rPr lang="en-US" sz="1500" dirty="0"/>
              <a:t>Structured –Tabular (rows, columns) – Sensor Logs, SCADA tables</a:t>
            </a:r>
          </a:p>
          <a:p>
            <a:pPr lvl="1"/>
            <a:r>
              <a:rPr lang="en-US" sz="1500" dirty="0"/>
              <a:t>Unstructured data – Needs Processing – Maintenance Notes, Images</a:t>
            </a:r>
          </a:p>
          <a:p>
            <a:pPr lvl="1"/>
            <a:r>
              <a:rPr lang="en-US" sz="1500" dirty="0"/>
              <a:t>Real-time Streaming – Continuous data – Vibration from machine motor</a:t>
            </a:r>
          </a:p>
          <a:p>
            <a:pPr lvl="1"/>
            <a:r>
              <a:rPr lang="en-US" sz="1500" dirty="0"/>
              <a:t>Historical/Batch data – Collected over period of time – Past production cycles</a:t>
            </a:r>
          </a:p>
          <a:p>
            <a:r>
              <a:rPr lang="en-US" sz="1500" dirty="0"/>
              <a:t>Challenges</a:t>
            </a:r>
          </a:p>
          <a:p>
            <a:pPr lvl="1"/>
            <a:r>
              <a:rPr lang="en-US" sz="1500" dirty="0"/>
              <a:t>Sensor drift/ failure – wrong reporting, failure</a:t>
            </a:r>
          </a:p>
          <a:p>
            <a:pPr lvl="1"/>
            <a:r>
              <a:rPr lang="en-US" sz="1500" dirty="0"/>
              <a:t>Missing timestamps –</a:t>
            </a:r>
          </a:p>
          <a:p>
            <a:pPr lvl="1"/>
            <a:r>
              <a:rPr lang="en-US" sz="1500" dirty="0"/>
              <a:t>Volume – GBs/day</a:t>
            </a:r>
          </a:p>
          <a:p>
            <a:pPr lvl="1"/>
            <a:r>
              <a:rPr lang="en-US" sz="1500" dirty="0"/>
              <a:t>Latency – Data not coming as fast as required</a:t>
            </a:r>
          </a:p>
          <a:p>
            <a:r>
              <a:rPr lang="en-US" sz="1900" dirty="0"/>
              <a:t>Best Practices</a:t>
            </a:r>
          </a:p>
          <a:p>
            <a:pPr lvl="1"/>
            <a:r>
              <a:rPr lang="en-US" sz="1500" dirty="0"/>
              <a:t>Data Logging standards – ISO 10303 </a:t>
            </a:r>
          </a:p>
          <a:p>
            <a:pPr lvl="1"/>
            <a:r>
              <a:rPr lang="en-US" sz="1500" dirty="0"/>
              <a:t>Time Synchronization</a:t>
            </a:r>
          </a:p>
          <a:p>
            <a:pPr lvl="1"/>
            <a:r>
              <a:rPr lang="en-US" sz="1500" dirty="0"/>
              <a:t>Sensor health monitoring  -- Monitor health of sensor – Meta sensors</a:t>
            </a:r>
          </a:p>
          <a:p>
            <a:pPr lvl="1"/>
            <a:r>
              <a:rPr lang="en-US" sz="1500" dirty="0"/>
              <a:t>Data validation Layer – check for ranges of data, types, spikes</a:t>
            </a:r>
          </a:p>
          <a:p>
            <a:pPr lvl="1"/>
            <a:r>
              <a:rPr lang="en-US" sz="1500" dirty="0"/>
              <a:t>Security – encrypted .. </a:t>
            </a:r>
          </a:p>
          <a:p>
            <a:pPr lvl="1"/>
            <a:endParaRPr lang="en-US" sz="1500" dirty="0"/>
          </a:p>
          <a:p>
            <a:pPr lvl="1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1473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DE0C-3E11-804E-ACB4-683CDC86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3DC1-84C1-E55C-D461-7503F8423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maintenance model for CNC machines</a:t>
            </a:r>
          </a:p>
          <a:p>
            <a:pPr lvl="1"/>
            <a:r>
              <a:rPr lang="en-US" dirty="0"/>
              <a:t>Vibration data (sensor)</a:t>
            </a:r>
          </a:p>
          <a:p>
            <a:pPr lvl="1"/>
            <a:r>
              <a:rPr lang="en-US" dirty="0"/>
              <a:t>Tool wear logs (operator input)</a:t>
            </a:r>
          </a:p>
          <a:p>
            <a:pPr lvl="1"/>
            <a:r>
              <a:rPr lang="en-US" dirty="0"/>
              <a:t>Production count (ERP)</a:t>
            </a:r>
          </a:p>
          <a:p>
            <a:pPr lvl="1"/>
            <a:r>
              <a:rPr lang="en-US" dirty="0"/>
              <a:t>Failure events </a:t>
            </a:r>
          </a:p>
        </p:txBody>
      </p:sp>
    </p:spTree>
    <p:extLst>
      <p:ext uri="{BB962C8B-B14F-4D97-AF65-F5344CB8AC3E}">
        <p14:creationId xmlns:p14="http://schemas.microsoft.com/office/powerpoint/2010/main" val="358829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9378E-DA0F-8051-4095-FA0EBFA7DD6F}"/>
              </a:ext>
            </a:extLst>
          </p:cNvPr>
          <p:cNvSpPr txBox="1"/>
          <p:nvPr/>
        </p:nvSpPr>
        <p:spPr>
          <a:xfrm>
            <a:off x="477520" y="96108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Supervised Learning: Focus on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Importance in Manufacturing: Defect Detection, Quality  </a:t>
            </a:r>
          </a:p>
          <a:p>
            <a:r>
              <a:rPr lang="en-US" dirty="0"/>
              <a:t>  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Techniques Covered: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Decision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Evaluation Metrics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7DCD77-7AD4-3AD7-5AB2-03BA6D85142E}"/>
              </a:ext>
            </a:extLst>
          </p:cNvPr>
          <p:cNvSpPr txBox="1">
            <a:spLocks/>
          </p:cNvSpPr>
          <p:nvPr/>
        </p:nvSpPr>
        <p:spPr>
          <a:xfrm>
            <a:off x="380336" y="3949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Classification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6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7DCD77-7AD4-3AD7-5AB2-03BA6D85142E}"/>
              </a:ext>
            </a:extLst>
          </p:cNvPr>
          <p:cNvSpPr txBox="1">
            <a:spLocks/>
          </p:cNvSpPr>
          <p:nvPr/>
        </p:nvSpPr>
        <p:spPr>
          <a:xfrm>
            <a:off x="380336" y="3949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Classification method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58A99-4D17-1EC1-9AF4-6DC83BCAEADE}"/>
              </a:ext>
            </a:extLst>
          </p:cNvPr>
          <p:cNvSpPr txBox="1"/>
          <p:nvPr/>
        </p:nvSpPr>
        <p:spPr>
          <a:xfrm>
            <a:off x="548640" y="98280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Data Acquisition</a:t>
            </a:r>
          </a:p>
          <a:p>
            <a:r>
              <a:rPr lang="en-IN" dirty="0"/>
              <a:t>Using faker library to create synthetic data</a:t>
            </a:r>
          </a:p>
          <a:p>
            <a:r>
              <a:rPr lang="en-IN" dirty="0"/>
              <a:t>Dataset features:</a:t>
            </a:r>
          </a:p>
          <a:p>
            <a:r>
              <a:rPr lang="en-IN" dirty="0"/>
              <a:t>Temperature, Pressure, Humidity, Speed (Numerical)</a:t>
            </a:r>
          </a:p>
          <a:p>
            <a:r>
              <a:rPr lang="en-IN" dirty="0"/>
              <a:t>Material (Categorical)</a:t>
            </a:r>
          </a:p>
          <a:p>
            <a:r>
              <a:rPr lang="en-IN" dirty="0"/>
              <a:t>Defective (Binary Target)</a:t>
            </a:r>
          </a:p>
          <a:p>
            <a:r>
              <a:rPr lang="en-IN" dirty="0"/>
              <a:t>Introduced correlation for realistic scenario</a:t>
            </a:r>
          </a:p>
        </p:txBody>
      </p:sp>
    </p:spTree>
    <p:extLst>
      <p:ext uri="{BB962C8B-B14F-4D97-AF65-F5344CB8AC3E}">
        <p14:creationId xmlns:p14="http://schemas.microsoft.com/office/powerpoint/2010/main" val="197948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7DCD77-7AD4-3AD7-5AB2-03BA6D85142E}"/>
              </a:ext>
            </a:extLst>
          </p:cNvPr>
          <p:cNvSpPr txBox="1">
            <a:spLocks/>
          </p:cNvSpPr>
          <p:nvPr/>
        </p:nvSpPr>
        <p:spPr>
          <a:xfrm>
            <a:off x="380336" y="3949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Classification method</a:t>
            </a:r>
            <a:endParaRPr lang="en-US" dirty="0"/>
          </a:p>
        </p:txBody>
      </p:sp>
      <p:pic>
        <p:nvPicPr>
          <p:cNvPr id="20482" name="Picture 2" descr="Metrics for Classification Model">
            <a:extLst>
              <a:ext uri="{FF2B5EF4-FFF2-40B4-BE49-F238E27FC236}">
                <a16:creationId xmlns:a16="http://schemas.microsoft.com/office/drawing/2014/main" id="{7B774FAA-EAAC-5C6B-DB31-C14518DCF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2" y="1043421"/>
            <a:ext cx="11083636" cy="477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F105EF5-57D1-4CE2-FB48-5216AA9C85AE}"/>
                  </a:ext>
                </a:extLst>
              </p14:cNvPr>
              <p14:cNvContentPartPr/>
              <p14:nvPr/>
            </p14:nvContentPartPr>
            <p14:xfrm>
              <a:off x="51116" y="2553807"/>
              <a:ext cx="1094760" cy="1239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F105EF5-57D1-4CE2-FB48-5216AA9C85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96" y="2549487"/>
                <a:ext cx="1103400" cy="12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2836134-F2A0-C53E-8E00-0FFD4599A036}"/>
                  </a:ext>
                </a:extLst>
              </p14:cNvPr>
              <p14:cNvContentPartPr/>
              <p14:nvPr/>
            </p14:nvContentPartPr>
            <p14:xfrm>
              <a:off x="2127956" y="1051167"/>
              <a:ext cx="343800" cy="661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2836134-F2A0-C53E-8E00-0FFD4599A0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3636" y="1046847"/>
                <a:ext cx="35244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E6BDF2-1ADD-F6D2-DC6A-6588BDB77A32}"/>
                  </a:ext>
                </a:extLst>
              </p14:cNvPr>
              <p14:cNvContentPartPr/>
              <p14:nvPr/>
            </p14:nvContentPartPr>
            <p14:xfrm>
              <a:off x="104756" y="2399007"/>
              <a:ext cx="1068120" cy="342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E6BDF2-1ADD-F6D2-DC6A-6588BDB77A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436" y="2394687"/>
                <a:ext cx="10767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9E124D9-3DCD-C9FC-6799-33E99AED0505}"/>
                  </a:ext>
                </a:extLst>
              </p14:cNvPr>
              <p14:cNvContentPartPr/>
              <p14:nvPr/>
            </p14:nvContentPartPr>
            <p14:xfrm>
              <a:off x="1876676" y="2594127"/>
              <a:ext cx="1499400" cy="132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9E124D9-3DCD-C9FC-6799-33E99AED05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2356" y="2589807"/>
                <a:ext cx="1508040" cy="13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6C6BA56-4BF1-AA52-B136-A2719A4868B1}"/>
                  </a:ext>
                </a:extLst>
              </p14:cNvPr>
              <p14:cNvContentPartPr/>
              <p14:nvPr/>
            </p14:nvContentPartPr>
            <p14:xfrm>
              <a:off x="2012756" y="1008687"/>
              <a:ext cx="52560" cy="3449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6C6BA56-4BF1-AA52-B136-A2719A4868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08436" y="1004367"/>
                <a:ext cx="61200" cy="34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C7F9439-E720-47C9-F734-4F429821C929}"/>
                  </a:ext>
                </a:extLst>
              </p14:cNvPr>
              <p14:cNvContentPartPr/>
              <p14:nvPr/>
            </p14:nvContentPartPr>
            <p14:xfrm>
              <a:off x="2078636" y="4373607"/>
              <a:ext cx="1558800" cy="1105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C7F9439-E720-47C9-F734-4F429821C92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74316" y="4369287"/>
                <a:ext cx="1567440" cy="11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003A8F1-279B-3577-FA8E-CAEAC495AFD7}"/>
                  </a:ext>
                </a:extLst>
              </p14:cNvPr>
              <p14:cNvContentPartPr/>
              <p14:nvPr/>
            </p14:nvContentPartPr>
            <p14:xfrm>
              <a:off x="3722756" y="1473087"/>
              <a:ext cx="1393920" cy="520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003A8F1-279B-3577-FA8E-CAEAC495AF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18436" y="1468407"/>
                <a:ext cx="1402560" cy="52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508BA1C-39B1-4F8A-3921-76B7BDAE0847}"/>
              </a:ext>
            </a:extLst>
          </p:cNvPr>
          <p:cNvGrpSpPr/>
          <p:nvPr/>
        </p:nvGrpSpPr>
        <p:grpSpPr>
          <a:xfrm>
            <a:off x="198356" y="1543287"/>
            <a:ext cx="5689080" cy="4572000"/>
            <a:chOff x="198356" y="1543287"/>
            <a:chExt cx="5689080" cy="45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3F38579-FD17-F455-99CE-1463CACF9757}"/>
                    </a:ext>
                  </a:extLst>
                </p14:cNvPr>
                <p14:cNvContentPartPr/>
                <p14:nvPr/>
              </p14:nvContentPartPr>
              <p14:xfrm>
                <a:off x="304556" y="2855847"/>
                <a:ext cx="155520" cy="511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3F38579-FD17-F455-99CE-1463CACF97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0236" y="2851527"/>
                  <a:ext cx="1641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2B3840-9ADE-31C1-9346-63397968E8C6}"/>
                    </a:ext>
                  </a:extLst>
                </p14:cNvPr>
                <p14:cNvContentPartPr/>
                <p14:nvPr/>
              </p14:nvContentPartPr>
              <p14:xfrm>
                <a:off x="198356" y="4666287"/>
                <a:ext cx="380160" cy="669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2B3840-9ADE-31C1-9346-63397968E8C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036" y="4661967"/>
                  <a:ext cx="38880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A937F1-DA45-5690-A550-687A20944AFE}"/>
                    </a:ext>
                  </a:extLst>
                </p14:cNvPr>
                <p14:cNvContentPartPr/>
                <p14:nvPr/>
              </p14:nvContentPartPr>
              <p14:xfrm>
                <a:off x="2660396" y="1552647"/>
                <a:ext cx="243720" cy="556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A937F1-DA45-5690-A550-687A20944A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56076" y="1547967"/>
                  <a:ext cx="25236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07ED612-6BC5-268C-5892-CC6187C4EF77}"/>
                    </a:ext>
                  </a:extLst>
                </p14:cNvPr>
                <p14:cNvContentPartPr/>
                <p14:nvPr/>
              </p14:nvContentPartPr>
              <p14:xfrm>
                <a:off x="4150436" y="1543287"/>
                <a:ext cx="379440" cy="427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07ED612-6BC5-268C-5892-CC6187C4EF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46116" y="1538967"/>
                  <a:ext cx="3880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C69025-A1BF-F3D7-8685-202ACD9E8E61}"/>
                    </a:ext>
                  </a:extLst>
                </p14:cNvPr>
                <p14:cNvContentPartPr/>
                <p14:nvPr/>
              </p14:nvContentPartPr>
              <p14:xfrm>
                <a:off x="3854156" y="4222767"/>
                <a:ext cx="1718640" cy="1390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C69025-A1BF-F3D7-8685-202ACD9E8E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49836" y="4218447"/>
                  <a:ext cx="1727280" cy="13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3F57FF-E182-7765-1EDA-363EF206B7AA}"/>
                    </a:ext>
                  </a:extLst>
                </p14:cNvPr>
                <p14:cNvContentPartPr/>
                <p14:nvPr/>
              </p14:nvContentPartPr>
              <p14:xfrm>
                <a:off x="4771436" y="1639407"/>
                <a:ext cx="1116000" cy="3291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3F57FF-E182-7765-1EDA-363EF206B7A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7116" y="1635087"/>
                  <a:ext cx="1124640" cy="33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27F14D-D417-48DF-16FB-964D8A846349}"/>
                    </a:ext>
                  </a:extLst>
                </p14:cNvPr>
                <p14:cNvContentPartPr/>
                <p14:nvPr/>
              </p14:nvContentPartPr>
              <p14:xfrm>
                <a:off x="808916" y="5055447"/>
                <a:ext cx="3511800" cy="105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27F14D-D417-48DF-16FB-964D8A8463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4596" y="5051127"/>
                  <a:ext cx="3520440" cy="10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93B5CF-CE30-6FA4-D425-9356B519334D}"/>
                    </a:ext>
                  </a:extLst>
                </p14:cNvPr>
                <p14:cNvContentPartPr/>
                <p14:nvPr/>
              </p14:nvContentPartPr>
              <p14:xfrm>
                <a:off x="5286236" y="4737207"/>
                <a:ext cx="396360" cy="21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93B5CF-CE30-6FA4-D425-9356B51933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81916" y="4732887"/>
                  <a:ext cx="405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671B81-4798-5028-8CD3-189828CE003A}"/>
                    </a:ext>
                  </a:extLst>
                </p14:cNvPr>
                <p14:cNvContentPartPr/>
                <p14:nvPr/>
              </p14:nvContentPartPr>
              <p14:xfrm>
                <a:off x="3812756" y="2595567"/>
                <a:ext cx="1414440" cy="127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671B81-4798-5028-8CD3-189828CE003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08436" y="2591247"/>
                  <a:ext cx="1423080" cy="128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7663E09-F935-D4FB-ADBF-0D03F0D194E8}"/>
              </a:ext>
            </a:extLst>
          </p:cNvPr>
          <p:cNvGrpSpPr/>
          <p:nvPr/>
        </p:nvGrpSpPr>
        <p:grpSpPr>
          <a:xfrm>
            <a:off x="9825836" y="966567"/>
            <a:ext cx="1021680" cy="701640"/>
            <a:chOff x="9825836" y="966567"/>
            <a:chExt cx="1021680" cy="70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57A7AA-5CF1-F3E0-389C-D7976DB8B5C2}"/>
                    </a:ext>
                  </a:extLst>
                </p14:cNvPr>
                <p14:cNvContentPartPr/>
                <p14:nvPr/>
              </p14:nvContentPartPr>
              <p14:xfrm>
                <a:off x="9825836" y="1072047"/>
                <a:ext cx="326160" cy="59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57A7AA-5CF1-F3E0-389C-D7976DB8B5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21516" y="1067727"/>
                  <a:ext cx="33480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F7FEF6-6199-BF3A-9F41-1C9ED37CD576}"/>
                    </a:ext>
                  </a:extLst>
                </p14:cNvPr>
                <p14:cNvContentPartPr/>
                <p14:nvPr/>
              </p14:nvContentPartPr>
              <p14:xfrm>
                <a:off x="10385996" y="966567"/>
                <a:ext cx="461520" cy="671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F7FEF6-6199-BF3A-9F41-1C9ED37CD5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81676" y="962247"/>
                  <a:ext cx="470160" cy="68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28D193B-28DB-B4E6-CD58-1208ED10D51F}"/>
                  </a:ext>
                </a:extLst>
              </p14:cNvPr>
              <p14:cNvContentPartPr/>
              <p14:nvPr/>
            </p14:nvContentPartPr>
            <p14:xfrm>
              <a:off x="9354596" y="3767727"/>
              <a:ext cx="1940760" cy="1169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28D193B-28DB-B4E6-CD58-1208ED10D5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350276" y="3763407"/>
                <a:ext cx="1949400" cy="11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EB7F4BD-365C-200D-3DFA-2E96F827F180}"/>
                  </a:ext>
                </a:extLst>
              </p14:cNvPr>
              <p14:cNvContentPartPr/>
              <p14:nvPr/>
            </p14:nvContentPartPr>
            <p14:xfrm>
              <a:off x="9516956" y="4683927"/>
              <a:ext cx="1891800" cy="1086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EB7F4BD-365C-200D-3DFA-2E96F827F1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12636" y="4679607"/>
                <a:ext cx="1900440" cy="10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332E59F-9A56-A3F3-9091-98AE5D4E4559}"/>
                  </a:ext>
                </a:extLst>
              </p14:cNvPr>
              <p14:cNvContentPartPr/>
              <p14:nvPr/>
            </p14:nvContentPartPr>
            <p14:xfrm>
              <a:off x="9606236" y="2983287"/>
              <a:ext cx="1523880" cy="623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332E59F-9A56-A3F3-9091-98AE5D4E455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601916" y="2978967"/>
                <a:ext cx="1532520" cy="6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8849D4A-49BF-D570-C8A6-CC197B0C12F5}"/>
                  </a:ext>
                </a:extLst>
              </p14:cNvPr>
              <p14:cNvContentPartPr/>
              <p14:nvPr/>
            </p14:nvContentPartPr>
            <p14:xfrm>
              <a:off x="10729076" y="2363727"/>
              <a:ext cx="608760" cy="466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8849D4A-49BF-D570-C8A6-CC197B0C12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724756" y="2359407"/>
                <a:ext cx="6174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0D52A36-5526-C281-2FF5-B2AA14A1FD95}"/>
                  </a:ext>
                </a:extLst>
              </p14:cNvPr>
              <p14:cNvContentPartPr/>
              <p14:nvPr/>
            </p14:nvContentPartPr>
            <p14:xfrm>
              <a:off x="10141196" y="5469807"/>
              <a:ext cx="222480" cy="773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0D52A36-5526-C281-2FF5-B2AA14A1FD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36876" y="5465487"/>
                <a:ext cx="231120" cy="7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062F3A-50EA-111B-E278-73AA5EAFC8C5}"/>
                  </a:ext>
                </a:extLst>
              </p14:cNvPr>
              <p14:cNvContentPartPr/>
              <p14:nvPr/>
            </p14:nvContentPartPr>
            <p14:xfrm>
              <a:off x="11297516" y="4603287"/>
              <a:ext cx="267480" cy="369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062F3A-50EA-111B-E278-73AA5EAFC8C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293196" y="4598967"/>
                <a:ext cx="276120" cy="37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740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7DCD77-7AD4-3AD7-5AB2-03BA6D85142E}"/>
              </a:ext>
            </a:extLst>
          </p:cNvPr>
          <p:cNvSpPr txBox="1">
            <a:spLocks/>
          </p:cNvSpPr>
          <p:nvPr/>
        </p:nvSpPr>
        <p:spPr>
          <a:xfrm>
            <a:off x="380336" y="3949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Classification method</a:t>
            </a:r>
            <a:endParaRPr lang="en-US" dirty="0"/>
          </a:p>
        </p:txBody>
      </p:sp>
      <p:pic>
        <p:nvPicPr>
          <p:cNvPr id="19458" name="Picture 2" descr="What is A Confusion Matrix in Machine Learning? The Model ...">
            <a:extLst>
              <a:ext uri="{FF2B5EF4-FFF2-40B4-BE49-F238E27FC236}">
                <a16:creationId xmlns:a16="http://schemas.microsoft.com/office/drawing/2014/main" id="{82732E8E-A699-4942-8201-ADB4D0DCA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739" y="1031648"/>
            <a:ext cx="6984523" cy="479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049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37DCD77-7AD4-3AD7-5AB2-03BA6D85142E}"/>
              </a:ext>
            </a:extLst>
          </p:cNvPr>
          <p:cNvSpPr txBox="1">
            <a:spLocks/>
          </p:cNvSpPr>
          <p:nvPr/>
        </p:nvSpPr>
        <p:spPr>
          <a:xfrm>
            <a:off x="380336" y="3949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Classification method</a:t>
            </a:r>
            <a:endParaRPr lang="en-US" dirty="0"/>
          </a:p>
        </p:txBody>
      </p:sp>
      <p:pic>
        <p:nvPicPr>
          <p:cNvPr id="18434" name="Picture 2" descr="How to explain the ROC AUC score and ROC curve?">
            <a:extLst>
              <a:ext uri="{FF2B5EF4-FFF2-40B4-BE49-F238E27FC236}">
                <a16:creationId xmlns:a16="http://schemas.microsoft.com/office/drawing/2014/main" id="{79B4EA07-1B7E-4F92-9BB5-3921CF5BD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371" y="852742"/>
            <a:ext cx="9155259" cy="51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735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2644</TotalTime>
  <Words>420</Words>
  <Application>Microsoft Office PowerPoint</Application>
  <PresentationFormat>Widescreen</PresentationFormat>
  <Paragraphs>86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Century Gothic</vt:lpstr>
      <vt:lpstr>Frutiger LT Pro 55 Roman</vt:lpstr>
      <vt:lpstr>Office Theme</vt:lpstr>
      <vt:lpstr>Supervised Learning – Classification Techniques</vt:lpstr>
      <vt:lpstr>PowerPoint Presentation</vt:lpstr>
      <vt:lpstr>Machine Learning Algorithms</vt:lpstr>
      <vt:lpstr>PowerPoint Presentation</vt:lpstr>
      <vt:lpstr>Data Acquisition</vt:lpstr>
      <vt:lpstr>Real world 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Session1: Introduction to Data-Driven Manufacturing and statistics</dc:title>
  <dc:creator>Arunkarthik Thangaraj</dc:creator>
  <cp:lastModifiedBy>Aakash Goel (MSTIC DS&amp;AI)</cp:lastModifiedBy>
  <cp:revision>396</cp:revision>
  <dcterms:created xsi:type="dcterms:W3CDTF">2023-10-16T14:03:13Z</dcterms:created>
  <dcterms:modified xsi:type="dcterms:W3CDTF">2025-08-12T08:54:45Z</dcterms:modified>
</cp:coreProperties>
</file>