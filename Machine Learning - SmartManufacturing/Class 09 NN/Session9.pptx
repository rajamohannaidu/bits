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378" r:id="rId3"/>
    <p:sldId id="257" r:id="rId4"/>
    <p:sldId id="389" r:id="rId5"/>
    <p:sldId id="391" r:id="rId6"/>
    <p:sldId id="371" r:id="rId7"/>
    <p:sldId id="388" r:id="rId8"/>
    <p:sldId id="3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740E8017-0233-47FD-B99C-A107EB038A2C}"/>
    <pc:docChg chg="undo custSel addSld delSld modSld">
      <pc:chgData name="ARUN KARTHIK ." userId="62a047ea-99a3-445a-a127-bd8840139939" providerId="ADAL" clId="{740E8017-0233-47FD-B99C-A107EB038A2C}" dt="2024-07-13T07:41:39.378" v="230" actId="478"/>
      <pc:docMkLst>
        <pc:docMk/>
      </pc:docMkLst>
      <pc:sldChg chg="addSp modSp mod">
        <pc:chgData name="ARUN KARTHIK ." userId="62a047ea-99a3-445a-a127-bd8840139939" providerId="ADAL" clId="{740E8017-0233-47FD-B99C-A107EB038A2C}" dt="2024-07-13T07:36:28.249" v="226"/>
        <pc:sldMkLst>
          <pc:docMk/>
          <pc:sldMk cId="2487991735" sldId="256"/>
        </pc:sldMkLst>
      </pc:sldChg>
      <pc:sldChg chg="modSp mod">
        <pc:chgData name="ARUN KARTHIK ." userId="62a047ea-99a3-445a-a127-bd8840139939" providerId="ADAL" clId="{740E8017-0233-47FD-B99C-A107EB038A2C}" dt="2024-07-13T05:54:33.249" v="91" actId="20577"/>
        <pc:sldMkLst>
          <pc:docMk/>
          <pc:sldMk cId="2093432532" sldId="257"/>
        </pc:sldMkLst>
      </pc:sldChg>
      <pc:sldChg chg="add del">
        <pc:chgData name="ARUN KARTHIK ." userId="62a047ea-99a3-445a-a127-bd8840139939" providerId="ADAL" clId="{740E8017-0233-47FD-B99C-A107EB038A2C}" dt="2024-07-13T05:54:21.315" v="51"/>
        <pc:sldMkLst>
          <pc:docMk/>
          <pc:sldMk cId="220054051" sldId="2147472318"/>
        </pc:sldMkLst>
      </pc:sldChg>
      <pc:sldChg chg="del">
        <pc:chgData name="ARUN KARTHIK ." userId="62a047ea-99a3-445a-a127-bd8840139939" providerId="ADAL" clId="{740E8017-0233-47FD-B99C-A107EB038A2C}" dt="2024-07-13T05:53:27.719" v="0" actId="47"/>
        <pc:sldMkLst>
          <pc:docMk/>
          <pc:sldMk cId="603800340" sldId="2147472319"/>
        </pc:sldMkLst>
      </pc:sldChg>
      <pc:sldChg chg="del">
        <pc:chgData name="ARUN KARTHIK ." userId="62a047ea-99a3-445a-a127-bd8840139939" providerId="ADAL" clId="{740E8017-0233-47FD-B99C-A107EB038A2C}" dt="2024-07-13T05:53:32.435" v="23" actId="47"/>
        <pc:sldMkLst>
          <pc:docMk/>
          <pc:sldMk cId="2380601133" sldId="2147472360"/>
        </pc:sldMkLst>
      </pc:sldChg>
      <pc:sldChg chg="addSp delSp modSp add del mod">
        <pc:chgData name="ARUN KARTHIK ." userId="62a047ea-99a3-445a-a127-bd8840139939" providerId="ADAL" clId="{740E8017-0233-47FD-B99C-A107EB038A2C}" dt="2024-07-13T07:36:28.249" v="226"/>
        <pc:sldMkLst>
          <pc:docMk/>
          <pc:sldMk cId="4252618562" sldId="2147472361"/>
        </pc:sldMkLst>
      </pc:sldChg>
      <pc:sldChg chg="del">
        <pc:chgData name="ARUN KARTHIK ." userId="62a047ea-99a3-445a-a127-bd8840139939" providerId="ADAL" clId="{740E8017-0233-47FD-B99C-A107EB038A2C}" dt="2024-07-13T05:53:27.910" v="1" actId="47"/>
        <pc:sldMkLst>
          <pc:docMk/>
          <pc:sldMk cId="1071382573" sldId="2147472362"/>
        </pc:sldMkLst>
      </pc:sldChg>
      <pc:sldChg chg="addSp delSp modSp add del mod">
        <pc:chgData name="ARUN KARTHIK ." userId="62a047ea-99a3-445a-a127-bd8840139939" providerId="ADAL" clId="{740E8017-0233-47FD-B99C-A107EB038A2C}" dt="2024-07-13T06:04:49.802" v="225" actId="20577"/>
        <pc:sldMkLst>
          <pc:docMk/>
          <pc:sldMk cId="2378067692" sldId="2147472362"/>
        </pc:sldMkLst>
      </pc:sldChg>
      <pc:sldChg chg="new del">
        <pc:chgData name="ARUN KARTHIK ." userId="62a047ea-99a3-445a-a127-bd8840139939" providerId="ADAL" clId="{740E8017-0233-47FD-B99C-A107EB038A2C}" dt="2024-07-13T05:56:28.729" v="117" actId="680"/>
        <pc:sldMkLst>
          <pc:docMk/>
          <pc:sldMk cId="4246957243" sldId="2147472362"/>
        </pc:sldMkLst>
      </pc:sldChg>
      <pc:sldChg chg="del">
        <pc:chgData name="ARUN KARTHIK ." userId="62a047ea-99a3-445a-a127-bd8840139939" providerId="ADAL" clId="{740E8017-0233-47FD-B99C-A107EB038A2C}" dt="2024-07-13T05:53:29.569" v="10" actId="47"/>
        <pc:sldMkLst>
          <pc:docMk/>
          <pc:sldMk cId="277764760" sldId="2147472363"/>
        </pc:sldMkLst>
      </pc:sldChg>
      <pc:sldChg chg="add del">
        <pc:chgData name="ARUN KARTHIK ." userId="62a047ea-99a3-445a-a127-bd8840139939" providerId="ADAL" clId="{740E8017-0233-47FD-B99C-A107EB038A2C}" dt="2024-07-13T05:57:15.772" v="137" actId="47"/>
        <pc:sldMkLst>
          <pc:docMk/>
          <pc:sldMk cId="1229190295" sldId="2147472363"/>
        </pc:sldMkLst>
      </pc:sldChg>
      <pc:sldChg chg="addSp delSp modSp add mod">
        <pc:chgData name="ARUN KARTHIK ." userId="62a047ea-99a3-445a-a127-bd8840139939" providerId="ADAL" clId="{740E8017-0233-47FD-B99C-A107EB038A2C}" dt="2024-07-13T05:58:40.223" v="194" actId="1076"/>
        <pc:sldMkLst>
          <pc:docMk/>
          <pc:sldMk cId="1979480180" sldId="2147472363"/>
        </pc:sldMkLst>
      </pc:sldChg>
      <pc:sldChg chg="new del">
        <pc:chgData name="ARUN KARTHIK ." userId="62a047ea-99a3-445a-a127-bd8840139939" providerId="ADAL" clId="{740E8017-0233-47FD-B99C-A107EB038A2C}" dt="2024-07-13T05:56:28.136" v="116" actId="680"/>
        <pc:sldMkLst>
          <pc:docMk/>
          <pc:sldMk cId="2604255423" sldId="2147472363"/>
        </pc:sldMkLst>
      </pc:sldChg>
      <pc:sldChg chg="add del">
        <pc:chgData name="ARUN KARTHIK ." userId="62a047ea-99a3-445a-a127-bd8840139939" providerId="ADAL" clId="{740E8017-0233-47FD-B99C-A107EB038A2C}" dt="2024-07-13T05:57:15.998" v="138" actId="47"/>
        <pc:sldMkLst>
          <pc:docMk/>
          <pc:sldMk cId="1261871730" sldId="2147472364"/>
        </pc:sldMkLst>
      </pc:sldChg>
      <pc:sldChg chg="addSp delSp modSp add mod">
        <pc:chgData name="ARUN KARTHIK ." userId="62a047ea-99a3-445a-a127-bd8840139939" providerId="ADAL" clId="{740E8017-0233-47FD-B99C-A107EB038A2C}" dt="2024-07-13T07:41:39.378" v="230" actId="478"/>
        <pc:sldMkLst>
          <pc:docMk/>
          <pc:sldMk cId="1357403730" sldId="2147472364"/>
        </pc:sldMkLst>
      </pc:sldChg>
      <pc:sldChg chg="new del">
        <pc:chgData name="ARUN KARTHIK ." userId="62a047ea-99a3-445a-a127-bd8840139939" providerId="ADAL" clId="{740E8017-0233-47FD-B99C-A107EB038A2C}" dt="2024-07-13T05:56:27.804" v="115" actId="680"/>
        <pc:sldMkLst>
          <pc:docMk/>
          <pc:sldMk cId="1426977083" sldId="2147472364"/>
        </pc:sldMkLst>
      </pc:sldChg>
      <pc:sldChg chg="del">
        <pc:chgData name="ARUN KARTHIK ." userId="62a047ea-99a3-445a-a127-bd8840139939" providerId="ADAL" clId="{740E8017-0233-47FD-B99C-A107EB038A2C}" dt="2024-07-13T05:53:29.791" v="11" actId="47"/>
        <pc:sldMkLst>
          <pc:docMk/>
          <pc:sldMk cId="1903466361" sldId="2147472364"/>
        </pc:sldMkLst>
      </pc:sldChg>
      <pc:sldChg chg="del">
        <pc:chgData name="ARUN KARTHIK ." userId="62a047ea-99a3-445a-a127-bd8840139939" providerId="ADAL" clId="{740E8017-0233-47FD-B99C-A107EB038A2C}" dt="2024-07-13T05:53:30.580" v="15" actId="47"/>
        <pc:sldMkLst>
          <pc:docMk/>
          <pc:sldMk cId="770342137" sldId="2147472365"/>
        </pc:sldMkLst>
      </pc:sldChg>
      <pc:sldChg chg="addSp modSp add">
        <pc:chgData name="ARUN KARTHIK ." userId="62a047ea-99a3-445a-a127-bd8840139939" providerId="ADAL" clId="{740E8017-0233-47FD-B99C-A107EB038A2C}" dt="2024-07-13T06:01:55.689" v="201" actId="14100"/>
        <pc:sldMkLst>
          <pc:docMk/>
          <pc:sldMk cId="1305049055" sldId="2147472365"/>
        </pc:sldMkLst>
      </pc:sldChg>
      <pc:sldChg chg="new del">
        <pc:chgData name="ARUN KARTHIK ." userId="62a047ea-99a3-445a-a127-bd8840139939" providerId="ADAL" clId="{740E8017-0233-47FD-B99C-A107EB038A2C}" dt="2024-07-13T05:56:19.121" v="114" actId="680"/>
        <pc:sldMkLst>
          <pc:docMk/>
          <pc:sldMk cId="2416423527" sldId="2147472365"/>
        </pc:sldMkLst>
      </pc:sldChg>
      <pc:sldChg chg="add del">
        <pc:chgData name="ARUN KARTHIK ." userId="62a047ea-99a3-445a-a127-bd8840139939" providerId="ADAL" clId="{740E8017-0233-47FD-B99C-A107EB038A2C}" dt="2024-07-13T05:57:16.241" v="139" actId="47"/>
        <pc:sldMkLst>
          <pc:docMk/>
          <pc:sldMk cId="2928872614" sldId="2147472365"/>
        </pc:sldMkLst>
      </pc:sldChg>
      <pc:sldChg chg="new del">
        <pc:chgData name="ARUN KARTHIK ." userId="62a047ea-99a3-445a-a127-bd8840139939" providerId="ADAL" clId="{740E8017-0233-47FD-B99C-A107EB038A2C}" dt="2024-07-13T05:56:18.969" v="113" actId="680"/>
        <pc:sldMkLst>
          <pc:docMk/>
          <pc:sldMk cId="695003193" sldId="2147472366"/>
        </pc:sldMkLst>
      </pc:sldChg>
      <pc:sldChg chg="add del">
        <pc:chgData name="ARUN KARTHIK ." userId="62a047ea-99a3-445a-a127-bd8840139939" providerId="ADAL" clId="{740E8017-0233-47FD-B99C-A107EB038A2C}" dt="2024-07-13T05:57:16.749" v="140" actId="47"/>
        <pc:sldMkLst>
          <pc:docMk/>
          <pc:sldMk cId="1787356648" sldId="2147472366"/>
        </pc:sldMkLst>
      </pc:sldChg>
      <pc:sldChg chg="del">
        <pc:chgData name="ARUN KARTHIK ." userId="62a047ea-99a3-445a-a127-bd8840139939" providerId="ADAL" clId="{740E8017-0233-47FD-B99C-A107EB038A2C}" dt="2024-07-13T05:53:30.768" v="16" actId="47"/>
        <pc:sldMkLst>
          <pc:docMk/>
          <pc:sldMk cId="2185375664" sldId="2147472366"/>
        </pc:sldMkLst>
      </pc:sldChg>
      <pc:sldChg chg="addSp modSp add">
        <pc:chgData name="ARUN KARTHIK ." userId="62a047ea-99a3-445a-a127-bd8840139939" providerId="ADAL" clId="{740E8017-0233-47FD-B99C-A107EB038A2C}" dt="2024-07-13T06:03:20.727" v="207" actId="14100"/>
        <pc:sldMkLst>
          <pc:docMk/>
          <pc:sldMk cId="3399735016" sldId="2147472366"/>
        </pc:sldMkLst>
      </pc:sldChg>
      <pc:sldChg chg="add del">
        <pc:chgData name="ARUN KARTHIK ." userId="62a047ea-99a3-445a-a127-bd8840139939" providerId="ADAL" clId="{740E8017-0233-47FD-B99C-A107EB038A2C}" dt="2024-07-13T05:57:17.007" v="141" actId="47"/>
        <pc:sldMkLst>
          <pc:docMk/>
          <pc:sldMk cId="498194281" sldId="2147472367"/>
        </pc:sldMkLst>
      </pc:sldChg>
      <pc:sldChg chg="del">
        <pc:chgData name="ARUN KARTHIK ." userId="62a047ea-99a3-445a-a127-bd8840139939" providerId="ADAL" clId="{740E8017-0233-47FD-B99C-A107EB038A2C}" dt="2024-07-13T05:53:30.966" v="17" actId="47"/>
        <pc:sldMkLst>
          <pc:docMk/>
          <pc:sldMk cId="944827065" sldId="2147472367"/>
        </pc:sldMkLst>
      </pc:sldChg>
      <pc:sldChg chg="add">
        <pc:chgData name="ARUN KARTHIK ." userId="62a047ea-99a3-445a-a127-bd8840139939" providerId="ADAL" clId="{740E8017-0233-47FD-B99C-A107EB038A2C}" dt="2024-07-13T05:57:58.133" v="182"/>
        <pc:sldMkLst>
          <pc:docMk/>
          <pc:sldMk cId="1099779584" sldId="2147472367"/>
        </pc:sldMkLst>
      </pc:sldChg>
      <pc:sldChg chg="new del">
        <pc:chgData name="ARUN KARTHIK ." userId="62a047ea-99a3-445a-a127-bd8840139939" providerId="ADAL" clId="{740E8017-0233-47FD-B99C-A107EB038A2C}" dt="2024-07-13T05:56:18.816" v="112" actId="680"/>
        <pc:sldMkLst>
          <pc:docMk/>
          <pc:sldMk cId="1174575056" sldId="2147472367"/>
        </pc:sldMkLst>
      </pc:sldChg>
      <pc:sldChg chg="new del">
        <pc:chgData name="ARUN KARTHIK ." userId="62a047ea-99a3-445a-a127-bd8840139939" providerId="ADAL" clId="{740E8017-0233-47FD-B99C-A107EB038A2C}" dt="2024-07-13T05:56:18.568" v="111" actId="680"/>
        <pc:sldMkLst>
          <pc:docMk/>
          <pc:sldMk cId="234084108" sldId="2147472368"/>
        </pc:sldMkLst>
      </pc:sldChg>
      <pc:sldChg chg="add del">
        <pc:chgData name="ARUN KARTHIK ." userId="62a047ea-99a3-445a-a127-bd8840139939" providerId="ADAL" clId="{740E8017-0233-47FD-B99C-A107EB038A2C}" dt="2024-07-13T05:57:17.257" v="142" actId="47"/>
        <pc:sldMkLst>
          <pc:docMk/>
          <pc:sldMk cId="596630510" sldId="2147472368"/>
        </pc:sldMkLst>
      </pc:sldChg>
      <pc:sldChg chg="del">
        <pc:chgData name="ARUN KARTHIK ." userId="62a047ea-99a3-445a-a127-bd8840139939" providerId="ADAL" clId="{740E8017-0233-47FD-B99C-A107EB038A2C}" dt="2024-07-13T05:53:31.181" v="18" actId="47"/>
        <pc:sldMkLst>
          <pc:docMk/>
          <pc:sldMk cId="3252232318" sldId="2147472368"/>
        </pc:sldMkLst>
      </pc:sldChg>
      <pc:sldChg chg="add">
        <pc:chgData name="ARUN KARTHIK ." userId="62a047ea-99a3-445a-a127-bd8840139939" providerId="ADAL" clId="{740E8017-0233-47FD-B99C-A107EB038A2C}" dt="2024-07-13T05:57:58.329" v="183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740E8017-0233-47FD-B99C-A107EB038A2C}" dt="2024-07-13T05:53:31.845" v="21" actId="47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740E8017-0233-47FD-B99C-A107EB038A2C}" dt="2024-07-13T05:57:58.504" v="184"/>
        <pc:sldMkLst>
          <pc:docMk/>
          <pc:sldMk cId="3028363073" sldId="2147472369"/>
        </pc:sldMkLst>
      </pc:sldChg>
      <pc:sldChg chg="add del">
        <pc:chgData name="ARUN KARTHIK ." userId="62a047ea-99a3-445a-a127-bd8840139939" providerId="ADAL" clId="{740E8017-0233-47FD-B99C-A107EB038A2C}" dt="2024-07-13T05:57:17.548" v="143" actId="47"/>
        <pc:sldMkLst>
          <pc:docMk/>
          <pc:sldMk cId="3376310577" sldId="2147472369"/>
        </pc:sldMkLst>
      </pc:sldChg>
      <pc:sldChg chg="del">
        <pc:chgData name="ARUN KARTHIK ." userId="62a047ea-99a3-445a-a127-bd8840139939" providerId="ADAL" clId="{740E8017-0233-47FD-B99C-A107EB038A2C}" dt="2024-07-13T05:53:32.186" v="22" actId="47"/>
        <pc:sldMkLst>
          <pc:docMk/>
          <pc:sldMk cId="2918518219" sldId="2147472370"/>
        </pc:sldMkLst>
      </pc:sldChg>
      <pc:sldChg chg="add">
        <pc:chgData name="ARUN KARTHIK ." userId="62a047ea-99a3-445a-a127-bd8840139939" providerId="ADAL" clId="{740E8017-0233-47FD-B99C-A107EB038A2C}" dt="2024-07-13T05:57:58.713" v="185"/>
        <pc:sldMkLst>
          <pc:docMk/>
          <pc:sldMk cId="2980261896" sldId="2147472370"/>
        </pc:sldMkLst>
      </pc:sldChg>
      <pc:sldChg chg="add del">
        <pc:chgData name="ARUN KARTHIK ." userId="62a047ea-99a3-445a-a127-bd8840139939" providerId="ADAL" clId="{740E8017-0233-47FD-B99C-A107EB038A2C}" dt="2024-07-13T05:57:17.942" v="144" actId="47"/>
        <pc:sldMkLst>
          <pc:docMk/>
          <pc:sldMk cId="3834060426" sldId="2147472370"/>
        </pc:sldMkLst>
      </pc:sldChg>
      <pc:sldChg chg="del">
        <pc:chgData name="ARUN KARTHIK ." userId="62a047ea-99a3-445a-a127-bd8840139939" providerId="ADAL" clId="{740E8017-0233-47FD-B99C-A107EB038A2C}" dt="2024-07-13T05:53:30.211" v="13" actId="47"/>
        <pc:sldMkLst>
          <pc:docMk/>
          <pc:sldMk cId="1540426061" sldId="2147472371"/>
        </pc:sldMkLst>
      </pc:sldChg>
      <pc:sldChg chg="add">
        <pc:chgData name="ARUN KARTHIK ." userId="62a047ea-99a3-445a-a127-bd8840139939" providerId="ADAL" clId="{740E8017-0233-47FD-B99C-A107EB038A2C}" dt="2024-07-13T05:57:58.880" v="186"/>
        <pc:sldMkLst>
          <pc:docMk/>
          <pc:sldMk cId="2544381468" sldId="2147472371"/>
        </pc:sldMkLst>
      </pc:sldChg>
      <pc:sldChg chg="add del">
        <pc:chgData name="ARUN KARTHIK ." userId="62a047ea-99a3-445a-a127-bd8840139939" providerId="ADAL" clId="{740E8017-0233-47FD-B99C-A107EB038A2C}" dt="2024-07-13T05:57:18.309" v="145" actId="47"/>
        <pc:sldMkLst>
          <pc:docMk/>
          <pc:sldMk cId="4080755512" sldId="2147472371"/>
        </pc:sldMkLst>
      </pc:sldChg>
      <pc:sldChg chg="del">
        <pc:chgData name="ARUN KARTHIK ." userId="62a047ea-99a3-445a-a127-bd8840139939" providerId="ADAL" clId="{740E8017-0233-47FD-B99C-A107EB038A2C}" dt="2024-07-13T05:53:31.406" v="19" actId="47"/>
        <pc:sldMkLst>
          <pc:docMk/>
          <pc:sldMk cId="2111280575" sldId="2147472372"/>
        </pc:sldMkLst>
      </pc:sldChg>
      <pc:sldChg chg="add del">
        <pc:chgData name="ARUN KARTHIK ." userId="62a047ea-99a3-445a-a127-bd8840139939" providerId="ADAL" clId="{740E8017-0233-47FD-B99C-A107EB038A2C}" dt="2024-07-13T05:57:18.660" v="146" actId="47"/>
        <pc:sldMkLst>
          <pc:docMk/>
          <pc:sldMk cId="4240444502" sldId="2147472372"/>
        </pc:sldMkLst>
      </pc:sldChg>
      <pc:sldChg chg="del">
        <pc:chgData name="ARUN KARTHIK ." userId="62a047ea-99a3-445a-a127-bd8840139939" providerId="ADAL" clId="{740E8017-0233-47FD-B99C-A107EB038A2C}" dt="2024-07-13T05:53:31.613" v="20" actId="47"/>
        <pc:sldMkLst>
          <pc:docMk/>
          <pc:sldMk cId="3976756508" sldId="2147472373"/>
        </pc:sldMkLst>
      </pc:sldChg>
      <pc:sldChg chg="del">
        <pc:chgData name="ARUN KARTHIK ." userId="62a047ea-99a3-445a-a127-bd8840139939" providerId="ADAL" clId="{740E8017-0233-47FD-B99C-A107EB038A2C}" dt="2024-07-13T05:53:28.092" v="2" actId="47"/>
        <pc:sldMkLst>
          <pc:docMk/>
          <pc:sldMk cId="941017616" sldId="2147472374"/>
        </pc:sldMkLst>
      </pc:sldChg>
      <pc:sldChg chg="del">
        <pc:chgData name="ARUN KARTHIK ." userId="62a047ea-99a3-445a-a127-bd8840139939" providerId="ADAL" clId="{740E8017-0233-47FD-B99C-A107EB038A2C}" dt="2024-07-13T05:53:28.247" v="3" actId="47"/>
        <pc:sldMkLst>
          <pc:docMk/>
          <pc:sldMk cId="1855895382" sldId="2147472375"/>
        </pc:sldMkLst>
      </pc:sldChg>
      <pc:sldChg chg="del">
        <pc:chgData name="ARUN KARTHIK ." userId="62a047ea-99a3-445a-a127-bd8840139939" providerId="ADAL" clId="{740E8017-0233-47FD-B99C-A107EB038A2C}" dt="2024-07-13T05:53:28.421" v="4" actId="47"/>
        <pc:sldMkLst>
          <pc:docMk/>
          <pc:sldMk cId="1843801971" sldId="2147472376"/>
        </pc:sldMkLst>
      </pc:sldChg>
      <pc:sldChg chg="del">
        <pc:chgData name="ARUN KARTHIK ." userId="62a047ea-99a3-445a-a127-bd8840139939" providerId="ADAL" clId="{740E8017-0233-47FD-B99C-A107EB038A2C}" dt="2024-07-13T05:53:28.593" v="5" actId="47"/>
        <pc:sldMkLst>
          <pc:docMk/>
          <pc:sldMk cId="1577339389" sldId="2147472377"/>
        </pc:sldMkLst>
      </pc:sldChg>
      <pc:sldChg chg="del">
        <pc:chgData name="ARUN KARTHIK ." userId="62a047ea-99a3-445a-a127-bd8840139939" providerId="ADAL" clId="{740E8017-0233-47FD-B99C-A107EB038A2C}" dt="2024-07-13T05:53:28.767" v="6" actId="47"/>
        <pc:sldMkLst>
          <pc:docMk/>
          <pc:sldMk cId="3995010085" sldId="2147472378"/>
        </pc:sldMkLst>
      </pc:sldChg>
      <pc:sldChg chg="del">
        <pc:chgData name="ARUN KARTHIK ." userId="62a047ea-99a3-445a-a127-bd8840139939" providerId="ADAL" clId="{740E8017-0233-47FD-B99C-A107EB038A2C}" dt="2024-07-13T05:53:28.954" v="7" actId="47"/>
        <pc:sldMkLst>
          <pc:docMk/>
          <pc:sldMk cId="113361996" sldId="2147472379"/>
        </pc:sldMkLst>
      </pc:sldChg>
      <pc:sldChg chg="del">
        <pc:chgData name="ARUN KARTHIK ." userId="62a047ea-99a3-445a-a127-bd8840139939" providerId="ADAL" clId="{740E8017-0233-47FD-B99C-A107EB038A2C}" dt="2024-07-13T05:53:29.144" v="8" actId="47"/>
        <pc:sldMkLst>
          <pc:docMk/>
          <pc:sldMk cId="2195800177" sldId="2147472380"/>
        </pc:sldMkLst>
      </pc:sldChg>
      <pc:sldChg chg="del">
        <pc:chgData name="ARUN KARTHIK ." userId="62a047ea-99a3-445a-a127-bd8840139939" providerId="ADAL" clId="{740E8017-0233-47FD-B99C-A107EB038A2C}" dt="2024-07-13T05:53:29.354" v="9" actId="47"/>
        <pc:sldMkLst>
          <pc:docMk/>
          <pc:sldMk cId="3475647193" sldId="2147472381"/>
        </pc:sldMkLst>
      </pc:sldChg>
      <pc:sldChg chg="del">
        <pc:chgData name="ARUN KARTHIK ." userId="62a047ea-99a3-445a-a127-bd8840139939" providerId="ADAL" clId="{740E8017-0233-47FD-B99C-A107EB038A2C}" dt="2024-07-13T05:53:30.015" v="12" actId="47"/>
        <pc:sldMkLst>
          <pc:docMk/>
          <pc:sldMk cId="4191511362" sldId="2147472382"/>
        </pc:sldMkLst>
      </pc:sldChg>
      <pc:sldChg chg="del">
        <pc:chgData name="ARUN KARTHIK ." userId="62a047ea-99a3-445a-a127-bd8840139939" providerId="ADAL" clId="{740E8017-0233-47FD-B99C-A107EB038A2C}" dt="2024-07-13T05:53:30.391" v="14" actId="47"/>
        <pc:sldMkLst>
          <pc:docMk/>
          <pc:sldMk cId="3105783908" sldId="2147472383"/>
        </pc:sldMkLst>
      </pc:sldChg>
    </pc:docChg>
  </pc:docChgLst>
  <pc:docChgLst>
    <pc:chgData name="ARUN KARTHIK ." userId="62a047ea-99a3-445a-a127-bd8840139939" providerId="ADAL" clId="{2300E771-4B7D-4D9C-ADED-A67A217ED3F2}"/>
    <pc:docChg chg="undo custSel addSld delSld modSld sldOrd">
      <pc:chgData name="ARUN KARTHIK ." userId="62a047ea-99a3-445a-a127-bd8840139939" providerId="ADAL" clId="{2300E771-4B7D-4D9C-ADED-A67A217ED3F2}" dt="2024-08-10T12:44:51.524" v="1472"/>
      <pc:docMkLst>
        <pc:docMk/>
      </pc:docMkLst>
      <pc:sldChg chg="modSp mod">
        <pc:chgData name="ARUN KARTHIK ." userId="62a047ea-99a3-445a-a127-bd8840139939" providerId="ADAL" clId="{2300E771-4B7D-4D9C-ADED-A67A217ED3F2}" dt="2024-08-10T08:37:55.645" v="35" actId="313"/>
        <pc:sldMkLst>
          <pc:docMk/>
          <pc:sldMk cId="2487991735" sldId="256"/>
        </pc:sldMkLst>
      </pc:sldChg>
      <pc:sldChg chg="del">
        <pc:chgData name="ARUN KARTHIK ." userId="62a047ea-99a3-445a-a127-bd8840139939" providerId="ADAL" clId="{2300E771-4B7D-4D9C-ADED-A67A217ED3F2}" dt="2024-08-10T08:37:57.971" v="36" actId="47"/>
        <pc:sldMkLst>
          <pc:docMk/>
          <pc:sldMk cId="0" sldId="260"/>
        </pc:sldMkLst>
      </pc:sldChg>
      <pc:sldChg chg="del">
        <pc:chgData name="ARUN KARTHIK ." userId="62a047ea-99a3-445a-a127-bd8840139939" providerId="ADAL" clId="{2300E771-4B7D-4D9C-ADED-A67A217ED3F2}" dt="2024-08-10T08:37:58.408" v="37" actId="47"/>
        <pc:sldMkLst>
          <pc:docMk/>
          <pc:sldMk cId="0" sldId="261"/>
        </pc:sldMkLst>
      </pc:sldChg>
      <pc:sldChg chg="del">
        <pc:chgData name="ARUN KARTHIK ." userId="62a047ea-99a3-445a-a127-bd8840139939" providerId="ADAL" clId="{2300E771-4B7D-4D9C-ADED-A67A217ED3F2}" dt="2024-08-10T08:37:59.284" v="38" actId="47"/>
        <pc:sldMkLst>
          <pc:docMk/>
          <pc:sldMk cId="0" sldId="262"/>
        </pc:sldMkLst>
      </pc:sldChg>
      <pc:sldChg chg="add del">
        <pc:chgData name="ARUN KARTHIK ." userId="62a047ea-99a3-445a-a127-bd8840139939" providerId="ADAL" clId="{2300E771-4B7D-4D9C-ADED-A67A217ED3F2}" dt="2024-08-10T08:38:09.047" v="45" actId="47"/>
        <pc:sldMkLst>
          <pc:docMk/>
          <pc:sldMk cId="0" sldId="263"/>
        </pc:sldMkLst>
      </pc:sldChg>
      <pc:sldChg chg="add 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4"/>
        </pc:sldMkLst>
      </pc:sldChg>
      <pc:sldChg chg="add 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5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6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7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8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69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0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1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2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3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4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5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6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7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8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79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0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1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2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3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4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5"/>
        </pc:sldMkLst>
      </pc:sldChg>
      <pc:sldChg chg="del">
        <pc:chgData name="ARUN KARTHIK ." userId="62a047ea-99a3-445a-a127-bd8840139939" providerId="ADAL" clId="{2300E771-4B7D-4D9C-ADED-A67A217ED3F2}" dt="2024-08-10T08:38:25.510" v="46" actId="47"/>
        <pc:sldMkLst>
          <pc:docMk/>
          <pc:sldMk cId="0" sldId="286"/>
        </pc:sldMkLst>
      </pc:sldChg>
      <pc:sldChg chg="addSp modSp add mod">
        <pc:chgData name="ARUN KARTHIK ." userId="62a047ea-99a3-445a-a127-bd8840139939" providerId="ADAL" clId="{2300E771-4B7D-4D9C-ADED-A67A217ED3F2}" dt="2024-08-10T08:39:57.236" v="70" actId="20577"/>
        <pc:sldMkLst>
          <pc:docMk/>
          <pc:sldMk cId="421474102" sldId="2147472362"/>
        </pc:sldMkLst>
      </pc:sldChg>
      <pc:sldChg chg="addSp delSp modSp add mod">
        <pc:chgData name="ARUN KARTHIK ." userId="62a047ea-99a3-445a-a127-bd8840139939" providerId="ADAL" clId="{2300E771-4B7D-4D9C-ADED-A67A217ED3F2}" dt="2024-08-10T08:49:48.443" v="160" actId="1076"/>
        <pc:sldMkLst>
          <pc:docMk/>
          <pc:sldMk cId="4168721080" sldId="2147472363"/>
        </pc:sldMkLst>
      </pc:sldChg>
      <pc:sldChg chg="delSp modSp add mod">
        <pc:chgData name="ARUN KARTHIK ." userId="62a047ea-99a3-445a-a127-bd8840139939" providerId="ADAL" clId="{2300E771-4B7D-4D9C-ADED-A67A217ED3F2}" dt="2024-08-10T08:44:16.501" v="132" actId="12"/>
        <pc:sldMkLst>
          <pc:docMk/>
          <pc:sldMk cId="3044103150" sldId="2147472364"/>
        </pc:sldMkLst>
      </pc:sldChg>
      <pc:sldChg chg="addSp delSp modSp add mod">
        <pc:chgData name="ARUN KARTHIK ." userId="62a047ea-99a3-445a-a127-bd8840139939" providerId="ADAL" clId="{2300E771-4B7D-4D9C-ADED-A67A217ED3F2}" dt="2024-08-10T09:06:38.858" v="218" actId="1076"/>
        <pc:sldMkLst>
          <pc:docMk/>
          <pc:sldMk cId="3970995464" sldId="2147472365"/>
        </pc:sldMkLst>
      </pc:sldChg>
      <pc:sldChg chg="addSp delSp modSp add mod">
        <pc:chgData name="ARUN KARTHIK ." userId="62a047ea-99a3-445a-a127-bd8840139939" providerId="ADAL" clId="{2300E771-4B7D-4D9C-ADED-A67A217ED3F2}" dt="2024-08-10T09:06:07.315" v="210" actId="20577"/>
        <pc:sldMkLst>
          <pc:docMk/>
          <pc:sldMk cId="3543518052" sldId="2147472366"/>
        </pc:sldMkLst>
      </pc:sldChg>
      <pc:sldChg chg="addSp delSp modSp add mod">
        <pc:chgData name="ARUN KARTHIK ." userId="62a047ea-99a3-445a-a127-bd8840139939" providerId="ADAL" clId="{2300E771-4B7D-4D9C-ADED-A67A217ED3F2}" dt="2024-08-10T11:18:11.177" v="1347"/>
        <pc:sldMkLst>
          <pc:docMk/>
          <pc:sldMk cId="2620553551" sldId="2147472367"/>
        </pc:sldMkLst>
      </pc:sldChg>
      <pc:sldChg chg="addSp delSp modSp add mod">
        <pc:chgData name="ARUN KARTHIK ." userId="62a047ea-99a3-445a-a127-bd8840139939" providerId="ADAL" clId="{2300E771-4B7D-4D9C-ADED-A67A217ED3F2}" dt="2024-08-10T09:20:56.593" v="374" actId="1076"/>
        <pc:sldMkLst>
          <pc:docMk/>
          <pc:sldMk cId="1819371886" sldId="2147472368"/>
        </pc:sldMkLst>
      </pc:sldChg>
      <pc:sldChg chg="addSp delSp modSp add mod">
        <pc:chgData name="ARUN KARTHIK ." userId="62a047ea-99a3-445a-a127-bd8840139939" providerId="ADAL" clId="{2300E771-4B7D-4D9C-ADED-A67A217ED3F2}" dt="2024-08-10T11:18:11.177" v="1347"/>
        <pc:sldMkLst>
          <pc:docMk/>
          <pc:sldMk cId="2548683965" sldId="2147472369"/>
        </pc:sldMkLst>
      </pc:sldChg>
      <pc:sldChg chg="addSp delSp modSp add mod">
        <pc:chgData name="ARUN KARTHIK ." userId="62a047ea-99a3-445a-a127-bd8840139939" providerId="ADAL" clId="{2300E771-4B7D-4D9C-ADED-A67A217ED3F2}" dt="2024-08-10T09:24:04.635" v="420" actId="5793"/>
        <pc:sldMkLst>
          <pc:docMk/>
          <pc:sldMk cId="4111662257" sldId="2147472370"/>
        </pc:sldMkLst>
      </pc:sldChg>
      <pc:sldChg chg="addSp delSp modSp add mod modAnim">
        <pc:chgData name="ARUN KARTHIK ." userId="62a047ea-99a3-445a-a127-bd8840139939" providerId="ADAL" clId="{2300E771-4B7D-4D9C-ADED-A67A217ED3F2}" dt="2024-08-10T09:30:18.704" v="508" actId="1076"/>
        <pc:sldMkLst>
          <pc:docMk/>
          <pc:sldMk cId="1142262224" sldId="2147472371"/>
        </pc:sldMkLst>
      </pc:sldChg>
      <pc:sldChg chg="addSp delSp modSp add mod">
        <pc:chgData name="ARUN KARTHIK ." userId="62a047ea-99a3-445a-a127-bd8840139939" providerId="ADAL" clId="{2300E771-4B7D-4D9C-ADED-A67A217ED3F2}" dt="2024-08-10T09:36:31.521" v="527" actId="20577"/>
        <pc:sldMkLst>
          <pc:docMk/>
          <pc:sldMk cId="777166991" sldId="2147472372"/>
        </pc:sldMkLst>
      </pc:sldChg>
      <pc:sldChg chg="addSp delSp modSp add mod delAnim">
        <pc:chgData name="ARUN KARTHIK ." userId="62a047ea-99a3-445a-a127-bd8840139939" providerId="ADAL" clId="{2300E771-4B7D-4D9C-ADED-A67A217ED3F2}" dt="2024-08-10T11:24:17.116" v="1348"/>
        <pc:sldMkLst>
          <pc:docMk/>
          <pc:sldMk cId="266761057" sldId="2147472373"/>
        </pc:sldMkLst>
      </pc:sldChg>
      <pc:sldChg chg="addSp modSp add mod modAnim">
        <pc:chgData name="ARUN KARTHIK ." userId="62a047ea-99a3-445a-a127-bd8840139939" providerId="ADAL" clId="{2300E771-4B7D-4D9C-ADED-A67A217ED3F2}" dt="2024-08-10T09:51:16.188" v="708"/>
        <pc:sldMkLst>
          <pc:docMk/>
          <pc:sldMk cId="1355072385" sldId="2147472374"/>
        </pc:sldMkLst>
      </pc:sldChg>
      <pc:sldChg chg="addSp delSp modSp add mod delAnim modAnim">
        <pc:chgData name="ARUN KARTHIK ." userId="62a047ea-99a3-445a-a127-bd8840139939" providerId="ADAL" clId="{2300E771-4B7D-4D9C-ADED-A67A217ED3F2}" dt="2024-08-10T09:55:21.058" v="783"/>
        <pc:sldMkLst>
          <pc:docMk/>
          <pc:sldMk cId="2487719019" sldId="2147472375"/>
        </pc:sldMkLst>
      </pc:sldChg>
      <pc:sldChg chg="addSp delSp modSp add mod modAnim">
        <pc:chgData name="ARUN KARTHIK ." userId="62a047ea-99a3-445a-a127-bd8840139939" providerId="ADAL" clId="{2300E771-4B7D-4D9C-ADED-A67A217ED3F2}" dt="2024-08-10T12:29:15.427" v="1386"/>
        <pc:sldMkLst>
          <pc:docMk/>
          <pc:sldMk cId="3089551357" sldId="2147472376"/>
        </pc:sldMkLst>
      </pc:sldChg>
      <pc:sldChg chg="addSp delSp modSp add mod delAnim modAnim">
        <pc:chgData name="ARUN KARTHIK ." userId="62a047ea-99a3-445a-a127-bd8840139939" providerId="ADAL" clId="{2300E771-4B7D-4D9C-ADED-A67A217ED3F2}" dt="2024-08-10T09:58:22.172" v="832"/>
        <pc:sldMkLst>
          <pc:docMk/>
          <pc:sldMk cId="1975002370" sldId="2147472377"/>
        </pc:sldMkLst>
      </pc:sldChg>
      <pc:sldChg chg="addSp delSp modSp add mod modAnim">
        <pc:chgData name="ARUN KARTHIK ." userId="62a047ea-99a3-445a-a127-bd8840139939" providerId="ADAL" clId="{2300E771-4B7D-4D9C-ADED-A67A217ED3F2}" dt="2024-08-10T09:58:19.562" v="831"/>
        <pc:sldMkLst>
          <pc:docMk/>
          <pc:sldMk cId="794081513" sldId="2147472378"/>
        </pc:sldMkLst>
      </pc:sldChg>
      <pc:sldChg chg="new del">
        <pc:chgData name="ARUN KARTHIK ." userId="62a047ea-99a3-445a-a127-bd8840139939" providerId="ADAL" clId="{2300E771-4B7D-4D9C-ADED-A67A217ED3F2}" dt="2024-08-10T09:58:31.341" v="834" actId="680"/>
        <pc:sldMkLst>
          <pc:docMk/>
          <pc:sldMk cId="556080140" sldId="2147472379"/>
        </pc:sldMkLst>
      </pc:sldChg>
      <pc:sldChg chg="addSp delSp modSp add mod ord delAnim modAnim">
        <pc:chgData name="ARUN KARTHIK ." userId="62a047ea-99a3-445a-a127-bd8840139939" providerId="ADAL" clId="{2300E771-4B7D-4D9C-ADED-A67A217ED3F2}" dt="2024-08-10T10:01:18.644" v="908"/>
        <pc:sldMkLst>
          <pc:docMk/>
          <pc:sldMk cId="3802152035" sldId="2147472379"/>
        </pc:sldMkLst>
      </pc:sldChg>
      <pc:sldChg chg="addSp delSp modSp add mod modAnim">
        <pc:chgData name="ARUN KARTHIK ." userId="62a047ea-99a3-445a-a127-bd8840139939" providerId="ADAL" clId="{2300E771-4B7D-4D9C-ADED-A67A217ED3F2}" dt="2024-08-10T12:05:11.271" v="1355"/>
        <pc:sldMkLst>
          <pc:docMk/>
          <pc:sldMk cId="3477615367" sldId="2147472380"/>
        </pc:sldMkLst>
      </pc:sldChg>
      <pc:sldChg chg="addSp delSp modSp add mod delAnim">
        <pc:chgData name="ARUN KARTHIK ." userId="62a047ea-99a3-445a-a127-bd8840139939" providerId="ADAL" clId="{2300E771-4B7D-4D9C-ADED-A67A217ED3F2}" dt="2024-08-10T10:05:47.102" v="939" actId="14100"/>
        <pc:sldMkLst>
          <pc:docMk/>
          <pc:sldMk cId="57703861" sldId="2147472381"/>
        </pc:sldMkLst>
      </pc:sldChg>
      <pc:sldChg chg="addSp delSp modSp add mod">
        <pc:chgData name="ARUN KARTHIK ." userId="62a047ea-99a3-445a-a127-bd8840139939" providerId="ADAL" clId="{2300E771-4B7D-4D9C-ADED-A67A217ED3F2}" dt="2024-08-10T10:09:37.201" v="971" actId="6549"/>
        <pc:sldMkLst>
          <pc:docMk/>
          <pc:sldMk cId="2031889850" sldId="2147472382"/>
        </pc:sldMkLst>
      </pc:sldChg>
      <pc:sldChg chg="addSp delSp modSp add mod">
        <pc:chgData name="ARUN KARTHIK ." userId="62a047ea-99a3-445a-a127-bd8840139939" providerId="ADAL" clId="{2300E771-4B7D-4D9C-ADED-A67A217ED3F2}" dt="2024-08-10T10:10:11.414" v="981" actId="1076"/>
        <pc:sldMkLst>
          <pc:docMk/>
          <pc:sldMk cId="3700146145" sldId="2147472383"/>
        </pc:sldMkLst>
      </pc:sldChg>
      <pc:sldChg chg="addSp delSp modSp add mod">
        <pc:chgData name="ARUN KARTHIK ." userId="62a047ea-99a3-445a-a127-bd8840139939" providerId="ADAL" clId="{2300E771-4B7D-4D9C-ADED-A67A217ED3F2}" dt="2024-08-10T10:15:51.710" v="1006" actId="20577"/>
        <pc:sldMkLst>
          <pc:docMk/>
          <pc:sldMk cId="3268246114" sldId="2147472384"/>
        </pc:sldMkLst>
      </pc:sldChg>
      <pc:sldChg chg="addSp delSp modSp add mod">
        <pc:chgData name="ARUN KARTHIK ." userId="62a047ea-99a3-445a-a127-bd8840139939" providerId="ADAL" clId="{2300E771-4B7D-4D9C-ADED-A67A217ED3F2}" dt="2024-08-10T10:17:18.624" v="1080" actId="20577"/>
        <pc:sldMkLst>
          <pc:docMk/>
          <pc:sldMk cId="3640789840" sldId="2147472385"/>
        </pc:sldMkLst>
      </pc:sldChg>
      <pc:sldChg chg="addSp delSp modSp add mod">
        <pc:chgData name="ARUN KARTHIK ." userId="62a047ea-99a3-445a-a127-bd8840139939" providerId="ADAL" clId="{2300E771-4B7D-4D9C-ADED-A67A217ED3F2}" dt="2024-08-10T10:18:22.146" v="1126" actId="20577"/>
        <pc:sldMkLst>
          <pc:docMk/>
          <pc:sldMk cId="3478306711" sldId="2147472386"/>
        </pc:sldMkLst>
      </pc:sldChg>
      <pc:sldChg chg="addSp delSp modSp add mod">
        <pc:chgData name="ARUN KARTHIK ." userId="62a047ea-99a3-445a-a127-bd8840139939" providerId="ADAL" clId="{2300E771-4B7D-4D9C-ADED-A67A217ED3F2}" dt="2024-08-10T10:18:59.932" v="1148" actId="20577"/>
        <pc:sldMkLst>
          <pc:docMk/>
          <pc:sldMk cId="2588407438" sldId="2147472387"/>
        </pc:sldMkLst>
      </pc:sldChg>
      <pc:sldChg chg="addSp delSp modSp add mod">
        <pc:chgData name="ARUN KARTHIK ." userId="62a047ea-99a3-445a-a127-bd8840139939" providerId="ADAL" clId="{2300E771-4B7D-4D9C-ADED-A67A217ED3F2}" dt="2024-08-10T10:21:19.965" v="1182" actId="1076"/>
        <pc:sldMkLst>
          <pc:docMk/>
          <pc:sldMk cId="1909346952" sldId="2147472388"/>
        </pc:sldMkLst>
      </pc:sldChg>
      <pc:sldChg chg="add del">
        <pc:chgData name="ARUN KARTHIK ." userId="62a047ea-99a3-445a-a127-bd8840139939" providerId="ADAL" clId="{2300E771-4B7D-4D9C-ADED-A67A217ED3F2}" dt="2024-08-10T10:19:08.878" v="1152"/>
        <pc:sldMkLst>
          <pc:docMk/>
          <pc:sldMk cId="2140099278" sldId="2147472389"/>
        </pc:sldMkLst>
      </pc:sldChg>
      <pc:sldChg chg="addSp delSp modSp add mod">
        <pc:chgData name="ARUN KARTHIK ." userId="62a047ea-99a3-445a-a127-bd8840139939" providerId="ADAL" clId="{2300E771-4B7D-4D9C-ADED-A67A217ED3F2}" dt="2024-08-10T10:21:13.005" v="1176" actId="1076"/>
        <pc:sldMkLst>
          <pc:docMk/>
          <pc:sldMk cId="3540831262" sldId="2147472389"/>
        </pc:sldMkLst>
      </pc:sldChg>
      <pc:sldChg chg="addSp delSp modSp add mod">
        <pc:chgData name="ARUN KARTHIK ." userId="62a047ea-99a3-445a-a127-bd8840139939" providerId="ADAL" clId="{2300E771-4B7D-4D9C-ADED-A67A217ED3F2}" dt="2024-08-10T10:28:58.725" v="1271" actId="1076"/>
        <pc:sldMkLst>
          <pc:docMk/>
          <pc:sldMk cId="2312948770" sldId="2147472390"/>
        </pc:sldMkLst>
      </pc:sldChg>
      <pc:sldChg chg="new del">
        <pc:chgData name="ARUN KARTHIK ." userId="62a047ea-99a3-445a-a127-bd8840139939" providerId="ADAL" clId="{2300E771-4B7D-4D9C-ADED-A67A217ED3F2}" dt="2024-08-10T10:21:23.820" v="1184" actId="680"/>
        <pc:sldMkLst>
          <pc:docMk/>
          <pc:sldMk cId="3460439534" sldId="2147472390"/>
        </pc:sldMkLst>
      </pc:sldChg>
      <pc:sldChg chg="addSp delSp modSp add mod ord">
        <pc:chgData name="ARUN KARTHIK ." userId="62a047ea-99a3-445a-a127-bd8840139939" providerId="ADAL" clId="{2300E771-4B7D-4D9C-ADED-A67A217ED3F2}" dt="2024-08-10T10:25:23.869" v="1233" actId="1076"/>
        <pc:sldMkLst>
          <pc:docMk/>
          <pc:sldMk cId="2113927364" sldId="2147472391"/>
        </pc:sldMkLst>
      </pc:sldChg>
      <pc:sldChg chg="addSp modSp add mod">
        <pc:chgData name="ARUN KARTHIK ." userId="62a047ea-99a3-445a-a127-bd8840139939" providerId="ADAL" clId="{2300E771-4B7D-4D9C-ADED-A67A217ED3F2}" dt="2024-08-10T10:25:42.677" v="1238" actId="1076"/>
        <pc:sldMkLst>
          <pc:docMk/>
          <pc:sldMk cId="474539182" sldId="2147472392"/>
        </pc:sldMkLst>
      </pc:sldChg>
      <pc:sldChg chg="addSp delSp modSp add mod">
        <pc:chgData name="ARUN KARTHIK ." userId="62a047ea-99a3-445a-a127-bd8840139939" providerId="ADAL" clId="{2300E771-4B7D-4D9C-ADED-A67A217ED3F2}" dt="2024-08-10T10:26:14.078" v="1249" actId="1076"/>
        <pc:sldMkLst>
          <pc:docMk/>
          <pc:sldMk cId="1453361288" sldId="2147472393"/>
        </pc:sldMkLst>
      </pc:sldChg>
      <pc:sldChg chg="add">
        <pc:chgData name="ARUN KARTHIK ." userId="62a047ea-99a3-445a-a127-bd8840139939" providerId="ADAL" clId="{2300E771-4B7D-4D9C-ADED-A67A217ED3F2}" dt="2024-08-10T10:26:15.696" v="1250"/>
        <pc:sldMkLst>
          <pc:docMk/>
          <pc:sldMk cId="1236470835" sldId="2147472394"/>
        </pc:sldMkLst>
      </pc:sldChg>
      <pc:sldChg chg="addSp delSp modSp add mod">
        <pc:chgData name="ARUN KARTHIK ." userId="62a047ea-99a3-445a-a127-bd8840139939" providerId="ADAL" clId="{2300E771-4B7D-4D9C-ADED-A67A217ED3F2}" dt="2024-08-10T10:26:37.050" v="1257" actId="1076"/>
        <pc:sldMkLst>
          <pc:docMk/>
          <pc:sldMk cId="2746148965" sldId="2147472395"/>
        </pc:sldMkLst>
      </pc:sldChg>
      <pc:sldChg chg="addSp delSp modSp add mod">
        <pc:chgData name="ARUN KARTHIK ." userId="62a047ea-99a3-445a-a127-bd8840139939" providerId="ADAL" clId="{2300E771-4B7D-4D9C-ADED-A67A217ED3F2}" dt="2024-08-10T10:26:49.862" v="1262" actId="14100"/>
        <pc:sldMkLst>
          <pc:docMk/>
          <pc:sldMk cId="2066472572" sldId="2147472396"/>
        </pc:sldMkLst>
      </pc:sldChg>
      <pc:sldChg chg="addSp delSp modSp add mod">
        <pc:chgData name="ARUN KARTHIK ." userId="62a047ea-99a3-445a-a127-bd8840139939" providerId="ADAL" clId="{2300E771-4B7D-4D9C-ADED-A67A217ED3F2}" dt="2024-08-10T10:30:40.815" v="1282" actId="20577"/>
        <pc:sldMkLst>
          <pc:docMk/>
          <pc:sldMk cId="1869701847" sldId="2147472397"/>
        </pc:sldMkLst>
      </pc:sldChg>
      <pc:sldChg chg="addSp delSp modSp add mod">
        <pc:chgData name="ARUN KARTHIK ." userId="62a047ea-99a3-445a-a127-bd8840139939" providerId="ADAL" clId="{2300E771-4B7D-4D9C-ADED-A67A217ED3F2}" dt="2024-08-10T10:31:47.284" v="1297" actId="1076"/>
        <pc:sldMkLst>
          <pc:docMk/>
          <pc:sldMk cId="1117156583" sldId="2147472398"/>
        </pc:sldMkLst>
      </pc:sldChg>
      <pc:sldChg chg="addSp delSp modSp add mod">
        <pc:chgData name="ARUN KARTHIK ." userId="62a047ea-99a3-445a-a127-bd8840139939" providerId="ADAL" clId="{2300E771-4B7D-4D9C-ADED-A67A217ED3F2}" dt="2024-08-10T10:32:40.869" v="1312" actId="1076"/>
        <pc:sldMkLst>
          <pc:docMk/>
          <pc:sldMk cId="1895799069" sldId="2147472399"/>
        </pc:sldMkLst>
      </pc:sldChg>
      <pc:sldChg chg="addSp modSp add mod">
        <pc:chgData name="ARUN KARTHIK ." userId="62a047ea-99a3-445a-a127-bd8840139939" providerId="ADAL" clId="{2300E771-4B7D-4D9C-ADED-A67A217ED3F2}" dt="2024-08-10T10:33:12.264" v="1320" actId="1076"/>
        <pc:sldMkLst>
          <pc:docMk/>
          <pc:sldMk cId="540911146" sldId="2147472400"/>
        </pc:sldMkLst>
      </pc:sldChg>
      <pc:sldChg chg="addSp delSp modSp add mod">
        <pc:chgData name="ARUN KARTHIK ." userId="62a047ea-99a3-445a-a127-bd8840139939" providerId="ADAL" clId="{2300E771-4B7D-4D9C-ADED-A67A217ED3F2}" dt="2024-08-10T10:35:07.877" v="1338" actId="478"/>
        <pc:sldMkLst>
          <pc:docMk/>
          <pc:sldMk cId="3253799392" sldId="2147472401"/>
        </pc:sldMkLst>
      </pc:sldChg>
      <pc:sldChg chg="addSp modSp add mod ord">
        <pc:chgData name="ARUN KARTHIK ." userId="62a047ea-99a3-445a-a127-bd8840139939" providerId="ADAL" clId="{2300E771-4B7D-4D9C-ADED-A67A217ED3F2}" dt="2024-08-10T10:33:00.793" v="1318" actId="1076"/>
        <pc:sldMkLst>
          <pc:docMk/>
          <pc:sldMk cId="961111815" sldId="2147472402"/>
        </pc:sldMkLst>
      </pc:sldChg>
      <pc:sldChg chg="delSp modSp add mod">
        <pc:chgData name="ARUN KARTHIK ." userId="62a047ea-99a3-445a-a127-bd8840139939" providerId="ADAL" clId="{2300E771-4B7D-4D9C-ADED-A67A217ED3F2}" dt="2024-08-10T10:35:05.772" v="1337" actId="1076"/>
        <pc:sldMkLst>
          <pc:docMk/>
          <pc:sldMk cId="96506259" sldId="2147472403"/>
        </pc:sldMkLst>
      </pc:sldChg>
      <pc:sldChg chg="addSp delSp modSp add mod">
        <pc:chgData name="ARUN KARTHIK ." userId="62a047ea-99a3-445a-a127-bd8840139939" providerId="ADAL" clId="{2300E771-4B7D-4D9C-ADED-A67A217ED3F2}" dt="2024-08-10T10:35:24.249" v="1344" actId="14100"/>
        <pc:sldMkLst>
          <pc:docMk/>
          <pc:sldMk cId="1668372818" sldId="2147472404"/>
        </pc:sldMkLst>
      </pc:sldChg>
      <pc:sldChg chg="addSp delSp new mod">
        <pc:chgData name="ARUN KARTHIK ." userId="62a047ea-99a3-445a-a127-bd8840139939" providerId="ADAL" clId="{2300E771-4B7D-4D9C-ADED-A67A217ED3F2}" dt="2024-08-10T11:28:56.053" v="1354"/>
        <pc:sldMkLst>
          <pc:docMk/>
          <pc:sldMk cId="1399068448" sldId="2147472405"/>
        </pc:sldMkLst>
      </pc:sldChg>
      <pc:sldChg chg="addSp delSp add mod">
        <pc:chgData name="ARUN KARTHIK ." userId="62a047ea-99a3-445a-a127-bd8840139939" providerId="ADAL" clId="{2300E771-4B7D-4D9C-ADED-A67A217ED3F2}" dt="2024-08-10T12:08:02.762" v="1360"/>
        <pc:sldMkLst>
          <pc:docMk/>
          <pc:sldMk cId="2736853935" sldId="2147472406"/>
        </pc:sldMkLst>
      </pc:sldChg>
      <pc:sldChg chg="addSp delSp modSp new mod modAnim">
        <pc:chgData name="ARUN KARTHIK ." userId="62a047ea-99a3-445a-a127-bd8840139939" providerId="ADAL" clId="{2300E771-4B7D-4D9C-ADED-A67A217ED3F2}" dt="2024-08-10T12:40:12.895" v="1456"/>
        <pc:sldMkLst>
          <pc:docMk/>
          <pc:sldMk cId="2167753590" sldId="2147472407"/>
        </pc:sldMkLst>
      </pc:sldChg>
      <pc:sldChg chg="addSp delSp modSp new del mod">
        <pc:chgData name="ARUN KARTHIK ." userId="62a047ea-99a3-445a-a127-bd8840139939" providerId="ADAL" clId="{2300E771-4B7D-4D9C-ADED-A67A217ED3F2}" dt="2024-08-10T12:15:20.980" v="1377" actId="47"/>
        <pc:sldMkLst>
          <pc:docMk/>
          <pc:sldMk cId="4120483452" sldId="2147472407"/>
        </pc:sldMkLst>
      </pc:sldChg>
      <pc:sldChg chg="addSp delSp modSp add del mod">
        <pc:chgData name="ARUN KARTHIK ." userId="62a047ea-99a3-445a-a127-bd8840139939" providerId="ADAL" clId="{2300E771-4B7D-4D9C-ADED-A67A217ED3F2}" dt="2024-08-10T12:31:27.535" v="1388" actId="47"/>
        <pc:sldMkLst>
          <pc:docMk/>
          <pc:sldMk cId="312669085" sldId="2147472408"/>
        </pc:sldMkLst>
      </pc:sldChg>
      <pc:sldChg chg="addSp delSp modSp new mod">
        <pc:chgData name="ARUN KARTHIK ." userId="62a047ea-99a3-445a-a127-bd8840139939" providerId="ADAL" clId="{2300E771-4B7D-4D9C-ADED-A67A217ED3F2}" dt="2024-08-10T12:44:51.524" v="1472"/>
        <pc:sldMkLst>
          <pc:docMk/>
          <pc:sldMk cId="804197851" sldId="2147472408"/>
        </pc:sldMkLst>
      </pc:sldChg>
      <pc:sldChg chg="addSp delSp modSp new del mod modAnim">
        <pc:chgData name="ARUN KARTHIK ." userId="62a047ea-99a3-445a-a127-bd8840139939" providerId="ADAL" clId="{2300E771-4B7D-4D9C-ADED-A67A217ED3F2}" dt="2024-08-10T12:31:26.420" v="1387" actId="47"/>
        <pc:sldMkLst>
          <pc:docMk/>
          <pc:sldMk cId="2099800586" sldId="2147472409"/>
        </pc:sldMkLst>
      </pc:sldChg>
      <pc:sldChg chg="addSp delSp modSp new mod">
        <pc:chgData name="ARUN KARTHIK ." userId="62a047ea-99a3-445a-a127-bd8840139939" providerId="ADAL" clId="{2300E771-4B7D-4D9C-ADED-A67A217ED3F2}" dt="2024-08-10T12:43:58.689" v="1466"/>
        <pc:sldMkLst>
          <pc:docMk/>
          <pc:sldMk cId="2364980166" sldId="2147472409"/>
        </pc:sldMkLst>
      </pc:sldChg>
      <pc:sldChg chg="addSp delSp modSp new mod">
        <pc:chgData name="ARUN KARTHIK ." userId="62a047ea-99a3-445a-a127-bd8840139939" providerId="ADAL" clId="{2300E771-4B7D-4D9C-ADED-A67A217ED3F2}" dt="2024-08-10T12:44:51.524" v="1472"/>
        <pc:sldMkLst>
          <pc:docMk/>
          <pc:sldMk cId="2041477310" sldId="2147472410"/>
        </pc:sldMkLst>
      </pc:sldChg>
    </pc:docChg>
  </pc:docChgLst>
  <pc:docChgLst>
    <pc:chgData name="ARUN KARTHIK ." userId="62a047ea-99a3-445a-a127-bd8840139939" providerId="ADAL" clId="{C2903D19-D351-4C50-9190-1EA97962501C}"/>
    <pc:docChg chg="undo custSel addSld modSld">
      <pc:chgData name="ARUN KARTHIK ." userId="62a047ea-99a3-445a-a127-bd8840139939" providerId="ADAL" clId="{C2903D19-D351-4C50-9190-1EA97962501C}" dt="2023-10-28T05:51:10.571" v="26" actId="20577"/>
      <pc:docMkLst>
        <pc:docMk/>
      </pc:docMkLst>
      <pc:sldChg chg="modSp mod">
        <pc:chgData name="ARUN KARTHIK ." userId="62a047ea-99a3-445a-a127-bd8840139939" providerId="ADAL" clId="{C2903D19-D351-4C50-9190-1EA97962501C}" dt="2023-10-28T05:07:07.026" v="0" actId="6549"/>
        <pc:sldMkLst>
          <pc:docMk/>
          <pc:sldMk cId="2961716487" sldId="2147472329"/>
        </pc:sldMkLst>
      </pc:sldChg>
      <pc:sldChg chg="modSp mod">
        <pc:chgData name="ARUN KARTHIK ." userId="62a047ea-99a3-445a-a127-bd8840139939" providerId="ADAL" clId="{C2903D19-D351-4C50-9190-1EA97962501C}" dt="2023-10-28T05:51:10.571" v="26" actId="20577"/>
        <pc:sldMkLst>
          <pc:docMk/>
          <pc:sldMk cId="3091053289" sldId="2147472346"/>
        </pc:sldMkLst>
      </pc:sldChg>
      <pc:sldChg chg="addSp delSp modSp add mod">
        <pc:chgData name="ARUN KARTHIK ." userId="62a047ea-99a3-445a-a127-bd8840139939" providerId="ADAL" clId="{C2903D19-D351-4C50-9190-1EA97962501C}" dt="2023-10-28T05:41:16.157" v="25"/>
        <pc:sldMkLst>
          <pc:docMk/>
          <pc:sldMk cId="2978089624" sldId="2147472362"/>
        </pc:sldMkLst>
      </pc:sldChg>
    </pc:docChg>
  </pc:docChgLst>
  <pc:docChgLst>
    <pc:chgData name="ARUN KARTHIK ." userId="62a047ea-99a3-445a-a127-bd8840139939" providerId="ADAL" clId="{B117A5F2-1886-4A68-8A2E-C944BB049D49}"/>
    <pc:docChg chg="undo custSel addSld delSld modSld">
      <pc:chgData name="ARUN KARTHIK ." userId="62a047ea-99a3-445a-a127-bd8840139939" providerId="ADAL" clId="{B117A5F2-1886-4A68-8A2E-C944BB049D49}" dt="2024-08-03T06:04:28.543" v="57"/>
      <pc:docMkLst>
        <pc:docMk/>
      </pc:docMkLst>
      <pc:sldChg chg="modSp mod">
        <pc:chgData name="ARUN KARTHIK ." userId="62a047ea-99a3-445a-a127-bd8840139939" providerId="ADAL" clId="{B117A5F2-1886-4A68-8A2E-C944BB049D49}" dt="2024-08-03T06:02:08.630" v="30" actId="20577"/>
        <pc:sldMkLst>
          <pc:docMk/>
          <pc:sldMk cId="2487991735" sldId="256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0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1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2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3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4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5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6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7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8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9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0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1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2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3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4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5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6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7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8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9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0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1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2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3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4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5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6"/>
        </pc:sldMkLst>
      </pc:sldChg>
      <pc:sldChg chg="addSp delSp modSp mod">
        <pc:chgData name="ARUN KARTHIK ." userId="62a047ea-99a3-445a-a127-bd8840139939" providerId="ADAL" clId="{B117A5F2-1886-4A68-8A2E-C944BB049D49}" dt="2024-08-03T06:03:53.245" v="56" actId="1076"/>
        <pc:sldMkLst>
          <pc:docMk/>
          <pc:sldMk cId="4252618562" sldId="2147472361"/>
        </pc:sldMkLst>
      </pc:sldChg>
      <pc:sldChg chg="del">
        <pc:chgData name="ARUN KARTHIK ." userId="62a047ea-99a3-445a-a127-bd8840139939" providerId="ADAL" clId="{B117A5F2-1886-4A68-8A2E-C944BB049D49}" dt="2024-08-03T06:02:10.649" v="31" actId="47"/>
        <pc:sldMkLst>
          <pc:docMk/>
          <pc:sldMk cId="2476927650" sldId="2147472363"/>
        </pc:sldMkLst>
      </pc:sldChg>
      <pc:sldChg chg="del">
        <pc:chgData name="ARUN KARTHIK ." userId="62a047ea-99a3-445a-a127-bd8840139939" providerId="ADAL" clId="{B117A5F2-1886-4A68-8A2E-C944BB049D49}" dt="2024-08-03T06:02:10.857" v="32" actId="47"/>
        <pc:sldMkLst>
          <pc:docMk/>
          <pc:sldMk cId="22200761" sldId="2147472364"/>
        </pc:sldMkLst>
      </pc:sldChg>
      <pc:sldChg chg="delSp del mod">
        <pc:chgData name="ARUN KARTHIK ." userId="62a047ea-99a3-445a-a127-bd8840139939" providerId="ADAL" clId="{B117A5F2-1886-4A68-8A2E-C944BB049D49}" dt="2024-08-03T06:03:04.752" v="52" actId="47"/>
        <pc:sldMkLst>
          <pc:docMk/>
          <pc:sldMk cId="410898500" sldId="2147472365"/>
        </pc:sldMkLst>
      </pc:sldChg>
      <pc:sldChg chg="del">
        <pc:chgData name="ARUN KARTHIK ." userId="62a047ea-99a3-445a-a127-bd8840139939" providerId="ADAL" clId="{B117A5F2-1886-4A68-8A2E-C944BB049D49}" dt="2024-08-03T06:02:12.141" v="39" actId="47"/>
        <pc:sldMkLst>
          <pc:docMk/>
          <pc:sldMk cId="3543518052" sldId="2147472366"/>
        </pc:sldMkLst>
      </pc:sldChg>
      <pc:sldChg chg="del">
        <pc:chgData name="ARUN KARTHIK ." userId="62a047ea-99a3-445a-a127-bd8840139939" providerId="ADAL" clId="{B117A5F2-1886-4A68-8A2E-C944BB049D49}" dt="2024-08-03T06:02:11.217" v="33" actId="47"/>
        <pc:sldMkLst>
          <pc:docMk/>
          <pc:sldMk cId="4102070013" sldId="2147472367"/>
        </pc:sldMkLst>
      </pc:sldChg>
      <pc:sldChg chg="del">
        <pc:chgData name="ARUN KARTHIK ." userId="62a047ea-99a3-445a-a127-bd8840139939" providerId="ADAL" clId="{B117A5F2-1886-4A68-8A2E-C944BB049D49}" dt="2024-08-03T06:02:11.581" v="35" actId="47"/>
        <pc:sldMkLst>
          <pc:docMk/>
          <pc:sldMk cId="3553816635" sldId="2147472368"/>
        </pc:sldMkLst>
      </pc:sldChg>
      <pc:sldChg chg="del">
        <pc:chgData name="ARUN KARTHIK ." userId="62a047ea-99a3-445a-a127-bd8840139939" providerId="ADAL" clId="{B117A5F2-1886-4A68-8A2E-C944BB049D49}" dt="2024-08-03T06:02:11.627" v="36" actId="47"/>
        <pc:sldMkLst>
          <pc:docMk/>
          <pc:sldMk cId="3141558004" sldId="2147472369"/>
        </pc:sldMkLst>
      </pc:sldChg>
      <pc:sldChg chg="del">
        <pc:chgData name="ARUN KARTHIK ." userId="62a047ea-99a3-445a-a127-bd8840139939" providerId="ADAL" clId="{B117A5F2-1886-4A68-8A2E-C944BB049D49}" dt="2024-08-03T06:02:11.279" v="34" actId="47"/>
        <pc:sldMkLst>
          <pc:docMk/>
          <pc:sldMk cId="1472615096" sldId="2147472370"/>
        </pc:sldMkLst>
      </pc:sldChg>
      <pc:sldChg chg="del">
        <pc:chgData name="ARUN KARTHIK ." userId="62a047ea-99a3-445a-a127-bd8840139939" providerId="ADAL" clId="{B117A5F2-1886-4A68-8A2E-C944BB049D49}" dt="2024-08-03T06:02:11.823" v="37" actId="47"/>
        <pc:sldMkLst>
          <pc:docMk/>
          <pc:sldMk cId="1401197912" sldId="2147472371"/>
        </pc:sldMkLst>
      </pc:sldChg>
      <pc:sldChg chg="del">
        <pc:chgData name="ARUN KARTHIK ." userId="62a047ea-99a3-445a-a127-bd8840139939" providerId="ADAL" clId="{B117A5F2-1886-4A68-8A2E-C944BB049D49}" dt="2024-08-03T06:02:12.749" v="42" actId="47"/>
        <pc:sldMkLst>
          <pc:docMk/>
          <pc:sldMk cId="3125410914" sldId="2147472372"/>
        </pc:sldMkLst>
      </pc:sldChg>
      <pc:sldChg chg="del">
        <pc:chgData name="ARUN KARTHIK ." userId="62a047ea-99a3-445a-a127-bd8840139939" providerId="ADAL" clId="{B117A5F2-1886-4A68-8A2E-C944BB049D49}" dt="2024-08-03T06:02:12.953" v="43" actId="47"/>
        <pc:sldMkLst>
          <pc:docMk/>
          <pc:sldMk cId="2428253262" sldId="2147472373"/>
        </pc:sldMkLst>
      </pc:sldChg>
      <pc:sldChg chg="del">
        <pc:chgData name="ARUN KARTHIK ." userId="62a047ea-99a3-445a-a127-bd8840139939" providerId="ADAL" clId="{B117A5F2-1886-4A68-8A2E-C944BB049D49}" dt="2024-08-03T06:02:13.149" v="44" actId="47"/>
        <pc:sldMkLst>
          <pc:docMk/>
          <pc:sldMk cId="2481192230" sldId="2147472374"/>
        </pc:sldMkLst>
      </pc:sldChg>
      <pc:sldChg chg="del">
        <pc:chgData name="ARUN KARTHIK ." userId="62a047ea-99a3-445a-a127-bd8840139939" providerId="ADAL" clId="{B117A5F2-1886-4A68-8A2E-C944BB049D49}" dt="2024-08-03T06:02:13.335" v="45" actId="47"/>
        <pc:sldMkLst>
          <pc:docMk/>
          <pc:sldMk cId="2449063953" sldId="2147472375"/>
        </pc:sldMkLst>
      </pc:sldChg>
      <pc:sldChg chg="del">
        <pc:chgData name="ARUN KARTHIK ." userId="62a047ea-99a3-445a-a127-bd8840139939" providerId="ADAL" clId="{B117A5F2-1886-4A68-8A2E-C944BB049D49}" dt="2024-08-03T06:02:13.542" v="46" actId="47"/>
        <pc:sldMkLst>
          <pc:docMk/>
          <pc:sldMk cId="920283376" sldId="2147472376"/>
        </pc:sldMkLst>
      </pc:sldChg>
      <pc:sldChg chg="del">
        <pc:chgData name="ARUN KARTHIK ." userId="62a047ea-99a3-445a-a127-bd8840139939" providerId="ADAL" clId="{B117A5F2-1886-4A68-8A2E-C944BB049D49}" dt="2024-08-03T06:02:13.946" v="48" actId="47"/>
        <pc:sldMkLst>
          <pc:docMk/>
          <pc:sldMk cId="3357857050" sldId="2147472377"/>
        </pc:sldMkLst>
      </pc:sldChg>
    </pc:docChg>
  </pc:docChgLst>
  <pc:docChgLst>
    <pc:chgData name="ARUN KARTHIK ." userId="62a047ea-99a3-445a-a127-bd8840139939" providerId="ADAL" clId="{1E126722-D3AF-42B1-AD4D-07271E8E1D54}"/>
    <pc:docChg chg="undo custSel addSld delSld modSld">
      <pc:chgData name="ARUN KARTHIK ." userId="62a047ea-99a3-445a-a127-bd8840139939" providerId="ADAL" clId="{1E126722-D3AF-42B1-AD4D-07271E8E1D54}" dt="2024-06-15T10:30:38.344" v="410"/>
      <pc:docMkLst>
        <pc:docMk/>
      </pc:docMkLst>
      <pc:sldChg chg="modSp mod">
        <pc:chgData name="ARUN KARTHIK ." userId="62a047ea-99a3-445a-a127-bd8840139939" providerId="ADAL" clId="{1E126722-D3AF-42B1-AD4D-07271E8E1D54}" dt="2024-06-15T08:24:12.870" v="21" actId="20577"/>
        <pc:sldMkLst>
          <pc:docMk/>
          <pc:sldMk cId="2487991735" sldId="256"/>
        </pc:sldMkLst>
      </pc:sldChg>
      <pc:sldChg chg="delSp modSp mod">
        <pc:chgData name="ARUN KARTHIK ." userId="62a047ea-99a3-445a-a127-bd8840139939" providerId="ADAL" clId="{1E126722-D3AF-42B1-AD4D-07271E8E1D54}" dt="2024-06-15T08:26:55.935" v="66" actId="478"/>
        <pc:sldMkLst>
          <pc:docMk/>
          <pc:sldMk cId="2093432532" sldId="2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981144513" sldId="214747229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06636162" sldId="214747229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470488274" sldId="214747230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0480413" sldId="214747230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60295635" sldId="214747230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4326647" sldId="214747230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162049918" sldId="2147472309"/>
        </pc:sldMkLst>
      </pc:sldChg>
      <pc:sldChg chg="modSp modAnim">
        <pc:chgData name="ARUN KARTHIK ." userId="62a047ea-99a3-445a-a127-bd8840139939" providerId="ADAL" clId="{1E126722-D3AF-42B1-AD4D-07271E8E1D54}" dt="2024-06-15T08:27:34.468" v="69"/>
        <pc:sldMkLst>
          <pc:docMk/>
          <pc:sldMk cId="2255416091" sldId="2147472317"/>
        </pc:sldMkLst>
      </pc:sldChg>
      <pc:sldChg chg="addSp delSp modSp mod delAnim">
        <pc:chgData name="ARUN KARTHIK ." userId="62a047ea-99a3-445a-a127-bd8840139939" providerId="ADAL" clId="{1E126722-D3AF-42B1-AD4D-07271E8E1D54}" dt="2024-06-15T08:29:28.882" v="113" actId="20577"/>
        <pc:sldMkLst>
          <pc:docMk/>
          <pc:sldMk cId="603800340" sldId="214747231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4803936" sldId="214747232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31893227" sldId="214747232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24199110" sldId="214747232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790967337" sldId="214747232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1716487" sldId="214747232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536423590" sldId="214747233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161333238" sldId="214747233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533569582" sldId="214747233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808448036" sldId="214747233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33555137" sldId="214747233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92123453" sldId="214747233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50700426" sldId="214747233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378988986" sldId="214747233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9796815" sldId="214747233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631722811" sldId="214747234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659761723" sldId="214747234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78676749" sldId="214747234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905182876" sldId="214747234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080593602" sldId="214747234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091053289" sldId="214747234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678934189" sldId="214747234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8265028" sldId="214747234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46333885" sldId="214747234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20597673" sldId="214747235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66650018" sldId="214747235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809350670" sldId="214747235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50325423" sldId="214747235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4618606" sldId="214747235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29455799" sldId="214747235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414215677" sldId="214747235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21248961" sldId="21474723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51242298" sldId="214747235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03303874" sldId="2147472359"/>
        </pc:sldMkLst>
      </pc:sldChg>
      <pc:sldChg chg="delSp mod">
        <pc:chgData name="ARUN KARTHIK ." userId="62a047ea-99a3-445a-a127-bd8840139939" providerId="ADAL" clId="{1E126722-D3AF-42B1-AD4D-07271E8E1D54}" dt="2024-06-15T08:27:43.232" v="71" actId="478"/>
        <pc:sldMkLst>
          <pc:docMk/>
          <pc:sldMk cId="4252618562" sldId="2147472361"/>
        </pc:sldMkLst>
      </pc:sldChg>
      <pc:sldChg chg="addSp delSp modSp add mod">
        <pc:chgData name="ARUN KARTHIK ." userId="62a047ea-99a3-445a-a127-bd8840139939" providerId="ADAL" clId="{1E126722-D3AF-42B1-AD4D-07271E8E1D54}" dt="2024-06-15T09:05:00.388" v="279"/>
        <pc:sldMkLst>
          <pc:docMk/>
          <pc:sldMk cId="1071382573" sldId="214747236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78089624" sldId="2147472362"/>
        </pc:sldMkLst>
      </pc:sldChg>
      <pc:sldChg chg="addSp delSp modSp add mod">
        <pc:chgData name="ARUN KARTHIK ." userId="62a047ea-99a3-445a-a127-bd8840139939" providerId="ADAL" clId="{1E126722-D3AF-42B1-AD4D-07271E8E1D54}" dt="2024-06-15T09:54:31.465" v="405"/>
        <pc:sldMkLst>
          <pc:docMk/>
          <pc:sldMk cId="277764760" sldId="214747236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783640296" sldId="2147472363"/>
        </pc:sldMkLst>
      </pc:sldChg>
      <pc:sldChg chg="addSp modSp add mod">
        <pc:chgData name="ARUN KARTHIK ." userId="62a047ea-99a3-445a-a127-bd8840139939" providerId="ADAL" clId="{1E126722-D3AF-42B1-AD4D-07271E8E1D54}" dt="2024-06-15T10:19:59.846" v="407"/>
        <pc:sldMkLst>
          <pc:docMk/>
          <pc:sldMk cId="1903466361" sldId="214747236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1E126722-D3AF-42B1-AD4D-07271E8E1D54}" dt="2024-06-15T10:30:38.344" v="410"/>
        <pc:sldMkLst>
          <pc:docMk/>
          <pc:sldMk cId="770342137" sldId="214747236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223650770" sldId="2147472365"/>
        </pc:sldMkLst>
      </pc:sldChg>
      <pc:sldChg chg="addSp modSp add mod">
        <pc:chgData name="ARUN KARTHIK ." userId="62a047ea-99a3-445a-a127-bd8840139939" providerId="ADAL" clId="{1E126722-D3AF-42B1-AD4D-07271E8E1D54}" dt="2024-06-15T08:37:50.786" v="236" actId="14100"/>
        <pc:sldMkLst>
          <pc:docMk/>
          <pc:sldMk cId="2185375664" sldId="2147472366"/>
        </pc:sldMkLst>
      </pc:sldChg>
      <pc:sldChg chg="addSp modSp add mod">
        <pc:chgData name="ARUN KARTHIK ." userId="62a047ea-99a3-445a-a127-bd8840139939" providerId="ADAL" clId="{1E126722-D3AF-42B1-AD4D-07271E8E1D54}" dt="2024-06-15T10:30:38.344" v="410"/>
        <pc:sldMkLst>
          <pc:docMk/>
          <pc:sldMk cId="944827065" sldId="2147472367"/>
        </pc:sldMkLst>
      </pc:sldChg>
      <pc:sldChg chg="addSp modSp add mod">
        <pc:chgData name="ARUN KARTHIK ." userId="62a047ea-99a3-445a-a127-bd8840139939" providerId="ADAL" clId="{1E126722-D3AF-42B1-AD4D-07271E8E1D54}" dt="2024-06-15T08:39:09.630" v="249" actId="14100"/>
        <pc:sldMkLst>
          <pc:docMk/>
          <pc:sldMk cId="3252232318" sldId="2147472368"/>
        </pc:sldMkLst>
      </pc:sldChg>
      <pc:sldChg chg="add">
        <pc:chgData name="ARUN KARTHIK ." userId="62a047ea-99a3-445a-a127-bd8840139939" providerId="ADAL" clId="{1E126722-D3AF-42B1-AD4D-07271E8E1D54}" dt="2024-06-15T08:30:32.137" v="141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1E126722-D3AF-42B1-AD4D-07271E8E1D54}" dt="2024-06-15T08:30:32.276" v="142"/>
        <pc:sldMkLst>
          <pc:docMk/>
          <pc:sldMk cId="2918518219" sldId="2147472370"/>
        </pc:sldMkLst>
      </pc:sldChg>
      <pc:sldChg chg="addSp delSp modSp add">
        <pc:chgData name="ARUN KARTHIK ." userId="62a047ea-99a3-445a-a127-bd8840139939" providerId="ADAL" clId="{1E126722-D3AF-42B1-AD4D-07271E8E1D54}" dt="2024-06-15T10:19:59.846" v="407"/>
        <pc:sldMkLst>
          <pc:docMk/>
          <pc:sldMk cId="1540426061" sldId="2147472371"/>
        </pc:sldMkLst>
      </pc:sldChg>
      <pc:sldChg chg="addSp delSp modSp add mod">
        <pc:chgData name="ARUN KARTHIK ." userId="62a047ea-99a3-445a-a127-bd8840139939" providerId="ADAL" clId="{1E126722-D3AF-42B1-AD4D-07271E8E1D54}" dt="2024-06-15T08:40:11.197" v="266" actId="1076"/>
        <pc:sldMkLst>
          <pc:docMk/>
          <pc:sldMk cId="2111280575" sldId="2147472372"/>
        </pc:sldMkLst>
      </pc:sldChg>
      <pc:sldChg chg="addSp delSp modSp add mod">
        <pc:chgData name="ARUN KARTHIK ." userId="62a047ea-99a3-445a-a127-bd8840139939" providerId="ADAL" clId="{1E126722-D3AF-42B1-AD4D-07271E8E1D54}" dt="2024-06-15T08:40:43.437" v="275" actId="1076"/>
        <pc:sldMkLst>
          <pc:docMk/>
          <pc:sldMk cId="3976756508" sldId="2147472373"/>
        </pc:sldMkLst>
      </pc:sldChg>
      <pc:sldChg chg="addSp new">
        <pc:chgData name="ARUN KARTHIK ." userId="62a047ea-99a3-445a-a127-bd8840139939" providerId="ADAL" clId="{1E126722-D3AF-42B1-AD4D-07271E8E1D54}" dt="2024-06-15T08:59:36.576" v="277"/>
        <pc:sldMkLst>
          <pc:docMk/>
          <pc:sldMk cId="941017616" sldId="2147472374"/>
        </pc:sldMkLst>
      </pc:sldChg>
      <pc:sldChg chg="addSp new">
        <pc:chgData name="ARUN KARTHIK ." userId="62a047ea-99a3-445a-a127-bd8840139939" providerId="ADAL" clId="{1E126722-D3AF-42B1-AD4D-07271E8E1D54}" dt="2024-06-15T09:05:00.388" v="279"/>
        <pc:sldMkLst>
          <pc:docMk/>
          <pc:sldMk cId="1855895382" sldId="2147472375"/>
        </pc:sldMkLst>
      </pc:sldChg>
      <pc:sldChg chg="addSp modSp new">
        <pc:chgData name="ARUN KARTHIK ." userId="62a047ea-99a3-445a-a127-bd8840139939" providerId="ADAL" clId="{1E126722-D3AF-42B1-AD4D-07271E8E1D54}" dt="2024-06-15T09:07:18.055" v="287"/>
        <pc:sldMkLst>
          <pc:docMk/>
          <pc:sldMk cId="1843801971" sldId="2147472376"/>
        </pc:sldMkLst>
      </pc:sldChg>
      <pc:sldChg chg="addSp modSp new mod">
        <pc:chgData name="ARUN KARTHIK ." userId="62a047ea-99a3-445a-a127-bd8840139939" providerId="ADAL" clId="{1E126722-D3AF-42B1-AD4D-07271E8E1D54}" dt="2024-06-15T09:08:10.979" v="298" actId="1076"/>
        <pc:sldMkLst>
          <pc:docMk/>
          <pc:sldMk cId="1577339389" sldId="2147472377"/>
        </pc:sldMkLst>
      </pc:sldChg>
      <pc:sldChg chg="addSp delSp modSp new mod">
        <pc:chgData name="ARUN KARTHIK ." userId="62a047ea-99a3-445a-a127-bd8840139939" providerId="ADAL" clId="{1E126722-D3AF-42B1-AD4D-07271E8E1D54}" dt="2024-06-15T09:23:20.131" v="383" actId="1582"/>
        <pc:sldMkLst>
          <pc:docMk/>
          <pc:sldMk cId="3995010085" sldId="2147472378"/>
        </pc:sldMkLst>
      </pc:sldChg>
      <pc:sldChg chg="addSp delSp modSp add mod">
        <pc:chgData name="ARUN KARTHIK ." userId="62a047ea-99a3-445a-a127-bd8840139939" providerId="ADAL" clId="{1E126722-D3AF-42B1-AD4D-07271E8E1D54}" dt="2024-06-15T09:26:24.430" v="402"/>
        <pc:sldMkLst>
          <pc:docMk/>
          <pc:sldMk cId="113361996" sldId="2147472379"/>
        </pc:sldMkLst>
      </pc:sldChg>
      <pc:sldChg chg="addSp delSp modSp add mod">
        <pc:chgData name="ARUN KARTHIK ." userId="62a047ea-99a3-445a-a127-bd8840139939" providerId="ADAL" clId="{1E126722-D3AF-42B1-AD4D-07271E8E1D54}" dt="2024-06-15T09:25:31.961" v="401"/>
        <pc:sldMkLst>
          <pc:docMk/>
          <pc:sldMk cId="2195800177" sldId="2147472380"/>
        </pc:sldMkLst>
      </pc:sldChg>
      <pc:sldChg chg="addSp new">
        <pc:chgData name="ARUN KARTHIK ." userId="62a047ea-99a3-445a-a127-bd8840139939" providerId="ADAL" clId="{1E126722-D3AF-42B1-AD4D-07271E8E1D54}" dt="2024-06-15T09:36:53.045" v="404"/>
        <pc:sldMkLst>
          <pc:docMk/>
          <pc:sldMk cId="3475647193" sldId="2147472381"/>
        </pc:sldMkLst>
      </pc:sldChg>
      <pc:sldChg chg="addSp new">
        <pc:chgData name="ARUN KARTHIK ." userId="62a047ea-99a3-445a-a127-bd8840139939" providerId="ADAL" clId="{1E126722-D3AF-42B1-AD4D-07271E8E1D54}" dt="2024-06-15T10:19:59.846" v="407"/>
        <pc:sldMkLst>
          <pc:docMk/>
          <pc:sldMk cId="4191511362" sldId="2147472382"/>
        </pc:sldMkLst>
      </pc:sldChg>
      <pc:sldChg chg="addSp delSp add mod">
        <pc:chgData name="ARUN KARTHIK ." userId="62a047ea-99a3-445a-a127-bd8840139939" providerId="ADAL" clId="{1E126722-D3AF-42B1-AD4D-07271E8E1D54}" dt="2024-06-15T10:30:38.344" v="410"/>
        <pc:sldMkLst>
          <pc:docMk/>
          <pc:sldMk cId="3105783908" sldId="2147472383"/>
        </pc:sldMkLst>
      </pc:sldChg>
    </pc:docChg>
  </pc:docChgLst>
  <pc:docChgLst>
    <pc:chgData name="ARUN KARTHIK ." userId="62a047ea-99a3-445a-a127-bd8840139939" providerId="ADAL" clId="{9B7F336A-8864-4AD2-B676-87EF0E6FCA20}"/>
    <pc:docChg chg="undo custSel addSld delSld modSld">
      <pc:chgData name="ARUN KARTHIK ." userId="62a047ea-99a3-445a-a127-bd8840139939" providerId="ADAL" clId="{9B7F336A-8864-4AD2-B676-87EF0E6FCA20}" dt="2024-08-30T10:17:21.243" v="216" actId="1076"/>
      <pc:docMkLst>
        <pc:docMk/>
      </pc:docMkLst>
      <pc:sldChg chg="modSp mod">
        <pc:chgData name="ARUN KARTHIK ." userId="62a047ea-99a3-445a-a127-bd8840139939" providerId="ADAL" clId="{9B7F336A-8864-4AD2-B676-87EF0E6FCA20}" dt="2024-08-30T08:30:01.955" v="46" actId="20577"/>
        <pc:sldMkLst>
          <pc:docMk/>
          <pc:sldMk cId="2487991735" sldId="256"/>
        </pc:sldMkLst>
      </pc:sldChg>
      <pc:sldChg chg="add del">
        <pc:chgData name="ARUN KARTHIK ." userId="62a047ea-99a3-445a-a127-bd8840139939" providerId="ADAL" clId="{9B7F336A-8864-4AD2-B676-87EF0E6FCA20}" dt="2024-08-30T08:28:39.379" v="9" actId="47"/>
        <pc:sldMkLst>
          <pc:docMk/>
          <pc:sldMk cId="0" sldId="257"/>
        </pc:sldMkLst>
      </pc:sldChg>
      <pc:sldChg chg="addSp add">
        <pc:chgData name="ARUN KARTHIK ." userId="62a047ea-99a3-445a-a127-bd8840139939" providerId="ADAL" clId="{9B7F336A-8864-4AD2-B676-87EF0E6FCA20}" dt="2024-08-30T08:59:51.893" v="94"/>
        <pc:sldMkLst>
          <pc:docMk/>
          <pc:sldMk cId="0" sldId="258"/>
        </pc:sldMkLst>
      </pc:sldChg>
      <pc:sldChg chg="add">
        <pc:chgData name="ARUN KARTHIK ." userId="62a047ea-99a3-445a-a127-bd8840139939" providerId="ADAL" clId="{9B7F336A-8864-4AD2-B676-87EF0E6FCA20}" dt="2024-08-30T08:28:36.936" v="3"/>
        <pc:sldMkLst>
          <pc:docMk/>
          <pc:sldMk cId="0" sldId="259"/>
        </pc:sldMkLst>
      </pc:sldChg>
      <pc:sldChg chg="addSp modSp add mod">
        <pc:chgData name="ARUN KARTHIK ." userId="62a047ea-99a3-445a-a127-bd8840139939" providerId="ADAL" clId="{9B7F336A-8864-4AD2-B676-87EF0E6FCA20}" dt="2024-08-30T10:09:29.392" v="188"/>
        <pc:sldMkLst>
          <pc:docMk/>
          <pc:sldMk cId="0" sldId="260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261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262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263"/>
        </pc:sldMkLst>
      </pc:sldChg>
      <pc:sldChg chg="add">
        <pc:chgData name="ARUN KARTHIK ." userId="62a047ea-99a3-445a-a127-bd8840139939" providerId="ADAL" clId="{9B7F336A-8864-4AD2-B676-87EF0E6FCA20}" dt="2024-08-30T08:28:36.936" v="3"/>
        <pc:sldMkLst>
          <pc:docMk/>
          <pc:sldMk cId="0" sldId="264"/>
        </pc:sldMkLst>
      </pc:sldChg>
      <pc:sldChg chg="add">
        <pc:chgData name="ARUN KARTHIK ." userId="62a047ea-99a3-445a-a127-bd8840139939" providerId="ADAL" clId="{9B7F336A-8864-4AD2-B676-87EF0E6FCA20}" dt="2024-08-30T08:28:36.936" v="3"/>
        <pc:sldMkLst>
          <pc:docMk/>
          <pc:sldMk cId="0" sldId="265"/>
        </pc:sldMkLst>
      </pc:sldChg>
      <pc:sldChg chg="modSp add mod">
        <pc:chgData name="ARUN KARTHIK ." userId="62a047ea-99a3-445a-a127-bd8840139939" providerId="ADAL" clId="{9B7F336A-8864-4AD2-B676-87EF0E6FCA20}" dt="2024-08-30T08:28:37.028" v="5" actId="27636"/>
        <pc:sldMkLst>
          <pc:docMk/>
          <pc:sldMk cId="0" sldId="266"/>
        </pc:sldMkLst>
      </pc:sldChg>
      <pc:sldChg chg="modSp add mod">
        <pc:chgData name="ARUN KARTHIK ." userId="62a047ea-99a3-445a-a127-bd8840139939" providerId="ADAL" clId="{9B7F336A-8864-4AD2-B676-87EF0E6FCA20}" dt="2024-08-30T08:28:37.038" v="6" actId="27636"/>
        <pc:sldMkLst>
          <pc:docMk/>
          <pc:sldMk cId="0" sldId="267"/>
        </pc:sldMkLst>
      </pc:sldChg>
      <pc:sldChg chg="modSp add mod">
        <pc:chgData name="ARUN KARTHIK ." userId="62a047ea-99a3-445a-a127-bd8840139939" providerId="ADAL" clId="{9B7F336A-8864-4AD2-B676-87EF0E6FCA20}" dt="2024-08-30T08:28:37.044" v="7" actId="27636"/>
        <pc:sldMkLst>
          <pc:docMk/>
          <pc:sldMk cId="0" sldId="268"/>
        </pc:sldMkLst>
      </pc:sldChg>
      <pc:sldChg chg="modSp add mod">
        <pc:chgData name="ARUN KARTHIK ." userId="62a047ea-99a3-445a-a127-bd8840139939" providerId="ADAL" clId="{9B7F336A-8864-4AD2-B676-87EF0E6FCA20}" dt="2024-08-30T08:28:37.051" v="8" actId="27636"/>
        <pc:sldMkLst>
          <pc:docMk/>
          <pc:sldMk cId="0" sldId="269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293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294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295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296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298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01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04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09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14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17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31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47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48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49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368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369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70"/>
        </pc:sldMkLst>
      </pc:sldChg>
      <pc:sldChg chg="addSp add">
        <pc:chgData name="ARUN KARTHIK ." userId="62a047ea-99a3-445a-a127-bd8840139939" providerId="ADAL" clId="{9B7F336A-8864-4AD2-B676-87EF0E6FCA20}" dt="2024-08-30T10:09:29.392" v="188"/>
        <pc:sldMkLst>
          <pc:docMk/>
          <pc:sldMk cId="0" sldId="371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72"/>
        </pc:sldMkLst>
      </pc:sldChg>
      <pc:sldChg chg="add">
        <pc:chgData name="ARUN KARTHIK ." userId="62a047ea-99a3-445a-a127-bd8840139939" providerId="ADAL" clId="{9B7F336A-8864-4AD2-B676-87EF0E6FCA20}" dt="2024-08-30T08:31:34.914" v="47"/>
        <pc:sldMkLst>
          <pc:docMk/>
          <pc:sldMk cId="0" sldId="373"/>
        </pc:sldMkLst>
      </pc:sldChg>
      <pc:sldChg chg="addSp delSp modSp new mod">
        <pc:chgData name="ARUN KARTHIK ." userId="62a047ea-99a3-445a-a127-bd8840139939" providerId="ADAL" clId="{9B7F336A-8864-4AD2-B676-87EF0E6FCA20}" dt="2024-08-30T08:34:14.374" v="63" actId="1076"/>
        <pc:sldMkLst>
          <pc:docMk/>
          <pc:sldMk cId="3586635636" sldId="374"/>
        </pc:sldMkLst>
      </pc:sldChg>
      <pc:sldChg chg="addSp delSp modSp new mod">
        <pc:chgData name="ARUN KARTHIK ." userId="62a047ea-99a3-445a-a127-bd8840139939" providerId="ADAL" clId="{9B7F336A-8864-4AD2-B676-87EF0E6FCA20}" dt="2024-08-30T08:37:11.617" v="76" actId="14100"/>
        <pc:sldMkLst>
          <pc:docMk/>
          <pc:sldMk cId="622226362" sldId="375"/>
        </pc:sldMkLst>
      </pc:sldChg>
      <pc:sldChg chg="addSp delSp modSp add mod">
        <pc:chgData name="ARUN KARTHIK ." userId="62a047ea-99a3-445a-a127-bd8840139939" providerId="ADAL" clId="{9B7F336A-8864-4AD2-B676-87EF0E6FCA20}" dt="2024-08-30T09:22:42.464" v="186"/>
        <pc:sldMkLst>
          <pc:docMk/>
          <pc:sldMk cId="574314217" sldId="376"/>
        </pc:sldMkLst>
      </pc:sldChg>
      <pc:sldChg chg="addSp delSp new mod">
        <pc:chgData name="ARUN KARTHIK ." userId="62a047ea-99a3-445a-a127-bd8840139939" providerId="ADAL" clId="{9B7F336A-8864-4AD2-B676-87EF0E6FCA20}" dt="2024-08-30T08:59:51.893" v="94"/>
        <pc:sldMkLst>
          <pc:docMk/>
          <pc:sldMk cId="3971593077" sldId="377"/>
        </pc:sldMkLst>
      </pc:sldChg>
      <pc:sldChg chg="addSp delSp modSp new mod">
        <pc:chgData name="ARUN KARTHIK ." userId="62a047ea-99a3-445a-a127-bd8840139939" providerId="ADAL" clId="{9B7F336A-8864-4AD2-B676-87EF0E6FCA20}" dt="2024-08-30T09:11:48.215" v="176"/>
        <pc:sldMkLst>
          <pc:docMk/>
          <pc:sldMk cId="3848968646" sldId="378"/>
        </pc:sldMkLst>
      </pc:sldChg>
      <pc:sldChg chg="addSp delSp modSp new mod">
        <pc:chgData name="ARUN KARTHIK ." userId="62a047ea-99a3-445a-a127-bd8840139939" providerId="ADAL" clId="{9B7F336A-8864-4AD2-B676-87EF0E6FCA20}" dt="2024-08-30T09:20:54.102" v="184"/>
        <pc:sldMkLst>
          <pc:docMk/>
          <pc:sldMk cId="4110749473" sldId="379"/>
        </pc:sldMkLst>
      </pc:sldChg>
      <pc:sldChg chg="addSp new">
        <pc:chgData name="ARUN KARTHIK ." userId="62a047ea-99a3-445a-a127-bd8840139939" providerId="ADAL" clId="{9B7F336A-8864-4AD2-B676-87EF0E6FCA20}" dt="2024-08-30T09:22:42.464" v="186"/>
        <pc:sldMkLst>
          <pc:docMk/>
          <pc:sldMk cId="2282893680" sldId="380"/>
        </pc:sldMkLst>
      </pc:sldChg>
      <pc:sldChg chg="addSp new">
        <pc:chgData name="ARUN KARTHIK ." userId="62a047ea-99a3-445a-a127-bd8840139939" providerId="ADAL" clId="{9B7F336A-8864-4AD2-B676-87EF0E6FCA20}" dt="2024-08-30T10:09:29.392" v="188"/>
        <pc:sldMkLst>
          <pc:docMk/>
          <pc:sldMk cId="2749357090" sldId="381"/>
        </pc:sldMkLst>
      </pc:sldChg>
      <pc:sldChg chg="addSp delSp modSp new mod">
        <pc:chgData name="ARUN KARTHIK ." userId="62a047ea-99a3-445a-a127-bd8840139939" providerId="ADAL" clId="{9B7F336A-8864-4AD2-B676-87EF0E6FCA20}" dt="2024-08-30T10:17:21.243" v="216" actId="1076"/>
        <pc:sldMkLst>
          <pc:docMk/>
          <pc:sldMk cId="788845732" sldId="38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4252618562" sldId="2147472361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421474102" sldId="214747236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4168721080" sldId="2147472363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044103150" sldId="2147472364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970995464" sldId="2147472365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543518052" sldId="2147472366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620553551" sldId="2147472367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819371886" sldId="2147472368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548683965" sldId="2147472369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4111662257" sldId="2147472370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142262224" sldId="2147472371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777166991" sldId="214747237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66761057" sldId="2147472373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355072385" sldId="2147472374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487719019" sldId="2147472375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089551357" sldId="2147472376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975002370" sldId="2147472377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794081513" sldId="2147472378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802152035" sldId="2147472379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477615367" sldId="2147472380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57703861" sldId="2147472381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031889850" sldId="214747238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700146145" sldId="2147472383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268246114" sldId="2147472384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640789840" sldId="2147472385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478306711" sldId="2147472386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588407438" sldId="2147472387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909346952" sldId="2147472388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540831262" sldId="2147472389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312948770" sldId="2147472390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113927364" sldId="2147472391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474539182" sldId="214747239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453361288" sldId="2147472393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236470835" sldId="2147472394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746148965" sldId="2147472395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066472572" sldId="2147472396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869701847" sldId="2147472397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117156583" sldId="2147472398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895799069" sldId="2147472399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540911146" sldId="2147472400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3253799392" sldId="2147472401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961111815" sldId="2147472402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96506259" sldId="2147472403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668372818" sldId="2147472404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1399068448" sldId="2147472405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736853935" sldId="2147472406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167753590" sldId="2147472407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804197851" sldId="2147472408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364980166" sldId="2147472409"/>
        </pc:sldMkLst>
      </pc:sldChg>
      <pc:sldChg chg="del">
        <pc:chgData name="ARUN KARTHIK ." userId="62a047ea-99a3-445a-a127-bd8840139939" providerId="ADAL" clId="{9B7F336A-8864-4AD2-B676-87EF0E6FCA20}" dt="2024-08-30T08:28:24.949" v="0" actId="47"/>
        <pc:sldMkLst>
          <pc:docMk/>
          <pc:sldMk cId="2041477310" sldId="2147472410"/>
        </pc:sldMkLst>
      </pc:sldChg>
    </pc:docChg>
  </pc:docChgLst>
  <pc:docChgLst>
    <pc:chgData name="ARUN KARTHIK ." userId="62a047ea-99a3-445a-a127-bd8840139939" providerId="ADAL" clId="{67DA7673-998F-4451-8B56-1FA0EBACFECB}"/>
    <pc:docChg chg="custSel modSld">
      <pc:chgData name="ARUN KARTHIK ." userId="62a047ea-99a3-445a-a127-bd8840139939" providerId="ADAL" clId="{67DA7673-998F-4451-8B56-1FA0EBACFECB}" dt="2025-02-09T06:38:22.861" v="1" actId="478"/>
      <pc:docMkLst>
        <pc:docMk/>
      </pc:docMkLst>
      <pc:sldChg chg="delSp mod">
        <pc:chgData name="ARUN KARTHIK ." userId="62a047ea-99a3-445a-a127-bd8840139939" providerId="ADAL" clId="{67DA7673-998F-4451-8B56-1FA0EBACFECB}" dt="2025-02-09T06:38:22.861" v="1" actId="478"/>
        <pc:sldMkLst>
          <pc:docMk/>
          <pc:sldMk cId="2694511544" sldId="392"/>
        </pc:sldMkLst>
        <pc:spChg chg="del">
          <ac:chgData name="ARUN KARTHIK ." userId="62a047ea-99a3-445a-a127-bd8840139939" providerId="ADAL" clId="{67DA7673-998F-4451-8B56-1FA0EBACFECB}" dt="2025-02-09T06:38:22.861" v="1" actId="478"/>
          <ac:spMkLst>
            <pc:docMk/>
            <pc:sldMk cId="2694511544" sldId="392"/>
            <ac:spMk id="2" creationId="{0CA53B5A-63E2-04C7-EE16-27F7558013BF}"/>
          </ac:spMkLst>
        </pc:spChg>
        <pc:spChg chg="del">
          <ac:chgData name="ARUN KARTHIK ." userId="62a047ea-99a3-445a-a127-bd8840139939" providerId="ADAL" clId="{67DA7673-998F-4451-8B56-1FA0EBACFECB}" dt="2025-02-09T06:38:21.472" v="0" actId="478"/>
          <ac:spMkLst>
            <pc:docMk/>
            <pc:sldMk cId="2694511544" sldId="392"/>
            <ac:spMk id="3" creationId="{5451094D-94AC-32EE-2E8D-66A1B9908888}"/>
          </ac:spMkLst>
        </pc:spChg>
      </pc:sldChg>
    </pc:docChg>
  </pc:docChgLst>
  <pc:docChgLst>
    <pc:chgData name="ARUN KARTHIK ." userId="62a047ea-99a3-445a-a127-bd8840139939" providerId="ADAL" clId="{C3B361B6-8B5B-4DC8-B0DF-B46D53A980C4}"/>
    <pc:docChg chg="undo custSel addSld delSld modSld">
      <pc:chgData name="ARUN KARTHIK ." userId="62a047ea-99a3-445a-a127-bd8840139939" providerId="ADAL" clId="{C3B361B6-8B5B-4DC8-B0DF-B46D53A980C4}" dt="2024-09-13T11:21:35.319" v="137"/>
      <pc:docMkLst>
        <pc:docMk/>
      </pc:docMkLst>
      <pc:sldChg chg="modSp mod">
        <pc:chgData name="ARUN KARTHIK ." userId="62a047ea-99a3-445a-a127-bd8840139939" providerId="ADAL" clId="{C3B361B6-8B5B-4DC8-B0DF-B46D53A980C4}" dt="2024-09-13T08:43:03.882" v="82" actId="20577"/>
        <pc:sldMkLst>
          <pc:docMk/>
          <pc:sldMk cId="2487991735" sldId="256"/>
        </pc:sldMkLst>
      </pc:sldChg>
      <pc:sldChg chg="addSp modSp add mod">
        <pc:chgData name="ARUN KARTHIK ." userId="62a047ea-99a3-445a-a127-bd8840139939" providerId="ADAL" clId="{C3B361B6-8B5B-4DC8-B0DF-B46D53A980C4}" dt="2024-09-13T08:33:26.121" v="71" actId="1076"/>
        <pc:sldMkLst>
          <pc:docMk/>
          <pc:sldMk cId="0" sldId="257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5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59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0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1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2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3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4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5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6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7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69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93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94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95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96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29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01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04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09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14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17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31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47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4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49"/>
        </pc:sldMkLst>
      </pc:sldChg>
      <pc:sldChg chg="addSp modSp add mod">
        <pc:chgData name="ARUN KARTHIK ." userId="62a047ea-99a3-445a-a127-bd8840139939" providerId="ADAL" clId="{C3B361B6-8B5B-4DC8-B0DF-B46D53A980C4}" dt="2024-09-13T08:33:33.036" v="76"/>
        <pc:sldMkLst>
          <pc:docMk/>
          <pc:sldMk cId="0" sldId="365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6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69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70"/>
        </pc:sldMkLst>
      </pc:sldChg>
      <pc:sldChg chg="addSp modSp add del mod">
        <pc:chgData name="ARUN KARTHIK ." userId="62a047ea-99a3-445a-a127-bd8840139939" providerId="ADAL" clId="{C3B361B6-8B5B-4DC8-B0DF-B46D53A980C4}" dt="2024-09-13T08:33:30.060" v="74"/>
        <pc:sldMkLst>
          <pc:docMk/>
          <pc:sldMk cId="0" sldId="371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72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0" sldId="373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3586635636" sldId="374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622226362" sldId="375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574314217" sldId="376"/>
        </pc:sldMkLst>
      </pc:sldChg>
      <pc:sldChg chg="addSp delSp modSp add del mod">
        <pc:chgData name="ARUN KARTHIK ." userId="62a047ea-99a3-445a-a127-bd8840139939" providerId="ADAL" clId="{C3B361B6-8B5B-4DC8-B0DF-B46D53A980C4}" dt="2024-09-13T08:32:29.194" v="23" actId="47"/>
        <pc:sldMkLst>
          <pc:docMk/>
          <pc:sldMk cId="3971593077" sldId="377"/>
        </pc:sldMkLst>
      </pc:sldChg>
      <pc:sldChg chg="modSp add mod">
        <pc:chgData name="ARUN KARTHIK ." userId="62a047ea-99a3-445a-a127-bd8840139939" providerId="ADAL" clId="{C3B361B6-8B5B-4DC8-B0DF-B46D53A980C4}" dt="2024-09-13T08:32:34.380" v="24" actId="207"/>
        <pc:sldMkLst>
          <pc:docMk/>
          <pc:sldMk cId="0" sldId="37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3848968646" sldId="378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4110749473" sldId="379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2282893680" sldId="380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2749357090" sldId="381"/>
        </pc:sldMkLst>
      </pc:sldChg>
      <pc:sldChg chg="add del">
        <pc:chgData name="ARUN KARTHIK ." userId="62a047ea-99a3-445a-a127-bd8840139939" providerId="ADAL" clId="{C3B361B6-8B5B-4DC8-B0DF-B46D53A980C4}" dt="2024-09-13T08:31:36.106" v="2" actId="47"/>
        <pc:sldMkLst>
          <pc:docMk/>
          <pc:sldMk cId="788845732" sldId="382"/>
        </pc:sldMkLst>
      </pc:sldChg>
      <pc:sldChg chg="addSp modSp add mod">
        <pc:chgData name="ARUN KARTHIK ." userId="62a047ea-99a3-445a-a127-bd8840139939" providerId="ADAL" clId="{C3B361B6-8B5B-4DC8-B0DF-B46D53A980C4}" dt="2024-09-13T08:33:31.498" v="75"/>
        <pc:sldMkLst>
          <pc:docMk/>
          <pc:sldMk cId="0" sldId="388"/>
        </pc:sldMkLst>
      </pc:sldChg>
      <pc:sldChg chg="addSp modSp add mod">
        <pc:chgData name="ARUN KARTHIK ." userId="62a047ea-99a3-445a-a127-bd8840139939" providerId="ADAL" clId="{C3B361B6-8B5B-4DC8-B0DF-B46D53A980C4}" dt="2024-09-13T08:33:27.455" v="72"/>
        <pc:sldMkLst>
          <pc:docMk/>
          <pc:sldMk cId="0" sldId="389"/>
        </pc:sldMkLst>
      </pc:sldChg>
      <pc:sldChg chg="addSp modSp add">
        <pc:chgData name="ARUN KARTHIK ." userId="62a047ea-99a3-445a-a127-bd8840139939" providerId="ADAL" clId="{C3B361B6-8B5B-4DC8-B0DF-B46D53A980C4}" dt="2024-09-13T08:33:28.541" v="73"/>
        <pc:sldMkLst>
          <pc:docMk/>
          <pc:sldMk cId="0" sldId="391"/>
        </pc:sldMkLst>
      </pc:sldChg>
      <pc:sldChg chg="addSp new">
        <pc:chgData name="ARUN KARTHIK ." userId="62a047ea-99a3-445a-a127-bd8840139939" providerId="ADAL" clId="{C3B361B6-8B5B-4DC8-B0DF-B46D53A980C4}" dt="2024-09-13T09:03:49.180" v="84"/>
        <pc:sldMkLst>
          <pc:docMk/>
          <pc:sldMk cId="2694511544" sldId="392"/>
        </pc:sldMkLst>
      </pc:sldChg>
      <pc:sldChg chg="delSp new mod">
        <pc:chgData name="ARUN KARTHIK ." userId="62a047ea-99a3-445a-a127-bd8840139939" providerId="ADAL" clId="{C3B361B6-8B5B-4DC8-B0DF-B46D53A980C4}" dt="2024-09-13T09:03:54.644" v="86" actId="478"/>
        <pc:sldMkLst>
          <pc:docMk/>
          <pc:sldMk cId="2668859357" sldId="393"/>
        </pc:sldMkLst>
      </pc:sldChg>
      <pc:sldChg chg="addSp new">
        <pc:chgData name="ARUN KARTHIK ." userId="62a047ea-99a3-445a-a127-bd8840139939" providerId="ADAL" clId="{C3B361B6-8B5B-4DC8-B0DF-B46D53A980C4}" dt="2024-09-13T09:23:43.625" v="88"/>
        <pc:sldMkLst>
          <pc:docMk/>
          <pc:sldMk cId="2214914933" sldId="394"/>
        </pc:sldMkLst>
      </pc:sldChg>
      <pc:sldChg chg="addSp delSp modSp new mod">
        <pc:chgData name="ARUN KARTHIK ." userId="62a047ea-99a3-445a-a127-bd8840139939" providerId="ADAL" clId="{C3B361B6-8B5B-4DC8-B0DF-B46D53A980C4}" dt="2024-09-13T11:21:35.319" v="137"/>
        <pc:sldMkLst>
          <pc:docMk/>
          <pc:sldMk cId="442980523" sldId="395"/>
        </pc:sldMkLst>
      </pc:sldChg>
    </pc:docChg>
  </pc:docChgLst>
  <pc:docChgLst>
    <pc:chgData name="ARUN KARTHIK ." userId="62a047ea-99a3-445a-a127-bd8840139939" providerId="ADAL" clId="{681553B4-56ED-45EF-8511-39EE08122294}"/>
    <pc:docChg chg="custSel addSld modSld">
      <pc:chgData name="ARUN KARTHIK ." userId="62a047ea-99a3-445a-a127-bd8840139939" providerId="ADAL" clId="{681553B4-56ED-45EF-8511-39EE08122294}" dt="2024-06-09T12:01:25.687" v="302" actId="478"/>
      <pc:docMkLst>
        <pc:docMk/>
      </pc:docMkLst>
      <pc:sldChg chg="addSp mod">
        <pc:chgData name="ARUN KARTHIK ." userId="62a047ea-99a3-445a-a127-bd8840139939" providerId="ADAL" clId="{681553B4-56ED-45EF-8511-39EE08122294}" dt="2024-06-09T11:45:26.553" v="171" actId="11529"/>
        <pc:sldMkLst>
          <pc:docMk/>
          <pc:sldMk cId="2161333238" sldId="2147472331"/>
        </pc:sldMkLst>
      </pc:sldChg>
      <pc:sldChg chg="addSp delSp modSp new mod">
        <pc:chgData name="ARUN KARTHIK ." userId="62a047ea-99a3-445a-a127-bd8840139939" providerId="ADAL" clId="{681553B4-56ED-45EF-8511-39EE08122294}" dt="2024-06-09T11:26:48.707" v="170" actId="197"/>
        <pc:sldMkLst>
          <pc:docMk/>
          <pc:sldMk cId="2783640296" sldId="2147472363"/>
        </pc:sldMkLst>
      </pc:sldChg>
      <pc:sldChg chg="addSp delSp modSp add mod">
        <pc:chgData name="ARUN KARTHIK ." userId="62a047ea-99a3-445a-a127-bd8840139939" providerId="ADAL" clId="{681553B4-56ED-45EF-8511-39EE08122294}" dt="2024-06-09T11:54:35.267" v="292" actId="2057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681553B4-56ED-45EF-8511-39EE08122294}" dt="2024-06-09T12:01:25.687" v="302" actId="478"/>
        <pc:sldMkLst>
          <pc:docMk/>
          <pc:sldMk cId="1223650770" sldId="2147472365"/>
        </pc:sldMkLst>
      </pc:sldChg>
    </pc:docChg>
  </pc:docChgLst>
  <pc:docChgLst>
    <pc:chgData name="ARUN KARTHIK ." userId="62a047ea-99a3-445a-a127-bd8840139939" providerId="ADAL" clId="{76D99538-AB8E-4316-A70E-453D1C117969}"/>
    <pc:docChg chg="undo custSel addSld delSld modSld">
      <pc:chgData name="ARUN KARTHIK ." userId="62a047ea-99a3-445a-a127-bd8840139939" providerId="ADAL" clId="{76D99538-AB8E-4316-A70E-453D1C117969}" dt="2024-08-01T16:57:58.861" v="401" actId="20577"/>
      <pc:docMkLst>
        <pc:docMk/>
      </pc:docMkLst>
      <pc:sldChg chg="delSp modSp mod">
        <pc:chgData name="ARUN KARTHIK ." userId="62a047ea-99a3-445a-a127-bd8840139939" providerId="ADAL" clId="{76D99538-AB8E-4316-A70E-453D1C117969}" dt="2024-08-01T16:57:58.861" v="401" actId="20577"/>
        <pc:sldMkLst>
          <pc:docMk/>
          <pc:sldMk cId="2487991735" sldId="256"/>
        </pc:sldMkLst>
      </pc:sldChg>
      <pc:sldChg chg="del">
        <pc:chgData name="ARUN KARTHIK ." userId="62a047ea-99a3-445a-a127-bd8840139939" providerId="ADAL" clId="{76D99538-AB8E-4316-A70E-453D1C117969}" dt="2024-07-20T06:08:14.225" v="43" actId="47"/>
        <pc:sldMkLst>
          <pc:docMk/>
          <pc:sldMk cId="2093432532" sldId="257"/>
        </pc:sldMkLst>
      </pc:sldChg>
      <pc:sldChg chg="addSp add">
        <pc:chgData name="ARUN KARTHIK ." userId="62a047ea-99a3-445a-a127-bd8840139939" providerId="ADAL" clId="{76D99538-AB8E-4316-A70E-453D1C117969}" dt="2024-07-20T07:28:56.740" v="174"/>
        <pc:sldMkLst>
          <pc:docMk/>
          <pc:sldMk cId="0" sldId="261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2"/>
        </pc:sldMkLst>
      </pc:sldChg>
      <pc:sldChg chg="addSp add">
        <pc:chgData name="ARUN KARTHIK ." userId="62a047ea-99a3-445a-a127-bd8840139939" providerId="ADAL" clId="{76D99538-AB8E-4316-A70E-453D1C117969}" dt="2024-07-20T07:51:35.239" v="190"/>
        <pc:sldMkLst>
          <pc:docMk/>
          <pc:sldMk cId="0" sldId="263"/>
        </pc:sldMkLst>
      </pc:sldChg>
      <pc:sldChg chg="addSp add">
        <pc:chgData name="ARUN KARTHIK ." userId="62a047ea-99a3-445a-a127-bd8840139939" providerId="ADAL" clId="{76D99538-AB8E-4316-A70E-453D1C117969}" dt="2024-07-20T07:51:35.239" v="190"/>
        <pc:sldMkLst>
          <pc:docMk/>
          <pc:sldMk cId="0" sldId="264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5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6"/>
        </pc:sldMkLst>
      </pc:sldChg>
      <pc:sldChg chg="del">
        <pc:chgData name="ARUN KARTHIK ." userId="62a047ea-99a3-445a-a127-bd8840139939" providerId="ADAL" clId="{76D99538-AB8E-4316-A70E-453D1C117969}" dt="2024-07-20T06:10:22.627" v="139" actId="47"/>
        <pc:sldMkLst>
          <pc:docMk/>
          <pc:sldMk cId="2255416091" sldId="2147472317"/>
        </pc:sldMkLst>
      </pc:sldChg>
      <pc:sldChg chg="delSp modSp mod">
        <pc:chgData name="ARUN KARTHIK ." userId="62a047ea-99a3-445a-a127-bd8840139939" providerId="ADAL" clId="{76D99538-AB8E-4316-A70E-453D1C117969}" dt="2024-07-20T06:08:28.107" v="45"/>
        <pc:sldMkLst>
          <pc:docMk/>
          <pc:sldMk cId="4252618562" sldId="2147472361"/>
        </pc:sldMkLst>
      </pc:sldChg>
      <pc:sldChg chg="delSp new del mod">
        <pc:chgData name="ARUN KARTHIK ." userId="62a047ea-99a3-445a-a127-bd8840139939" providerId="ADAL" clId="{76D99538-AB8E-4316-A70E-453D1C117969}" dt="2024-08-01T16:48:11.417" v="399" actId="47"/>
        <pc:sldMkLst>
          <pc:docMk/>
          <pc:sldMk cId="1434405566" sldId="2147472362"/>
        </pc:sldMkLst>
      </pc:sldChg>
      <pc:sldChg chg="del">
        <pc:chgData name="ARUN KARTHIK ." userId="62a047ea-99a3-445a-a127-bd8840139939" providerId="ADAL" clId="{76D99538-AB8E-4316-A70E-453D1C117969}" dt="2024-07-20T06:08:35.579" v="46" actId="47"/>
        <pc:sldMkLst>
          <pc:docMk/>
          <pc:sldMk cId="2378067692" sldId="2147472362"/>
        </pc:sldMkLst>
      </pc:sldChg>
      <pc:sldChg chg="del">
        <pc:chgData name="ARUN KARTHIK ." userId="62a047ea-99a3-445a-a127-bd8840139939" providerId="ADAL" clId="{76D99538-AB8E-4316-A70E-453D1C117969}" dt="2024-07-20T06:08:35.757" v="47" actId="47"/>
        <pc:sldMkLst>
          <pc:docMk/>
          <pc:sldMk cId="1979480180" sldId="2147472363"/>
        </pc:sldMkLst>
      </pc:sldChg>
      <pc:sldChg chg="addSp modSp add mod">
        <pc:chgData name="ARUN KARTHIK ." userId="62a047ea-99a3-445a-a127-bd8840139939" providerId="ADAL" clId="{76D99538-AB8E-4316-A70E-453D1C117969}" dt="2024-07-20T06:27:34.633" v="140"/>
        <pc:sldMkLst>
          <pc:docMk/>
          <pc:sldMk cId="2476927650" sldId="2147472363"/>
        </pc:sldMkLst>
      </pc:sldChg>
      <pc:sldChg chg="addSp modSp add mod">
        <pc:chgData name="ARUN KARTHIK ." userId="62a047ea-99a3-445a-a127-bd8840139939" providerId="ADAL" clId="{76D99538-AB8E-4316-A70E-453D1C117969}" dt="2024-07-20T06:41:50.446" v="147"/>
        <pc:sldMkLst>
          <pc:docMk/>
          <pc:sldMk cId="22200761" sldId="2147472364"/>
        </pc:sldMkLst>
      </pc:sldChg>
      <pc:sldChg chg="del">
        <pc:chgData name="ARUN KARTHIK ." userId="62a047ea-99a3-445a-a127-bd8840139939" providerId="ADAL" clId="{76D99538-AB8E-4316-A70E-453D1C117969}" dt="2024-07-20T06:08:35.905" v="48" actId="47"/>
        <pc:sldMkLst>
          <pc:docMk/>
          <pc:sldMk cId="1357403730" sldId="2147472364"/>
        </pc:sldMkLst>
      </pc:sldChg>
      <pc:sldChg chg="addSp delSp add mod">
        <pc:chgData name="ARUN KARTHIK ." userId="62a047ea-99a3-445a-a127-bd8840139939" providerId="ADAL" clId="{76D99538-AB8E-4316-A70E-453D1C117969}" dt="2024-07-20T06:09:06.025" v="88" actId="478"/>
        <pc:sldMkLst>
          <pc:docMk/>
          <pc:sldMk cId="410898500" sldId="2147472365"/>
        </pc:sldMkLst>
      </pc:sldChg>
      <pc:sldChg chg="del">
        <pc:chgData name="ARUN KARTHIK ." userId="62a047ea-99a3-445a-a127-bd8840139939" providerId="ADAL" clId="{76D99538-AB8E-4316-A70E-453D1C117969}" dt="2024-07-20T06:08:36.089" v="49" actId="47"/>
        <pc:sldMkLst>
          <pc:docMk/>
          <pc:sldMk cId="1305049055" sldId="2147472365"/>
        </pc:sldMkLst>
      </pc:sldChg>
      <pc:sldChg chg="del">
        <pc:chgData name="ARUN KARTHIK ." userId="62a047ea-99a3-445a-a127-bd8840139939" providerId="ADAL" clId="{76D99538-AB8E-4316-A70E-453D1C117969}" dt="2024-07-20T06:08:36.262" v="50" actId="47"/>
        <pc:sldMkLst>
          <pc:docMk/>
          <pc:sldMk cId="3399735016" sldId="2147472366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3543518052" sldId="2147472366"/>
        </pc:sldMkLst>
      </pc:sldChg>
      <pc:sldChg chg="del">
        <pc:chgData name="ARUN KARTHIK ." userId="62a047ea-99a3-445a-a127-bd8840139939" providerId="ADAL" clId="{76D99538-AB8E-4316-A70E-453D1C117969}" dt="2024-07-20T06:08:36.487" v="51" actId="47"/>
        <pc:sldMkLst>
          <pc:docMk/>
          <pc:sldMk cId="1099779584" sldId="2147472367"/>
        </pc:sldMkLst>
      </pc:sldChg>
      <pc:sldChg chg="addSp delSp modSp add mod">
        <pc:chgData name="ARUN KARTHIK ." userId="62a047ea-99a3-445a-a127-bd8840139939" providerId="ADAL" clId="{76D99538-AB8E-4316-A70E-453D1C117969}" dt="2024-07-20T06:41:50.446" v="147"/>
        <pc:sldMkLst>
          <pc:docMk/>
          <pc:sldMk cId="4102070013" sldId="2147472367"/>
        </pc:sldMkLst>
      </pc:sldChg>
      <pc:sldChg chg="addSp new">
        <pc:chgData name="ARUN KARTHIK ." userId="62a047ea-99a3-445a-a127-bd8840139939" providerId="ADAL" clId="{76D99538-AB8E-4316-A70E-453D1C117969}" dt="2024-07-20T06:41:50.446" v="147"/>
        <pc:sldMkLst>
          <pc:docMk/>
          <pc:sldMk cId="3553816635" sldId="2147472368"/>
        </pc:sldMkLst>
      </pc:sldChg>
      <pc:sldChg chg="del">
        <pc:chgData name="ARUN KARTHIK ." userId="62a047ea-99a3-445a-a127-bd8840139939" providerId="ADAL" clId="{76D99538-AB8E-4316-A70E-453D1C117969}" dt="2024-07-20T06:08:36.660" v="52" actId="47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76D99538-AB8E-4316-A70E-453D1C117969}" dt="2024-07-20T06:08:36.839" v="53" actId="47"/>
        <pc:sldMkLst>
          <pc:docMk/>
          <pc:sldMk cId="3028363073" sldId="2147472369"/>
        </pc:sldMkLst>
      </pc:sldChg>
      <pc:sldChg chg="addSp delSp modSp add mod">
        <pc:chgData name="ARUN KARTHIK ." userId="62a047ea-99a3-445a-a127-bd8840139939" providerId="ADAL" clId="{76D99538-AB8E-4316-A70E-453D1C117969}" dt="2024-07-20T07:07:16.978" v="170"/>
        <pc:sldMkLst>
          <pc:docMk/>
          <pc:sldMk cId="3141558004" sldId="2147472369"/>
        </pc:sldMkLst>
      </pc:sldChg>
      <pc:sldChg chg="addSp delSp modSp new mod">
        <pc:chgData name="ARUN KARTHIK ." userId="62a047ea-99a3-445a-a127-bd8840139939" providerId="ADAL" clId="{76D99538-AB8E-4316-A70E-453D1C117969}" dt="2024-07-20T07:07:16.978" v="170"/>
        <pc:sldMkLst>
          <pc:docMk/>
          <pc:sldMk cId="1472615096" sldId="2147472370"/>
        </pc:sldMkLst>
      </pc:sldChg>
      <pc:sldChg chg="del">
        <pc:chgData name="ARUN KARTHIK ." userId="62a047ea-99a3-445a-a127-bd8840139939" providerId="ADAL" clId="{76D99538-AB8E-4316-A70E-453D1C117969}" dt="2024-07-20T06:08:37.061" v="54" actId="47"/>
        <pc:sldMkLst>
          <pc:docMk/>
          <pc:sldMk cId="2980261896" sldId="2147472370"/>
        </pc:sldMkLst>
      </pc:sldChg>
      <pc:sldChg chg="addSp new">
        <pc:chgData name="ARUN KARTHIK ." userId="62a047ea-99a3-445a-a127-bd8840139939" providerId="ADAL" clId="{76D99538-AB8E-4316-A70E-453D1C117969}" dt="2024-07-20T07:13:48.139" v="173"/>
        <pc:sldMkLst>
          <pc:docMk/>
          <pc:sldMk cId="1401197912" sldId="2147472371"/>
        </pc:sldMkLst>
      </pc:sldChg>
      <pc:sldChg chg="del">
        <pc:chgData name="ARUN KARTHIK ." userId="62a047ea-99a3-445a-a127-bd8840139939" providerId="ADAL" clId="{76D99538-AB8E-4316-A70E-453D1C117969}" dt="2024-07-20T06:08:37.319" v="55" actId="47"/>
        <pc:sldMkLst>
          <pc:docMk/>
          <pc:sldMk cId="2544381468" sldId="2147472371"/>
        </pc:sldMkLst>
      </pc:sldChg>
      <pc:sldChg chg="addSp modSp new mod">
        <pc:chgData name="ARUN KARTHIK ." userId="62a047ea-99a3-445a-a127-bd8840139939" providerId="ADAL" clId="{76D99538-AB8E-4316-A70E-453D1C117969}" dt="2024-07-20T07:31:23.921" v="178"/>
        <pc:sldMkLst>
          <pc:docMk/>
          <pc:sldMk cId="3125410914" sldId="2147472372"/>
        </pc:sldMkLst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2428253262" sldId="2147472373"/>
        </pc:sldMkLst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2481192230" sldId="2147472374"/>
        </pc:sldMkLst>
      </pc:sldChg>
      <pc:sldChg chg="addSp new mod">
        <pc:chgData name="ARUN KARTHIK ." userId="62a047ea-99a3-445a-a127-bd8840139939" providerId="ADAL" clId="{76D99538-AB8E-4316-A70E-453D1C117969}" dt="2024-07-20T07:42:34.064" v="187"/>
        <pc:sldMkLst>
          <pc:docMk/>
          <pc:sldMk cId="2449063953" sldId="2147472375"/>
        </pc:sldMkLst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920283376" sldId="2147472376"/>
        </pc:sldMkLst>
      </pc:sldChg>
      <pc:sldChg chg="addSp delSp modSp new mod">
        <pc:chgData name="ARUN KARTHIK ." userId="62a047ea-99a3-445a-a127-bd8840139939" providerId="ADAL" clId="{76D99538-AB8E-4316-A70E-453D1C117969}" dt="2024-07-20T08:05:27.465" v="398" actId="1076"/>
        <pc:sldMkLst>
          <pc:docMk/>
          <pc:sldMk cId="3357857050" sldId="21474723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7/20/2025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</a:t>
            </a:r>
            <a:r>
              <a:rPr lang="en-US" dirty="0" err="1"/>
              <a:t>Pilani</a:t>
            </a:r>
            <a:r>
              <a:rPr lang="en-US" dirty="0"/>
              <a:t>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kern="0" dirty="0">
                <a:solidFill>
                  <a:srgbClr val="5E5E5E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AI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8600" y="5692351"/>
            <a:ext cx="9144000" cy="1000549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Session9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</a:t>
            </a:r>
          </a:p>
        </p:txBody>
      </p:sp>
    </p:spTree>
    <p:extLst>
      <p:ext uri="{BB962C8B-B14F-4D97-AF65-F5344CB8AC3E}">
        <p14:creationId xmlns:p14="http://schemas.microsoft.com/office/powerpoint/2010/main" val="248799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04A08265-0788-1AF8-C7A3-5E0C0B7D1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Basics of Neural Network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2BE6563-6DD6-0100-9157-5F0FF1902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What is a Neural Network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Neural Network Classifier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Data Normalization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Neuron and bias of a neuron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Single Layer Feed Forward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Limitation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Multi Layer Feed Forward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Back propagation</a:t>
            </a:r>
          </a:p>
          <a:p>
            <a:pPr>
              <a:lnSpc>
                <a:spcPct val="90000"/>
              </a:lnSpc>
            </a:pPr>
            <a:endParaRPr lang="ko-KR" altLang="en-US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FE6628-988C-3101-740B-FC1E89B21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1" y="228600"/>
            <a:ext cx="7769225" cy="838200"/>
          </a:xfrm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Neural Networks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31F5F1AD-4764-819C-7A2A-E3143DB52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219200"/>
            <a:ext cx="5867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 i="1" dirty="0">
                <a:latin typeface="Times New Roman" panose="02020603050405020304" pitchFamily="18" charset="0"/>
                <a:ea typeface="굴림" panose="020B0600000101010101" pitchFamily="34" charset="-127"/>
              </a:rPr>
              <a:t>What is a Neural Network?</a:t>
            </a:r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53064BE9-0A96-3D36-DBDB-88B388675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971800"/>
            <a:ext cx="58674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34" charset="-127"/>
              </a:rPr>
              <a:t>Similarity with biological network</a:t>
            </a:r>
          </a:p>
          <a:p>
            <a:pPr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Fundamental processing elements of a neural network is a neuron</a:t>
            </a:r>
          </a:p>
          <a:p>
            <a:pPr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1.Receives inputs from other source</a:t>
            </a:r>
          </a:p>
          <a:p>
            <a:pPr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2.Combines them in someway</a:t>
            </a:r>
          </a:p>
          <a:p>
            <a:pPr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3.Performs a generally nonlinear operation on the result</a:t>
            </a:r>
          </a:p>
          <a:p>
            <a:pPr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4.Outputs the final result</a:t>
            </a:r>
          </a:p>
        </p:txBody>
      </p:sp>
      <p:grpSp>
        <p:nvGrpSpPr>
          <p:cNvPr id="3080" name="Group 8">
            <a:extLst>
              <a:ext uri="{FF2B5EF4-FFF2-40B4-BE49-F238E27FC236}">
                <a16:creationId xmlns:a16="http://schemas.microsoft.com/office/drawing/2014/main" id="{51B633F5-CAD7-6148-EDEC-CAB43FE8150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05000"/>
            <a:ext cx="8426450" cy="2743200"/>
            <a:chOff x="288" y="1200"/>
            <a:chExt cx="5308" cy="1728"/>
          </a:xfrm>
        </p:grpSpPr>
        <p:sp>
          <p:nvSpPr>
            <p:cNvPr id="3078" name="Text Box 6">
              <a:extLst>
                <a:ext uri="{FF2B5EF4-FFF2-40B4-BE49-F238E27FC236}">
                  <a16:creationId xmlns:a16="http://schemas.microsoft.com/office/drawing/2014/main" id="{D2BA35C6-9A68-247A-1904-D43065C6A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200"/>
              <a:ext cx="326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</a:pPr>
              <a:r>
                <a:rPr lang="en-US" altLang="ko-KR" sz="2400" dirty="0">
                  <a:latin typeface="Times New Roman" panose="02020603050405020304" pitchFamily="18" charset="0"/>
                  <a:ea typeface="굴림" panose="020B0600000101010101" pitchFamily="34" charset="-127"/>
                </a:rPr>
                <a:t>Biologically motivated approach to machine   learning</a:t>
              </a:r>
            </a:p>
          </p:txBody>
        </p:sp>
        <p:pic>
          <p:nvPicPr>
            <p:cNvPr id="3079" name="Picture 7">
              <a:extLst>
                <a:ext uri="{FF2B5EF4-FFF2-40B4-BE49-F238E27FC236}">
                  <a16:creationId xmlns:a16="http://schemas.microsoft.com/office/drawing/2014/main" id="{9C02D411-2915-CC06-0B1F-86A1E6433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" y="1200"/>
              <a:ext cx="1612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A45677-826A-0266-FD3F-919732D61DF8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8AF2DC9F-C4CA-D3EE-33AB-6069949715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533400"/>
            <a:ext cx="7696200" cy="533400"/>
          </a:xfrm>
        </p:spPr>
        <p:txBody>
          <a:bodyPr/>
          <a:lstStyle/>
          <a:p>
            <a:r>
              <a:rPr lang="en-US" altLang="ko-KR" sz="2900" b="1" dirty="0">
                <a:ea typeface="굴림" panose="020B0600000101010101" pitchFamily="34" charset="-127"/>
              </a:rPr>
              <a:t>Similarity with Biological Network</a:t>
            </a:r>
          </a:p>
        </p:txBody>
      </p:sp>
      <p:pic>
        <p:nvPicPr>
          <p:cNvPr id="228355" name="Picture 3">
            <a:extLst>
              <a:ext uri="{FF2B5EF4-FFF2-40B4-BE49-F238E27FC236}">
                <a16:creationId xmlns:a16="http://schemas.microsoft.com/office/drawing/2014/main" id="{1DFDE2B4-95B1-EB85-92E2-032B9B13E5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0" y="1295400"/>
            <a:ext cx="7361238" cy="33528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8356" name="Text Box 4">
            <a:extLst>
              <a:ext uri="{FF2B5EF4-FFF2-40B4-BE49-F238E27FC236}">
                <a16:creationId xmlns:a16="http://schemas.microsoft.com/office/drawing/2014/main" id="{B44BE9A1-975F-CB04-5EA7-B81FBC2C8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648200"/>
            <a:ext cx="64770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Fundamental processing element of a </a:t>
            </a:r>
            <a:br>
              <a:rPr lang="en-US" altLang="en-US"/>
            </a:br>
            <a:r>
              <a:rPr lang="en-US" altLang="en-US"/>
              <a:t>neural network is a neuron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A human brain has 100 billion neurons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/>
              <a:t>An ant brain has 250,000 neurons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582B2-60A7-31EE-2926-CC0F5C374F3A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5451B154-3694-E693-DE91-33CD2FD85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Synapses,</a:t>
            </a:r>
            <a:br>
              <a:rPr lang="nl-NL" altLang="en-US"/>
            </a:br>
            <a:r>
              <a:rPr lang="nl-NL" altLang="en-US"/>
              <a:t>the basis of learning and memory </a:t>
            </a:r>
          </a:p>
        </p:txBody>
      </p:sp>
      <p:pic>
        <p:nvPicPr>
          <p:cNvPr id="230403" name="Picture 3">
            <a:extLst>
              <a:ext uri="{FF2B5EF4-FFF2-40B4-BE49-F238E27FC236}">
                <a16:creationId xmlns:a16="http://schemas.microsoft.com/office/drawing/2014/main" id="{548C780D-454D-91C2-9FDE-9FEEBCF5B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271145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404" name="Picture 4">
            <a:extLst>
              <a:ext uri="{FF2B5EF4-FFF2-40B4-BE49-F238E27FC236}">
                <a16:creationId xmlns:a16="http://schemas.microsoft.com/office/drawing/2014/main" id="{EEE2245C-A301-19BC-DCEF-A928CAEF5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1752600"/>
            <a:ext cx="3579813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B9C8E2-DD42-B58B-E557-C308FAEA3952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92A2592C-B756-A62F-EB46-8CD113CCB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8686800" cy="609600"/>
          </a:xfrm>
        </p:spPr>
        <p:txBody>
          <a:bodyPr/>
          <a:lstStyle/>
          <a:p>
            <a:r>
              <a:rPr lang="ko-KR" altLang="en-US" sz="2900">
                <a:ea typeface="굴림" panose="020B0600000101010101" pitchFamily="34" charset="-127"/>
              </a:rPr>
              <a:t>              </a:t>
            </a:r>
            <a:r>
              <a:rPr lang="en-US" altLang="ko-KR" sz="3200">
                <a:ea typeface="굴림" panose="020B0600000101010101" pitchFamily="34" charset="-127"/>
              </a:rPr>
              <a:t>Neural Network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523E3401-7A53-466F-F0EA-F49CC4FEA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ko-KR" altLang="en-US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Neural Network is a set of connected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dirty="0">
                <a:ea typeface="굴림" panose="020B0600000101010101" pitchFamily="34" charset="-127"/>
              </a:rPr>
              <a:t>    INPUT/OUTPUT UNITS, where each connection has a WEIGHT associated with it.</a:t>
            </a:r>
          </a:p>
          <a:p>
            <a:pPr>
              <a:lnSpc>
                <a:spcPct val="90000"/>
              </a:lnSpc>
            </a:pPr>
            <a:endParaRPr lang="en-US" altLang="ko-KR" sz="2400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400" dirty="0">
                <a:ea typeface="굴림" panose="020B0600000101010101" pitchFamily="34" charset="-127"/>
              </a:rPr>
              <a:t>Neural Network learning is also called CONNECTIONIST learning due to the connections between units.</a:t>
            </a:r>
          </a:p>
          <a:p>
            <a:pPr>
              <a:lnSpc>
                <a:spcPct val="90000"/>
              </a:lnSpc>
            </a:pPr>
            <a:endParaRPr lang="en-US" altLang="ko-KR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It is a case of SUPERVISED, INDUCTIVE or CLASSIFICATION learning.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EB6639-46B2-786E-0DB3-FC53AEF867D1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14F0CE4C-C967-65C6-4C70-C41EB21F2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>
                <a:ea typeface="굴림" panose="020B0600000101010101" pitchFamily="34" charset="-127"/>
              </a:rPr>
              <a:t>Neural Network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6CE243B4-37C6-E0BE-3092-522D67ACE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Neural Network learns by adjusting the weights so as to be able to correctly classify the training data and hence, after testing phase, to classify unknown data.</a:t>
            </a:r>
          </a:p>
          <a:p>
            <a:pPr>
              <a:lnSpc>
                <a:spcPct val="90000"/>
              </a:lnSpc>
            </a:pPr>
            <a:endParaRPr lang="en-US" altLang="ko-KR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Neural Network needs long time for training.</a:t>
            </a:r>
          </a:p>
          <a:p>
            <a:pPr>
              <a:lnSpc>
                <a:spcPct val="90000"/>
              </a:lnSpc>
            </a:pPr>
            <a:endParaRPr lang="en-US" altLang="ko-KR" dirty="0"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Neural Network has a high tolerance to noisy and incomplete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B179B-976E-74C0-C534-E7DDF89B809A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D8701C65-EED7-CB16-524C-F80B781E5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Neural Network Classifier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3695BCA9-290C-8914-5E89-D605E82A1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Input: Classification data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            </a:t>
            </a:r>
            <a:r>
              <a:rPr lang="en-US" altLang="ko-KR" sz="2000">
                <a:latin typeface="Arial Black" panose="020B0A04020102020204" pitchFamily="34" charset="0"/>
                <a:ea typeface="굴림" panose="020B0600000101010101" pitchFamily="34" charset="-127"/>
              </a:rPr>
              <a:t>It contains classification attribute</a:t>
            </a:r>
          </a:p>
          <a:p>
            <a:pPr>
              <a:lnSpc>
                <a:spcPct val="80000"/>
              </a:lnSpc>
            </a:pPr>
            <a:r>
              <a:rPr lang="en-US" altLang="ko-KR" sz="2000">
                <a:ea typeface="굴림" panose="020B0600000101010101" pitchFamily="34" charset="-127"/>
              </a:rPr>
              <a:t>Data is divided, as in any classification problem.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          [Training data and Testing data]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000"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2000" b="1" u="sng">
                <a:ea typeface="굴림" panose="020B0600000101010101" pitchFamily="34" charset="-127"/>
              </a:rPr>
              <a:t>All data must be normalized.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  (i.e. all values of attributes in the database are changed to contain values in the internal [0,1] or[-1,1])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Neural Network can work with data in the range of (0,1) or (-1,1)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2000" u="sng"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2000" b="1">
                <a:ea typeface="굴림" panose="020B0600000101010101" pitchFamily="34" charset="-127"/>
              </a:rPr>
              <a:t>Two basic normalization techniques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      [1] Max-Min normalization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2000">
                <a:ea typeface="굴림" panose="020B0600000101010101" pitchFamily="34" charset="-127"/>
              </a:rPr>
              <a:t>       [2] Decimal Scaling normalization</a:t>
            </a:r>
          </a:p>
          <a:p>
            <a:pPr>
              <a:lnSpc>
                <a:spcPct val="80000"/>
              </a:lnSpc>
            </a:pPr>
            <a:endParaRPr lang="en-US" altLang="ko-KR" sz="2000">
              <a:ea typeface="굴림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A26D4-C442-31F5-BBEC-58655519293C}"/>
              </a:ext>
            </a:extLst>
          </p:cNvPr>
          <p:cNvSpPr txBox="1"/>
          <p:nvPr/>
        </p:nvSpPr>
        <p:spPr>
          <a:xfrm>
            <a:off x="8249920" y="5835134"/>
            <a:ext cx="373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Courtesy: Stony Brook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3223</TotalTime>
  <Words>363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굴림</vt:lpstr>
      <vt:lpstr>Arial</vt:lpstr>
      <vt:lpstr>Arial Black</vt:lpstr>
      <vt:lpstr>Calibri</vt:lpstr>
      <vt:lpstr>Calibri Light</vt:lpstr>
      <vt:lpstr>Cambria</vt:lpstr>
      <vt:lpstr>Century Gothic</vt:lpstr>
      <vt:lpstr>Times New Roman</vt:lpstr>
      <vt:lpstr>Wingdings</vt:lpstr>
      <vt:lpstr>Office Theme</vt:lpstr>
      <vt:lpstr>AI</vt:lpstr>
      <vt:lpstr>Basics of Neural Network</vt:lpstr>
      <vt:lpstr>Neural Networks</vt:lpstr>
      <vt:lpstr>Similarity with Biological Network</vt:lpstr>
      <vt:lpstr>Synapses, the basis of learning and memory </vt:lpstr>
      <vt:lpstr>              Neural Network</vt:lpstr>
      <vt:lpstr>Neural Network</vt:lpstr>
      <vt:lpstr>Neural Network Classifier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Aakash Goel (MSTIC DS&amp;AI)</cp:lastModifiedBy>
  <cp:revision>393</cp:revision>
  <dcterms:created xsi:type="dcterms:W3CDTF">2023-10-16T14:03:13Z</dcterms:created>
  <dcterms:modified xsi:type="dcterms:W3CDTF">2025-07-20T11:12:21Z</dcterms:modified>
</cp:coreProperties>
</file>