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0"/>
  </p:notesMasterIdLst>
  <p:sldIdLst>
    <p:sldId id="256" r:id="rId2"/>
    <p:sldId id="378" r:id="rId3"/>
    <p:sldId id="257" r:id="rId4"/>
    <p:sldId id="389" r:id="rId5"/>
    <p:sldId id="391" r:id="rId6"/>
    <p:sldId id="371" r:id="rId7"/>
    <p:sldId id="388" r:id="rId8"/>
    <p:sldId id="3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F0D9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860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UN KARTHIK ." userId="62a047ea-99a3-445a-a127-bd8840139939" providerId="ADAL" clId="{740E8017-0233-47FD-B99C-A107EB038A2C}"/>
    <pc:docChg chg="undo custSel addSld delSld modSld">
      <pc:chgData name="ARUN KARTHIK ." userId="62a047ea-99a3-445a-a127-bd8840139939" providerId="ADAL" clId="{740E8017-0233-47FD-B99C-A107EB038A2C}" dt="2024-07-13T07:41:39.378" v="230" actId="478"/>
      <pc:docMkLst>
        <pc:docMk/>
      </pc:docMkLst>
      <pc:sldChg chg="addSp modSp mod">
        <pc:chgData name="ARUN KARTHIK ." userId="62a047ea-99a3-445a-a127-bd8840139939" providerId="ADAL" clId="{740E8017-0233-47FD-B99C-A107EB038A2C}" dt="2024-07-13T07:36:28.249" v="226"/>
        <pc:sldMkLst>
          <pc:docMk/>
          <pc:sldMk cId="2487991735" sldId="256"/>
        </pc:sldMkLst>
      </pc:sldChg>
      <pc:sldChg chg="modSp mod">
        <pc:chgData name="ARUN KARTHIK ." userId="62a047ea-99a3-445a-a127-bd8840139939" providerId="ADAL" clId="{740E8017-0233-47FD-B99C-A107EB038A2C}" dt="2024-07-13T05:54:33.249" v="91" actId="20577"/>
        <pc:sldMkLst>
          <pc:docMk/>
          <pc:sldMk cId="2093432532" sldId="257"/>
        </pc:sldMkLst>
      </pc:sldChg>
      <pc:sldChg chg="add del">
        <pc:chgData name="ARUN KARTHIK ." userId="62a047ea-99a3-445a-a127-bd8840139939" providerId="ADAL" clId="{740E8017-0233-47FD-B99C-A107EB038A2C}" dt="2024-07-13T05:54:21.315" v="51"/>
        <pc:sldMkLst>
          <pc:docMk/>
          <pc:sldMk cId="220054051" sldId="2147472318"/>
        </pc:sldMkLst>
      </pc:sldChg>
      <pc:sldChg chg="del">
        <pc:chgData name="ARUN KARTHIK ." userId="62a047ea-99a3-445a-a127-bd8840139939" providerId="ADAL" clId="{740E8017-0233-47FD-B99C-A107EB038A2C}" dt="2024-07-13T05:53:27.719" v="0" actId="47"/>
        <pc:sldMkLst>
          <pc:docMk/>
          <pc:sldMk cId="603800340" sldId="2147472319"/>
        </pc:sldMkLst>
      </pc:sldChg>
      <pc:sldChg chg="del">
        <pc:chgData name="ARUN KARTHIK ." userId="62a047ea-99a3-445a-a127-bd8840139939" providerId="ADAL" clId="{740E8017-0233-47FD-B99C-A107EB038A2C}" dt="2024-07-13T05:53:32.435" v="23" actId="47"/>
        <pc:sldMkLst>
          <pc:docMk/>
          <pc:sldMk cId="2380601133" sldId="2147472360"/>
        </pc:sldMkLst>
      </pc:sldChg>
      <pc:sldChg chg="addSp delSp modSp add del mod">
        <pc:chgData name="ARUN KARTHIK ." userId="62a047ea-99a3-445a-a127-bd8840139939" providerId="ADAL" clId="{740E8017-0233-47FD-B99C-A107EB038A2C}" dt="2024-07-13T07:36:28.249" v="226"/>
        <pc:sldMkLst>
          <pc:docMk/>
          <pc:sldMk cId="4252618562" sldId="2147472361"/>
        </pc:sldMkLst>
      </pc:sldChg>
      <pc:sldChg chg="del">
        <pc:chgData name="ARUN KARTHIK ." userId="62a047ea-99a3-445a-a127-bd8840139939" providerId="ADAL" clId="{740E8017-0233-47FD-B99C-A107EB038A2C}" dt="2024-07-13T05:53:27.910" v="1" actId="47"/>
        <pc:sldMkLst>
          <pc:docMk/>
          <pc:sldMk cId="1071382573" sldId="2147472362"/>
        </pc:sldMkLst>
      </pc:sldChg>
      <pc:sldChg chg="addSp delSp modSp add del mod">
        <pc:chgData name="ARUN KARTHIK ." userId="62a047ea-99a3-445a-a127-bd8840139939" providerId="ADAL" clId="{740E8017-0233-47FD-B99C-A107EB038A2C}" dt="2024-07-13T06:04:49.802" v="225" actId="20577"/>
        <pc:sldMkLst>
          <pc:docMk/>
          <pc:sldMk cId="2378067692" sldId="2147472362"/>
        </pc:sldMkLst>
      </pc:sldChg>
      <pc:sldChg chg="new del">
        <pc:chgData name="ARUN KARTHIK ." userId="62a047ea-99a3-445a-a127-bd8840139939" providerId="ADAL" clId="{740E8017-0233-47FD-B99C-A107EB038A2C}" dt="2024-07-13T05:56:28.729" v="117" actId="680"/>
        <pc:sldMkLst>
          <pc:docMk/>
          <pc:sldMk cId="4246957243" sldId="2147472362"/>
        </pc:sldMkLst>
      </pc:sldChg>
      <pc:sldChg chg="del">
        <pc:chgData name="ARUN KARTHIK ." userId="62a047ea-99a3-445a-a127-bd8840139939" providerId="ADAL" clId="{740E8017-0233-47FD-B99C-A107EB038A2C}" dt="2024-07-13T05:53:29.569" v="10" actId="47"/>
        <pc:sldMkLst>
          <pc:docMk/>
          <pc:sldMk cId="277764760" sldId="2147472363"/>
        </pc:sldMkLst>
      </pc:sldChg>
      <pc:sldChg chg="add del">
        <pc:chgData name="ARUN KARTHIK ." userId="62a047ea-99a3-445a-a127-bd8840139939" providerId="ADAL" clId="{740E8017-0233-47FD-B99C-A107EB038A2C}" dt="2024-07-13T05:57:15.772" v="137" actId="47"/>
        <pc:sldMkLst>
          <pc:docMk/>
          <pc:sldMk cId="1229190295" sldId="2147472363"/>
        </pc:sldMkLst>
      </pc:sldChg>
      <pc:sldChg chg="addSp delSp modSp add mod">
        <pc:chgData name="ARUN KARTHIK ." userId="62a047ea-99a3-445a-a127-bd8840139939" providerId="ADAL" clId="{740E8017-0233-47FD-B99C-A107EB038A2C}" dt="2024-07-13T05:58:40.223" v="194" actId="1076"/>
        <pc:sldMkLst>
          <pc:docMk/>
          <pc:sldMk cId="1979480180" sldId="2147472363"/>
        </pc:sldMkLst>
      </pc:sldChg>
      <pc:sldChg chg="new del">
        <pc:chgData name="ARUN KARTHIK ." userId="62a047ea-99a3-445a-a127-bd8840139939" providerId="ADAL" clId="{740E8017-0233-47FD-B99C-A107EB038A2C}" dt="2024-07-13T05:56:28.136" v="116" actId="680"/>
        <pc:sldMkLst>
          <pc:docMk/>
          <pc:sldMk cId="2604255423" sldId="2147472363"/>
        </pc:sldMkLst>
      </pc:sldChg>
      <pc:sldChg chg="add del">
        <pc:chgData name="ARUN KARTHIK ." userId="62a047ea-99a3-445a-a127-bd8840139939" providerId="ADAL" clId="{740E8017-0233-47FD-B99C-A107EB038A2C}" dt="2024-07-13T05:57:15.998" v="138" actId="47"/>
        <pc:sldMkLst>
          <pc:docMk/>
          <pc:sldMk cId="1261871730" sldId="2147472364"/>
        </pc:sldMkLst>
      </pc:sldChg>
      <pc:sldChg chg="addSp delSp modSp add mod">
        <pc:chgData name="ARUN KARTHIK ." userId="62a047ea-99a3-445a-a127-bd8840139939" providerId="ADAL" clId="{740E8017-0233-47FD-B99C-A107EB038A2C}" dt="2024-07-13T07:41:39.378" v="230" actId="478"/>
        <pc:sldMkLst>
          <pc:docMk/>
          <pc:sldMk cId="1357403730" sldId="2147472364"/>
        </pc:sldMkLst>
      </pc:sldChg>
      <pc:sldChg chg="new del">
        <pc:chgData name="ARUN KARTHIK ." userId="62a047ea-99a3-445a-a127-bd8840139939" providerId="ADAL" clId="{740E8017-0233-47FD-B99C-A107EB038A2C}" dt="2024-07-13T05:56:27.804" v="115" actId="680"/>
        <pc:sldMkLst>
          <pc:docMk/>
          <pc:sldMk cId="1426977083" sldId="2147472364"/>
        </pc:sldMkLst>
      </pc:sldChg>
      <pc:sldChg chg="del">
        <pc:chgData name="ARUN KARTHIK ." userId="62a047ea-99a3-445a-a127-bd8840139939" providerId="ADAL" clId="{740E8017-0233-47FD-B99C-A107EB038A2C}" dt="2024-07-13T05:53:29.791" v="11" actId="47"/>
        <pc:sldMkLst>
          <pc:docMk/>
          <pc:sldMk cId="1903466361" sldId="2147472364"/>
        </pc:sldMkLst>
      </pc:sldChg>
      <pc:sldChg chg="del">
        <pc:chgData name="ARUN KARTHIK ." userId="62a047ea-99a3-445a-a127-bd8840139939" providerId="ADAL" clId="{740E8017-0233-47FD-B99C-A107EB038A2C}" dt="2024-07-13T05:53:30.580" v="15" actId="47"/>
        <pc:sldMkLst>
          <pc:docMk/>
          <pc:sldMk cId="770342137" sldId="2147472365"/>
        </pc:sldMkLst>
      </pc:sldChg>
      <pc:sldChg chg="addSp modSp add">
        <pc:chgData name="ARUN KARTHIK ." userId="62a047ea-99a3-445a-a127-bd8840139939" providerId="ADAL" clId="{740E8017-0233-47FD-B99C-A107EB038A2C}" dt="2024-07-13T06:01:55.689" v="201" actId="14100"/>
        <pc:sldMkLst>
          <pc:docMk/>
          <pc:sldMk cId="1305049055" sldId="2147472365"/>
        </pc:sldMkLst>
      </pc:sldChg>
      <pc:sldChg chg="new del">
        <pc:chgData name="ARUN KARTHIK ." userId="62a047ea-99a3-445a-a127-bd8840139939" providerId="ADAL" clId="{740E8017-0233-47FD-B99C-A107EB038A2C}" dt="2024-07-13T05:56:19.121" v="114" actId="680"/>
        <pc:sldMkLst>
          <pc:docMk/>
          <pc:sldMk cId="2416423527" sldId="2147472365"/>
        </pc:sldMkLst>
      </pc:sldChg>
      <pc:sldChg chg="add del">
        <pc:chgData name="ARUN KARTHIK ." userId="62a047ea-99a3-445a-a127-bd8840139939" providerId="ADAL" clId="{740E8017-0233-47FD-B99C-A107EB038A2C}" dt="2024-07-13T05:57:16.241" v="139" actId="47"/>
        <pc:sldMkLst>
          <pc:docMk/>
          <pc:sldMk cId="2928872614" sldId="2147472365"/>
        </pc:sldMkLst>
      </pc:sldChg>
      <pc:sldChg chg="new del">
        <pc:chgData name="ARUN KARTHIK ." userId="62a047ea-99a3-445a-a127-bd8840139939" providerId="ADAL" clId="{740E8017-0233-47FD-B99C-A107EB038A2C}" dt="2024-07-13T05:56:18.969" v="113" actId="680"/>
        <pc:sldMkLst>
          <pc:docMk/>
          <pc:sldMk cId="695003193" sldId="2147472366"/>
        </pc:sldMkLst>
      </pc:sldChg>
      <pc:sldChg chg="add del">
        <pc:chgData name="ARUN KARTHIK ." userId="62a047ea-99a3-445a-a127-bd8840139939" providerId="ADAL" clId="{740E8017-0233-47FD-B99C-A107EB038A2C}" dt="2024-07-13T05:57:16.749" v="140" actId="47"/>
        <pc:sldMkLst>
          <pc:docMk/>
          <pc:sldMk cId="1787356648" sldId="2147472366"/>
        </pc:sldMkLst>
      </pc:sldChg>
      <pc:sldChg chg="del">
        <pc:chgData name="ARUN KARTHIK ." userId="62a047ea-99a3-445a-a127-bd8840139939" providerId="ADAL" clId="{740E8017-0233-47FD-B99C-A107EB038A2C}" dt="2024-07-13T05:53:30.768" v="16" actId="47"/>
        <pc:sldMkLst>
          <pc:docMk/>
          <pc:sldMk cId="2185375664" sldId="2147472366"/>
        </pc:sldMkLst>
      </pc:sldChg>
      <pc:sldChg chg="addSp modSp add">
        <pc:chgData name="ARUN KARTHIK ." userId="62a047ea-99a3-445a-a127-bd8840139939" providerId="ADAL" clId="{740E8017-0233-47FD-B99C-A107EB038A2C}" dt="2024-07-13T06:03:20.727" v="207" actId="14100"/>
        <pc:sldMkLst>
          <pc:docMk/>
          <pc:sldMk cId="3399735016" sldId="2147472366"/>
        </pc:sldMkLst>
      </pc:sldChg>
      <pc:sldChg chg="add del">
        <pc:chgData name="ARUN KARTHIK ." userId="62a047ea-99a3-445a-a127-bd8840139939" providerId="ADAL" clId="{740E8017-0233-47FD-B99C-A107EB038A2C}" dt="2024-07-13T05:57:17.007" v="141" actId="47"/>
        <pc:sldMkLst>
          <pc:docMk/>
          <pc:sldMk cId="498194281" sldId="2147472367"/>
        </pc:sldMkLst>
      </pc:sldChg>
      <pc:sldChg chg="del">
        <pc:chgData name="ARUN KARTHIK ." userId="62a047ea-99a3-445a-a127-bd8840139939" providerId="ADAL" clId="{740E8017-0233-47FD-B99C-A107EB038A2C}" dt="2024-07-13T05:53:30.966" v="17" actId="47"/>
        <pc:sldMkLst>
          <pc:docMk/>
          <pc:sldMk cId="944827065" sldId="2147472367"/>
        </pc:sldMkLst>
      </pc:sldChg>
      <pc:sldChg chg="add">
        <pc:chgData name="ARUN KARTHIK ." userId="62a047ea-99a3-445a-a127-bd8840139939" providerId="ADAL" clId="{740E8017-0233-47FD-B99C-A107EB038A2C}" dt="2024-07-13T05:57:58.133" v="182"/>
        <pc:sldMkLst>
          <pc:docMk/>
          <pc:sldMk cId="1099779584" sldId="2147472367"/>
        </pc:sldMkLst>
      </pc:sldChg>
      <pc:sldChg chg="new del">
        <pc:chgData name="ARUN KARTHIK ." userId="62a047ea-99a3-445a-a127-bd8840139939" providerId="ADAL" clId="{740E8017-0233-47FD-B99C-A107EB038A2C}" dt="2024-07-13T05:56:18.816" v="112" actId="680"/>
        <pc:sldMkLst>
          <pc:docMk/>
          <pc:sldMk cId="1174575056" sldId="2147472367"/>
        </pc:sldMkLst>
      </pc:sldChg>
      <pc:sldChg chg="new del">
        <pc:chgData name="ARUN KARTHIK ." userId="62a047ea-99a3-445a-a127-bd8840139939" providerId="ADAL" clId="{740E8017-0233-47FD-B99C-A107EB038A2C}" dt="2024-07-13T05:56:18.568" v="111" actId="680"/>
        <pc:sldMkLst>
          <pc:docMk/>
          <pc:sldMk cId="234084108" sldId="2147472368"/>
        </pc:sldMkLst>
      </pc:sldChg>
      <pc:sldChg chg="add del">
        <pc:chgData name="ARUN KARTHIK ." userId="62a047ea-99a3-445a-a127-bd8840139939" providerId="ADAL" clId="{740E8017-0233-47FD-B99C-A107EB038A2C}" dt="2024-07-13T05:57:17.257" v="142" actId="47"/>
        <pc:sldMkLst>
          <pc:docMk/>
          <pc:sldMk cId="596630510" sldId="2147472368"/>
        </pc:sldMkLst>
      </pc:sldChg>
      <pc:sldChg chg="del">
        <pc:chgData name="ARUN KARTHIK ." userId="62a047ea-99a3-445a-a127-bd8840139939" providerId="ADAL" clId="{740E8017-0233-47FD-B99C-A107EB038A2C}" dt="2024-07-13T05:53:31.181" v="18" actId="47"/>
        <pc:sldMkLst>
          <pc:docMk/>
          <pc:sldMk cId="3252232318" sldId="2147472368"/>
        </pc:sldMkLst>
      </pc:sldChg>
      <pc:sldChg chg="add">
        <pc:chgData name="ARUN KARTHIK ." userId="62a047ea-99a3-445a-a127-bd8840139939" providerId="ADAL" clId="{740E8017-0233-47FD-B99C-A107EB038A2C}" dt="2024-07-13T05:57:58.329" v="183"/>
        <pc:sldMkLst>
          <pc:docMk/>
          <pc:sldMk cId="4254276041" sldId="2147472368"/>
        </pc:sldMkLst>
      </pc:sldChg>
      <pc:sldChg chg="del">
        <pc:chgData name="ARUN KARTHIK ." userId="62a047ea-99a3-445a-a127-bd8840139939" providerId="ADAL" clId="{740E8017-0233-47FD-B99C-A107EB038A2C}" dt="2024-07-13T05:53:31.845" v="21" actId="47"/>
        <pc:sldMkLst>
          <pc:docMk/>
          <pc:sldMk cId="1725510741" sldId="2147472369"/>
        </pc:sldMkLst>
      </pc:sldChg>
      <pc:sldChg chg="add">
        <pc:chgData name="ARUN KARTHIK ." userId="62a047ea-99a3-445a-a127-bd8840139939" providerId="ADAL" clId="{740E8017-0233-47FD-B99C-A107EB038A2C}" dt="2024-07-13T05:57:58.504" v="184"/>
        <pc:sldMkLst>
          <pc:docMk/>
          <pc:sldMk cId="3028363073" sldId="2147472369"/>
        </pc:sldMkLst>
      </pc:sldChg>
      <pc:sldChg chg="add del">
        <pc:chgData name="ARUN KARTHIK ." userId="62a047ea-99a3-445a-a127-bd8840139939" providerId="ADAL" clId="{740E8017-0233-47FD-B99C-A107EB038A2C}" dt="2024-07-13T05:57:17.548" v="143" actId="47"/>
        <pc:sldMkLst>
          <pc:docMk/>
          <pc:sldMk cId="3376310577" sldId="2147472369"/>
        </pc:sldMkLst>
      </pc:sldChg>
      <pc:sldChg chg="del">
        <pc:chgData name="ARUN KARTHIK ." userId="62a047ea-99a3-445a-a127-bd8840139939" providerId="ADAL" clId="{740E8017-0233-47FD-B99C-A107EB038A2C}" dt="2024-07-13T05:53:32.186" v="22" actId="47"/>
        <pc:sldMkLst>
          <pc:docMk/>
          <pc:sldMk cId="2918518219" sldId="2147472370"/>
        </pc:sldMkLst>
      </pc:sldChg>
      <pc:sldChg chg="add">
        <pc:chgData name="ARUN KARTHIK ." userId="62a047ea-99a3-445a-a127-bd8840139939" providerId="ADAL" clId="{740E8017-0233-47FD-B99C-A107EB038A2C}" dt="2024-07-13T05:57:58.713" v="185"/>
        <pc:sldMkLst>
          <pc:docMk/>
          <pc:sldMk cId="2980261896" sldId="2147472370"/>
        </pc:sldMkLst>
      </pc:sldChg>
      <pc:sldChg chg="add del">
        <pc:chgData name="ARUN KARTHIK ." userId="62a047ea-99a3-445a-a127-bd8840139939" providerId="ADAL" clId="{740E8017-0233-47FD-B99C-A107EB038A2C}" dt="2024-07-13T05:57:17.942" v="144" actId="47"/>
        <pc:sldMkLst>
          <pc:docMk/>
          <pc:sldMk cId="3834060426" sldId="2147472370"/>
        </pc:sldMkLst>
      </pc:sldChg>
      <pc:sldChg chg="del">
        <pc:chgData name="ARUN KARTHIK ." userId="62a047ea-99a3-445a-a127-bd8840139939" providerId="ADAL" clId="{740E8017-0233-47FD-B99C-A107EB038A2C}" dt="2024-07-13T05:53:30.211" v="13" actId="47"/>
        <pc:sldMkLst>
          <pc:docMk/>
          <pc:sldMk cId="1540426061" sldId="2147472371"/>
        </pc:sldMkLst>
      </pc:sldChg>
      <pc:sldChg chg="add">
        <pc:chgData name="ARUN KARTHIK ." userId="62a047ea-99a3-445a-a127-bd8840139939" providerId="ADAL" clId="{740E8017-0233-47FD-B99C-A107EB038A2C}" dt="2024-07-13T05:57:58.880" v="186"/>
        <pc:sldMkLst>
          <pc:docMk/>
          <pc:sldMk cId="2544381468" sldId="2147472371"/>
        </pc:sldMkLst>
      </pc:sldChg>
      <pc:sldChg chg="add del">
        <pc:chgData name="ARUN KARTHIK ." userId="62a047ea-99a3-445a-a127-bd8840139939" providerId="ADAL" clId="{740E8017-0233-47FD-B99C-A107EB038A2C}" dt="2024-07-13T05:57:18.309" v="145" actId="47"/>
        <pc:sldMkLst>
          <pc:docMk/>
          <pc:sldMk cId="4080755512" sldId="2147472371"/>
        </pc:sldMkLst>
      </pc:sldChg>
      <pc:sldChg chg="del">
        <pc:chgData name="ARUN KARTHIK ." userId="62a047ea-99a3-445a-a127-bd8840139939" providerId="ADAL" clId="{740E8017-0233-47FD-B99C-A107EB038A2C}" dt="2024-07-13T05:53:31.406" v="19" actId="47"/>
        <pc:sldMkLst>
          <pc:docMk/>
          <pc:sldMk cId="2111280575" sldId="2147472372"/>
        </pc:sldMkLst>
      </pc:sldChg>
      <pc:sldChg chg="add del">
        <pc:chgData name="ARUN KARTHIK ." userId="62a047ea-99a3-445a-a127-bd8840139939" providerId="ADAL" clId="{740E8017-0233-47FD-B99C-A107EB038A2C}" dt="2024-07-13T05:57:18.660" v="146" actId="47"/>
        <pc:sldMkLst>
          <pc:docMk/>
          <pc:sldMk cId="4240444502" sldId="2147472372"/>
        </pc:sldMkLst>
      </pc:sldChg>
      <pc:sldChg chg="del">
        <pc:chgData name="ARUN KARTHIK ." userId="62a047ea-99a3-445a-a127-bd8840139939" providerId="ADAL" clId="{740E8017-0233-47FD-B99C-A107EB038A2C}" dt="2024-07-13T05:53:31.613" v="20" actId="47"/>
        <pc:sldMkLst>
          <pc:docMk/>
          <pc:sldMk cId="3976756508" sldId="2147472373"/>
        </pc:sldMkLst>
      </pc:sldChg>
      <pc:sldChg chg="del">
        <pc:chgData name="ARUN KARTHIK ." userId="62a047ea-99a3-445a-a127-bd8840139939" providerId="ADAL" clId="{740E8017-0233-47FD-B99C-A107EB038A2C}" dt="2024-07-13T05:53:28.092" v="2" actId="47"/>
        <pc:sldMkLst>
          <pc:docMk/>
          <pc:sldMk cId="941017616" sldId="2147472374"/>
        </pc:sldMkLst>
      </pc:sldChg>
      <pc:sldChg chg="del">
        <pc:chgData name="ARUN KARTHIK ." userId="62a047ea-99a3-445a-a127-bd8840139939" providerId="ADAL" clId="{740E8017-0233-47FD-B99C-A107EB038A2C}" dt="2024-07-13T05:53:28.247" v="3" actId="47"/>
        <pc:sldMkLst>
          <pc:docMk/>
          <pc:sldMk cId="1855895382" sldId="2147472375"/>
        </pc:sldMkLst>
      </pc:sldChg>
      <pc:sldChg chg="del">
        <pc:chgData name="ARUN KARTHIK ." userId="62a047ea-99a3-445a-a127-bd8840139939" providerId="ADAL" clId="{740E8017-0233-47FD-B99C-A107EB038A2C}" dt="2024-07-13T05:53:28.421" v="4" actId="47"/>
        <pc:sldMkLst>
          <pc:docMk/>
          <pc:sldMk cId="1843801971" sldId="2147472376"/>
        </pc:sldMkLst>
      </pc:sldChg>
      <pc:sldChg chg="del">
        <pc:chgData name="ARUN KARTHIK ." userId="62a047ea-99a3-445a-a127-bd8840139939" providerId="ADAL" clId="{740E8017-0233-47FD-B99C-A107EB038A2C}" dt="2024-07-13T05:53:28.593" v="5" actId="47"/>
        <pc:sldMkLst>
          <pc:docMk/>
          <pc:sldMk cId="1577339389" sldId="2147472377"/>
        </pc:sldMkLst>
      </pc:sldChg>
      <pc:sldChg chg="del">
        <pc:chgData name="ARUN KARTHIK ." userId="62a047ea-99a3-445a-a127-bd8840139939" providerId="ADAL" clId="{740E8017-0233-47FD-B99C-A107EB038A2C}" dt="2024-07-13T05:53:28.767" v="6" actId="47"/>
        <pc:sldMkLst>
          <pc:docMk/>
          <pc:sldMk cId="3995010085" sldId="2147472378"/>
        </pc:sldMkLst>
      </pc:sldChg>
      <pc:sldChg chg="del">
        <pc:chgData name="ARUN KARTHIK ." userId="62a047ea-99a3-445a-a127-bd8840139939" providerId="ADAL" clId="{740E8017-0233-47FD-B99C-A107EB038A2C}" dt="2024-07-13T05:53:28.954" v="7" actId="47"/>
        <pc:sldMkLst>
          <pc:docMk/>
          <pc:sldMk cId="113361996" sldId="2147472379"/>
        </pc:sldMkLst>
      </pc:sldChg>
      <pc:sldChg chg="del">
        <pc:chgData name="ARUN KARTHIK ." userId="62a047ea-99a3-445a-a127-bd8840139939" providerId="ADAL" clId="{740E8017-0233-47FD-B99C-A107EB038A2C}" dt="2024-07-13T05:53:29.144" v="8" actId="47"/>
        <pc:sldMkLst>
          <pc:docMk/>
          <pc:sldMk cId="2195800177" sldId="2147472380"/>
        </pc:sldMkLst>
      </pc:sldChg>
      <pc:sldChg chg="del">
        <pc:chgData name="ARUN KARTHIK ." userId="62a047ea-99a3-445a-a127-bd8840139939" providerId="ADAL" clId="{740E8017-0233-47FD-B99C-A107EB038A2C}" dt="2024-07-13T05:53:29.354" v="9" actId="47"/>
        <pc:sldMkLst>
          <pc:docMk/>
          <pc:sldMk cId="3475647193" sldId="2147472381"/>
        </pc:sldMkLst>
      </pc:sldChg>
      <pc:sldChg chg="del">
        <pc:chgData name="ARUN KARTHIK ." userId="62a047ea-99a3-445a-a127-bd8840139939" providerId="ADAL" clId="{740E8017-0233-47FD-B99C-A107EB038A2C}" dt="2024-07-13T05:53:30.015" v="12" actId="47"/>
        <pc:sldMkLst>
          <pc:docMk/>
          <pc:sldMk cId="4191511362" sldId="2147472382"/>
        </pc:sldMkLst>
      </pc:sldChg>
      <pc:sldChg chg="del">
        <pc:chgData name="ARUN KARTHIK ." userId="62a047ea-99a3-445a-a127-bd8840139939" providerId="ADAL" clId="{740E8017-0233-47FD-B99C-A107EB038A2C}" dt="2024-07-13T05:53:30.391" v="14" actId="47"/>
        <pc:sldMkLst>
          <pc:docMk/>
          <pc:sldMk cId="3105783908" sldId="2147472383"/>
        </pc:sldMkLst>
      </pc:sldChg>
    </pc:docChg>
  </pc:docChgLst>
  <pc:docChgLst>
    <pc:chgData name="ARUN KARTHIK ." userId="62a047ea-99a3-445a-a127-bd8840139939" providerId="ADAL" clId="{2300E771-4B7D-4D9C-ADED-A67A217ED3F2}"/>
    <pc:docChg chg="undo custSel addSld delSld modSld sldOrd">
      <pc:chgData name="ARUN KARTHIK ." userId="62a047ea-99a3-445a-a127-bd8840139939" providerId="ADAL" clId="{2300E771-4B7D-4D9C-ADED-A67A217ED3F2}" dt="2024-08-10T12:44:51.524" v="1472"/>
      <pc:docMkLst>
        <pc:docMk/>
      </pc:docMkLst>
      <pc:sldChg chg="modSp mod">
        <pc:chgData name="ARUN KARTHIK ." userId="62a047ea-99a3-445a-a127-bd8840139939" providerId="ADAL" clId="{2300E771-4B7D-4D9C-ADED-A67A217ED3F2}" dt="2024-08-10T08:37:55.645" v="35" actId="313"/>
        <pc:sldMkLst>
          <pc:docMk/>
          <pc:sldMk cId="2487991735" sldId="256"/>
        </pc:sldMkLst>
      </pc:sldChg>
      <pc:sldChg chg="del">
        <pc:chgData name="ARUN KARTHIK ." userId="62a047ea-99a3-445a-a127-bd8840139939" providerId="ADAL" clId="{2300E771-4B7D-4D9C-ADED-A67A217ED3F2}" dt="2024-08-10T08:37:57.971" v="36" actId="47"/>
        <pc:sldMkLst>
          <pc:docMk/>
          <pc:sldMk cId="0" sldId="260"/>
        </pc:sldMkLst>
      </pc:sldChg>
      <pc:sldChg chg="del">
        <pc:chgData name="ARUN KARTHIK ." userId="62a047ea-99a3-445a-a127-bd8840139939" providerId="ADAL" clId="{2300E771-4B7D-4D9C-ADED-A67A217ED3F2}" dt="2024-08-10T08:37:58.408" v="37" actId="47"/>
        <pc:sldMkLst>
          <pc:docMk/>
          <pc:sldMk cId="0" sldId="261"/>
        </pc:sldMkLst>
      </pc:sldChg>
      <pc:sldChg chg="del">
        <pc:chgData name="ARUN KARTHIK ." userId="62a047ea-99a3-445a-a127-bd8840139939" providerId="ADAL" clId="{2300E771-4B7D-4D9C-ADED-A67A217ED3F2}" dt="2024-08-10T08:37:59.284" v="38" actId="47"/>
        <pc:sldMkLst>
          <pc:docMk/>
          <pc:sldMk cId="0" sldId="262"/>
        </pc:sldMkLst>
      </pc:sldChg>
      <pc:sldChg chg="add del">
        <pc:chgData name="ARUN KARTHIK ." userId="62a047ea-99a3-445a-a127-bd8840139939" providerId="ADAL" clId="{2300E771-4B7D-4D9C-ADED-A67A217ED3F2}" dt="2024-08-10T08:38:09.047" v="45" actId="47"/>
        <pc:sldMkLst>
          <pc:docMk/>
          <pc:sldMk cId="0" sldId="263"/>
        </pc:sldMkLst>
      </pc:sldChg>
      <pc:sldChg chg="add 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64"/>
        </pc:sldMkLst>
      </pc:sldChg>
      <pc:sldChg chg="add 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65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66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67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68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69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0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1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2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3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4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5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6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7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8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79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80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81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82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83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84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85"/>
        </pc:sldMkLst>
      </pc:sldChg>
      <pc:sldChg chg="del">
        <pc:chgData name="ARUN KARTHIK ." userId="62a047ea-99a3-445a-a127-bd8840139939" providerId="ADAL" clId="{2300E771-4B7D-4D9C-ADED-A67A217ED3F2}" dt="2024-08-10T08:38:25.510" v="46" actId="47"/>
        <pc:sldMkLst>
          <pc:docMk/>
          <pc:sldMk cId="0" sldId="286"/>
        </pc:sldMkLst>
      </pc:sldChg>
      <pc:sldChg chg="addSp modSp add mod">
        <pc:chgData name="ARUN KARTHIK ." userId="62a047ea-99a3-445a-a127-bd8840139939" providerId="ADAL" clId="{2300E771-4B7D-4D9C-ADED-A67A217ED3F2}" dt="2024-08-10T08:39:57.236" v="70" actId="20577"/>
        <pc:sldMkLst>
          <pc:docMk/>
          <pc:sldMk cId="421474102" sldId="2147472362"/>
        </pc:sldMkLst>
      </pc:sldChg>
      <pc:sldChg chg="addSp delSp modSp add mod">
        <pc:chgData name="ARUN KARTHIK ." userId="62a047ea-99a3-445a-a127-bd8840139939" providerId="ADAL" clId="{2300E771-4B7D-4D9C-ADED-A67A217ED3F2}" dt="2024-08-10T08:49:48.443" v="160" actId="1076"/>
        <pc:sldMkLst>
          <pc:docMk/>
          <pc:sldMk cId="4168721080" sldId="2147472363"/>
        </pc:sldMkLst>
      </pc:sldChg>
      <pc:sldChg chg="delSp modSp add mod">
        <pc:chgData name="ARUN KARTHIK ." userId="62a047ea-99a3-445a-a127-bd8840139939" providerId="ADAL" clId="{2300E771-4B7D-4D9C-ADED-A67A217ED3F2}" dt="2024-08-10T08:44:16.501" v="132" actId="12"/>
        <pc:sldMkLst>
          <pc:docMk/>
          <pc:sldMk cId="3044103150" sldId="2147472364"/>
        </pc:sldMkLst>
      </pc:sldChg>
      <pc:sldChg chg="addSp delSp modSp add mod">
        <pc:chgData name="ARUN KARTHIK ." userId="62a047ea-99a3-445a-a127-bd8840139939" providerId="ADAL" clId="{2300E771-4B7D-4D9C-ADED-A67A217ED3F2}" dt="2024-08-10T09:06:38.858" v="218" actId="1076"/>
        <pc:sldMkLst>
          <pc:docMk/>
          <pc:sldMk cId="3970995464" sldId="2147472365"/>
        </pc:sldMkLst>
      </pc:sldChg>
      <pc:sldChg chg="addSp delSp modSp add mod">
        <pc:chgData name="ARUN KARTHIK ." userId="62a047ea-99a3-445a-a127-bd8840139939" providerId="ADAL" clId="{2300E771-4B7D-4D9C-ADED-A67A217ED3F2}" dt="2024-08-10T09:06:07.315" v="210" actId="20577"/>
        <pc:sldMkLst>
          <pc:docMk/>
          <pc:sldMk cId="3543518052" sldId="2147472366"/>
        </pc:sldMkLst>
      </pc:sldChg>
      <pc:sldChg chg="addSp delSp modSp add mod">
        <pc:chgData name="ARUN KARTHIK ." userId="62a047ea-99a3-445a-a127-bd8840139939" providerId="ADAL" clId="{2300E771-4B7D-4D9C-ADED-A67A217ED3F2}" dt="2024-08-10T11:18:11.177" v="1347"/>
        <pc:sldMkLst>
          <pc:docMk/>
          <pc:sldMk cId="2620553551" sldId="2147472367"/>
        </pc:sldMkLst>
      </pc:sldChg>
      <pc:sldChg chg="addSp delSp modSp add mod">
        <pc:chgData name="ARUN KARTHIK ." userId="62a047ea-99a3-445a-a127-bd8840139939" providerId="ADAL" clId="{2300E771-4B7D-4D9C-ADED-A67A217ED3F2}" dt="2024-08-10T09:20:56.593" v="374" actId="1076"/>
        <pc:sldMkLst>
          <pc:docMk/>
          <pc:sldMk cId="1819371886" sldId="2147472368"/>
        </pc:sldMkLst>
      </pc:sldChg>
      <pc:sldChg chg="addSp delSp modSp add mod">
        <pc:chgData name="ARUN KARTHIK ." userId="62a047ea-99a3-445a-a127-bd8840139939" providerId="ADAL" clId="{2300E771-4B7D-4D9C-ADED-A67A217ED3F2}" dt="2024-08-10T11:18:11.177" v="1347"/>
        <pc:sldMkLst>
          <pc:docMk/>
          <pc:sldMk cId="2548683965" sldId="2147472369"/>
        </pc:sldMkLst>
      </pc:sldChg>
      <pc:sldChg chg="addSp delSp modSp add mod">
        <pc:chgData name="ARUN KARTHIK ." userId="62a047ea-99a3-445a-a127-bd8840139939" providerId="ADAL" clId="{2300E771-4B7D-4D9C-ADED-A67A217ED3F2}" dt="2024-08-10T09:24:04.635" v="420" actId="5793"/>
        <pc:sldMkLst>
          <pc:docMk/>
          <pc:sldMk cId="4111662257" sldId="2147472370"/>
        </pc:sldMkLst>
      </pc:sldChg>
      <pc:sldChg chg="addSp delSp modSp add mod modAnim">
        <pc:chgData name="ARUN KARTHIK ." userId="62a047ea-99a3-445a-a127-bd8840139939" providerId="ADAL" clId="{2300E771-4B7D-4D9C-ADED-A67A217ED3F2}" dt="2024-08-10T09:30:18.704" v="508" actId="1076"/>
        <pc:sldMkLst>
          <pc:docMk/>
          <pc:sldMk cId="1142262224" sldId="2147472371"/>
        </pc:sldMkLst>
      </pc:sldChg>
      <pc:sldChg chg="addSp delSp modSp add mod">
        <pc:chgData name="ARUN KARTHIK ." userId="62a047ea-99a3-445a-a127-bd8840139939" providerId="ADAL" clId="{2300E771-4B7D-4D9C-ADED-A67A217ED3F2}" dt="2024-08-10T09:36:31.521" v="527" actId="20577"/>
        <pc:sldMkLst>
          <pc:docMk/>
          <pc:sldMk cId="777166991" sldId="2147472372"/>
        </pc:sldMkLst>
      </pc:sldChg>
      <pc:sldChg chg="addSp delSp modSp add mod delAnim">
        <pc:chgData name="ARUN KARTHIK ." userId="62a047ea-99a3-445a-a127-bd8840139939" providerId="ADAL" clId="{2300E771-4B7D-4D9C-ADED-A67A217ED3F2}" dt="2024-08-10T11:24:17.116" v="1348"/>
        <pc:sldMkLst>
          <pc:docMk/>
          <pc:sldMk cId="266761057" sldId="2147472373"/>
        </pc:sldMkLst>
      </pc:sldChg>
      <pc:sldChg chg="addSp modSp add mod modAnim">
        <pc:chgData name="ARUN KARTHIK ." userId="62a047ea-99a3-445a-a127-bd8840139939" providerId="ADAL" clId="{2300E771-4B7D-4D9C-ADED-A67A217ED3F2}" dt="2024-08-10T09:51:16.188" v="708"/>
        <pc:sldMkLst>
          <pc:docMk/>
          <pc:sldMk cId="1355072385" sldId="2147472374"/>
        </pc:sldMkLst>
      </pc:sldChg>
      <pc:sldChg chg="addSp delSp modSp add mod delAnim modAnim">
        <pc:chgData name="ARUN KARTHIK ." userId="62a047ea-99a3-445a-a127-bd8840139939" providerId="ADAL" clId="{2300E771-4B7D-4D9C-ADED-A67A217ED3F2}" dt="2024-08-10T09:55:21.058" v="783"/>
        <pc:sldMkLst>
          <pc:docMk/>
          <pc:sldMk cId="2487719019" sldId="2147472375"/>
        </pc:sldMkLst>
      </pc:sldChg>
      <pc:sldChg chg="addSp delSp modSp add mod modAnim">
        <pc:chgData name="ARUN KARTHIK ." userId="62a047ea-99a3-445a-a127-bd8840139939" providerId="ADAL" clId="{2300E771-4B7D-4D9C-ADED-A67A217ED3F2}" dt="2024-08-10T12:29:15.427" v="1386"/>
        <pc:sldMkLst>
          <pc:docMk/>
          <pc:sldMk cId="3089551357" sldId="2147472376"/>
        </pc:sldMkLst>
      </pc:sldChg>
      <pc:sldChg chg="addSp delSp modSp add mod delAnim modAnim">
        <pc:chgData name="ARUN KARTHIK ." userId="62a047ea-99a3-445a-a127-bd8840139939" providerId="ADAL" clId="{2300E771-4B7D-4D9C-ADED-A67A217ED3F2}" dt="2024-08-10T09:58:22.172" v="832"/>
        <pc:sldMkLst>
          <pc:docMk/>
          <pc:sldMk cId="1975002370" sldId="2147472377"/>
        </pc:sldMkLst>
      </pc:sldChg>
      <pc:sldChg chg="addSp delSp modSp add mod modAnim">
        <pc:chgData name="ARUN KARTHIK ." userId="62a047ea-99a3-445a-a127-bd8840139939" providerId="ADAL" clId="{2300E771-4B7D-4D9C-ADED-A67A217ED3F2}" dt="2024-08-10T09:58:19.562" v="831"/>
        <pc:sldMkLst>
          <pc:docMk/>
          <pc:sldMk cId="794081513" sldId="2147472378"/>
        </pc:sldMkLst>
      </pc:sldChg>
      <pc:sldChg chg="new del">
        <pc:chgData name="ARUN KARTHIK ." userId="62a047ea-99a3-445a-a127-bd8840139939" providerId="ADAL" clId="{2300E771-4B7D-4D9C-ADED-A67A217ED3F2}" dt="2024-08-10T09:58:31.341" v="834" actId="680"/>
        <pc:sldMkLst>
          <pc:docMk/>
          <pc:sldMk cId="556080140" sldId="2147472379"/>
        </pc:sldMkLst>
      </pc:sldChg>
      <pc:sldChg chg="addSp delSp modSp add mod ord delAnim modAnim">
        <pc:chgData name="ARUN KARTHIK ." userId="62a047ea-99a3-445a-a127-bd8840139939" providerId="ADAL" clId="{2300E771-4B7D-4D9C-ADED-A67A217ED3F2}" dt="2024-08-10T10:01:18.644" v="908"/>
        <pc:sldMkLst>
          <pc:docMk/>
          <pc:sldMk cId="3802152035" sldId="2147472379"/>
        </pc:sldMkLst>
      </pc:sldChg>
      <pc:sldChg chg="addSp delSp modSp add mod modAnim">
        <pc:chgData name="ARUN KARTHIK ." userId="62a047ea-99a3-445a-a127-bd8840139939" providerId="ADAL" clId="{2300E771-4B7D-4D9C-ADED-A67A217ED3F2}" dt="2024-08-10T12:05:11.271" v="1355"/>
        <pc:sldMkLst>
          <pc:docMk/>
          <pc:sldMk cId="3477615367" sldId="2147472380"/>
        </pc:sldMkLst>
      </pc:sldChg>
      <pc:sldChg chg="addSp delSp modSp add mod delAnim">
        <pc:chgData name="ARUN KARTHIK ." userId="62a047ea-99a3-445a-a127-bd8840139939" providerId="ADAL" clId="{2300E771-4B7D-4D9C-ADED-A67A217ED3F2}" dt="2024-08-10T10:05:47.102" v="939" actId="14100"/>
        <pc:sldMkLst>
          <pc:docMk/>
          <pc:sldMk cId="57703861" sldId="2147472381"/>
        </pc:sldMkLst>
      </pc:sldChg>
      <pc:sldChg chg="addSp delSp modSp add mod">
        <pc:chgData name="ARUN KARTHIK ." userId="62a047ea-99a3-445a-a127-bd8840139939" providerId="ADAL" clId="{2300E771-4B7D-4D9C-ADED-A67A217ED3F2}" dt="2024-08-10T10:09:37.201" v="971" actId="6549"/>
        <pc:sldMkLst>
          <pc:docMk/>
          <pc:sldMk cId="2031889850" sldId="2147472382"/>
        </pc:sldMkLst>
      </pc:sldChg>
      <pc:sldChg chg="addSp delSp modSp add mod">
        <pc:chgData name="ARUN KARTHIK ." userId="62a047ea-99a3-445a-a127-bd8840139939" providerId="ADAL" clId="{2300E771-4B7D-4D9C-ADED-A67A217ED3F2}" dt="2024-08-10T10:10:11.414" v="981" actId="1076"/>
        <pc:sldMkLst>
          <pc:docMk/>
          <pc:sldMk cId="3700146145" sldId="2147472383"/>
        </pc:sldMkLst>
      </pc:sldChg>
      <pc:sldChg chg="addSp delSp modSp add mod">
        <pc:chgData name="ARUN KARTHIK ." userId="62a047ea-99a3-445a-a127-bd8840139939" providerId="ADAL" clId="{2300E771-4B7D-4D9C-ADED-A67A217ED3F2}" dt="2024-08-10T10:15:51.710" v="1006" actId="20577"/>
        <pc:sldMkLst>
          <pc:docMk/>
          <pc:sldMk cId="3268246114" sldId="2147472384"/>
        </pc:sldMkLst>
      </pc:sldChg>
      <pc:sldChg chg="addSp delSp modSp add mod">
        <pc:chgData name="ARUN KARTHIK ." userId="62a047ea-99a3-445a-a127-bd8840139939" providerId="ADAL" clId="{2300E771-4B7D-4D9C-ADED-A67A217ED3F2}" dt="2024-08-10T10:17:18.624" v="1080" actId="20577"/>
        <pc:sldMkLst>
          <pc:docMk/>
          <pc:sldMk cId="3640789840" sldId="2147472385"/>
        </pc:sldMkLst>
      </pc:sldChg>
      <pc:sldChg chg="addSp delSp modSp add mod">
        <pc:chgData name="ARUN KARTHIK ." userId="62a047ea-99a3-445a-a127-bd8840139939" providerId="ADAL" clId="{2300E771-4B7D-4D9C-ADED-A67A217ED3F2}" dt="2024-08-10T10:18:22.146" v="1126" actId="20577"/>
        <pc:sldMkLst>
          <pc:docMk/>
          <pc:sldMk cId="3478306711" sldId="2147472386"/>
        </pc:sldMkLst>
      </pc:sldChg>
      <pc:sldChg chg="addSp delSp modSp add mod">
        <pc:chgData name="ARUN KARTHIK ." userId="62a047ea-99a3-445a-a127-bd8840139939" providerId="ADAL" clId="{2300E771-4B7D-4D9C-ADED-A67A217ED3F2}" dt="2024-08-10T10:18:59.932" v="1148" actId="20577"/>
        <pc:sldMkLst>
          <pc:docMk/>
          <pc:sldMk cId="2588407438" sldId="2147472387"/>
        </pc:sldMkLst>
      </pc:sldChg>
      <pc:sldChg chg="addSp delSp modSp add mod">
        <pc:chgData name="ARUN KARTHIK ." userId="62a047ea-99a3-445a-a127-bd8840139939" providerId="ADAL" clId="{2300E771-4B7D-4D9C-ADED-A67A217ED3F2}" dt="2024-08-10T10:21:19.965" v="1182" actId="1076"/>
        <pc:sldMkLst>
          <pc:docMk/>
          <pc:sldMk cId="1909346952" sldId="2147472388"/>
        </pc:sldMkLst>
      </pc:sldChg>
      <pc:sldChg chg="add del">
        <pc:chgData name="ARUN KARTHIK ." userId="62a047ea-99a3-445a-a127-bd8840139939" providerId="ADAL" clId="{2300E771-4B7D-4D9C-ADED-A67A217ED3F2}" dt="2024-08-10T10:19:08.878" v="1152"/>
        <pc:sldMkLst>
          <pc:docMk/>
          <pc:sldMk cId="2140099278" sldId="2147472389"/>
        </pc:sldMkLst>
      </pc:sldChg>
      <pc:sldChg chg="addSp delSp modSp add mod">
        <pc:chgData name="ARUN KARTHIK ." userId="62a047ea-99a3-445a-a127-bd8840139939" providerId="ADAL" clId="{2300E771-4B7D-4D9C-ADED-A67A217ED3F2}" dt="2024-08-10T10:21:13.005" v="1176" actId="1076"/>
        <pc:sldMkLst>
          <pc:docMk/>
          <pc:sldMk cId="3540831262" sldId="2147472389"/>
        </pc:sldMkLst>
      </pc:sldChg>
      <pc:sldChg chg="addSp delSp modSp add mod">
        <pc:chgData name="ARUN KARTHIK ." userId="62a047ea-99a3-445a-a127-bd8840139939" providerId="ADAL" clId="{2300E771-4B7D-4D9C-ADED-A67A217ED3F2}" dt="2024-08-10T10:28:58.725" v="1271" actId="1076"/>
        <pc:sldMkLst>
          <pc:docMk/>
          <pc:sldMk cId="2312948770" sldId="2147472390"/>
        </pc:sldMkLst>
      </pc:sldChg>
      <pc:sldChg chg="new del">
        <pc:chgData name="ARUN KARTHIK ." userId="62a047ea-99a3-445a-a127-bd8840139939" providerId="ADAL" clId="{2300E771-4B7D-4D9C-ADED-A67A217ED3F2}" dt="2024-08-10T10:21:23.820" v="1184" actId="680"/>
        <pc:sldMkLst>
          <pc:docMk/>
          <pc:sldMk cId="3460439534" sldId="2147472390"/>
        </pc:sldMkLst>
      </pc:sldChg>
      <pc:sldChg chg="addSp delSp modSp add mod ord">
        <pc:chgData name="ARUN KARTHIK ." userId="62a047ea-99a3-445a-a127-bd8840139939" providerId="ADAL" clId="{2300E771-4B7D-4D9C-ADED-A67A217ED3F2}" dt="2024-08-10T10:25:23.869" v="1233" actId="1076"/>
        <pc:sldMkLst>
          <pc:docMk/>
          <pc:sldMk cId="2113927364" sldId="2147472391"/>
        </pc:sldMkLst>
      </pc:sldChg>
      <pc:sldChg chg="addSp modSp add mod">
        <pc:chgData name="ARUN KARTHIK ." userId="62a047ea-99a3-445a-a127-bd8840139939" providerId="ADAL" clId="{2300E771-4B7D-4D9C-ADED-A67A217ED3F2}" dt="2024-08-10T10:25:42.677" v="1238" actId="1076"/>
        <pc:sldMkLst>
          <pc:docMk/>
          <pc:sldMk cId="474539182" sldId="2147472392"/>
        </pc:sldMkLst>
      </pc:sldChg>
      <pc:sldChg chg="addSp delSp modSp add mod">
        <pc:chgData name="ARUN KARTHIK ." userId="62a047ea-99a3-445a-a127-bd8840139939" providerId="ADAL" clId="{2300E771-4B7D-4D9C-ADED-A67A217ED3F2}" dt="2024-08-10T10:26:14.078" v="1249" actId="1076"/>
        <pc:sldMkLst>
          <pc:docMk/>
          <pc:sldMk cId="1453361288" sldId="2147472393"/>
        </pc:sldMkLst>
      </pc:sldChg>
      <pc:sldChg chg="add">
        <pc:chgData name="ARUN KARTHIK ." userId="62a047ea-99a3-445a-a127-bd8840139939" providerId="ADAL" clId="{2300E771-4B7D-4D9C-ADED-A67A217ED3F2}" dt="2024-08-10T10:26:15.696" v="1250"/>
        <pc:sldMkLst>
          <pc:docMk/>
          <pc:sldMk cId="1236470835" sldId="2147472394"/>
        </pc:sldMkLst>
      </pc:sldChg>
      <pc:sldChg chg="addSp delSp modSp add mod">
        <pc:chgData name="ARUN KARTHIK ." userId="62a047ea-99a3-445a-a127-bd8840139939" providerId="ADAL" clId="{2300E771-4B7D-4D9C-ADED-A67A217ED3F2}" dt="2024-08-10T10:26:37.050" v="1257" actId="1076"/>
        <pc:sldMkLst>
          <pc:docMk/>
          <pc:sldMk cId="2746148965" sldId="2147472395"/>
        </pc:sldMkLst>
      </pc:sldChg>
      <pc:sldChg chg="addSp delSp modSp add mod">
        <pc:chgData name="ARUN KARTHIK ." userId="62a047ea-99a3-445a-a127-bd8840139939" providerId="ADAL" clId="{2300E771-4B7D-4D9C-ADED-A67A217ED3F2}" dt="2024-08-10T10:26:49.862" v="1262" actId="14100"/>
        <pc:sldMkLst>
          <pc:docMk/>
          <pc:sldMk cId="2066472572" sldId="2147472396"/>
        </pc:sldMkLst>
      </pc:sldChg>
      <pc:sldChg chg="addSp delSp modSp add mod">
        <pc:chgData name="ARUN KARTHIK ." userId="62a047ea-99a3-445a-a127-bd8840139939" providerId="ADAL" clId="{2300E771-4B7D-4D9C-ADED-A67A217ED3F2}" dt="2024-08-10T10:30:40.815" v="1282" actId="20577"/>
        <pc:sldMkLst>
          <pc:docMk/>
          <pc:sldMk cId="1869701847" sldId="2147472397"/>
        </pc:sldMkLst>
      </pc:sldChg>
      <pc:sldChg chg="addSp delSp modSp add mod">
        <pc:chgData name="ARUN KARTHIK ." userId="62a047ea-99a3-445a-a127-bd8840139939" providerId="ADAL" clId="{2300E771-4B7D-4D9C-ADED-A67A217ED3F2}" dt="2024-08-10T10:31:47.284" v="1297" actId="1076"/>
        <pc:sldMkLst>
          <pc:docMk/>
          <pc:sldMk cId="1117156583" sldId="2147472398"/>
        </pc:sldMkLst>
      </pc:sldChg>
      <pc:sldChg chg="addSp delSp modSp add mod">
        <pc:chgData name="ARUN KARTHIK ." userId="62a047ea-99a3-445a-a127-bd8840139939" providerId="ADAL" clId="{2300E771-4B7D-4D9C-ADED-A67A217ED3F2}" dt="2024-08-10T10:32:40.869" v="1312" actId="1076"/>
        <pc:sldMkLst>
          <pc:docMk/>
          <pc:sldMk cId="1895799069" sldId="2147472399"/>
        </pc:sldMkLst>
      </pc:sldChg>
      <pc:sldChg chg="addSp modSp add mod">
        <pc:chgData name="ARUN KARTHIK ." userId="62a047ea-99a3-445a-a127-bd8840139939" providerId="ADAL" clId="{2300E771-4B7D-4D9C-ADED-A67A217ED3F2}" dt="2024-08-10T10:33:12.264" v="1320" actId="1076"/>
        <pc:sldMkLst>
          <pc:docMk/>
          <pc:sldMk cId="540911146" sldId="2147472400"/>
        </pc:sldMkLst>
      </pc:sldChg>
      <pc:sldChg chg="addSp delSp modSp add mod">
        <pc:chgData name="ARUN KARTHIK ." userId="62a047ea-99a3-445a-a127-bd8840139939" providerId="ADAL" clId="{2300E771-4B7D-4D9C-ADED-A67A217ED3F2}" dt="2024-08-10T10:35:07.877" v="1338" actId="478"/>
        <pc:sldMkLst>
          <pc:docMk/>
          <pc:sldMk cId="3253799392" sldId="2147472401"/>
        </pc:sldMkLst>
      </pc:sldChg>
      <pc:sldChg chg="addSp modSp add mod ord">
        <pc:chgData name="ARUN KARTHIK ." userId="62a047ea-99a3-445a-a127-bd8840139939" providerId="ADAL" clId="{2300E771-4B7D-4D9C-ADED-A67A217ED3F2}" dt="2024-08-10T10:33:00.793" v="1318" actId="1076"/>
        <pc:sldMkLst>
          <pc:docMk/>
          <pc:sldMk cId="961111815" sldId="2147472402"/>
        </pc:sldMkLst>
      </pc:sldChg>
      <pc:sldChg chg="delSp modSp add mod">
        <pc:chgData name="ARUN KARTHIK ." userId="62a047ea-99a3-445a-a127-bd8840139939" providerId="ADAL" clId="{2300E771-4B7D-4D9C-ADED-A67A217ED3F2}" dt="2024-08-10T10:35:05.772" v="1337" actId="1076"/>
        <pc:sldMkLst>
          <pc:docMk/>
          <pc:sldMk cId="96506259" sldId="2147472403"/>
        </pc:sldMkLst>
      </pc:sldChg>
      <pc:sldChg chg="addSp delSp modSp add mod">
        <pc:chgData name="ARUN KARTHIK ." userId="62a047ea-99a3-445a-a127-bd8840139939" providerId="ADAL" clId="{2300E771-4B7D-4D9C-ADED-A67A217ED3F2}" dt="2024-08-10T10:35:24.249" v="1344" actId="14100"/>
        <pc:sldMkLst>
          <pc:docMk/>
          <pc:sldMk cId="1668372818" sldId="2147472404"/>
        </pc:sldMkLst>
      </pc:sldChg>
      <pc:sldChg chg="addSp delSp new mod">
        <pc:chgData name="ARUN KARTHIK ." userId="62a047ea-99a3-445a-a127-bd8840139939" providerId="ADAL" clId="{2300E771-4B7D-4D9C-ADED-A67A217ED3F2}" dt="2024-08-10T11:28:56.053" v="1354"/>
        <pc:sldMkLst>
          <pc:docMk/>
          <pc:sldMk cId="1399068448" sldId="2147472405"/>
        </pc:sldMkLst>
      </pc:sldChg>
      <pc:sldChg chg="addSp delSp add mod">
        <pc:chgData name="ARUN KARTHIK ." userId="62a047ea-99a3-445a-a127-bd8840139939" providerId="ADAL" clId="{2300E771-4B7D-4D9C-ADED-A67A217ED3F2}" dt="2024-08-10T12:08:02.762" v="1360"/>
        <pc:sldMkLst>
          <pc:docMk/>
          <pc:sldMk cId="2736853935" sldId="2147472406"/>
        </pc:sldMkLst>
      </pc:sldChg>
      <pc:sldChg chg="addSp delSp modSp new mod modAnim">
        <pc:chgData name="ARUN KARTHIK ." userId="62a047ea-99a3-445a-a127-bd8840139939" providerId="ADAL" clId="{2300E771-4B7D-4D9C-ADED-A67A217ED3F2}" dt="2024-08-10T12:40:12.895" v="1456"/>
        <pc:sldMkLst>
          <pc:docMk/>
          <pc:sldMk cId="2167753590" sldId="2147472407"/>
        </pc:sldMkLst>
      </pc:sldChg>
      <pc:sldChg chg="addSp delSp modSp new del mod">
        <pc:chgData name="ARUN KARTHIK ." userId="62a047ea-99a3-445a-a127-bd8840139939" providerId="ADAL" clId="{2300E771-4B7D-4D9C-ADED-A67A217ED3F2}" dt="2024-08-10T12:15:20.980" v="1377" actId="47"/>
        <pc:sldMkLst>
          <pc:docMk/>
          <pc:sldMk cId="4120483452" sldId="2147472407"/>
        </pc:sldMkLst>
      </pc:sldChg>
      <pc:sldChg chg="addSp delSp modSp add del mod">
        <pc:chgData name="ARUN KARTHIK ." userId="62a047ea-99a3-445a-a127-bd8840139939" providerId="ADAL" clId="{2300E771-4B7D-4D9C-ADED-A67A217ED3F2}" dt="2024-08-10T12:31:27.535" v="1388" actId="47"/>
        <pc:sldMkLst>
          <pc:docMk/>
          <pc:sldMk cId="312669085" sldId="2147472408"/>
        </pc:sldMkLst>
      </pc:sldChg>
      <pc:sldChg chg="addSp delSp modSp new mod">
        <pc:chgData name="ARUN KARTHIK ." userId="62a047ea-99a3-445a-a127-bd8840139939" providerId="ADAL" clId="{2300E771-4B7D-4D9C-ADED-A67A217ED3F2}" dt="2024-08-10T12:44:51.524" v="1472"/>
        <pc:sldMkLst>
          <pc:docMk/>
          <pc:sldMk cId="804197851" sldId="2147472408"/>
        </pc:sldMkLst>
      </pc:sldChg>
      <pc:sldChg chg="addSp delSp modSp new del mod modAnim">
        <pc:chgData name="ARUN KARTHIK ." userId="62a047ea-99a3-445a-a127-bd8840139939" providerId="ADAL" clId="{2300E771-4B7D-4D9C-ADED-A67A217ED3F2}" dt="2024-08-10T12:31:26.420" v="1387" actId="47"/>
        <pc:sldMkLst>
          <pc:docMk/>
          <pc:sldMk cId="2099800586" sldId="2147472409"/>
        </pc:sldMkLst>
      </pc:sldChg>
      <pc:sldChg chg="addSp delSp modSp new mod">
        <pc:chgData name="ARUN KARTHIK ." userId="62a047ea-99a3-445a-a127-bd8840139939" providerId="ADAL" clId="{2300E771-4B7D-4D9C-ADED-A67A217ED3F2}" dt="2024-08-10T12:43:58.689" v="1466"/>
        <pc:sldMkLst>
          <pc:docMk/>
          <pc:sldMk cId="2364980166" sldId="2147472409"/>
        </pc:sldMkLst>
      </pc:sldChg>
      <pc:sldChg chg="addSp delSp modSp new mod">
        <pc:chgData name="ARUN KARTHIK ." userId="62a047ea-99a3-445a-a127-bd8840139939" providerId="ADAL" clId="{2300E771-4B7D-4D9C-ADED-A67A217ED3F2}" dt="2024-08-10T12:44:51.524" v="1472"/>
        <pc:sldMkLst>
          <pc:docMk/>
          <pc:sldMk cId="2041477310" sldId="2147472410"/>
        </pc:sldMkLst>
      </pc:sldChg>
    </pc:docChg>
  </pc:docChgLst>
  <pc:docChgLst>
    <pc:chgData name="ARUN KARTHIK ." userId="62a047ea-99a3-445a-a127-bd8840139939" providerId="ADAL" clId="{C2903D19-D351-4C50-9190-1EA97962501C}"/>
    <pc:docChg chg="undo custSel addSld modSld">
      <pc:chgData name="ARUN KARTHIK ." userId="62a047ea-99a3-445a-a127-bd8840139939" providerId="ADAL" clId="{C2903D19-D351-4C50-9190-1EA97962501C}" dt="2023-10-28T05:51:10.571" v="26" actId="20577"/>
      <pc:docMkLst>
        <pc:docMk/>
      </pc:docMkLst>
      <pc:sldChg chg="modSp mod">
        <pc:chgData name="ARUN KARTHIK ." userId="62a047ea-99a3-445a-a127-bd8840139939" providerId="ADAL" clId="{C2903D19-D351-4C50-9190-1EA97962501C}" dt="2023-10-28T05:07:07.026" v="0" actId="6549"/>
        <pc:sldMkLst>
          <pc:docMk/>
          <pc:sldMk cId="2961716487" sldId="2147472329"/>
        </pc:sldMkLst>
      </pc:sldChg>
      <pc:sldChg chg="modSp mod">
        <pc:chgData name="ARUN KARTHIK ." userId="62a047ea-99a3-445a-a127-bd8840139939" providerId="ADAL" clId="{C2903D19-D351-4C50-9190-1EA97962501C}" dt="2023-10-28T05:51:10.571" v="26" actId="20577"/>
        <pc:sldMkLst>
          <pc:docMk/>
          <pc:sldMk cId="3091053289" sldId="2147472346"/>
        </pc:sldMkLst>
      </pc:sldChg>
      <pc:sldChg chg="addSp delSp modSp add mod">
        <pc:chgData name="ARUN KARTHIK ." userId="62a047ea-99a3-445a-a127-bd8840139939" providerId="ADAL" clId="{C2903D19-D351-4C50-9190-1EA97962501C}" dt="2023-10-28T05:41:16.157" v="25"/>
        <pc:sldMkLst>
          <pc:docMk/>
          <pc:sldMk cId="2978089624" sldId="2147472362"/>
        </pc:sldMkLst>
      </pc:sldChg>
    </pc:docChg>
  </pc:docChgLst>
  <pc:docChgLst>
    <pc:chgData name="ARUN KARTHIK ." userId="62a047ea-99a3-445a-a127-bd8840139939" providerId="ADAL" clId="{1E126722-D3AF-42B1-AD4D-07271E8E1D54}"/>
    <pc:docChg chg="undo custSel addSld delSld modSld">
      <pc:chgData name="ARUN KARTHIK ." userId="62a047ea-99a3-445a-a127-bd8840139939" providerId="ADAL" clId="{1E126722-D3AF-42B1-AD4D-07271E8E1D54}" dt="2024-06-15T10:30:38.344" v="410"/>
      <pc:docMkLst>
        <pc:docMk/>
      </pc:docMkLst>
      <pc:sldChg chg="modSp mod">
        <pc:chgData name="ARUN KARTHIK ." userId="62a047ea-99a3-445a-a127-bd8840139939" providerId="ADAL" clId="{1E126722-D3AF-42B1-AD4D-07271E8E1D54}" dt="2024-06-15T08:24:12.870" v="21" actId="20577"/>
        <pc:sldMkLst>
          <pc:docMk/>
          <pc:sldMk cId="2487991735" sldId="256"/>
        </pc:sldMkLst>
      </pc:sldChg>
      <pc:sldChg chg="delSp modSp mod">
        <pc:chgData name="ARUN KARTHIK ." userId="62a047ea-99a3-445a-a127-bd8840139939" providerId="ADAL" clId="{1E126722-D3AF-42B1-AD4D-07271E8E1D54}" dt="2024-06-15T08:26:55.935" v="66" actId="478"/>
        <pc:sldMkLst>
          <pc:docMk/>
          <pc:sldMk cId="2093432532" sldId="257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981144513" sldId="2147472290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106636162" sldId="2147472291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470488274" sldId="2147472301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4230480413" sldId="2147472302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260295635" sldId="2147472305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54326647" sldId="2147472306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4162049918" sldId="2147472309"/>
        </pc:sldMkLst>
      </pc:sldChg>
      <pc:sldChg chg="modSp modAnim">
        <pc:chgData name="ARUN KARTHIK ." userId="62a047ea-99a3-445a-a127-bd8840139939" providerId="ADAL" clId="{1E126722-D3AF-42B1-AD4D-07271E8E1D54}" dt="2024-06-15T08:27:34.468" v="69"/>
        <pc:sldMkLst>
          <pc:docMk/>
          <pc:sldMk cId="2255416091" sldId="2147472317"/>
        </pc:sldMkLst>
      </pc:sldChg>
      <pc:sldChg chg="addSp delSp modSp mod delAnim">
        <pc:chgData name="ARUN KARTHIK ." userId="62a047ea-99a3-445a-a127-bd8840139939" providerId="ADAL" clId="{1E126722-D3AF-42B1-AD4D-07271E8E1D54}" dt="2024-06-15T08:29:28.882" v="113" actId="20577"/>
        <pc:sldMkLst>
          <pc:docMk/>
          <pc:sldMk cId="603800340" sldId="2147472319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144803936" sldId="2147472321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831893227" sldId="2147472322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224199110" sldId="2147472326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790967337" sldId="2147472328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961716487" sldId="2147472329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536423590" sldId="2147472330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161333238" sldId="2147472331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533569582" sldId="2147472332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808448036" sldId="2147472333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733555137" sldId="2147472334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592123453" sldId="2147472335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250700426" sldId="2147472337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378988986" sldId="2147472338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4239796815" sldId="2147472339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631722811" sldId="2147472340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659761723" sldId="2147472342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778676749" sldId="2147472343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905182876" sldId="2147472344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080593602" sldId="2147472345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091053289" sldId="2147472346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678934189" sldId="2147472347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148265028" sldId="2147472348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846333885" sldId="2147472349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420597673" sldId="2147472350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766650018" sldId="2147472351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809350670" sldId="2147472352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750325423" sldId="2147472353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964618606" sldId="2147472354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829455799" sldId="2147472355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414215677" sldId="2147472356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721248961" sldId="2147472357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451242298" sldId="2147472358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3203303874" sldId="2147472359"/>
        </pc:sldMkLst>
      </pc:sldChg>
      <pc:sldChg chg="delSp mod">
        <pc:chgData name="ARUN KARTHIK ." userId="62a047ea-99a3-445a-a127-bd8840139939" providerId="ADAL" clId="{1E126722-D3AF-42B1-AD4D-07271E8E1D54}" dt="2024-06-15T08:27:43.232" v="71" actId="478"/>
        <pc:sldMkLst>
          <pc:docMk/>
          <pc:sldMk cId="4252618562" sldId="2147472361"/>
        </pc:sldMkLst>
      </pc:sldChg>
      <pc:sldChg chg="addSp delSp modSp add mod">
        <pc:chgData name="ARUN KARTHIK ." userId="62a047ea-99a3-445a-a127-bd8840139939" providerId="ADAL" clId="{1E126722-D3AF-42B1-AD4D-07271E8E1D54}" dt="2024-06-15T09:05:00.388" v="279"/>
        <pc:sldMkLst>
          <pc:docMk/>
          <pc:sldMk cId="1071382573" sldId="2147472362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978089624" sldId="2147472362"/>
        </pc:sldMkLst>
      </pc:sldChg>
      <pc:sldChg chg="addSp delSp modSp add mod">
        <pc:chgData name="ARUN KARTHIK ." userId="62a047ea-99a3-445a-a127-bd8840139939" providerId="ADAL" clId="{1E126722-D3AF-42B1-AD4D-07271E8E1D54}" dt="2024-06-15T09:54:31.465" v="405"/>
        <pc:sldMkLst>
          <pc:docMk/>
          <pc:sldMk cId="277764760" sldId="2147472363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783640296" sldId="2147472363"/>
        </pc:sldMkLst>
      </pc:sldChg>
      <pc:sldChg chg="addSp modSp add mod">
        <pc:chgData name="ARUN KARTHIK ." userId="62a047ea-99a3-445a-a127-bd8840139939" providerId="ADAL" clId="{1E126722-D3AF-42B1-AD4D-07271E8E1D54}" dt="2024-06-15T10:19:59.846" v="407"/>
        <pc:sldMkLst>
          <pc:docMk/>
          <pc:sldMk cId="1903466361" sldId="2147472364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2604963721" sldId="2147472364"/>
        </pc:sldMkLst>
      </pc:sldChg>
      <pc:sldChg chg="addSp delSp modSp add mod">
        <pc:chgData name="ARUN KARTHIK ." userId="62a047ea-99a3-445a-a127-bd8840139939" providerId="ADAL" clId="{1E126722-D3AF-42B1-AD4D-07271E8E1D54}" dt="2024-06-15T10:30:38.344" v="410"/>
        <pc:sldMkLst>
          <pc:docMk/>
          <pc:sldMk cId="770342137" sldId="2147472365"/>
        </pc:sldMkLst>
      </pc:sldChg>
      <pc:sldChg chg="del">
        <pc:chgData name="ARUN KARTHIK ." userId="62a047ea-99a3-445a-a127-bd8840139939" providerId="ADAL" clId="{1E126722-D3AF-42B1-AD4D-07271E8E1D54}" dt="2024-06-15T08:27:40.260" v="70" actId="47"/>
        <pc:sldMkLst>
          <pc:docMk/>
          <pc:sldMk cId="1223650770" sldId="2147472365"/>
        </pc:sldMkLst>
      </pc:sldChg>
      <pc:sldChg chg="addSp modSp add mod">
        <pc:chgData name="ARUN KARTHIK ." userId="62a047ea-99a3-445a-a127-bd8840139939" providerId="ADAL" clId="{1E126722-D3AF-42B1-AD4D-07271E8E1D54}" dt="2024-06-15T08:37:50.786" v="236" actId="14100"/>
        <pc:sldMkLst>
          <pc:docMk/>
          <pc:sldMk cId="2185375664" sldId="2147472366"/>
        </pc:sldMkLst>
      </pc:sldChg>
      <pc:sldChg chg="addSp modSp add mod">
        <pc:chgData name="ARUN KARTHIK ." userId="62a047ea-99a3-445a-a127-bd8840139939" providerId="ADAL" clId="{1E126722-D3AF-42B1-AD4D-07271E8E1D54}" dt="2024-06-15T10:30:38.344" v="410"/>
        <pc:sldMkLst>
          <pc:docMk/>
          <pc:sldMk cId="944827065" sldId="2147472367"/>
        </pc:sldMkLst>
      </pc:sldChg>
      <pc:sldChg chg="addSp modSp add mod">
        <pc:chgData name="ARUN KARTHIK ." userId="62a047ea-99a3-445a-a127-bd8840139939" providerId="ADAL" clId="{1E126722-D3AF-42B1-AD4D-07271E8E1D54}" dt="2024-06-15T08:39:09.630" v="249" actId="14100"/>
        <pc:sldMkLst>
          <pc:docMk/>
          <pc:sldMk cId="3252232318" sldId="2147472368"/>
        </pc:sldMkLst>
      </pc:sldChg>
      <pc:sldChg chg="add">
        <pc:chgData name="ARUN KARTHIK ." userId="62a047ea-99a3-445a-a127-bd8840139939" providerId="ADAL" clId="{1E126722-D3AF-42B1-AD4D-07271E8E1D54}" dt="2024-06-15T08:30:32.137" v="141"/>
        <pc:sldMkLst>
          <pc:docMk/>
          <pc:sldMk cId="1725510741" sldId="2147472369"/>
        </pc:sldMkLst>
      </pc:sldChg>
      <pc:sldChg chg="add">
        <pc:chgData name="ARUN KARTHIK ." userId="62a047ea-99a3-445a-a127-bd8840139939" providerId="ADAL" clId="{1E126722-D3AF-42B1-AD4D-07271E8E1D54}" dt="2024-06-15T08:30:32.276" v="142"/>
        <pc:sldMkLst>
          <pc:docMk/>
          <pc:sldMk cId="2918518219" sldId="2147472370"/>
        </pc:sldMkLst>
      </pc:sldChg>
      <pc:sldChg chg="addSp delSp modSp add">
        <pc:chgData name="ARUN KARTHIK ." userId="62a047ea-99a3-445a-a127-bd8840139939" providerId="ADAL" clId="{1E126722-D3AF-42B1-AD4D-07271E8E1D54}" dt="2024-06-15T10:19:59.846" v="407"/>
        <pc:sldMkLst>
          <pc:docMk/>
          <pc:sldMk cId="1540426061" sldId="2147472371"/>
        </pc:sldMkLst>
      </pc:sldChg>
      <pc:sldChg chg="addSp delSp modSp add mod">
        <pc:chgData name="ARUN KARTHIK ." userId="62a047ea-99a3-445a-a127-bd8840139939" providerId="ADAL" clId="{1E126722-D3AF-42B1-AD4D-07271E8E1D54}" dt="2024-06-15T08:40:11.197" v="266" actId="1076"/>
        <pc:sldMkLst>
          <pc:docMk/>
          <pc:sldMk cId="2111280575" sldId="2147472372"/>
        </pc:sldMkLst>
      </pc:sldChg>
      <pc:sldChg chg="addSp delSp modSp add mod">
        <pc:chgData name="ARUN KARTHIK ." userId="62a047ea-99a3-445a-a127-bd8840139939" providerId="ADAL" clId="{1E126722-D3AF-42B1-AD4D-07271E8E1D54}" dt="2024-06-15T08:40:43.437" v="275" actId="1076"/>
        <pc:sldMkLst>
          <pc:docMk/>
          <pc:sldMk cId="3976756508" sldId="2147472373"/>
        </pc:sldMkLst>
      </pc:sldChg>
      <pc:sldChg chg="addSp new">
        <pc:chgData name="ARUN KARTHIK ." userId="62a047ea-99a3-445a-a127-bd8840139939" providerId="ADAL" clId="{1E126722-D3AF-42B1-AD4D-07271E8E1D54}" dt="2024-06-15T08:59:36.576" v="277"/>
        <pc:sldMkLst>
          <pc:docMk/>
          <pc:sldMk cId="941017616" sldId="2147472374"/>
        </pc:sldMkLst>
      </pc:sldChg>
      <pc:sldChg chg="addSp new">
        <pc:chgData name="ARUN KARTHIK ." userId="62a047ea-99a3-445a-a127-bd8840139939" providerId="ADAL" clId="{1E126722-D3AF-42B1-AD4D-07271E8E1D54}" dt="2024-06-15T09:05:00.388" v="279"/>
        <pc:sldMkLst>
          <pc:docMk/>
          <pc:sldMk cId="1855895382" sldId="2147472375"/>
        </pc:sldMkLst>
      </pc:sldChg>
      <pc:sldChg chg="addSp modSp new">
        <pc:chgData name="ARUN KARTHIK ." userId="62a047ea-99a3-445a-a127-bd8840139939" providerId="ADAL" clId="{1E126722-D3AF-42B1-AD4D-07271E8E1D54}" dt="2024-06-15T09:07:18.055" v="287"/>
        <pc:sldMkLst>
          <pc:docMk/>
          <pc:sldMk cId="1843801971" sldId="2147472376"/>
        </pc:sldMkLst>
      </pc:sldChg>
      <pc:sldChg chg="addSp modSp new mod">
        <pc:chgData name="ARUN KARTHIK ." userId="62a047ea-99a3-445a-a127-bd8840139939" providerId="ADAL" clId="{1E126722-D3AF-42B1-AD4D-07271E8E1D54}" dt="2024-06-15T09:08:10.979" v="298" actId="1076"/>
        <pc:sldMkLst>
          <pc:docMk/>
          <pc:sldMk cId="1577339389" sldId="2147472377"/>
        </pc:sldMkLst>
      </pc:sldChg>
      <pc:sldChg chg="addSp delSp modSp new mod">
        <pc:chgData name="ARUN KARTHIK ." userId="62a047ea-99a3-445a-a127-bd8840139939" providerId="ADAL" clId="{1E126722-D3AF-42B1-AD4D-07271E8E1D54}" dt="2024-06-15T09:23:20.131" v="383" actId="1582"/>
        <pc:sldMkLst>
          <pc:docMk/>
          <pc:sldMk cId="3995010085" sldId="2147472378"/>
        </pc:sldMkLst>
      </pc:sldChg>
      <pc:sldChg chg="addSp delSp modSp add mod">
        <pc:chgData name="ARUN KARTHIK ." userId="62a047ea-99a3-445a-a127-bd8840139939" providerId="ADAL" clId="{1E126722-D3AF-42B1-AD4D-07271E8E1D54}" dt="2024-06-15T09:26:24.430" v="402"/>
        <pc:sldMkLst>
          <pc:docMk/>
          <pc:sldMk cId="113361996" sldId="2147472379"/>
        </pc:sldMkLst>
      </pc:sldChg>
      <pc:sldChg chg="addSp delSp modSp add mod">
        <pc:chgData name="ARUN KARTHIK ." userId="62a047ea-99a3-445a-a127-bd8840139939" providerId="ADAL" clId="{1E126722-D3AF-42B1-AD4D-07271E8E1D54}" dt="2024-06-15T09:25:31.961" v="401"/>
        <pc:sldMkLst>
          <pc:docMk/>
          <pc:sldMk cId="2195800177" sldId="2147472380"/>
        </pc:sldMkLst>
      </pc:sldChg>
      <pc:sldChg chg="addSp new">
        <pc:chgData name="ARUN KARTHIK ." userId="62a047ea-99a3-445a-a127-bd8840139939" providerId="ADAL" clId="{1E126722-D3AF-42B1-AD4D-07271E8E1D54}" dt="2024-06-15T09:36:53.045" v="404"/>
        <pc:sldMkLst>
          <pc:docMk/>
          <pc:sldMk cId="3475647193" sldId="2147472381"/>
        </pc:sldMkLst>
      </pc:sldChg>
      <pc:sldChg chg="addSp new">
        <pc:chgData name="ARUN KARTHIK ." userId="62a047ea-99a3-445a-a127-bd8840139939" providerId="ADAL" clId="{1E126722-D3AF-42B1-AD4D-07271E8E1D54}" dt="2024-06-15T10:19:59.846" v="407"/>
        <pc:sldMkLst>
          <pc:docMk/>
          <pc:sldMk cId="4191511362" sldId="2147472382"/>
        </pc:sldMkLst>
      </pc:sldChg>
      <pc:sldChg chg="addSp delSp add mod">
        <pc:chgData name="ARUN KARTHIK ." userId="62a047ea-99a3-445a-a127-bd8840139939" providerId="ADAL" clId="{1E126722-D3AF-42B1-AD4D-07271E8E1D54}" dt="2024-06-15T10:30:38.344" v="410"/>
        <pc:sldMkLst>
          <pc:docMk/>
          <pc:sldMk cId="3105783908" sldId="2147472383"/>
        </pc:sldMkLst>
      </pc:sldChg>
    </pc:docChg>
  </pc:docChgLst>
  <pc:docChgLst>
    <pc:chgData name="ARUN KARTHIK ." userId="62a047ea-99a3-445a-a127-bd8840139939" providerId="ADAL" clId="{B117A5F2-1886-4A68-8A2E-C944BB049D49}"/>
    <pc:docChg chg="undo custSel addSld delSld modSld">
      <pc:chgData name="ARUN KARTHIK ." userId="62a047ea-99a3-445a-a127-bd8840139939" providerId="ADAL" clId="{B117A5F2-1886-4A68-8A2E-C944BB049D49}" dt="2024-08-03T06:04:28.543" v="57"/>
      <pc:docMkLst>
        <pc:docMk/>
      </pc:docMkLst>
      <pc:sldChg chg="modSp mod">
        <pc:chgData name="ARUN KARTHIK ." userId="62a047ea-99a3-445a-a127-bd8840139939" providerId="ADAL" clId="{B117A5F2-1886-4A68-8A2E-C944BB049D49}" dt="2024-08-03T06:02:08.630" v="30" actId="20577"/>
        <pc:sldMkLst>
          <pc:docMk/>
          <pc:sldMk cId="2487991735" sldId="256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60"/>
        </pc:sldMkLst>
      </pc:sldChg>
      <pc:sldChg chg="add del">
        <pc:chgData name="ARUN KARTHIK ." userId="62a047ea-99a3-445a-a127-bd8840139939" providerId="ADAL" clId="{B117A5F2-1886-4A68-8A2E-C944BB049D49}" dt="2024-08-03T06:04:28.543" v="57"/>
        <pc:sldMkLst>
          <pc:docMk/>
          <pc:sldMk cId="0" sldId="261"/>
        </pc:sldMkLst>
      </pc:sldChg>
      <pc:sldChg chg="add del">
        <pc:chgData name="ARUN KARTHIK ." userId="62a047ea-99a3-445a-a127-bd8840139939" providerId="ADAL" clId="{B117A5F2-1886-4A68-8A2E-C944BB049D49}" dt="2024-08-03T06:04:28.543" v="57"/>
        <pc:sldMkLst>
          <pc:docMk/>
          <pc:sldMk cId="0" sldId="262"/>
        </pc:sldMkLst>
      </pc:sldChg>
      <pc:sldChg chg="add del">
        <pc:chgData name="ARUN KARTHIK ." userId="62a047ea-99a3-445a-a127-bd8840139939" providerId="ADAL" clId="{B117A5F2-1886-4A68-8A2E-C944BB049D49}" dt="2024-08-03T06:04:28.543" v="57"/>
        <pc:sldMkLst>
          <pc:docMk/>
          <pc:sldMk cId="0" sldId="263"/>
        </pc:sldMkLst>
      </pc:sldChg>
      <pc:sldChg chg="add del">
        <pc:chgData name="ARUN KARTHIK ." userId="62a047ea-99a3-445a-a127-bd8840139939" providerId="ADAL" clId="{B117A5F2-1886-4A68-8A2E-C944BB049D49}" dt="2024-08-03T06:04:28.543" v="57"/>
        <pc:sldMkLst>
          <pc:docMk/>
          <pc:sldMk cId="0" sldId="264"/>
        </pc:sldMkLst>
      </pc:sldChg>
      <pc:sldChg chg="add del">
        <pc:chgData name="ARUN KARTHIK ." userId="62a047ea-99a3-445a-a127-bd8840139939" providerId="ADAL" clId="{B117A5F2-1886-4A68-8A2E-C944BB049D49}" dt="2024-08-03T06:04:28.543" v="57"/>
        <pc:sldMkLst>
          <pc:docMk/>
          <pc:sldMk cId="0" sldId="265"/>
        </pc:sldMkLst>
      </pc:sldChg>
      <pc:sldChg chg="add del">
        <pc:chgData name="ARUN KARTHIK ." userId="62a047ea-99a3-445a-a127-bd8840139939" providerId="ADAL" clId="{B117A5F2-1886-4A68-8A2E-C944BB049D49}" dt="2024-08-03T06:04:28.543" v="57"/>
        <pc:sldMkLst>
          <pc:docMk/>
          <pc:sldMk cId="0" sldId="266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67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68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69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0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1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2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3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4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5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6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7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8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79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80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81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82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83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84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85"/>
        </pc:sldMkLst>
      </pc:sldChg>
      <pc:sldChg chg="add">
        <pc:chgData name="ARUN KARTHIK ." userId="62a047ea-99a3-445a-a127-bd8840139939" providerId="ADAL" clId="{B117A5F2-1886-4A68-8A2E-C944BB049D49}" dt="2024-08-03T06:04:28.543" v="57"/>
        <pc:sldMkLst>
          <pc:docMk/>
          <pc:sldMk cId="0" sldId="286"/>
        </pc:sldMkLst>
      </pc:sldChg>
      <pc:sldChg chg="addSp delSp modSp mod">
        <pc:chgData name="ARUN KARTHIK ." userId="62a047ea-99a3-445a-a127-bd8840139939" providerId="ADAL" clId="{B117A5F2-1886-4A68-8A2E-C944BB049D49}" dt="2024-08-03T06:03:53.245" v="56" actId="1076"/>
        <pc:sldMkLst>
          <pc:docMk/>
          <pc:sldMk cId="4252618562" sldId="2147472361"/>
        </pc:sldMkLst>
      </pc:sldChg>
      <pc:sldChg chg="del">
        <pc:chgData name="ARUN KARTHIK ." userId="62a047ea-99a3-445a-a127-bd8840139939" providerId="ADAL" clId="{B117A5F2-1886-4A68-8A2E-C944BB049D49}" dt="2024-08-03T06:02:10.649" v="31" actId="47"/>
        <pc:sldMkLst>
          <pc:docMk/>
          <pc:sldMk cId="2476927650" sldId="2147472363"/>
        </pc:sldMkLst>
      </pc:sldChg>
      <pc:sldChg chg="del">
        <pc:chgData name="ARUN KARTHIK ." userId="62a047ea-99a3-445a-a127-bd8840139939" providerId="ADAL" clId="{B117A5F2-1886-4A68-8A2E-C944BB049D49}" dt="2024-08-03T06:02:10.857" v="32" actId="47"/>
        <pc:sldMkLst>
          <pc:docMk/>
          <pc:sldMk cId="22200761" sldId="2147472364"/>
        </pc:sldMkLst>
      </pc:sldChg>
      <pc:sldChg chg="delSp del mod">
        <pc:chgData name="ARUN KARTHIK ." userId="62a047ea-99a3-445a-a127-bd8840139939" providerId="ADAL" clId="{B117A5F2-1886-4A68-8A2E-C944BB049D49}" dt="2024-08-03T06:03:04.752" v="52" actId="47"/>
        <pc:sldMkLst>
          <pc:docMk/>
          <pc:sldMk cId="410898500" sldId="2147472365"/>
        </pc:sldMkLst>
      </pc:sldChg>
      <pc:sldChg chg="del">
        <pc:chgData name="ARUN KARTHIK ." userId="62a047ea-99a3-445a-a127-bd8840139939" providerId="ADAL" clId="{B117A5F2-1886-4A68-8A2E-C944BB049D49}" dt="2024-08-03T06:02:12.141" v="39" actId="47"/>
        <pc:sldMkLst>
          <pc:docMk/>
          <pc:sldMk cId="3543518052" sldId="2147472366"/>
        </pc:sldMkLst>
      </pc:sldChg>
      <pc:sldChg chg="del">
        <pc:chgData name="ARUN KARTHIK ." userId="62a047ea-99a3-445a-a127-bd8840139939" providerId="ADAL" clId="{B117A5F2-1886-4A68-8A2E-C944BB049D49}" dt="2024-08-03T06:02:11.217" v="33" actId="47"/>
        <pc:sldMkLst>
          <pc:docMk/>
          <pc:sldMk cId="4102070013" sldId="2147472367"/>
        </pc:sldMkLst>
      </pc:sldChg>
      <pc:sldChg chg="del">
        <pc:chgData name="ARUN KARTHIK ." userId="62a047ea-99a3-445a-a127-bd8840139939" providerId="ADAL" clId="{B117A5F2-1886-4A68-8A2E-C944BB049D49}" dt="2024-08-03T06:02:11.581" v="35" actId="47"/>
        <pc:sldMkLst>
          <pc:docMk/>
          <pc:sldMk cId="3553816635" sldId="2147472368"/>
        </pc:sldMkLst>
      </pc:sldChg>
      <pc:sldChg chg="del">
        <pc:chgData name="ARUN KARTHIK ." userId="62a047ea-99a3-445a-a127-bd8840139939" providerId="ADAL" clId="{B117A5F2-1886-4A68-8A2E-C944BB049D49}" dt="2024-08-03T06:02:11.627" v="36" actId="47"/>
        <pc:sldMkLst>
          <pc:docMk/>
          <pc:sldMk cId="3141558004" sldId="2147472369"/>
        </pc:sldMkLst>
      </pc:sldChg>
      <pc:sldChg chg="del">
        <pc:chgData name="ARUN KARTHIK ." userId="62a047ea-99a3-445a-a127-bd8840139939" providerId="ADAL" clId="{B117A5F2-1886-4A68-8A2E-C944BB049D49}" dt="2024-08-03T06:02:11.279" v="34" actId="47"/>
        <pc:sldMkLst>
          <pc:docMk/>
          <pc:sldMk cId="1472615096" sldId="2147472370"/>
        </pc:sldMkLst>
      </pc:sldChg>
      <pc:sldChg chg="del">
        <pc:chgData name="ARUN KARTHIK ." userId="62a047ea-99a3-445a-a127-bd8840139939" providerId="ADAL" clId="{B117A5F2-1886-4A68-8A2E-C944BB049D49}" dt="2024-08-03T06:02:11.823" v="37" actId="47"/>
        <pc:sldMkLst>
          <pc:docMk/>
          <pc:sldMk cId="1401197912" sldId="2147472371"/>
        </pc:sldMkLst>
      </pc:sldChg>
      <pc:sldChg chg="del">
        <pc:chgData name="ARUN KARTHIK ." userId="62a047ea-99a3-445a-a127-bd8840139939" providerId="ADAL" clId="{B117A5F2-1886-4A68-8A2E-C944BB049D49}" dt="2024-08-03T06:02:12.749" v="42" actId="47"/>
        <pc:sldMkLst>
          <pc:docMk/>
          <pc:sldMk cId="3125410914" sldId="2147472372"/>
        </pc:sldMkLst>
      </pc:sldChg>
      <pc:sldChg chg="del">
        <pc:chgData name="ARUN KARTHIK ." userId="62a047ea-99a3-445a-a127-bd8840139939" providerId="ADAL" clId="{B117A5F2-1886-4A68-8A2E-C944BB049D49}" dt="2024-08-03T06:02:12.953" v="43" actId="47"/>
        <pc:sldMkLst>
          <pc:docMk/>
          <pc:sldMk cId="2428253262" sldId="2147472373"/>
        </pc:sldMkLst>
      </pc:sldChg>
      <pc:sldChg chg="del">
        <pc:chgData name="ARUN KARTHIK ." userId="62a047ea-99a3-445a-a127-bd8840139939" providerId="ADAL" clId="{B117A5F2-1886-4A68-8A2E-C944BB049D49}" dt="2024-08-03T06:02:13.149" v="44" actId="47"/>
        <pc:sldMkLst>
          <pc:docMk/>
          <pc:sldMk cId="2481192230" sldId="2147472374"/>
        </pc:sldMkLst>
      </pc:sldChg>
      <pc:sldChg chg="del">
        <pc:chgData name="ARUN KARTHIK ." userId="62a047ea-99a3-445a-a127-bd8840139939" providerId="ADAL" clId="{B117A5F2-1886-4A68-8A2E-C944BB049D49}" dt="2024-08-03T06:02:13.335" v="45" actId="47"/>
        <pc:sldMkLst>
          <pc:docMk/>
          <pc:sldMk cId="2449063953" sldId="2147472375"/>
        </pc:sldMkLst>
      </pc:sldChg>
      <pc:sldChg chg="del">
        <pc:chgData name="ARUN KARTHIK ." userId="62a047ea-99a3-445a-a127-bd8840139939" providerId="ADAL" clId="{B117A5F2-1886-4A68-8A2E-C944BB049D49}" dt="2024-08-03T06:02:13.542" v="46" actId="47"/>
        <pc:sldMkLst>
          <pc:docMk/>
          <pc:sldMk cId="920283376" sldId="2147472376"/>
        </pc:sldMkLst>
      </pc:sldChg>
      <pc:sldChg chg="del">
        <pc:chgData name="ARUN KARTHIK ." userId="62a047ea-99a3-445a-a127-bd8840139939" providerId="ADAL" clId="{B117A5F2-1886-4A68-8A2E-C944BB049D49}" dt="2024-08-03T06:02:13.946" v="48" actId="47"/>
        <pc:sldMkLst>
          <pc:docMk/>
          <pc:sldMk cId="3357857050" sldId="2147472377"/>
        </pc:sldMkLst>
      </pc:sldChg>
    </pc:docChg>
  </pc:docChgLst>
  <pc:docChgLst>
    <pc:chgData name="ARUN KARTHIK ." userId="62a047ea-99a3-445a-a127-bd8840139939" providerId="ADAL" clId="{9B7F336A-8864-4AD2-B676-87EF0E6FCA20}"/>
    <pc:docChg chg="undo custSel addSld delSld modSld">
      <pc:chgData name="ARUN KARTHIK ." userId="62a047ea-99a3-445a-a127-bd8840139939" providerId="ADAL" clId="{9B7F336A-8864-4AD2-B676-87EF0E6FCA20}" dt="2024-08-30T10:17:21.243" v="216" actId="1076"/>
      <pc:docMkLst>
        <pc:docMk/>
      </pc:docMkLst>
      <pc:sldChg chg="modSp mod">
        <pc:chgData name="ARUN KARTHIK ." userId="62a047ea-99a3-445a-a127-bd8840139939" providerId="ADAL" clId="{9B7F336A-8864-4AD2-B676-87EF0E6FCA20}" dt="2024-08-30T08:30:01.955" v="46" actId="20577"/>
        <pc:sldMkLst>
          <pc:docMk/>
          <pc:sldMk cId="2487991735" sldId="256"/>
        </pc:sldMkLst>
      </pc:sldChg>
      <pc:sldChg chg="add del">
        <pc:chgData name="ARUN KARTHIK ." userId="62a047ea-99a3-445a-a127-bd8840139939" providerId="ADAL" clId="{9B7F336A-8864-4AD2-B676-87EF0E6FCA20}" dt="2024-08-30T08:28:39.379" v="9" actId="47"/>
        <pc:sldMkLst>
          <pc:docMk/>
          <pc:sldMk cId="0" sldId="257"/>
        </pc:sldMkLst>
      </pc:sldChg>
      <pc:sldChg chg="addSp add">
        <pc:chgData name="ARUN KARTHIK ." userId="62a047ea-99a3-445a-a127-bd8840139939" providerId="ADAL" clId="{9B7F336A-8864-4AD2-B676-87EF0E6FCA20}" dt="2024-08-30T08:59:51.893" v="94"/>
        <pc:sldMkLst>
          <pc:docMk/>
          <pc:sldMk cId="0" sldId="258"/>
        </pc:sldMkLst>
      </pc:sldChg>
      <pc:sldChg chg="add">
        <pc:chgData name="ARUN KARTHIK ." userId="62a047ea-99a3-445a-a127-bd8840139939" providerId="ADAL" clId="{9B7F336A-8864-4AD2-B676-87EF0E6FCA20}" dt="2024-08-30T08:28:36.936" v="3"/>
        <pc:sldMkLst>
          <pc:docMk/>
          <pc:sldMk cId="0" sldId="259"/>
        </pc:sldMkLst>
      </pc:sldChg>
      <pc:sldChg chg="addSp modSp add mod">
        <pc:chgData name="ARUN KARTHIK ." userId="62a047ea-99a3-445a-a127-bd8840139939" providerId="ADAL" clId="{9B7F336A-8864-4AD2-B676-87EF0E6FCA20}" dt="2024-08-30T10:09:29.392" v="188"/>
        <pc:sldMkLst>
          <pc:docMk/>
          <pc:sldMk cId="0" sldId="260"/>
        </pc:sldMkLst>
      </pc:sldChg>
      <pc:sldChg chg="addSp add">
        <pc:chgData name="ARUN KARTHIK ." userId="62a047ea-99a3-445a-a127-bd8840139939" providerId="ADAL" clId="{9B7F336A-8864-4AD2-B676-87EF0E6FCA20}" dt="2024-08-30T10:09:29.392" v="188"/>
        <pc:sldMkLst>
          <pc:docMk/>
          <pc:sldMk cId="0" sldId="261"/>
        </pc:sldMkLst>
      </pc:sldChg>
      <pc:sldChg chg="addSp add">
        <pc:chgData name="ARUN KARTHIK ." userId="62a047ea-99a3-445a-a127-bd8840139939" providerId="ADAL" clId="{9B7F336A-8864-4AD2-B676-87EF0E6FCA20}" dt="2024-08-30T10:09:29.392" v="188"/>
        <pc:sldMkLst>
          <pc:docMk/>
          <pc:sldMk cId="0" sldId="262"/>
        </pc:sldMkLst>
      </pc:sldChg>
      <pc:sldChg chg="addSp add">
        <pc:chgData name="ARUN KARTHIK ." userId="62a047ea-99a3-445a-a127-bd8840139939" providerId="ADAL" clId="{9B7F336A-8864-4AD2-B676-87EF0E6FCA20}" dt="2024-08-30T10:09:29.392" v="188"/>
        <pc:sldMkLst>
          <pc:docMk/>
          <pc:sldMk cId="0" sldId="263"/>
        </pc:sldMkLst>
      </pc:sldChg>
      <pc:sldChg chg="add">
        <pc:chgData name="ARUN KARTHIK ." userId="62a047ea-99a3-445a-a127-bd8840139939" providerId="ADAL" clId="{9B7F336A-8864-4AD2-B676-87EF0E6FCA20}" dt="2024-08-30T08:28:36.936" v="3"/>
        <pc:sldMkLst>
          <pc:docMk/>
          <pc:sldMk cId="0" sldId="264"/>
        </pc:sldMkLst>
      </pc:sldChg>
      <pc:sldChg chg="add">
        <pc:chgData name="ARUN KARTHIK ." userId="62a047ea-99a3-445a-a127-bd8840139939" providerId="ADAL" clId="{9B7F336A-8864-4AD2-B676-87EF0E6FCA20}" dt="2024-08-30T08:28:36.936" v="3"/>
        <pc:sldMkLst>
          <pc:docMk/>
          <pc:sldMk cId="0" sldId="265"/>
        </pc:sldMkLst>
      </pc:sldChg>
      <pc:sldChg chg="modSp add mod">
        <pc:chgData name="ARUN KARTHIK ." userId="62a047ea-99a3-445a-a127-bd8840139939" providerId="ADAL" clId="{9B7F336A-8864-4AD2-B676-87EF0E6FCA20}" dt="2024-08-30T08:28:37.028" v="5" actId="27636"/>
        <pc:sldMkLst>
          <pc:docMk/>
          <pc:sldMk cId="0" sldId="266"/>
        </pc:sldMkLst>
      </pc:sldChg>
      <pc:sldChg chg="modSp add mod">
        <pc:chgData name="ARUN KARTHIK ." userId="62a047ea-99a3-445a-a127-bd8840139939" providerId="ADAL" clId="{9B7F336A-8864-4AD2-B676-87EF0E6FCA20}" dt="2024-08-30T08:28:37.038" v="6" actId="27636"/>
        <pc:sldMkLst>
          <pc:docMk/>
          <pc:sldMk cId="0" sldId="267"/>
        </pc:sldMkLst>
      </pc:sldChg>
      <pc:sldChg chg="modSp add mod">
        <pc:chgData name="ARUN KARTHIK ." userId="62a047ea-99a3-445a-a127-bd8840139939" providerId="ADAL" clId="{9B7F336A-8864-4AD2-B676-87EF0E6FCA20}" dt="2024-08-30T08:28:37.044" v="7" actId="27636"/>
        <pc:sldMkLst>
          <pc:docMk/>
          <pc:sldMk cId="0" sldId="268"/>
        </pc:sldMkLst>
      </pc:sldChg>
      <pc:sldChg chg="modSp add mod">
        <pc:chgData name="ARUN KARTHIK ." userId="62a047ea-99a3-445a-a127-bd8840139939" providerId="ADAL" clId="{9B7F336A-8864-4AD2-B676-87EF0E6FCA20}" dt="2024-08-30T08:28:37.051" v="8" actId="27636"/>
        <pc:sldMkLst>
          <pc:docMk/>
          <pc:sldMk cId="0" sldId="269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293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294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295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296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298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01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04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09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14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17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31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47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48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49"/>
        </pc:sldMkLst>
      </pc:sldChg>
      <pc:sldChg chg="addSp add">
        <pc:chgData name="ARUN KARTHIK ." userId="62a047ea-99a3-445a-a127-bd8840139939" providerId="ADAL" clId="{9B7F336A-8864-4AD2-B676-87EF0E6FCA20}" dt="2024-08-30T10:09:29.392" v="188"/>
        <pc:sldMkLst>
          <pc:docMk/>
          <pc:sldMk cId="0" sldId="368"/>
        </pc:sldMkLst>
      </pc:sldChg>
      <pc:sldChg chg="addSp add">
        <pc:chgData name="ARUN KARTHIK ." userId="62a047ea-99a3-445a-a127-bd8840139939" providerId="ADAL" clId="{9B7F336A-8864-4AD2-B676-87EF0E6FCA20}" dt="2024-08-30T10:09:29.392" v="188"/>
        <pc:sldMkLst>
          <pc:docMk/>
          <pc:sldMk cId="0" sldId="369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70"/>
        </pc:sldMkLst>
      </pc:sldChg>
      <pc:sldChg chg="addSp add">
        <pc:chgData name="ARUN KARTHIK ." userId="62a047ea-99a3-445a-a127-bd8840139939" providerId="ADAL" clId="{9B7F336A-8864-4AD2-B676-87EF0E6FCA20}" dt="2024-08-30T10:09:29.392" v="188"/>
        <pc:sldMkLst>
          <pc:docMk/>
          <pc:sldMk cId="0" sldId="371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72"/>
        </pc:sldMkLst>
      </pc:sldChg>
      <pc:sldChg chg="add">
        <pc:chgData name="ARUN KARTHIK ." userId="62a047ea-99a3-445a-a127-bd8840139939" providerId="ADAL" clId="{9B7F336A-8864-4AD2-B676-87EF0E6FCA20}" dt="2024-08-30T08:31:34.914" v="47"/>
        <pc:sldMkLst>
          <pc:docMk/>
          <pc:sldMk cId="0" sldId="373"/>
        </pc:sldMkLst>
      </pc:sldChg>
      <pc:sldChg chg="addSp delSp modSp new mod">
        <pc:chgData name="ARUN KARTHIK ." userId="62a047ea-99a3-445a-a127-bd8840139939" providerId="ADAL" clId="{9B7F336A-8864-4AD2-B676-87EF0E6FCA20}" dt="2024-08-30T08:34:14.374" v="63" actId="1076"/>
        <pc:sldMkLst>
          <pc:docMk/>
          <pc:sldMk cId="3586635636" sldId="374"/>
        </pc:sldMkLst>
      </pc:sldChg>
      <pc:sldChg chg="addSp delSp modSp new mod">
        <pc:chgData name="ARUN KARTHIK ." userId="62a047ea-99a3-445a-a127-bd8840139939" providerId="ADAL" clId="{9B7F336A-8864-4AD2-B676-87EF0E6FCA20}" dt="2024-08-30T08:37:11.617" v="76" actId="14100"/>
        <pc:sldMkLst>
          <pc:docMk/>
          <pc:sldMk cId="622226362" sldId="375"/>
        </pc:sldMkLst>
      </pc:sldChg>
      <pc:sldChg chg="addSp delSp modSp add mod">
        <pc:chgData name="ARUN KARTHIK ." userId="62a047ea-99a3-445a-a127-bd8840139939" providerId="ADAL" clId="{9B7F336A-8864-4AD2-B676-87EF0E6FCA20}" dt="2024-08-30T09:22:42.464" v="186"/>
        <pc:sldMkLst>
          <pc:docMk/>
          <pc:sldMk cId="574314217" sldId="376"/>
        </pc:sldMkLst>
      </pc:sldChg>
      <pc:sldChg chg="addSp delSp new mod">
        <pc:chgData name="ARUN KARTHIK ." userId="62a047ea-99a3-445a-a127-bd8840139939" providerId="ADAL" clId="{9B7F336A-8864-4AD2-B676-87EF0E6FCA20}" dt="2024-08-30T08:59:51.893" v="94"/>
        <pc:sldMkLst>
          <pc:docMk/>
          <pc:sldMk cId="3971593077" sldId="377"/>
        </pc:sldMkLst>
      </pc:sldChg>
      <pc:sldChg chg="addSp delSp modSp new mod">
        <pc:chgData name="ARUN KARTHIK ." userId="62a047ea-99a3-445a-a127-bd8840139939" providerId="ADAL" clId="{9B7F336A-8864-4AD2-B676-87EF0E6FCA20}" dt="2024-08-30T09:11:48.215" v="176"/>
        <pc:sldMkLst>
          <pc:docMk/>
          <pc:sldMk cId="3848968646" sldId="378"/>
        </pc:sldMkLst>
      </pc:sldChg>
      <pc:sldChg chg="addSp delSp modSp new mod">
        <pc:chgData name="ARUN KARTHIK ." userId="62a047ea-99a3-445a-a127-bd8840139939" providerId="ADAL" clId="{9B7F336A-8864-4AD2-B676-87EF0E6FCA20}" dt="2024-08-30T09:20:54.102" v="184"/>
        <pc:sldMkLst>
          <pc:docMk/>
          <pc:sldMk cId="4110749473" sldId="379"/>
        </pc:sldMkLst>
      </pc:sldChg>
      <pc:sldChg chg="addSp new">
        <pc:chgData name="ARUN KARTHIK ." userId="62a047ea-99a3-445a-a127-bd8840139939" providerId="ADAL" clId="{9B7F336A-8864-4AD2-B676-87EF0E6FCA20}" dt="2024-08-30T09:22:42.464" v="186"/>
        <pc:sldMkLst>
          <pc:docMk/>
          <pc:sldMk cId="2282893680" sldId="380"/>
        </pc:sldMkLst>
      </pc:sldChg>
      <pc:sldChg chg="addSp new">
        <pc:chgData name="ARUN KARTHIK ." userId="62a047ea-99a3-445a-a127-bd8840139939" providerId="ADAL" clId="{9B7F336A-8864-4AD2-B676-87EF0E6FCA20}" dt="2024-08-30T10:09:29.392" v="188"/>
        <pc:sldMkLst>
          <pc:docMk/>
          <pc:sldMk cId="2749357090" sldId="381"/>
        </pc:sldMkLst>
      </pc:sldChg>
      <pc:sldChg chg="addSp delSp modSp new mod">
        <pc:chgData name="ARUN KARTHIK ." userId="62a047ea-99a3-445a-a127-bd8840139939" providerId="ADAL" clId="{9B7F336A-8864-4AD2-B676-87EF0E6FCA20}" dt="2024-08-30T10:17:21.243" v="216" actId="1076"/>
        <pc:sldMkLst>
          <pc:docMk/>
          <pc:sldMk cId="788845732" sldId="382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4252618562" sldId="2147472361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421474102" sldId="2147472362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4168721080" sldId="2147472363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044103150" sldId="2147472364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970995464" sldId="2147472365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543518052" sldId="2147472366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620553551" sldId="2147472367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819371886" sldId="2147472368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548683965" sldId="2147472369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4111662257" sldId="2147472370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142262224" sldId="2147472371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777166991" sldId="2147472372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66761057" sldId="2147472373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355072385" sldId="2147472374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487719019" sldId="2147472375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089551357" sldId="2147472376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975002370" sldId="2147472377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794081513" sldId="2147472378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802152035" sldId="2147472379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477615367" sldId="2147472380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57703861" sldId="2147472381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031889850" sldId="2147472382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700146145" sldId="2147472383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268246114" sldId="2147472384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640789840" sldId="2147472385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478306711" sldId="2147472386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588407438" sldId="2147472387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909346952" sldId="2147472388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540831262" sldId="2147472389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312948770" sldId="2147472390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113927364" sldId="2147472391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474539182" sldId="2147472392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453361288" sldId="2147472393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236470835" sldId="2147472394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746148965" sldId="2147472395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066472572" sldId="2147472396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869701847" sldId="2147472397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117156583" sldId="2147472398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895799069" sldId="2147472399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540911146" sldId="2147472400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3253799392" sldId="2147472401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961111815" sldId="2147472402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96506259" sldId="2147472403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668372818" sldId="2147472404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1399068448" sldId="2147472405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736853935" sldId="2147472406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167753590" sldId="2147472407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804197851" sldId="2147472408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364980166" sldId="2147472409"/>
        </pc:sldMkLst>
      </pc:sldChg>
      <pc:sldChg chg="del">
        <pc:chgData name="ARUN KARTHIK ." userId="62a047ea-99a3-445a-a127-bd8840139939" providerId="ADAL" clId="{9B7F336A-8864-4AD2-B676-87EF0E6FCA20}" dt="2024-08-30T08:28:24.949" v="0" actId="47"/>
        <pc:sldMkLst>
          <pc:docMk/>
          <pc:sldMk cId="2041477310" sldId="2147472410"/>
        </pc:sldMkLst>
      </pc:sldChg>
    </pc:docChg>
  </pc:docChgLst>
  <pc:docChgLst>
    <pc:chgData name="ARUN KARTHIK ." userId="62a047ea-99a3-445a-a127-bd8840139939" providerId="ADAL" clId="{67DA7673-998F-4451-8B56-1FA0EBACFECB}"/>
    <pc:docChg chg="custSel modSld">
      <pc:chgData name="ARUN KARTHIK ." userId="62a047ea-99a3-445a-a127-bd8840139939" providerId="ADAL" clId="{67DA7673-998F-4451-8B56-1FA0EBACFECB}" dt="2025-02-09T06:38:22.861" v="1" actId="478"/>
      <pc:docMkLst>
        <pc:docMk/>
      </pc:docMkLst>
      <pc:sldChg chg="delSp mod">
        <pc:chgData name="ARUN KARTHIK ." userId="62a047ea-99a3-445a-a127-bd8840139939" providerId="ADAL" clId="{67DA7673-998F-4451-8B56-1FA0EBACFECB}" dt="2025-02-09T06:38:22.861" v="1" actId="478"/>
        <pc:sldMkLst>
          <pc:docMk/>
          <pc:sldMk cId="2694511544" sldId="392"/>
        </pc:sldMkLst>
        <pc:spChg chg="del">
          <ac:chgData name="ARUN KARTHIK ." userId="62a047ea-99a3-445a-a127-bd8840139939" providerId="ADAL" clId="{67DA7673-998F-4451-8B56-1FA0EBACFECB}" dt="2025-02-09T06:38:22.861" v="1" actId="478"/>
          <ac:spMkLst>
            <pc:docMk/>
            <pc:sldMk cId="2694511544" sldId="392"/>
            <ac:spMk id="2" creationId="{0CA53B5A-63E2-04C7-EE16-27F7558013BF}"/>
          </ac:spMkLst>
        </pc:spChg>
        <pc:spChg chg="del">
          <ac:chgData name="ARUN KARTHIK ." userId="62a047ea-99a3-445a-a127-bd8840139939" providerId="ADAL" clId="{67DA7673-998F-4451-8B56-1FA0EBACFECB}" dt="2025-02-09T06:38:21.472" v="0" actId="478"/>
          <ac:spMkLst>
            <pc:docMk/>
            <pc:sldMk cId="2694511544" sldId="392"/>
            <ac:spMk id="3" creationId="{5451094D-94AC-32EE-2E8D-66A1B9908888}"/>
          </ac:spMkLst>
        </pc:spChg>
      </pc:sldChg>
    </pc:docChg>
  </pc:docChgLst>
  <pc:docChgLst>
    <pc:chgData name="ARUN KARTHIK ." userId="62a047ea-99a3-445a-a127-bd8840139939" providerId="ADAL" clId="{C3B361B6-8B5B-4DC8-B0DF-B46D53A980C4}"/>
    <pc:docChg chg="undo custSel addSld delSld modSld">
      <pc:chgData name="ARUN KARTHIK ." userId="62a047ea-99a3-445a-a127-bd8840139939" providerId="ADAL" clId="{C3B361B6-8B5B-4DC8-B0DF-B46D53A980C4}" dt="2024-09-13T11:21:35.319" v="137"/>
      <pc:docMkLst>
        <pc:docMk/>
      </pc:docMkLst>
      <pc:sldChg chg="modSp mod">
        <pc:chgData name="ARUN KARTHIK ." userId="62a047ea-99a3-445a-a127-bd8840139939" providerId="ADAL" clId="{C3B361B6-8B5B-4DC8-B0DF-B46D53A980C4}" dt="2024-09-13T08:43:03.882" v="82" actId="20577"/>
        <pc:sldMkLst>
          <pc:docMk/>
          <pc:sldMk cId="2487991735" sldId="256"/>
        </pc:sldMkLst>
      </pc:sldChg>
      <pc:sldChg chg="addSp modSp add mod">
        <pc:chgData name="ARUN KARTHIK ." userId="62a047ea-99a3-445a-a127-bd8840139939" providerId="ADAL" clId="{C3B361B6-8B5B-4DC8-B0DF-B46D53A980C4}" dt="2024-09-13T08:33:26.121" v="71" actId="1076"/>
        <pc:sldMkLst>
          <pc:docMk/>
          <pc:sldMk cId="0" sldId="257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58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59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0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1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2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3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4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5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6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7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8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69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93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94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95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96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298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01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04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09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14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17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31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47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48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49"/>
        </pc:sldMkLst>
      </pc:sldChg>
      <pc:sldChg chg="addSp modSp add mod">
        <pc:chgData name="ARUN KARTHIK ." userId="62a047ea-99a3-445a-a127-bd8840139939" providerId="ADAL" clId="{C3B361B6-8B5B-4DC8-B0DF-B46D53A980C4}" dt="2024-09-13T08:33:33.036" v="76"/>
        <pc:sldMkLst>
          <pc:docMk/>
          <pc:sldMk cId="0" sldId="365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68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69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70"/>
        </pc:sldMkLst>
      </pc:sldChg>
      <pc:sldChg chg="addSp modSp add del mod">
        <pc:chgData name="ARUN KARTHIK ." userId="62a047ea-99a3-445a-a127-bd8840139939" providerId="ADAL" clId="{C3B361B6-8B5B-4DC8-B0DF-B46D53A980C4}" dt="2024-09-13T08:33:30.060" v="74"/>
        <pc:sldMkLst>
          <pc:docMk/>
          <pc:sldMk cId="0" sldId="371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72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0" sldId="373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3586635636" sldId="374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622226362" sldId="375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574314217" sldId="376"/>
        </pc:sldMkLst>
      </pc:sldChg>
      <pc:sldChg chg="addSp delSp modSp add del mod">
        <pc:chgData name="ARUN KARTHIK ." userId="62a047ea-99a3-445a-a127-bd8840139939" providerId="ADAL" clId="{C3B361B6-8B5B-4DC8-B0DF-B46D53A980C4}" dt="2024-09-13T08:32:29.194" v="23" actId="47"/>
        <pc:sldMkLst>
          <pc:docMk/>
          <pc:sldMk cId="3971593077" sldId="377"/>
        </pc:sldMkLst>
      </pc:sldChg>
      <pc:sldChg chg="modSp add mod">
        <pc:chgData name="ARUN KARTHIK ." userId="62a047ea-99a3-445a-a127-bd8840139939" providerId="ADAL" clId="{C3B361B6-8B5B-4DC8-B0DF-B46D53A980C4}" dt="2024-09-13T08:32:34.380" v="24" actId="207"/>
        <pc:sldMkLst>
          <pc:docMk/>
          <pc:sldMk cId="0" sldId="378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3848968646" sldId="378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4110749473" sldId="379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2282893680" sldId="380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2749357090" sldId="381"/>
        </pc:sldMkLst>
      </pc:sldChg>
      <pc:sldChg chg="add del">
        <pc:chgData name="ARUN KARTHIK ." userId="62a047ea-99a3-445a-a127-bd8840139939" providerId="ADAL" clId="{C3B361B6-8B5B-4DC8-B0DF-B46D53A980C4}" dt="2024-09-13T08:31:36.106" v="2" actId="47"/>
        <pc:sldMkLst>
          <pc:docMk/>
          <pc:sldMk cId="788845732" sldId="382"/>
        </pc:sldMkLst>
      </pc:sldChg>
      <pc:sldChg chg="addSp modSp add mod">
        <pc:chgData name="ARUN KARTHIK ." userId="62a047ea-99a3-445a-a127-bd8840139939" providerId="ADAL" clId="{C3B361B6-8B5B-4DC8-B0DF-B46D53A980C4}" dt="2024-09-13T08:33:31.498" v="75"/>
        <pc:sldMkLst>
          <pc:docMk/>
          <pc:sldMk cId="0" sldId="388"/>
        </pc:sldMkLst>
      </pc:sldChg>
      <pc:sldChg chg="addSp modSp add mod">
        <pc:chgData name="ARUN KARTHIK ." userId="62a047ea-99a3-445a-a127-bd8840139939" providerId="ADAL" clId="{C3B361B6-8B5B-4DC8-B0DF-B46D53A980C4}" dt="2024-09-13T08:33:27.455" v="72"/>
        <pc:sldMkLst>
          <pc:docMk/>
          <pc:sldMk cId="0" sldId="389"/>
        </pc:sldMkLst>
      </pc:sldChg>
      <pc:sldChg chg="addSp modSp add">
        <pc:chgData name="ARUN KARTHIK ." userId="62a047ea-99a3-445a-a127-bd8840139939" providerId="ADAL" clId="{C3B361B6-8B5B-4DC8-B0DF-B46D53A980C4}" dt="2024-09-13T08:33:28.541" v="73"/>
        <pc:sldMkLst>
          <pc:docMk/>
          <pc:sldMk cId="0" sldId="391"/>
        </pc:sldMkLst>
      </pc:sldChg>
      <pc:sldChg chg="addSp new">
        <pc:chgData name="ARUN KARTHIK ." userId="62a047ea-99a3-445a-a127-bd8840139939" providerId="ADAL" clId="{C3B361B6-8B5B-4DC8-B0DF-B46D53A980C4}" dt="2024-09-13T09:03:49.180" v="84"/>
        <pc:sldMkLst>
          <pc:docMk/>
          <pc:sldMk cId="2694511544" sldId="392"/>
        </pc:sldMkLst>
      </pc:sldChg>
      <pc:sldChg chg="delSp new mod">
        <pc:chgData name="ARUN KARTHIK ." userId="62a047ea-99a3-445a-a127-bd8840139939" providerId="ADAL" clId="{C3B361B6-8B5B-4DC8-B0DF-B46D53A980C4}" dt="2024-09-13T09:03:54.644" v="86" actId="478"/>
        <pc:sldMkLst>
          <pc:docMk/>
          <pc:sldMk cId="2668859357" sldId="393"/>
        </pc:sldMkLst>
      </pc:sldChg>
      <pc:sldChg chg="addSp new">
        <pc:chgData name="ARUN KARTHIK ." userId="62a047ea-99a3-445a-a127-bd8840139939" providerId="ADAL" clId="{C3B361B6-8B5B-4DC8-B0DF-B46D53A980C4}" dt="2024-09-13T09:23:43.625" v="88"/>
        <pc:sldMkLst>
          <pc:docMk/>
          <pc:sldMk cId="2214914933" sldId="394"/>
        </pc:sldMkLst>
      </pc:sldChg>
      <pc:sldChg chg="addSp delSp modSp new mod">
        <pc:chgData name="ARUN KARTHIK ." userId="62a047ea-99a3-445a-a127-bd8840139939" providerId="ADAL" clId="{C3B361B6-8B5B-4DC8-B0DF-B46D53A980C4}" dt="2024-09-13T11:21:35.319" v="137"/>
        <pc:sldMkLst>
          <pc:docMk/>
          <pc:sldMk cId="442980523" sldId="395"/>
        </pc:sldMkLst>
      </pc:sldChg>
    </pc:docChg>
  </pc:docChgLst>
  <pc:docChgLst>
    <pc:chgData name="ARUN KARTHIK ." userId="62a047ea-99a3-445a-a127-bd8840139939" providerId="ADAL" clId="{681553B4-56ED-45EF-8511-39EE08122294}"/>
    <pc:docChg chg="custSel addSld modSld">
      <pc:chgData name="ARUN KARTHIK ." userId="62a047ea-99a3-445a-a127-bd8840139939" providerId="ADAL" clId="{681553B4-56ED-45EF-8511-39EE08122294}" dt="2024-06-09T12:01:25.687" v="302" actId="478"/>
      <pc:docMkLst>
        <pc:docMk/>
      </pc:docMkLst>
      <pc:sldChg chg="addSp mod">
        <pc:chgData name="ARUN KARTHIK ." userId="62a047ea-99a3-445a-a127-bd8840139939" providerId="ADAL" clId="{681553B4-56ED-45EF-8511-39EE08122294}" dt="2024-06-09T11:45:26.553" v="171" actId="11529"/>
        <pc:sldMkLst>
          <pc:docMk/>
          <pc:sldMk cId="2161333238" sldId="2147472331"/>
        </pc:sldMkLst>
      </pc:sldChg>
      <pc:sldChg chg="addSp delSp modSp new mod">
        <pc:chgData name="ARUN KARTHIK ." userId="62a047ea-99a3-445a-a127-bd8840139939" providerId="ADAL" clId="{681553B4-56ED-45EF-8511-39EE08122294}" dt="2024-06-09T11:26:48.707" v="170" actId="197"/>
        <pc:sldMkLst>
          <pc:docMk/>
          <pc:sldMk cId="2783640296" sldId="2147472363"/>
        </pc:sldMkLst>
      </pc:sldChg>
      <pc:sldChg chg="addSp delSp modSp add mod">
        <pc:chgData name="ARUN KARTHIK ." userId="62a047ea-99a3-445a-a127-bd8840139939" providerId="ADAL" clId="{681553B4-56ED-45EF-8511-39EE08122294}" dt="2024-06-09T11:54:35.267" v="292" actId="20577"/>
        <pc:sldMkLst>
          <pc:docMk/>
          <pc:sldMk cId="2604963721" sldId="2147472364"/>
        </pc:sldMkLst>
      </pc:sldChg>
      <pc:sldChg chg="addSp delSp modSp add mod">
        <pc:chgData name="ARUN KARTHIK ." userId="62a047ea-99a3-445a-a127-bd8840139939" providerId="ADAL" clId="{681553B4-56ED-45EF-8511-39EE08122294}" dt="2024-06-09T12:01:25.687" v="302" actId="478"/>
        <pc:sldMkLst>
          <pc:docMk/>
          <pc:sldMk cId="1223650770" sldId="2147472365"/>
        </pc:sldMkLst>
      </pc:sldChg>
    </pc:docChg>
  </pc:docChgLst>
  <pc:docChgLst>
    <pc:chgData name="ARUN KARTHIK ." userId="62a047ea-99a3-445a-a127-bd8840139939" providerId="ADAL" clId="{76D99538-AB8E-4316-A70E-453D1C117969}"/>
    <pc:docChg chg="undo custSel addSld delSld modSld">
      <pc:chgData name="ARUN KARTHIK ." userId="62a047ea-99a3-445a-a127-bd8840139939" providerId="ADAL" clId="{76D99538-AB8E-4316-A70E-453D1C117969}" dt="2024-08-01T16:57:58.861" v="401" actId="20577"/>
      <pc:docMkLst>
        <pc:docMk/>
      </pc:docMkLst>
      <pc:sldChg chg="delSp modSp mod">
        <pc:chgData name="ARUN KARTHIK ." userId="62a047ea-99a3-445a-a127-bd8840139939" providerId="ADAL" clId="{76D99538-AB8E-4316-A70E-453D1C117969}" dt="2024-08-01T16:57:58.861" v="401" actId="20577"/>
        <pc:sldMkLst>
          <pc:docMk/>
          <pc:sldMk cId="2487991735" sldId="256"/>
        </pc:sldMkLst>
      </pc:sldChg>
      <pc:sldChg chg="del">
        <pc:chgData name="ARUN KARTHIK ." userId="62a047ea-99a3-445a-a127-bd8840139939" providerId="ADAL" clId="{76D99538-AB8E-4316-A70E-453D1C117969}" dt="2024-07-20T06:08:14.225" v="43" actId="47"/>
        <pc:sldMkLst>
          <pc:docMk/>
          <pc:sldMk cId="2093432532" sldId="257"/>
        </pc:sldMkLst>
      </pc:sldChg>
      <pc:sldChg chg="addSp add">
        <pc:chgData name="ARUN KARTHIK ." userId="62a047ea-99a3-445a-a127-bd8840139939" providerId="ADAL" clId="{76D99538-AB8E-4316-A70E-453D1C117969}" dt="2024-07-20T07:28:56.740" v="174"/>
        <pc:sldMkLst>
          <pc:docMk/>
          <pc:sldMk cId="0" sldId="261"/>
        </pc:sldMkLst>
      </pc:sldChg>
      <pc:sldChg chg="add">
        <pc:chgData name="ARUN KARTHIK ." userId="62a047ea-99a3-445a-a127-bd8840139939" providerId="ADAL" clId="{76D99538-AB8E-4316-A70E-453D1C117969}" dt="2024-07-20T06:09:52.658" v="110"/>
        <pc:sldMkLst>
          <pc:docMk/>
          <pc:sldMk cId="0" sldId="262"/>
        </pc:sldMkLst>
      </pc:sldChg>
      <pc:sldChg chg="addSp add">
        <pc:chgData name="ARUN KARTHIK ." userId="62a047ea-99a3-445a-a127-bd8840139939" providerId="ADAL" clId="{76D99538-AB8E-4316-A70E-453D1C117969}" dt="2024-07-20T07:51:35.239" v="190"/>
        <pc:sldMkLst>
          <pc:docMk/>
          <pc:sldMk cId="0" sldId="263"/>
        </pc:sldMkLst>
      </pc:sldChg>
      <pc:sldChg chg="addSp add">
        <pc:chgData name="ARUN KARTHIK ." userId="62a047ea-99a3-445a-a127-bd8840139939" providerId="ADAL" clId="{76D99538-AB8E-4316-A70E-453D1C117969}" dt="2024-07-20T07:51:35.239" v="190"/>
        <pc:sldMkLst>
          <pc:docMk/>
          <pc:sldMk cId="0" sldId="264"/>
        </pc:sldMkLst>
      </pc:sldChg>
      <pc:sldChg chg="add">
        <pc:chgData name="ARUN KARTHIK ." userId="62a047ea-99a3-445a-a127-bd8840139939" providerId="ADAL" clId="{76D99538-AB8E-4316-A70E-453D1C117969}" dt="2024-07-20T06:09:52.658" v="110"/>
        <pc:sldMkLst>
          <pc:docMk/>
          <pc:sldMk cId="0" sldId="265"/>
        </pc:sldMkLst>
      </pc:sldChg>
      <pc:sldChg chg="add">
        <pc:chgData name="ARUN KARTHIK ." userId="62a047ea-99a3-445a-a127-bd8840139939" providerId="ADAL" clId="{76D99538-AB8E-4316-A70E-453D1C117969}" dt="2024-07-20T06:09:52.658" v="110"/>
        <pc:sldMkLst>
          <pc:docMk/>
          <pc:sldMk cId="0" sldId="266"/>
        </pc:sldMkLst>
      </pc:sldChg>
      <pc:sldChg chg="del">
        <pc:chgData name="ARUN KARTHIK ." userId="62a047ea-99a3-445a-a127-bd8840139939" providerId="ADAL" clId="{76D99538-AB8E-4316-A70E-453D1C117969}" dt="2024-07-20T06:10:22.627" v="139" actId="47"/>
        <pc:sldMkLst>
          <pc:docMk/>
          <pc:sldMk cId="2255416091" sldId="2147472317"/>
        </pc:sldMkLst>
      </pc:sldChg>
      <pc:sldChg chg="delSp modSp mod">
        <pc:chgData name="ARUN KARTHIK ." userId="62a047ea-99a3-445a-a127-bd8840139939" providerId="ADAL" clId="{76D99538-AB8E-4316-A70E-453D1C117969}" dt="2024-07-20T06:08:28.107" v="45"/>
        <pc:sldMkLst>
          <pc:docMk/>
          <pc:sldMk cId="4252618562" sldId="2147472361"/>
        </pc:sldMkLst>
      </pc:sldChg>
      <pc:sldChg chg="delSp new del mod">
        <pc:chgData name="ARUN KARTHIK ." userId="62a047ea-99a3-445a-a127-bd8840139939" providerId="ADAL" clId="{76D99538-AB8E-4316-A70E-453D1C117969}" dt="2024-08-01T16:48:11.417" v="399" actId="47"/>
        <pc:sldMkLst>
          <pc:docMk/>
          <pc:sldMk cId="1434405566" sldId="2147472362"/>
        </pc:sldMkLst>
      </pc:sldChg>
      <pc:sldChg chg="del">
        <pc:chgData name="ARUN KARTHIK ." userId="62a047ea-99a3-445a-a127-bd8840139939" providerId="ADAL" clId="{76D99538-AB8E-4316-A70E-453D1C117969}" dt="2024-07-20T06:08:35.579" v="46" actId="47"/>
        <pc:sldMkLst>
          <pc:docMk/>
          <pc:sldMk cId="2378067692" sldId="2147472362"/>
        </pc:sldMkLst>
      </pc:sldChg>
      <pc:sldChg chg="del">
        <pc:chgData name="ARUN KARTHIK ." userId="62a047ea-99a3-445a-a127-bd8840139939" providerId="ADAL" clId="{76D99538-AB8E-4316-A70E-453D1C117969}" dt="2024-07-20T06:08:35.757" v="47" actId="47"/>
        <pc:sldMkLst>
          <pc:docMk/>
          <pc:sldMk cId="1979480180" sldId="2147472363"/>
        </pc:sldMkLst>
      </pc:sldChg>
      <pc:sldChg chg="addSp modSp add mod">
        <pc:chgData name="ARUN KARTHIK ." userId="62a047ea-99a3-445a-a127-bd8840139939" providerId="ADAL" clId="{76D99538-AB8E-4316-A70E-453D1C117969}" dt="2024-07-20T06:27:34.633" v="140"/>
        <pc:sldMkLst>
          <pc:docMk/>
          <pc:sldMk cId="2476927650" sldId="2147472363"/>
        </pc:sldMkLst>
      </pc:sldChg>
      <pc:sldChg chg="addSp modSp add mod">
        <pc:chgData name="ARUN KARTHIK ." userId="62a047ea-99a3-445a-a127-bd8840139939" providerId="ADAL" clId="{76D99538-AB8E-4316-A70E-453D1C117969}" dt="2024-07-20T06:41:50.446" v="147"/>
        <pc:sldMkLst>
          <pc:docMk/>
          <pc:sldMk cId="22200761" sldId="2147472364"/>
        </pc:sldMkLst>
      </pc:sldChg>
      <pc:sldChg chg="del">
        <pc:chgData name="ARUN KARTHIK ." userId="62a047ea-99a3-445a-a127-bd8840139939" providerId="ADAL" clId="{76D99538-AB8E-4316-A70E-453D1C117969}" dt="2024-07-20T06:08:35.905" v="48" actId="47"/>
        <pc:sldMkLst>
          <pc:docMk/>
          <pc:sldMk cId="1357403730" sldId="2147472364"/>
        </pc:sldMkLst>
      </pc:sldChg>
      <pc:sldChg chg="addSp delSp add mod">
        <pc:chgData name="ARUN KARTHIK ." userId="62a047ea-99a3-445a-a127-bd8840139939" providerId="ADAL" clId="{76D99538-AB8E-4316-A70E-453D1C117969}" dt="2024-07-20T06:09:06.025" v="88" actId="478"/>
        <pc:sldMkLst>
          <pc:docMk/>
          <pc:sldMk cId="410898500" sldId="2147472365"/>
        </pc:sldMkLst>
      </pc:sldChg>
      <pc:sldChg chg="del">
        <pc:chgData name="ARUN KARTHIK ." userId="62a047ea-99a3-445a-a127-bd8840139939" providerId="ADAL" clId="{76D99538-AB8E-4316-A70E-453D1C117969}" dt="2024-07-20T06:08:36.089" v="49" actId="47"/>
        <pc:sldMkLst>
          <pc:docMk/>
          <pc:sldMk cId="1305049055" sldId="2147472365"/>
        </pc:sldMkLst>
      </pc:sldChg>
      <pc:sldChg chg="del">
        <pc:chgData name="ARUN KARTHIK ." userId="62a047ea-99a3-445a-a127-bd8840139939" providerId="ADAL" clId="{76D99538-AB8E-4316-A70E-453D1C117969}" dt="2024-07-20T06:08:36.262" v="50" actId="47"/>
        <pc:sldMkLst>
          <pc:docMk/>
          <pc:sldMk cId="3399735016" sldId="2147472366"/>
        </pc:sldMkLst>
      </pc:sldChg>
      <pc:sldChg chg="add">
        <pc:chgData name="ARUN KARTHIK ." userId="62a047ea-99a3-445a-a127-bd8840139939" providerId="ADAL" clId="{76D99538-AB8E-4316-A70E-453D1C117969}" dt="2024-07-20T06:09:52.658" v="110"/>
        <pc:sldMkLst>
          <pc:docMk/>
          <pc:sldMk cId="3543518052" sldId="2147472366"/>
        </pc:sldMkLst>
      </pc:sldChg>
      <pc:sldChg chg="del">
        <pc:chgData name="ARUN KARTHIK ." userId="62a047ea-99a3-445a-a127-bd8840139939" providerId="ADAL" clId="{76D99538-AB8E-4316-A70E-453D1C117969}" dt="2024-07-20T06:08:36.487" v="51" actId="47"/>
        <pc:sldMkLst>
          <pc:docMk/>
          <pc:sldMk cId="1099779584" sldId="2147472367"/>
        </pc:sldMkLst>
      </pc:sldChg>
      <pc:sldChg chg="addSp delSp modSp add mod">
        <pc:chgData name="ARUN KARTHIK ." userId="62a047ea-99a3-445a-a127-bd8840139939" providerId="ADAL" clId="{76D99538-AB8E-4316-A70E-453D1C117969}" dt="2024-07-20T06:41:50.446" v="147"/>
        <pc:sldMkLst>
          <pc:docMk/>
          <pc:sldMk cId="4102070013" sldId="2147472367"/>
        </pc:sldMkLst>
      </pc:sldChg>
      <pc:sldChg chg="addSp new">
        <pc:chgData name="ARUN KARTHIK ." userId="62a047ea-99a3-445a-a127-bd8840139939" providerId="ADAL" clId="{76D99538-AB8E-4316-A70E-453D1C117969}" dt="2024-07-20T06:41:50.446" v="147"/>
        <pc:sldMkLst>
          <pc:docMk/>
          <pc:sldMk cId="3553816635" sldId="2147472368"/>
        </pc:sldMkLst>
      </pc:sldChg>
      <pc:sldChg chg="del">
        <pc:chgData name="ARUN KARTHIK ." userId="62a047ea-99a3-445a-a127-bd8840139939" providerId="ADAL" clId="{76D99538-AB8E-4316-A70E-453D1C117969}" dt="2024-07-20T06:08:36.660" v="52" actId="47"/>
        <pc:sldMkLst>
          <pc:docMk/>
          <pc:sldMk cId="4254276041" sldId="2147472368"/>
        </pc:sldMkLst>
      </pc:sldChg>
      <pc:sldChg chg="del">
        <pc:chgData name="ARUN KARTHIK ." userId="62a047ea-99a3-445a-a127-bd8840139939" providerId="ADAL" clId="{76D99538-AB8E-4316-A70E-453D1C117969}" dt="2024-07-20T06:08:36.839" v="53" actId="47"/>
        <pc:sldMkLst>
          <pc:docMk/>
          <pc:sldMk cId="3028363073" sldId="2147472369"/>
        </pc:sldMkLst>
      </pc:sldChg>
      <pc:sldChg chg="addSp delSp modSp add mod">
        <pc:chgData name="ARUN KARTHIK ." userId="62a047ea-99a3-445a-a127-bd8840139939" providerId="ADAL" clId="{76D99538-AB8E-4316-A70E-453D1C117969}" dt="2024-07-20T07:07:16.978" v="170"/>
        <pc:sldMkLst>
          <pc:docMk/>
          <pc:sldMk cId="3141558004" sldId="2147472369"/>
        </pc:sldMkLst>
      </pc:sldChg>
      <pc:sldChg chg="addSp delSp modSp new mod">
        <pc:chgData name="ARUN KARTHIK ." userId="62a047ea-99a3-445a-a127-bd8840139939" providerId="ADAL" clId="{76D99538-AB8E-4316-A70E-453D1C117969}" dt="2024-07-20T07:07:16.978" v="170"/>
        <pc:sldMkLst>
          <pc:docMk/>
          <pc:sldMk cId="1472615096" sldId="2147472370"/>
        </pc:sldMkLst>
      </pc:sldChg>
      <pc:sldChg chg="del">
        <pc:chgData name="ARUN KARTHIK ." userId="62a047ea-99a3-445a-a127-bd8840139939" providerId="ADAL" clId="{76D99538-AB8E-4316-A70E-453D1C117969}" dt="2024-07-20T06:08:37.061" v="54" actId="47"/>
        <pc:sldMkLst>
          <pc:docMk/>
          <pc:sldMk cId="2980261896" sldId="2147472370"/>
        </pc:sldMkLst>
      </pc:sldChg>
      <pc:sldChg chg="addSp new">
        <pc:chgData name="ARUN KARTHIK ." userId="62a047ea-99a3-445a-a127-bd8840139939" providerId="ADAL" clId="{76D99538-AB8E-4316-A70E-453D1C117969}" dt="2024-07-20T07:13:48.139" v="173"/>
        <pc:sldMkLst>
          <pc:docMk/>
          <pc:sldMk cId="1401197912" sldId="2147472371"/>
        </pc:sldMkLst>
      </pc:sldChg>
      <pc:sldChg chg="del">
        <pc:chgData name="ARUN KARTHIK ." userId="62a047ea-99a3-445a-a127-bd8840139939" providerId="ADAL" clId="{76D99538-AB8E-4316-A70E-453D1C117969}" dt="2024-07-20T06:08:37.319" v="55" actId="47"/>
        <pc:sldMkLst>
          <pc:docMk/>
          <pc:sldMk cId="2544381468" sldId="2147472371"/>
        </pc:sldMkLst>
      </pc:sldChg>
      <pc:sldChg chg="addSp modSp new mod">
        <pc:chgData name="ARUN KARTHIK ." userId="62a047ea-99a3-445a-a127-bd8840139939" providerId="ADAL" clId="{76D99538-AB8E-4316-A70E-453D1C117969}" dt="2024-07-20T07:31:23.921" v="178"/>
        <pc:sldMkLst>
          <pc:docMk/>
          <pc:sldMk cId="3125410914" sldId="2147472372"/>
        </pc:sldMkLst>
      </pc:sldChg>
      <pc:sldChg chg="addSp delSp add mod">
        <pc:chgData name="ARUN KARTHIK ." userId="62a047ea-99a3-445a-a127-bd8840139939" providerId="ADAL" clId="{76D99538-AB8E-4316-A70E-453D1C117969}" dt="2024-07-20T07:51:35.239" v="190"/>
        <pc:sldMkLst>
          <pc:docMk/>
          <pc:sldMk cId="2428253262" sldId="2147472373"/>
        </pc:sldMkLst>
      </pc:sldChg>
      <pc:sldChg chg="addSp delSp add mod">
        <pc:chgData name="ARUN KARTHIK ." userId="62a047ea-99a3-445a-a127-bd8840139939" providerId="ADAL" clId="{76D99538-AB8E-4316-A70E-453D1C117969}" dt="2024-07-20T07:51:35.239" v="190"/>
        <pc:sldMkLst>
          <pc:docMk/>
          <pc:sldMk cId="2481192230" sldId="2147472374"/>
        </pc:sldMkLst>
      </pc:sldChg>
      <pc:sldChg chg="addSp new mod">
        <pc:chgData name="ARUN KARTHIK ." userId="62a047ea-99a3-445a-a127-bd8840139939" providerId="ADAL" clId="{76D99538-AB8E-4316-A70E-453D1C117969}" dt="2024-07-20T07:42:34.064" v="187"/>
        <pc:sldMkLst>
          <pc:docMk/>
          <pc:sldMk cId="2449063953" sldId="2147472375"/>
        </pc:sldMkLst>
      </pc:sldChg>
      <pc:sldChg chg="addSp delSp add mod">
        <pc:chgData name="ARUN KARTHIK ." userId="62a047ea-99a3-445a-a127-bd8840139939" providerId="ADAL" clId="{76D99538-AB8E-4316-A70E-453D1C117969}" dt="2024-07-20T07:51:35.239" v="190"/>
        <pc:sldMkLst>
          <pc:docMk/>
          <pc:sldMk cId="920283376" sldId="2147472376"/>
        </pc:sldMkLst>
      </pc:sldChg>
      <pc:sldChg chg="addSp delSp modSp new mod">
        <pc:chgData name="ARUN KARTHIK ." userId="62a047ea-99a3-445a-a127-bd8840139939" providerId="ADAL" clId="{76D99538-AB8E-4316-A70E-453D1C117969}" dt="2024-07-20T08:05:27.465" v="398" actId="1076"/>
        <pc:sldMkLst>
          <pc:docMk/>
          <pc:sldMk cId="3357857050" sldId="21474723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E1B124-F008-4812-8C3C-7322EF152ED0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641699-4C5C-4635-94E5-5AE39DBEB6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898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641699-4C5C-4635-94E5-5AE39DBEB66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128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A39EE-BEB5-0079-9C80-D6F7B1A5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64489-06DF-F584-A69D-BD6B101D8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E6C30-7CA3-B3EB-6D73-751D400C9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273E0A-C318-2789-EEEA-2AF36EA5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05C6F-9384-4208-1997-F93EBF45D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23DE48-7822-1E24-B416-B3251EDCDC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8118" t="1" b="34440"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AFBFD7-14B8-9F8C-6A48-89B02501B76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1000" y="5902045"/>
            <a:ext cx="688908" cy="68281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C87F8E4-8551-96AB-41F7-F767124BC93E}"/>
              </a:ext>
            </a:extLst>
          </p:cNvPr>
          <p:cNvSpPr/>
          <p:nvPr userDrawn="1"/>
        </p:nvSpPr>
        <p:spPr>
          <a:xfrm>
            <a:off x="3733800" y="1524794"/>
            <a:ext cx="8458200" cy="1985169"/>
          </a:xfrm>
          <a:custGeom>
            <a:avLst/>
            <a:gdLst>
              <a:gd name="connsiteX0" fmla="*/ 0 w 6096000"/>
              <a:gd name="connsiteY0" fmla="*/ 0 h 1308100"/>
              <a:gd name="connsiteX1" fmla="*/ 6096000 w 6096000"/>
              <a:gd name="connsiteY1" fmla="*/ 0 h 1308100"/>
              <a:gd name="connsiteX2" fmla="*/ 6096000 w 6096000"/>
              <a:gd name="connsiteY2" fmla="*/ 1308100 h 1308100"/>
              <a:gd name="connsiteX3" fmla="*/ 0 w 6096000"/>
              <a:gd name="connsiteY3" fmla="*/ 1308100 h 1308100"/>
              <a:gd name="connsiteX4" fmla="*/ 0 w 6096000"/>
              <a:gd name="connsiteY4" fmla="*/ 0 h 1308100"/>
              <a:gd name="connsiteX0" fmla="*/ 584200 w 6096000"/>
              <a:gd name="connsiteY0" fmla="*/ 0 h 1308100"/>
              <a:gd name="connsiteX1" fmla="*/ 6096000 w 6096000"/>
              <a:gd name="connsiteY1" fmla="*/ 0 h 1308100"/>
              <a:gd name="connsiteX2" fmla="*/ 6096000 w 6096000"/>
              <a:gd name="connsiteY2" fmla="*/ 1308100 h 1308100"/>
              <a:gd name="connsiteX3" fmla="*/ 0 w 6096000"/>
              <a:gd name="connsiteY3" fmla="*/ 1308100 h 1308100"/>
              <a:gd name="connsiteX4" fmla="*/ 584200 w 6096000"/>
              <a:gd name="connsiteY4" fmla="*/ 0 h 1308100"/>
              <a:gd name="connsiteX0" fmla="*/ 305526 w 6096000"/>
              <a:gd name="connsiteY0" fmla="*/ 12700 h 1308100"/>
              <a:gd name="connsiteX1" fmla="*/ 6096000 w 6096000"/>
              <a:gd name="connsiteY1" fmla="*/ 0 h 1308100"/>
              <a:gd name="connsiteX2" fmla="*/ 6096000 w 6096000"/>
              <a:gd name="connsiteY2" fmla="*/ 1308100 h 1308100"/>
              <a:gd name="connsiteX3" fmla="*/ 0 w 6096000"/>
              <a:gd name="connsiteY3" fmla="*/ 1308100 h 1308100"/>
              <a:gd name="connsiteX4" fmla="*/ 305526 w 6096000"/>
              <a:gd name="connsiteY4" fmla="*/ 12700 h 130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1308100">
                <a:moveTo>
                  <a:pt x="305526" y="12700"/>
                </a:moveTo>
                <a:lnTo>
                  <a:pt x="6096000" y="0"/>
                </a:lnTo>
                <a:lnTo>
                  <a:pt x="6096000" y="1308100"/>
                </a:lnTo>
                <a:lnTo>
                  <a:pt x="0" y="1308100"/>
                </a:lnTo>
                <a:lnTo>
                  <a:pt x="305526" y="1270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30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B18E9-BEA5-8AF6-A86B-4576B92D7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07D47-875A-7538-D74B-D9E38FF4C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B271B-236E-BC0A-85BA-E725CD020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pPr/>
              <a:t>8/12/2025</a:t>
            </a:fld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F0FBC-935F-FA5F-B334-0866C319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BITS </a:t>
            </a:r>
            <a:r>
              <a:rPr lang="en-US" dirty="0" err="1"/>
              <a:t>Pilani</a:t>
            </a:r>
            <a:r>
              <a:rPr lang="en-US" dirty="0"/>
              <a:t> – Work Integrated Learning </a:t>
            </a:r>
            <a:r>
              <a:rPr lang="en-US" dirty="0" err="1"/>
              <a:t>Programmes</a:t>
            </a:r>
            <a:r>
              <a:rPr lang="en-US" dirty="0"/>
              <a:t> Division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210D98-DB67-00A5-976D-6FA274D8C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ED3EE6-ECE8-3F73-1666-9246BF5E07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250" y="6192838"/>
            <a:ext cx="571500" cy="566442"/>
          </a:xfrm>
          <a:prstGeom prst="rect">
            <a:avLst/>
          </a:prstGeom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EF4E408-EFA7-4496-B89B-A927839EF35C}"/>
              </a:ext>
            </a:extLst>
          </p:cNvPr>
          <p:cNvSpPr txBox="1">
            <a:spLocks/>
          </p:cNvSpPr>
          <p:nvPr userDrawn="1"/>
        </p:nvSpPr>
        <p:spPr>
          <a:xfrm>
            <a:off x="4038600" y="635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BITS Pilani – Work Integrated Learning Programmes Division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EA01541-97FB-9188-08A8-B916DA09008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4999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15811C8-7B02-46CE-9E51-658D1E471C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335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BD1E9-3E92-79FE-4F90-425921073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AD59D-3066-13E3-7FEF-AFB50D7360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07A54-46DF-4DE7-C9BD-AFABA74A0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402D4-1CBC-B0C9-55EE-59066C819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B30A62-D3EF-7929-6652-DDB663615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612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EBD1F-D673-16F5-1A6C-E9DCB27F7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33D0-49D2-7BF5-8AEA-AD9003CD99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C31A85-7AF9-4112-5803-FE5223ECDE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C56A0-BBAB-3FF5-1F35-5254B133D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CDA4D-3C44-F48E-370F-858F0F598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941F1-6759-1318-BE57-5A3FE0813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40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4ECA3-5CAA-4880-3684-37CC96C5B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FB28-2AA0-7834-C4B1-4F5B1EA5FF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F0E58B-F30B-A76C-5FB7-B7D39BC4E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4CF27E-B43E-A640-771F-AA2E9B1E20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DD7948-F331-CD55-0548-3A843303F0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1D90D0-E243-D533-87AE-FB632E05D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EE1DD5-9F1F-6E48-B17A-2B66752F6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0E2F55-11D5-BBA0-750E-75320ACC1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667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81CED-FDA4-EF29-E5DB-0FA7FF4D2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41AFA4-EAE9-6E09-8594-134475FD6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42462B-F623-356A-FFAD-DF41B23CE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03CCE6-79DD-6E5F-9B04-542369C0E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180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BFDFA8-307C-2482-1287-C2A64C724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DE9060-B074-BDC4-CA4D-DB7199CAF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C5906-9983-AE43-EAB3-350CADF69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95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607C8-0019-E8F4-F015-731632293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7668D-09A9-C61D-33CF-4D4A97E0D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B6FEFB-24F1-9584-7DB0-5036BD34DC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9BA3D5-CB31-7FE7-83CE-EBF00F714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FA992-3DAC-2951-B404-32B990541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F43EB-F8DE-1048-C24E-65FA4A6E0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052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05D67-450D-2B99-327E-DE366D7B1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350ACE-1BD6-B188-97A6-BD99DDE059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8F4CC-0145-D3ED-4A63-1AC1DCDC2C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D32681-B957-918E-9F62-394213D4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27CD77-A505-25A7-87DA-2E68D8B72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38BA7-1BAA-3241-A914-64D2B1AE8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75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48201-6F9E-FBC6-8B50-A3016316C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39975C-8C8B-145F-7B54-4EA2539C01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F7474E-67E7-3332-6D99-5B3D9F849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4F72B-817E-3681-6558-9ADA517B2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D234C-E656-81B2-F7F8-7DF375F13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114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76A694-9FCB-C755-EC67-4BDEF03744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9C26B4-AC0F-A713-BC81-BBE50A598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E63A0-41A4-BADD-A70F-2BA0F52A6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FC10C-006E-F20A-F687-6CF254E75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23EFC-6E58-4BD5-CB53-38565F945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843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76164E-F46B-656A-5FE8-0E145C106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65D2A-52A7-73BE-40C5-A991C1953F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D35AF-470D-79FA-BA4D-D10373830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B2B42-F852-4C02-80DC-C8056EBC4F9E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575E0-D692-BF94-4BDF-3B71573073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AE334-5200-BBB1-46CD-EAA8172B26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5811C8-7B02-46CE-9E51-658D1E471C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829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BF95F-ED5D-7D14-004F-BB3F773AAC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4000" y="1714500"/>
            <a:ext cx="7848600" cy="1485900"/>
          </a:xfrm>
        </p:spPr>
        <p:txBody>
          <a:bodyPr>
            <a:normAutofit/>
          </a:bodyPr>
          <a:lstStyle/>
          <a:p>
            <a:pPr algn="r"/>
            <a:r>
              <a:rPr lang="en-US" sz="4000" kern="0" dirty="0">
                <a:solidFill>
                  <a:srgbClr val="5E5E5E"/>
                </a:solidFill>
                <a:latin typeface="Century Gothic" panose="020B0502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AI</a:t>
            </a:r>
            <a:endParaRPr 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E3432E-C589-ADB8-601E-60B4236443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8600" y="5692351"/>
            <a:ext cx="9144000" cy="1000549"/>
          </a:xfrm>
        </p:spPr>
        <p:txBody>
          <a:bodyPr/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Session9</a:t>
            </a:r>
          </a:p>
          <a:p>
            <a:pPr algn="r"/>
            <a:r>
              <a:rPr lang="en-US" dirty="0">
                <a:solidFill>
                  <a:schemeClr val="bg1"/>
                </a:solidFill>
              </a:rPr>
              <a:t>Aakash Goel</a:t>
            </a:r>
          </a:p>
        </p:txBody>
      </p:sp>
    </p:spTree>
    <p:extLst>
      <p:ext uri="{BB962C8B-B14F-4D97-AF65-F5344CB8AC3E}">
        <p14:creationId xmlns:p14="http://schemas.microsoft.com/office/powerpoint/2010/main" val="2487991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4">
            <a:extLst>
              <a:ext uri="{FF2B5EF4-FFF2-40B4-BE49-F238E27FC236}">
                <a16:creationId xmlns:a16="http://schemas.microsoft.com/office/drawing/2014/main" id="{04A08265-0788-1AF8-C7A3-5E0C0B7D1E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ea typeface="굴림" panose="020B0600000101010101" pitchFamily="34" charset="-127"/>
              </a:rPr>
              <a:t>Basics of Neural Network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A2BE6563-6DD6-0100-9157-5F0FF19025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What is a Neural Network</a:t>
            </a: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Neural Network Classifier</a:t>
            </a: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Data Normalization</a:t>
            </a: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Neuron and bias of a neuron</a:t>
            </a: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Single Layer Feed Forward</a:t>
            </a: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Limitation</a:t>
            </a: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Multi Layer Feed Forward</a:t>
            </a: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Back propagation</a:t>
            </a:r>
          </a:p>
          <a:p>
            <a:pPr>
              <a:lnSpc>
                <a:spcPct val="90000"/>
              </a:lnSpc>
            </a:pPr>
            <a:endParaRPr lang="ko-KR" altLang="en-US" dirty="0">
              <a:ea typeface="굴림" panose="020B0600000101010101" pitchFamily="34" charset="-127"/>
            </a:endParaRP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01FE6628-988C-3101-740B-FC1E89B21D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09801" y="228600"/>
            <a:ext cx="7769225" cy="838200"/>
          </a:xfrm>
        </p:spPr>
        <p:txBody>
          <a:bodyPr/>
          <a:lstStyle/>
          <a:p>
            <a:r>
              <a:rPr lang="en-US" altLang="ko-KR">
                <a:ea typeface="굴림" panose="020B0600000101010101" pitchFamily="34" charset="-127"/>
              </a:rPr>
              <a:t>Neural Networks</a:t>
            </a:r>
          </a:p>
        </p:txBody>
      </p:sp>
      <p:sp>
        <p:nvSpPr>
          <p:cNvPr id="3075" name="Text Box 3">
            <a:extLst>
              <a:ext uri="{FF2B5EF4-FFF2-40B4-BE49-F238E27FC236}">
                <a16:creationId xmlns:a16="http://schemas.microsoft.com/office/drawing/2014/main" id="{31F5F1AD-4764-819C-7A2A-E3143DB525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0400" y="1219200"/>
            <a:ext cx="58674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3200" b="1" i="1" dirty="0">
                <a:latin typeface="Times New Roman" panose="02020603050405020304" pitchFamily="18" charset="0"/>
                <a:ea typeface="굴림" panose="020B0600000101010101" pitchFamily="34" charset="-127"/>
              </a:rPr>
              <a:t>What is a Neural Network?</a:t>
            </a:r>
          </a:p>
        </p:txBody>
      </p:sp>
      <p:sp>
        <p:nvSpPr>
          <p:cNvPr id="3076" name="Text Box 4">
            <a:extLst>
              <a:ext uri="{FF2B5EF4-FFF2-40B4-BE49-F238E27FC236}">
                <a16:creationId xmlns:a16="http://schemas.microsoft.com/office/drawing/2014/main" id="{53064BE9-0A96-3D36-DBDB-88B3886756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2971800"/>
            <a:ext cx="5867400" cy="30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ko-KR" sz="2400" dirty="0">
                <a:latin typeface="Times New Roman" panose="02020603050405020304" pitchFamily="18" charset="0"/>
                <a:ea typeface="굴림" panose="020B0600000101010101" pitchFamily="34" charset="-127"/>
              </a:rPr>
              <a:t>Similarity with biological network</a:t>
            </a:r>
          </a:p>
          <a:p>
            <a:pPr>
              <a:spcBef>
                <a:spcPct val="50000"/>
              </a:spcBef>
            </a:pPr>
            <a:r>
              <a:rPr lang="en-US" altLang="ko-KR" sz="2000" dirty="0">
                <a:latin typeface="Times New Roman" panose="02020603050405020304" pitchFamily="18" charset="0"/>
                <a:ea typeface="굴림" panose="020B0600000101010101" pitchFamily="34" charset="-127"/>
              </a:rPr>
              <a:t>Fundamental processing elements of a neural network is a neuron</a:t>
            </a:r>
          </a:p>
          <a:p>
            <a:pPr>
              <a:spcBef>
                <a:spcPct val="50000"/>
              </a:spcBef>
            </a:pPr>
            <a:r>
              <a:rPr lang="en-US" altLang="ko-KR" sz="2000" dirty="0">
                <a:latin typeface="Times New Roman" panose="02020603050405020304" pitchFamily="18" charset="0"/>
                <a:ea typeface="굴림" panose="020B0600000101010101" pitchFamily="34" charset="-127"/>
              </a:rPr>
              <a:t>1.Receives inputs from other source</a:t>
            </a:r>
          </a:p>
          <a:p>
            <a:pPr>
              <a:spcBef>
                <a:spcPct val="50000"/>
              </a:spcBef>
            </a:pPr>
            <a:r>
              <a:rPr lang="en-US" altLang="ko-KR" sz="2000" dirty="0">
                <a:latin typeface="Times New Roman" panose="02020603050405020304" pitchFamily="18" charset="0"/>
                <a:ea typeface="굴림" panose="020B0600000101010101" pitchFamily="34" charset="-127"/>
              </a:rPr>
              <a:t>2.Combines them in someway</a:t>
            </a:r>
          </a:p>
          <a:p>
            <a:pPr>
              <a:spcBef>
                <a:spcPct val="50000"/>
              </a:spcBef>
            </a:pPr>
            <a:r>
              <a:rPr lang="en-US" altLang="ko-KR" sz="2000" dirty="0">
                <a:latin typeface="Times New Roman" panose="02020603050405020304" pitchFamily="18" charset="0"/>
                <a:ea typeface="굴림" panose="020B0600000101010101" pitchFamily="34" charset="-127"/>
              </a:rPr>
              <a:t>3.Performs a generally nonlinear operation on the result</a:t>
            </a:r>
          </a:p>
          <a:p>
            <a:pPr>
              <a:spcBef>
                <a:spcPct val="50000"/>
              </a:spcBef>
            </a:pPr>
            <a:r>
              <a:rPr lang="en-US" altLang="ko-KR" sz="2000" dirty="0">
                <a:latin typeface="Times New Roman" panose="02020603050405020304" pitchFamily="18" charset="0"/>
                <a:ea typeface="굴림" panose="020B0600000101010101" pitchFamily="34" charset="-127"/>
              </a:rPr>
              <a:t>4.Outputs the final result</a:t>
            </a:r>
          </a:p>
        </p:txBody>
      </p:sp>
      <p:grpSp>
        <p:nvGrpSpPr>
          <p:cNvPr id="3080" name="Group 8">
            <a:extLst>
              <a:ext uri="{FF2B5EF4-FFF2-40B4-BE49-F238E27FC236}">
                <a16:creationId xmlns:a16="http://schemas.microsoft.com/office/drawing/2014/main" id="{51B633F5-CAD7-6148-EDEC-CAB43FE81500}"/>
              </a:ext>
            </a:extLst>
          </p:cNvPr>
          <p:cNvGrpSpPr>
            <a:grpSpLocks/>
          </p:cNvGrpSpPr>
          <p:nvPr/>
        </p:nvGrpSpPr>
        <p:grpSpPr bwMode="auto">
          <a:xfrm>
            <a:off x="1981200" y="1905000"/>
            <a:ext cx="8426450" cy="2743200"/>
            <a:chOff x="288" y="1200"/>
            <a:chExt cx="5308" cy="1728"/>
          </a:xfrm>
        </p:grpSpPr>
        <p:sp>
          <p:nvSpPr>
            <p:cNvPr id="3078" name="Text Box 6">
              <a:extLst>
                <a:ext uri="{FF2B5EF4-FFF2-40B4-BE49-F238E27FC236}">
                  <a16:creationId xmlns:a16="http://schemas.microsoft.com/office/drawing/2014/main" id="{D2BA35C6-9A68-247A-1904-D43065C6AD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8" y="1200"/>
              <a:ext cx="3264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FontTx/>
                <a:buChar char="•"/>
              </a:pPr>
              <a:r>
                <a:rPr lang="en-US" altLang="ko-KR" sz="2400" dirty="0">
                  <a:latin typeface="Times New Roman" panose="02020603050405020304" pitchFamily="18" charset="0"/>
                  <a:ea typeface="굴림" panose="020B0600000101010101" pitchFamily="34" charset="-127"/>
                </a:rPr>
                <a:t>Biologically motivated approach to machine   learning</a:t>
              </a:r>
            </a:p>
          </p:txBody>
        </p:sp>
        <p:pic>
          <p:nvPicPr>
            <p:cNvPr id="3079" name="Picture 7">
              <a:extLst>
                <a:ext uri="{FF2B5EF4-FFF2-40B4-BE49-F238E27FC236}">
                  <a16:creationId xmlns:a16="http://schemas.microsoft.com/office/drawing/2014/main" id="{9C02D411-2915-CC06-0B1F-86A1E64333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84" y="1200"/>
              <a:ext cx="1612" cy="172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9A45677-826A-0266-FD3F-919732D61DF8}"/>
              </a:ext>
            </a:extLst>
          </p:cNvPr>
          <p:cNvSpPr txBox="1"/>
          <p:nvPr/>
        </p:nvSpPr>
        <p:spPr>
          <a:xfrm>
            <a:off x="8249920" y="5835134"/>
            <a:ext cx="3738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Courtesy: Stony Brook University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>
            <a:extLst>
              <a:ext uri="{FF2B5EF4-FFF2-40B4-BE49-F238E27FC236}">
                <a16:creationId xmlns:a16="http://schemas.microsoft.com/office/drawing/2014/main" id="{8AF2DC9F-C4CA-D3EE-33AB-6069949715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86000" y="533400"/>
            <a:ext cx="7696200" cy="533400"/>
          </a:xfrm>
        </p:spPr>
        <p:txBody>
          <a:bodyPr/>
          <a:lstStyle/>
          <a:p>
            <a:r>
              <a:rPr lang="en-US" altLang="ko-KR" sz="2900" b="1" dirty="0">
                <a:ea typeface="굴림" panose="020B0600000101010101" pitchFamily="34" charset="-127"/>
              </a:rPr>
              <a:t>Similarity with Biological Network</a:t>
            </a:r>
          </a:p>
        </p:txBody>
      </p:sp>
      <p:pic>
        <p:nvPicPr>
          <p:cNvPr id="228355" name="Picture 3">
            <a:extLst>
              <a:ext uri="{FF2B5EF4-FFF2-40B4-BE49-F238E27FC236}">
                <a16:creationId xmlns:a16="http://schemas.microsoft.com/office/drawing/2014/main" id="{1DFDE2B4-95B1-EB85-92E2-032B9B13E58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14600" y="1295400"/>
            <a:ext cx="7361238" cy="3352800"/>
          </a:xfrm>
          <a:noFill/>
          <a:ln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28356" name="Text Box 4">
            <a:extLst>
              <a:ext uri="{FF2B5EF4-FFF2-40B4-BE49-F238E27FC236}">
                <a16:creationId xmlns:a16="http://schemas.microsoft.com/office/drawing/2014/main" id="{B44BE9A1-975F-CB04-5EA7-B81FBC2C82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9800" y="4648200"/>
            <a:ext cx="6477000" cy="1466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342900" indent="-3429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800100" indent="-3429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7300" indent="-3429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714500" indent="-3429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71700" indent="-3429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28900" indent="-3429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86100" indent="-3429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43300" indent="-3429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00500" indent="-3429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FontTx/>
              <a:buChar char="•"/>
            </a:pPr>
            <a:r>
              <a:rPr lang="en-US" altLang="en-US"/>
              <a:t>Fundamental processing element of a </a:t>
            </a:r>
            <a:br>
              <a:rPr lang="en-US" altLang="en-US"/>
            </a:br>
            <a:r>
              <a:rPr lang="en-US" altLang="en-US"/>
              <a:t>neural network is a neuron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altLang="en-US"/>
              <a:t>A human brain has 100 billion neurons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altLang="en-US"/>
              <a:t>An ant brain has 250,000 neurons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6582B2-60A7-31EE-2926-CC0F5C374F3A}"/>
              </a:ext>
            </a:extLst>
          </p:cNvPr>
          <p:cNvSpPr txBox="1"/>
          <p:nvPr/>
        </p:nvSpPr>
        <p:spPr>
          <a:xfrm>
            <a:off x="8249920" y="5835134"/>
            <a:ext cx="3738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Courtesy: Stony Brook University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2" name="Rectangle 2">
            <a:extLst>
              <a:ext uri="{FF2B5EF4-FFF2-40B4-BE49-F238E27FC236}">
                <a16:creationId xmlns:a16="http://schemas.microsoft.com/office/drawing/2014/main" id="{5451B154-3694-E693-DE91-33CD2FD85E5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en-US"/>
              <a:t>Synapses,</a:t>
            </a:r>
            <a:br>
              <a:rPr lang="nl-NL" altLang="en-US"/>
            </a:br>
            <a:r>
              <a:rPr lang="nl-NL" altLang="en-US"/>
              <a:t>the basis of learning and memory </a:t>
            </a:r>
          </a:p>
        </p:txBody>
      </p:sp>
      <p:pic>
        <p:nvPicPr>
          <p:cNvPr id="230403" name="Picture 3">
            <a:extLst>
              <a:ext uri="{FF2B5EF4-FFF2-40B4-BE49-F238E27FC236}">
                <a16:creationId xmlns:a16="http://schemas.microsoft.com/office/drawing/2014/main" id="{548C780D-454D-91C2-9FDE-9FEEBCF5B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0" y="1752600"/>
            <a:ext cx="271145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0404" name="Picture 4">
            <a:extLst>
              <a:ext uri="{FF2B5EF4-FFF2-40B4-BE49-F238E27FC236}">
                <a16:creationId xmlns:a16="http://schemas.microsoft.com/office/drawing/2014/main" id="{EEE2245C-A301-19BC-DCEF-A928CAEF5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1" y="1752600"/>
            <a:ext cx="3579813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B9C8E2-DD42-B58B-E557-C308FAEA3952}"/>
              </a:ext>
            </a:extLst>
          </p:cNvPr>
          <p:cNvSpPr txBox="1"/>
          <p:nvPr/>
        </p:nvSpPr>
        <p:spPr>
          <a:xfrm>
            <a:off x="8249920" y="5835134"/>
            <a:ext cx="3738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Courtesy: Stony Brook University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>
            <a:extLst>
              <a:ext uri="{FF2B5EF4-FFF2-40B4-BE49-F238E27FC236}">
                <a16:creationId xmlns:a16="http://schemas.microsoft.com/office/drawing/2014/main" id="{92A2592C-B756-A62F-EB46-8CD113CCB5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52600" y="228600"/>
            <a:ext cx="8686800" cy="609600"/>
          </a:xfrm>
        </p:spPr>
        <p:txBody>
          <a:bodyPr/>
          <a:lstStyle/>
          <a:p>
            <a:r>
              <a:rPr lang="ko-KR" altLang="en-US" sz="2900">
                <a:ea typeface="굴림" panose="020B0600000101010101" pitchFamily="34" charset="-127"/>
              </a:rPr>
              <a:t>              </a:t>
            </a:r>
            <a:r>
              <a:rPr lang="en-US" altLang="ko-KR" sz="3200">
                <a:ea typeface="굴림" panose="020B0600000101010101" pitchFamily="34" charset="-127"/>
              </a:rPr>
              <a:t>Neural Network</a:t>
            </a:r>
          </a:p>
        </p:txBody>
      </p:sp>
      <p:sp>
        <p:nvSpPr>
          <p:cNvPr id="196611" name="Rectangle 3">
            <a:extLst>
              <a:ext uri="{FF2B5EF4-FFF2-40B4-BE49-F238E27FC236}">
                <a16:creationId xmlns:a16="http://schemas.microsoft.com/office/drawing/2014/main" id="{523E3401-7A53-466F-F0EA-F49CC4FEA8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981200" y="1524000"/>
            <a:ext cx="7772400" cy="4648200"/>
          </a:xfrm>
        </p:spPr>
        <p:txBody>
          <a:bodyPr/>
          <a:lstStyle/>
          <a:p>
            <a:pPr>
              <a:lnSpc>
                <a:spcPct val="90000"/>
              </a:lnSpc>
            </a:pPr>
            <a:endParaRPr lang="ko-KR" altLang="en-US" dirty="0">
              <a:ea typeface="굴림" panose="020B0600000101010101" pitchFamily="34" charset="-127"/>
            </a:endParaRP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Neural Network is a set of connected </a:t>
            </a:r>
          </a:p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dirty="0">
                <a:ea typeface="굴림" panose="020B0600000101010101" pitchFamily="34" charset="-127"/>
              </a:rPr>
              <a:t>    INPUT/OUTPUT UNITS, where each connection has a WEIGHT associated with it.</a:t>
            </a:r>
          </a:p>
          <a:p>
            <a:pPr>
              <a:lnSpc>
                <a:spcPct val="90000"/>
              </a:lnSpc>
            </a:pPr>
            <a:endParaRPr lang="en-US" altLang="ko-KR" sz="2400" dirty="0">
              <a:ea typeface="굴림" panose="020B0600000101010101" pitchFamily="34" charset="-127"/>
            </a:endParaRPr>
          </a:p>
          <a:p>
            <a:pPr>
              <a:lnSpc>
                <a:spcPct val="90000"/>
              </a:lnSpc>
            </a:pPr>
            <a:r>
              <a:rPr lang="en-US" altLang="ko-KR" sz="2400" dirty="0">
                <a:ea typeface="굴림" panose="020B0600000101010101" pitchFamily="34" charset="-127"/>
              </a:rPr>
              <a:t>Neural Network learning is also called CONNECTIONIST learning due to the connections between units.</a:t>
            </a:r>
          </a:p>
          <a:p>
            <a:pPr>
              <a:lnSpc>
                <a:spcPct val="90000"/>
              </a:lnSpc>
            </a:pPr>
            <a:endParaRPr lang="en-US" altLang="ko-KR" dirty="0">
              <a:ea typeface="굴림" panose="020B0600000101010101" pitchFamily="34" charset="-127"/>
            </a:endParaRP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It is a case of SUPERVISED, INDUCTIVE or CLASSIFICATION learning.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EB6639-46B2-786E-0DB3-FC53AEF867D1}"/>
              </a:ext>
            </a:extLst>
          </p:cNvPr>
          <p:cNvSpPr txBox="1"/>
          <p:nvPr/>
        </p:nvSpPr>
        <p:spPr>
          <a:xfrm>
            <a:off x="8249920" y="5835134"/>
            <a:ext cx="3738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Courtesy: Stony Brook University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306" name="Rectangle 2">
            <a:extLst>
              <a:ext uri="{FF2B5EF4-FFF2-40B4-BE49-F238E27FC236}">
                <a16:creationId xmlns:a16="http://schemas.microsoft.com/office/drawing/2014/main" id="{14F0CE4C-C967-65C6-4C70-C41EB21F2E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>
                <a:ea typeface="굴림" panose="020B0600000101010101" pitchFamily="34" charset="-127"/>
              </a:rPr>
              <a:t>Neural Network</a:t>
            </a:r>
          </a:p>
        </p:txBody>
      </p:sp>
      <p:sp>
        <p:nvSpPr>
          <p:cNvPr id="226307" name="Rectangle 3">
            <a:extLst>
              <a:ext uri="{FF2B5EF4-FFF2-40B4-BE49-F238E27FC236}">
                <a16:creationId xmlns:a16="http://schemas.microsoft.com/office/drawing/2014/main" id="{6CE243B4-37C6-E0BE-3092-522D67ACED4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Neural Network learns by adjusting the weights so as to be able to correctly classify the training data and hence, after testing phase, to classify unknown data.</a:t>
            </a:r>
          </a:p>
          <a:p>
            <a:pPr>
              <a:lnSpc>
                <a:spcPct val="90000"/>
              </a:lnSpc>
            </a:pPr>
            <a:endParaRPr lang="en-US" altLang="ko-KR" dirty="0">
              <a:ea typeface="굴림" panose="020B0600000101010101" pitchFamily="34" charset="-127"/>
            </a:endParaRP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Neural Network needs long time for training.</a:t>
            </a:r>
          </a:p>
          <a:p>
            <a:pPr>
              <a:lnSpc>
                <a:spcPct val="90000"/>
              </a:lnSpc>
            </a:pPr>
            <a:endParaRPr lang="en-US" altLang="ko-KR" dirty="0">
              <a:ea typeface="굴림" panose="020B0600000101010101" pitchFamily="34" charset="-127"/>
            </a:endParaRPr>
          </a:p>
          <a:p>
            <a:pPr>
              <a:lnSpc>
                <a:spcPct val="90000"/>
              </a:lnSpc>
            </a:pPr>
            <a:r>
              <a:rPr lang="en-US" altLang="ko-KR" dirty="0">
                <a:ea typeface="굴림" panose="020B0600000101010101" pitchFamily="34" charset="-127"/>
              </a:rPr>
              <a:t>Neural Network has a high tolerance to noisy and incomplete 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1B179B-976E-74C0-C534-E7DDF89B809A}"/>
              </a:ext>
            </a:extLst>
          </p:cNvPr>
          <p:cNvSpPr txBox="1"/>
          <p:nvPr/>
        </p:nvSpPr>
        <p:spPr>
          <a:xfrm>
            <a:off x="8249920" y="5835134"/>
            <a:ext cx="3738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Courtesy: Stony Brook University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>
            <a:extLst>
              <a:ext uri="{FF2B5EF4-FFF2-40B4-BE49-F238E27FC236}">
                <a16:creationId xmlns:a16="http://schemas.microsoft.com/office/drawing/2014/main" id="{D8701C65-EED7-CB16-524C-F80B781E52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ea typeface="굴림" panose="020B0600000101010101" pitchFamily="34" charset="-127"/>
              </a:rPr>
              <a:t>Neural Network Classifier</a:t>
            </a:r>
          </a:p>
        </p:txBody>
      </p:sp>
      <p:sp>
        <p:nvSpPr>
          <p:cNvPr id="183299" name="Rectangle 3">
            <a:extLst>
              <a:ext uri="{FF2B5EF4-FFF2-40B4-BE49-F238E27FC236}">
                <a16:creationId xmlns:a16="http://schemas.microsoft.com/office/drawing/2014/main" id="{3695BCA9-290C-8914-5E89-D605E82A1C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en-US" altLang="ko-KR" sz="2000" b="1">
                <a:ea typeface="굴림" panose="020B0600000101010101" pitchFamily="34" charset="-127"/>
              </a:rPr>
              <a:t>Input: Classification data 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2000">
                <a:ea typeface="굴림" panose="020B0600000101010101" pitchFamily="34" charset="-127"/>
              </a:rPr>
              <a:t>             </a:t>
            </a:r>
            <a:r>
              <a:rPr lang="en-US" altLang="ko-KR" sz="2000">
                <a:latin typeface="Arial Black" panose="020B0A04020102020204" pitchFamily="34" charset="0"/>
                <a:ea typeface="굴림" panose="020B0600000101010101" pitchFamily="34" charset="-127"/>
              </a:rPr>
              <a:t>It contains classification attribute</a:t>
            </a:r>
          </a:p>
          <a:p>
            <a:pPr>
              <a:lnSpc>
                <a:spcPct val="80000"/>
              </a:lnSpc>
            </a:pPr>
            <a:r>
              <a:rPr lang="en-US" altLang="ko-KR" sz="2000">
                <a:ea typeface="굴림" panose="020B0600000101010101" pitchFamily="34" charset="-127"/>
              </a:rPr>
              <a:t>Data is divided, as in any classification problem.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2000">
                <a:ea typeface="굴림" panose="020B0600000101010101" pitchFamily="34" charset="-127"/>
              </a:rPr>
              <a:t>           [Training data and Testing data]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2000">
              <a:ea typeface="굴림" panose="020B0600000101010101" pitchFamily="34" charset="-127"/>
            </a:endParaRPr>
          </a:p>
          <a:p>
            <a:pPr>
              <a:lnSpc>
                <a:spcPct val="80000"/>
              </a:lnSpc>
            </a:pPr>
            <a:r>
              <a:rPr lang="en-US" altLang="ko-KR" sz="2000" b="1" u="sng">
                <a:ea typeface="굴림" panose="020B0600000101010101" pitchFamily="34" charset="-127"/>
              </a:rPr>
              <a:t>All data must be normalized.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2000">
                <a:ea typeface="굴림" panose="020B0600000101010101" pitchFamily="34" charset="-127"/>
              </a:rPr>
              <a:t>   (i.e. all values of attributes in the database are changed to contain values in the internal [0,1] or[-1,1])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2000">
                <a:ea typeface="굴림" panose="020B0600000101010101" pitchFamily="34" charset="-127"/>
              </a:rPr>
              <a:t> Neural Network can work with data in the range of (0,1) or (-1,1)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2000" u="sng">
              <a:ea typeface="굴림" panose="020B0600000101010101" pitchFamily="34" charset="-127"/>
            </a:endParaRPr>
          </a:p>
          <a:p>
            <a:pPr>
              <a:lnSpc>
                <a:spcPct val="80000"/>
              </a:lnSpc>
            </a:pPr>
            <a:r>
              <a:rPr lang="en-US" altLang="ko-KR" sz="2000" b="1">
                <a:ea typeface="굴림" panose="020B0600000101010101" pitchFamily="34" charset="-127"/>
              </a:rPr>
              <a:t>Two basic normalization techniques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2000">
                <a:ea typeface="굴림" panose="020B0600000101010101" pitchFamily="34" charset="-127"/>
              </a:rPr>
              <a:t>       [1] Max-Min normalization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ko-KR" sz="2000">
                <a:ea typeface="굴림" panose="020B0600000101010101" pitchFamily="34" charset="-127"/>
              </a:rPr>
              <a:t>       [2] Decimal Scaling normalization</a:t>
            </a:r>
          </a:p>
          <a:p>
            <a:pPr>
              <a:lnSpc>
                <a:spcPct val="80000"/>
              </a:lnSpc>
            </a:pPr>
            <a:endParaRPr lang="en-US" altLang="ko-KR" sz="2000">
              <a:ea typeface="굴림" panose="020B0600000101010101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BA26D4-C442-31F5-BBEC-58655519293C}"/>
              </a:ext>
            </a:extLst>
          </p:cNvPr>
          <p:cNvSpPr txBox="1"/>
          <p:nvPr/>
        </p:nvSpPr>
        <p:spPr>
          <a:xfrm>
            <a:off x="8249920" y="5835134"/>
            <a:ext cx="3738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Courtesy: Stony Brook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3223</TotalTime>
  <Words>363</Words>
  <Application>Microsoft Office PowerPoint</Application>
  <PresentationFormat>Widescreen</PresentationFormat>
  <Paragraphs>60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굴림</vt:lpstr>
      <vt:lpstr>Arial</vt:lpstr>
      <vt:lpstr>Arial Black</vt:lpstr>
      <vt:lpstr>Calibri</vt:lpstr>
      <vt:lpstr>Calibri Light</vt:lpstr>
      <vt:lpstr>Cambria</vt:lpstr>
      <vt:lpstr>Century Gothic</vt:lpstr>
      <vt:lpstr>Times New Roman</vt:lpstr>
      <vt:lpstr>Wingdings</vt:lpstr>
      <vt:lpstr>Office Theme</vt:lpstr>
      <vt:lpstr>AI</vt:lpstr>
      <vt:lpstr>Basics of Neural Network</vt:lpstr>
      <vt:lpstr>Neural Networks</vt:lpstr>
      <vt:lpstr>Similarity with Biological Network</vt:lpstr>
      <vt:lpstr>Synapses, the basis of learning and memory </vt:lpstr>
      <vt:lpstr>              Neural Network</vt:lpstr>
      <vt:lpstr>Neural Network</vt:lpstr>
      <vt:lpstr>Neural Network Classifier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Session1: Introduction to Data-Driven Manufacturing and statistics</dc:title>
  <dc:creator>Arunkarthik Thangaraj</dc:creator>
  <cp:lastModifiedBy>Aakash Goel (MSTIC DS&amp;AI)</cp:lastModifiedBy>
  <cp:revision>394</cp:revision>
  <dcterms:created xsi:type="dcterms:W3CDTF">2023-10-16T14:03:13Z</dcterms:created>
  <dcterms:modified xsi:type="dcterms:W3CDTF">2025-08-12T08:56:08Z</dcterms:modified>
</cp:coreProperties>
</file>