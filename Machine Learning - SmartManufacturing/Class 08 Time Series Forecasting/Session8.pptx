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8"/>
  </p:notesMasterIdLst>
  <p:sldIdLst>
    <p:sldId id="256" r:id="rId2"/>
    <p:sldId id="258" r:id="rId3"/>
    <p:sldId id="375" r:id="rId4"/>
    <p:sldId id="383" r:id="rId5"/>
    <p:sldId id="384" r:id="rId6"/>
    <p:sldId id="385" r:id="rId7"/>
    <p:sldId id="376" r:id="rId8"/>
    <p:sldId id="387" r:id="rId9"/>
    <p:sldId id="388" r:id="rId10"/>
    <p:sldId id="389" r:id="rId11"/>
    <p:sldId id="259" r:id="rId12"/>
    <p:sldId id="390" r:id="rId13"/>
    <p:sldId id="391" r:id="rId14"/>
    <p:sldId id="392" r:id="rId15"/>
    <p:sldId id="260" r:id="rId16"/>
    <p:sldId id="393" r:id="rId17"/>
    <p:sldId id="261" r:id="rId18"/>
    <p:sldId id="262" r:id="rId19"/>
    <p:sldId id="263" r:id="rId20"/>
    <p:sldId id="347" r:id="rId21"/>
    <p:sldId id="368" r:id="rId22"/>
    <p:sldId id="369" r:id="rId23"/>
    <p:sldId id="370" r:id="rId24"/>
    <p:sldId id="371" r:id="rId25"/>
    <p:sldId id="382" r:id="rId26"/>
    <p:sldId id="372" r:id="rId27"/>
    <p:sldId id="293" r:id="rId28"/>
    <p:sldId id="294" r:id="rId29"/>
    <p:sldId id="295" r:id="rId30"/>
    <p:sldId id="296" r:id="rId31"/>
    <p:sldId id="298" r:id="rId32"/>
    <p:sldId id="301" r:id="rId33"/>
    <p:sldId id="304" r:id="rId34"/>
    <p:sldId id="348" r:id="rId35"/>
    <p:sldId id="349" r:id="rId36"/>
    <p:sldId id="309" r:id="rId37"/>
    <p:sldId id="314" r:id="rId38"/>
    <p:sldId id="373" r:id="rId39"/>
    <p:sldId id="317" r:id="rId40"/>
    <p:sldId id="331" r:id="rId41"/>
    <p:sldId id="264" r:id="rId42"/>
    <p:sldId id="265" r:id="rId43"/>
    <p:sldId id="266" r:id="rId44"/>
    <p:sldId id="267" r:id="rId45"/>
    <p:sldId id="268" r:id="rId46"/>
    <p:sldId id="269"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7F336A-8864-4AD2-B676-87EF0E6FCA20}" v="123" dt="2024-08-30T10:15:58.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4" d="100"/>
          <a:sy n="64" d="100"/>
        </p:scale>
        <p:origin x="72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KARTHIK ." userId="62a047ea-99a3-445a-a127-bd8840139939" providerId="ADAL" clId="{2300E771-4B7D-4D9C-ADED-A67A217ED3F2}"/>
    <pc:docChg chg="undo custSel addSld delSld modSld sldOrd">
      <pc:chgData name="ARUN KARTHIK ." userId="62a047ea-99a3-445a-a127-bd8840139939" providerId="ADAL" clId="{2300E771-4B7D-4D9C-ADED-A67A217ED3F2}" dt="2024-08-10T12:44:51.524" v="1472"/>
      <pc:docMkLst>
        <pc:docMk/>
      </pc:docMkLst>
      <pc:sldChg chg="modSp mod">
        <pc:chgData name="ARUN KARTHIK ." userId="62a047ea-99a3-445a-a127-bd8840139939" providerId="ADAL" clId="{2300E771-4B7D-4D9C-ADED-A67A217ED3F2}" dt="2024-08-10T08:37:55.645" v="35" actId="313"/>
        <pc:sldMkLst>
          <pc:docMk/>
          <pc:sldMk cId="2487991735" sldId="256"/>
        </pc:sldMkLst>
        <pc:spChg chg="mod">
          <ac:chgData name="ARUN KARTHIK ." userId="62a047ea-99a3-445a-a127-bd8840139939" providerId="ADAL" clId="{2300E771-4B7D-4D9C-ADED-A67A217ED3F2}" dt="2024-08-10T08:37:55.645" v="35" actId="313"/>
          <ac:spMkLst>
            <pc:docMk/>
            <pc:sldMk cId="2487991735" sldId="256"/>
            <ac:spMk id="2" creationId="{C66BF95F-ED5D-7D14-004F-BB3F773AACDB}"/>
          </ac:spMkLst>
        </pc:spChg>
        <pc:spChg chg="mod">
          <ac:chgData name="ARUN KARTHIK ." userId="62a047ea-99a3-445a-a127-bd8840139939" providerId="ADAL" clId="{2300E771-4B7D-4D9C-ADED-A67A217ED3F2}" dt="2024-08-10T08:37:44.849" v="1" actId="20577"/>
          <ac:spMkLst>
            <pc:docMk/>
            <pc:sldMk cId="2487991735" sldId="256"/>
            <ac:spMk id="3" creationId="{E2E3432E-C589-ADB8-601E-60B423644398}"/>
          </ac:spMkLst>
        </pc:spChg>
      </pc:sldChg>
      <pc:sldChg chg="del">
        <pc:chgData name="ARUN KARTHIK ." userId="62a047ea-99a3-445a-a127-bd8840139939" providerId="ADAL" clId="{2300E771-4B7D-4D9C-ADED-A67A217ED3F2}" dt="2024-08-10T08:37:57.971" v="36" actId="47"/>
        <pc:sldMkLst>
          <pc:docMk/>
          <pc:sldMk cId="0" sldId="260"/>
        </pc:sldMkLst>
      </pc:sldChg>
      <pc:sldChg chg="del">
        <pc:chgData name="ARUN KARTHIK ." userId="62a047ea-99a3-445a-a127-bd8840139939" providerId="ADAL" clId="{2300E771-4B7D-4D9C-ADED-A67A217ED3F2}" dt="2024-08-10T08:37:58.408" v="37" actId="47"/>
        <pc:sldMkLst>
          <pc:docMk/>
          <pc:sldMk cId="0" sldId="261"/>
        </pc:sldMkLst>
      </pc:sldChg>
      <pc:sldChg chg="del">
        <pc:chgData name="ARUN KARTHIK ." userId="62a047ea-99a3-445a-a127-bd8840139939" providerId="ADAL" clId="{2300E771-4B7D-4D9C-ADED-A67A217ED3F2}" dt="2024-08-10T08:37:59.284" v="38" actId="47"/>
        <pc:sldMkLst>
          <pc:docMk/>
          <pc:sldMk cId="0" sldId="262"/>
        </pc:sldMkLst>
      </pc:sldChg>
      <pc:sldChg chg="add del">
        <pc:chgData name="ARUN KARTHIK ." userId="62a047ea-99a3-445a-a127-bd8840139939" providerId="ADAL" clId="{2300E771-4B7D-4D9C-ADED-A67A217ED3F2}" dt="2024-08-10T08:38:09.047" v="45" actId="47"/>
        <pc:sldMkLst>
          <pc:docMk/>
          <pc:sldMk cId="0" sldId="263"/>
        </pc:sldMkLst>
      </pc:sldChg>
      <pc:sldChg chg="add del">
        <pc:chgData name="ARUN KARTHIK ." userId="62a047ea-99a3-445a-a127-bd8840139939" providerId="ADAL" clId="{2300E771-4B7D-4D9C-ADED-A67A217ED3F2}" dt="2024-08-10T08:38:25.510" v="46" actId="47"/>
        <pc:sldMkLst>
          <pc:docMk/>
          <pc:sldMk cId="0" sldId="264"/>
        </pc:sldMkLst>
      </pc:sldChg>
      <pc:sldChg chg="add del">
        <pc:chgData name="ARUN KARTHIK ." userId="62a047ea-99a3-445a-a127-bd8840139939" providerId="ADAL" clId="{2300E771-4B7D-4D9C-ADED-A67A217ED3F2}" dt="2024-08-10T08:38:25.510" v="46" actId="47"/>
        <pc:sldMkLst>
          <pc:docMk/>
          <pc:sldMk cId="0" sldId="265"/>
        </pc:sldMkLst>
      </pc:sldChg>
      <pc:sldChg chg="del">
        <pc:chgData name="ARUN KARTHIK ." userId="62a047ea-99a3-445a-a127-bd8840139939" providerId="ADAL" clId="{2300E771-4B7D-4D9C-ADED-A67A217ED3F2}" dt="2024-08-10T08:38:25.510" v="46" actId="47"/>
        <pc:sldMkLst>
          <pc:docMk/>
          <pc:sldMk cId="0" sldId="266"/>
        </pc:sldMkLst>
      </pc:sldChg>
      <pc:sldChg chg="del">
        <pc:chgData name="ARUN KARTHIK ." userId="62a047ea-99a3-445a-a127-bd8840139939" providerId="ADAL" clId="{2300E771-4B7D-4D9C-ADED-A67A217ED3F2}" dt="2024-08-10T08:38:25.510" v="46" actId="47"/>
        <pc:sldMkLst>
          <pc:docMk/>
          <pc:sldMk cId="0" sldId="267"/>
        </pc:sldMkLst>
      </pc:sldChg>
      <pc:sldChg chg="del">
        <pc:chgData name="ARUN KARTHIK ." userId="62a047ea-99a3-445a-a127-bd8840139939" providerId="ADAL" clId="{2300E771-4B7D-4D9C-ADED-A67A217ED3F2}" dt="2024-08-10T08:38:25.510" v="46" actId="47"/>
        <pc:sldMkLst>
          <pc:docMk/>
          <pc:sldMk cId="0" sldId="268"/>
        </pc:sldMkLst>
      </pc:sldChg>
      <pc:sldChg chg="del">
        <pc:chgData name="ARUN KARTHIK ." userId="62a047ea-99a3-445a-a127-bd8840139939" providerId="ADAL" clId="{2300E771-4B7D-4D9C-ADED-A67A217ED3F2}" dt="2024-08-10T08:38:25.510" v="46" actId="47"/>
        <pc:sldMkLst>
          <pc:docMk/>
          <pc:sldMk cId="0" sldId="269"/>
        </pc:sldMkLst>
      </pc:sldChg>
      <pc:sldChg chg="del">
        <pc:chgData name="ARUN KARTHIK ." userId="62a047ea-99a3-445a-a127-bd8840139939" providerId="ADAL" clId="{2300E771-4B7D-4D9C-ADED-A67A217ED3F2}" dt="2024-08-10T08:38:25.510" v="46" actId="47"/>
        <pc:sldMkLst>
          <pc:docMk/>
          <pc:sldMk cId="0" sldId="270"/>
        </pc:sldMkLst>
      </pc:sldChg>
      <pc:sldChg chg="del">
        <pc:chgData name="ARUN KARTHIK ." userId="62a047ea-99a3-445a-a127-bd8840139939" providerId="ADAL" clId="{2300E771-4B7D-4D9C-ADED-A67A217ED3F2}" dt="2024-08-10T08:38:25.510" v="46" actId="47"/>
        <pc:sldMkLst>
          <pc:docMk/>
          <pc:sldMk cId="0" sldId="271"/>
        </pc:sldMkLst>
      </pc:sldChg>
      <pc:sldChg chg="del">
        <pc:chgData name="ARUN KARTHIK ." userId="62a047ea-99a3-445a-a127-bd8840139939" providerId="ADAL" clId="{2300E771-4B7D-4D9C-ADED-A67A217ED3F2}" dt="2024-08-10T08:38:25.510" v="46" actId="47"/>
        <pc:sldMkLst>
          <pc:docMk/>
          <pc:sldMk cId="0" sldId="272"/>
        </pc:sldMkLst>
      </pc:sldChg>
      <pc:sldChg chg="del">
        <pc:chgData name="ARUN KARTHIK ." userId="62a047ea-99a3-445a-a127-bd8840139939" providerId="ADAL" clId="{2300E771-4B7D-4D9C-ADED-A67A217ED3F2}" dt="2024-08-10T08:38:25.510" v="46" actId="47"/>
        <pc:sldMkLst>
          <pc:docMk/>
          <pc:sldMk cId="0" sldId="273"/>
        </pc:sldMkLst>
      </pc:sldChg>
      <pc:sldChg chg="del">
        <pc:chgData name="ARUN KARTHIK ." userId="62a047ea-99a3-445a-a127-bd8840139939" providerId="ADAL" clId="{2300E771-4B7D-4D9C-ADED-A67A217ED3F2}" dt="2024-08-10T08:38:25.510" v="46" actId="47"/>
        <pc:sldMkLst>
          <pc:docMk/>
          <pc:sldMk cId="0" sldId="274"/>
        </pc:sldMkLst>
      </pc:sldChg>
      <pc:sldChg chg="del">
        <pc:chgData name="ARUN KARTHIK ." userId="62a047ea-99a3-445a-a127-bd8840139939" providerId="ADAL" clId="{2300E771-4B7D-4D9C-ADED-A67A217ED3F2}" dt="2024-08-10T08:38:25.510" v="46" actId="47"/>
        <pc:sldMkLst>
          <pc:docMk/>
          <pc:sldMk cId="0" sldId="275"/>
        </pc:sldMkLst>
      </pc:sldChg>
      <pc:sldChg chg="del">
        <pc:chgData name="ARUN KARTHIK ." userId="62a047ea-99a3-445a-a127-bd8840139939" providerId="ADAL" clId="{2300E771-4B7D-4D9C-ADED-A67A217ED3F2}" dt="2024-08-10T08:38:25.510" v="46" actId="47"/>
        <pc:sldMkLst>
          <pc:docMk/>
          <pc:sldMk cId="0" sldId="276"/>
        </pc:sldMkLst>
      </pc:sldChg>
      <pc:sldChg chg="del">
        <pc:chgData name="ARUN KARTHIK ." userId="62a047ea-99a3-445a-a127-bd8840139939" providerId="ADAL" clId="{2300E771-4B7D-4D9C-ADED-A67A217ED3F2}" dt="2024-08-10T08:38:25.510" v="46" actId="47"/>
        <pc:sldMkLst>
          <pc:docMk/>
          <pc:sldMk cId="0" sldId="277"/>
        </pc:sldMkLst>
      </pc:sldChg>
      <pc:sldChg chg="del">
        <pc:chgData name="ARUN KARTHIK ." userId="62a047ea-99a3-445a-a127-bd8840139939" providerId="ADAL" clId="{2300E771-4B7D-4D9C-ADED-A67A217ED3F2}" dt="2024-08-10T08:38:25.510" v="46" actId="47"/>
        <pc:sldMkLst>
          <pc:docMk/>
          <pc:sldMk cId="0" sldId="278"/>
        </pc:sldMkLst>
      </pc:sldChg>
      <pc:sldChg chg="del">
        <pc:chgData name="ARUN KARTHIK ." userId="62a047ea-99a3-445a-a127-bd8840139939" providerId="ADAL" clId="{2300E771-4B7D-4D9C-ADED-A67A217ED3F2}" dt="2024-08-10T08:38:25.510" v="46" actId="47"/>
        <pc:sldMkLst>
          <pc:docMk/>
          <pc:sldMk cId="0" sldId="279"/>
        </pc:sldMkLst>
      </pc:sldChg>
      <pc:sldChg chg="del">
        <pc:chgData name="ARUN KARTHIK ." userId="62a047ea-99a3-445a-a127-bd8840139939" providerId="ADAL" clId="{2300E771-4B7D-4D9C-ADED-A67A217ED3F2}" dt="2024-08-10T08:38:25.510" v="46" actId="47"/>
        <pc:sldMkLst>
          <pc:docMk/>
          <pc:sldMk cId="0" sldId="280"/>
        </pc:sldMkLst>
      </pc:sldChg>
      <pc:sldChg chg="del">
        <pc:chgData name="ARUN KARTHIK ." userId="62a047ea-99a3-445a-a127-bd8840139939" providerId="ADAL" clId="{2300E771-4B7D-4D9C-ADED-A67A217ED3F2}" dt="2024-08-10T08:38:25.510" v="46" actId="47"/>
        <pc:sldMkLst>
          <pc:docMk/>
          <pc:sldMk cId="0" sldId="281"/>
        </pc:sldMkLst>
      </pc:sldChg>
      <pc:sldChg chg="del">
        <pc:chgData name="ARUN KARTHIK ." userId="62a047ea-99a3-445a-a127-bd8840139939" providerId="ADAL" clId="{2300E771-4B7D-4D9C-ADED-A67A217ED3F2}" dt="2024-08-10T08:38:25.510" v="46" actId="47"/>
        <pc:sldMkLst>
          <pc:docMk/>
          <pc:sldMk cId="0" sldId="282"/>
        </pc:sldMkLst>
      </pc:sldChg>
      <pc:sldChg chg="del">
        <pc:chgData name="ARUN KARTHIK ." userId="62a047ea-99a3-445a-a127-bd8840139939" providerId="ADAL" clId="{2300E771-4B7D-4D9C-ADED-A67A217ED3F2}" dt="2024-08-10T08:38:25.510" v="46" actId="47"/>
        <pc:sldMkLst>
          <pc:docMk/>
          <pc:sldMk cId="0" sldId="283"/>
        </pc:sldMkLst>
      </pc:sldChg>
      <pc:sldChg chg="del">
        <pc:chgData name="ARUN KARTHIK ." userId="62a047ea-99a3-445a-a127-bd8840139939" providerId="ADAL" clId="{2300E771-4B7D-4D9C-ADED-A67A217ED3F2}" dt="2024-08-10T08:38:25.510" v="46" actId="47"/>
        <pc:sldMkLst>
          <pc:docMk/>
          <pc:sldMk cId="0" sldId="284"/>
        </pc:sldMkLst>
      </pc:sldChg>
      <pc:sldChg chg="del">
        <pc:chgData name="ARUN KARTHIK ." userId="62a047ea-99a3-445a-a127-bd8840139939" providerId="ADAL" clId="{2300E771-4B7D-4D9C-ADED-A67A217ED3F2}" dt="2024-08-10T08:38:25.510" v="46" actId="47"/>
        <pc:sldMkLst>
          <pc:docMk/>
          <pc:sldMk cId="0" sldId="285"/>
        </pc:sldMkLst>
      </pc:sldChg>
      <pc:sldChg chg="del">
        <pc:chgData name="ARUN KARTHIK ." userId="62a047ea-99a3-445a-a127-bd8840139939" providerId="ADAL" clId="{2300E771-4B7D-4D9C-ADED-A67A217ED3F2}" dt="2024-08-10T08:38:25.510" v="46" actId="47"/>
        <pc:sldMkLst>
          <pc:docMk/>
          <pc:sldMk cId="0" sldId="286"/>
        </pc:sldMkLst>
      </pc:sldChg>
      <pc:sldChg chg="addSp modSp add mod">
        <pc:chgData name="ARUN KARTHIK ." userId="62a047ea-99a3-445a-a127-bd8840139939" providerId="ADAL" clId="{2300E771-4B7D-4D9C-ADED-A67A217ED3F2}" dt="2024-08-10T08:39:57.236" v="70" actId="20577"/>
        <pc:sldMkLst>
          <pc:docMk/>
          <pc:sldMk cId="421474102" sldId="2147472362"/>
        </pc:sldMkLst>
        <pc:spChg chg="mod">
          <ac:chgData name="ARUN KARTHIK ." userId="62a047ea-99a3-445a-a127-bd8840139939" providerId="ADAL" clId="{2300E771-4B7D-4D9C-ADED-A67A217ED3F2}" dt="2024-08-10T08:38:55.440" v="51" actId="20577"/>
          <ac:spMkLst>
            <pc:docMk/>
            <pc:sldMk cId="421474102" sldId="2147472362"/>
            <ac:spMk id="5" creationId="{B57CF1B8-F2C4-EB23-B0B6-9EB1DA2A2A1D}"/>
          </ac:spMkLst>
        </pc:spChg>
        <pc:spChg chg="mod">
          <ac:chgData name="ARUN KARTHIK ." userId="62a047ea-99a3-445a-a127-bd8840139939" providerId="ADAL" clId="{2300E771-4B7D-4D9C-ADED-A67A217ED3F2}" dt="2024-08-10T08:39:57.236" v="70" actId="20577"/>
          <ac:spMkLst>
            <pc:docMk/>
            <pc:sldMk cId="421474102" sldId="2147472362"/>
            <ac:spMk id="64" creationId="{8E6CA7E4-5B79-B61A-FB5D-161F977625FD}"/>
          </ac:spMkLst>
        </pc:spChg>
        <pc:picChg chg="add mod">
          <ac:chgData name="ARUN KARTHIK ." userId="62a047ea-99a3-445a-a127-bd8840139939" providerId="ADAL" clId="{2300E771-4B7D-4D9C-ADED-A67A217ED3F2}" dt="2024-08-10T08:39:47.045" v="56" actId="1076"/>
          <ac:picMkLst>
            <pc:docMk/>
            <pc:sldMk cId="421474102" sldId="2147472362"/>
            <ac:picMk id="1026" creationId="{D3B88C2D-183F-8486-8E77-3ED8ACD074CD}"/>
          </ac:picMkLst>
        </pc:picChg>
      </pc:sldChg>
      <pc:sldChg chg="addSp delSp modSp add mod">
        <pc:chgData name="ARUN KARTHIK ." userId="62a047ea-99a3-445a-a127-bd8840139939" providerId="ADAL" clId="{2300E771-4B7D-4D9C-ADED-A67A217ED3F2}" dt="2024-08-10T08:49:48.443" v="160" actId="1076"/>
        <pc:sldMkLst>
          <pc:docMk/>
          <pc:sldMk cId="4168721080" sldId="2147472363"/>
        </pc:sldMkLst>
        <pc:spChg chg="add">
          <ac:chgData name="ARUN KARTHIK ." userId="62a047ea-99a3-445a-a127-bd8840139939" providerId="ADAL" clId="{2300E771-4B7D-4D9C-ADED-A67A217ED3F2}" dt="2024-08-10T08:41:55.170" v="87"/>
          <ac:spMkLst>
            <pc:docMk/>
            <pc:sldMk cId="4168721080" sldId="2147472363"/>
            <ac:spMk id="4" creationId="{7FDF533A-DABE-9A84-877E-391C927C5526}"/>
          </ac:spMkLst>
        </pc:spChg>
        <pc:spChg chg="del">
          <ac:chgData name="ARUN KARTHIK ." userId="62a047ea-99a3-445a-a127-bd8840139939" providerId="ADAL" clId="{2300E771-4B7D-4D9C-ADED-A67A217ED3F2}" dt="2024-08-10T08:39:51.361" v="58" actId="478"/>
          <ac:spMkLst>
            <pc:docMk/>
            <pc:sldMk cId="4168721080" sldId="2147472363"/>
            <ac:spMk id="5" creationId="{B57CF1B8-F2C4-EB23-B0B6-9EB1DA2A2A1D}"/>
          </ac:spMkLst>
        </pc:spChg>
        <pc:spChg chg="add mod">
          <ac:chgData name="ARUN KARTHIK ." userId="62a047ea-99a3-445a-a127-bd8840139939" providerId="ADAL" clId="{2300E771-4B7D-4D9C-ADED-A67A217ED3F2}" dt="2024-08-10T08:43:45.228" v="111" actId="1076"/>
          <ac:spMkLst>
            <pc:docMk/>
            <pc:sldMk cId="4168721080" sldId="2147472363"/>
            <ac:spMk id="7" creationId="{19C14FCD-649C-688C-1939-B17E2B8104BD}"/>
          </ac:spMkLst>
        </pc:spChg>
        <pc:spChg chg="add del mod">
          <ac:chgData name="ARUN KARTHIK ." userId="62a047ea-99a3-445a-a127-bd8840139939" providerId="ADAL" clId="{2300E771-4B7D-4D9C-ADED-A67A217ED3F2}" dt="2024-08-10T08:43:57.150" v="116" actId="478"/>
          <ac:spMkLst>
            <pc:docMk/>
            <pc:sldMk cId="4168721080" sldId="2147472363"/>
            <ac:spMk id="9" creationId="{453CFE40-1D21-C073-CDFF-43321FE13C7E}"/>
          </ac:spMkLst>
        </pc:spChg>
        <pc:spChg chg="add">
          <ac:chgData name="ARUN KARTHIK ." userId="62a047ea-99a3-445a-a127-bd8840139939" providerId="ADAL" clId="{2300E771-4B7D-4D9C-ADED-A67A217ED3F2}" dt="2024-08-10T08:44:25.706" v="133"/>
          <ac:spMkLst>
            <pc:docMk/>
            <pc:sldMk cId="4168721080" sldId="2147472363"/>
            <ac:spMk id="10" creationId="{24F9D916-2C63-DF5D-8AA8-D2BDCA46DC13}"/>
          </ac:spMkLst>
        </pc:spChg>
        <pc:spChg chg="add">
          <ac:chgData name="ARUN KARTHIK ." userId="62a047ea-99a3-445a-a127-bd8840139939" providerId="ADAL" clId="{2300E771-4B7D-4D9C-ADED-A67A217ED3F2}" dt="2024-08-10T08:49:36.685" v="147"/>
          <ac:spMkLst>
            <pc:docMk/>
            <pc:sldMk cId="4168721080" sldId="2147472363"/>
            <ac:spMk id="12" creationId="{4B35DEB3-B32E-0A75-88F2-C06836BAAE55}"/>
          </ac:spMkLst>
        </pc:spChg>
        <pc:spChg chg="mod">
          <ac:chgData name="ARUN KARTHIK ." userId="62a047ea-99a3-445a-a127-bd8840139939" providerId="ADAL" clId="{2300E771-4B7D-4D9C-ADED-A67A217ED3F2}" dt="2024-08-10T08:41:13.511" v="84" actId="20577"/>
          <ac:spMkLst>
            <pc:docMk/>
            <pc:sldMk cId="4168721080" sldId="2147472363"/>
            <ac:spMk id="64" creationId="{8E6CA7E4-5B79-B61A-FB5D-161F977625FD}"/>
          </ac:spMkLst>
        </pc:spChg>
        <pc:picChg chg="add mod">
          <ac:chgData name="ARUN KARTHIK ." userId="62a047ea-99a3-445a-a127-bd8840139939" providerId="ADAL" clId="{2300E771-4B7D-4D9C-ADED-A67A217ED3F2}" dt="2024-08-10T08:43:45.228" v="111" actId="1076"/>
          <ac:picMkLst>
            <pc:docMk/>
            <pc:sldMk cId="4168721080" sldId="2147472363"/>
            <ac:picMk id="3" creationId="{142F4999-E6E6-D08D-7A14-646ED97EB8C2}"/>
          </ac:picMkLst>
        </pc:picChg>
        <pc:picChg chg="add mod">
          <ac:chgData name="ARUN KARTHIK ." userId="62a047ea-99a3-445a-a127-bd8840139939" providerId="ADAL" clId="{2300E771-4B7D-4D9C-ADED-A67A217ED3F2}" dt="2024-08-10T08:49:48.443" v="160" actId="1076"/>
          <ac:picMkLst>
            <pc:docMk/>
            <pc:sldMk cId="4168721080" sldId="2147472363"/>
            <ac:picMk id="11" creationId="{F3CF9D48-0C17-6F89-2195-B77ADA2F7774}"/>
          </ac:picMkLst>
        </pc:picChg>
        <pc:picChg chg="add mod">
          <ac:chgData name="ARUN KARTHIK ." userId="62a047ea-99a3-445a-a127-bd8840139939" providerId="ADAL" clId="{2300E771-4B7D-4D9C-ADED-A67A217ED3F2}" dt="2024-08-10T08:49:44.419" v="157" actId="1076"/>
          <ac:picMkLst>
            <pc:docMk/>
            <pc:sldMk cId="4168721080" sldId="2147472363"/>
            <ac:picMk id="13" creationId="{F1B0B402-CAD7-1C0E-E332-FBFC11BB9ABE}"/>
          </ac:picMkLst>
        </pc:picChg>
        <pc:picChg chg="del">
          <ac:chgData name="ARUN KARTHIK ." userId="62a047ea-99a3-445a-a127-bd8840139939" providerId="ADAL" clId="{2300E771-4B7D-4D9C-ADED-A67A217ED3F2}" dt="2024-08-10T08:39:51.361" v="58" actId="478"/>
          <ac:picMkLst>
            <pc:docMk/>
            <pc:sldMk cId="4168721080" sldId="2147472363"/>
            <ac:picMk id="1026" creationId="{D3B88C2D-183F-8486-8E77-3ED8ACD074CD}"/>
          </ac:picMkLst>
        </pc:picChg>
      </pc:sldChg>
      <pc:sldChg chg="delSp modSp add mod">
        <pc:chgData name="ARUN KARTHIK ." userId="62a047ea-99a3-445a-a127-bd8840139939" providerId="ADAL" clId="{2300E771-4B7D-4D9C-ADED-A67A217ED3F2}" dt="2024-08-10T08:44:16.501" v="132" actId="12"/>
        <pc:sldMkLst>
          <pc:docMk/>
          <pc:sldMk cId="3044103150" sldId="2147472364"/>
        </pc:sldMkLst>
        <pc:spChg chg="del">
          <ac:chgData name="ARUN KARTHIK ." userId="62a047ea-99a3-445a-a127-bd8840139939" providerId="ADAL" clId="{2300E771-4B7D-4D9C-ADED-A67A217ED3F2}" dt="2024-08-10T08:43:59.675" v="117" actId="478"/>
          <ac:spMkLst>
            <pc:docMk/>
            <pc:sldMk cId="3044103150" sldId="2147472364"/>
            <ac:spMk id="7" creationId="{19C14FCD-649C-688C-1939-B17E2B8104BD}"/>
          </ac:spMkLst>
        </pc:spChg>
        <pc:spChg chg="mod">
          <ac:chgData name="ARUN KARTHIK ." userId="62a047ea-99a3-445a-a127-bd8840139939" providerId="ADAL" clId="{2300E771-4B7D-4D9C-ADED-A67A217ED3F2}" dt="2024-08-10T08:44:16.501" v="132" actId="12"/>
          <ac:spMkLst>
            <pc:docMk/>
            <pc:sldMk cId="3044103150" sldId="2147472364"/>
            <ac:spMk id="9" creationId="{453CFE40-1D21-C073-CDFF-43321FE13C7E}"/>
          </ac:spMkLst>
        </pc:spChg>
        <pc:spChg chg="mod">
          <ac:chgData name="ARUN KARTHIK ." userId="62a047ea-99a3-445a-a127-bd8840139939" providerId="ADAL" clId="{2300E771-4B7D-4D9C-ADED-A67A217ED3F2}" dt="2024-08-10T08:44:04.299" v="128" actId="20577"/>
          <ac:spMkLst>
            <pc:docMk/>
            <pc:sldMk cId="3044103150" sldId="2147472364"/>
            <ac:spMk id="64" creationId="{8E6CA7E4-5B79-B61A-FB5D-161F977625FD}"/>
          </ac:spMkLst>
        </pc:spChg>
        <pc:picChg chg="del">
          <ac:chgData name="ARUN KARTHIK ." userId="62a047ea-99a3-445a-a127-bd8840139939" providerId="ADAL" clId="{2300E771-4B7D-4D9C-ADED-A67A217ED3F2}" dt="2024-08-10T08:43:59.675" v="117" actId="478"/>
          <ac:picMkLst>
            <pc:docMk/>
            <pc:sldMk cId="3044103150" sldId="2147472364"/>
            <ac:picMk id="3" creationId="{142F4999-E6E6-D08D-7A14-646ED97EB8C2}"/>
          </ac:picMkLst>
        </pc:picChg>
      </pc:sldChg>
      <pc:sldChg chg="addSp delSp modSp add mod">
        <pc:chgData name="ARUN KARTHIK ." userId="62a047ea-99a3-445a-a127-bd8840139939" providerId="ADAL" clId="{2300E771-4B7D-4D9C-ADED-A67A217ED3F2}" dt="2024-08-10T09:06:38.858" v="218" actId="1076"/>
        <pc:sldMkLst>
          <pc:docMk/>
          <pc:sldMk cId="3970995464" sldId="2147472365"/>
        </pc:sldMkLst>
        <pc:spChg chg="add mod">
          <ac:chgData name="ARUN KARTHIK ." userId="62a047ea-99a3-445a-a127-bd8840139939" providerId="ADAL" clId="{2300E771-4B7D-4D9C-ADED-A67A217ED3F2}" dt="2024-08-10T09:03:58.060" v="174" actId="14100"/>
          <ac:spMkLst>
            <pc:docMk/>
            <pc:sldMk cId="3970995464" sldId="2147472365"/>
            <ac:spMk id="5" creationId="{4B448BEC-ABB7-2D31-8FC5-BD7E97ED854E}"/>
          </ac:spMkLst>
        </pc:spChg>
        <pc:spChg chg="add mod">
          <ac:chgData name="ARUN KARTHIK ." userId="62a047ea-99a3-445a-a127-bd8840139939" providerId="ADAL" clId="{2300E771-4B7D-4D9C-ADED-A67A217ED3F2}" dt="2024-08-10T09:06:37.684" v="217" actId="14100"/>
          <ac:spMkLst>
            <pc:docMk/>
            <pc:sldMk cId="3970995464" sldId="2147472365"/>
            <ac:spMk id="7" creationId="{40762AA0-D001-5F61-9E88-8FCB5E5CE953}"/>
          </ac:spMkLst>
        </pc:spChg>
        <pc:spChg chg="add">
          <ac:chgData name="ARUN KARTHIK ." userId="62a047ea-99a3-445a-a127-bd8840139939" providerId="ADAL" clId="{2300E771-4B7D-4D9C-ADED-A67A217ED3F2}" dt="2024-08-10T09:06:22.610" v="211"/>
          <ac:spMkLst>
            <pc:docMk/>
            <pc:sldMk cId="3970995464" sldId="2147472365"/>
            <ac:spMk id="8" creationId="{16FBF052-FC9B-7BC7-E498-71E407147EF8}"/>
          </ac:spMkLst>
        </pc:spChg>
        <pc:spChg chg="del">
          <ac:chgData name="ARUN KARTHIK ." userId="62a047ea-99a3-445a-a127-bd8840139939" providerId="ADAL" clId="{2300E771-4B7D-4D9C-ADED-A67A217ED3F2}" dt="2024-08-10T08:59:12.715" v="162" actId="478"/>
          <ac:spMkLst>
            <pc:docMk/>
            <pc:sldMk cId="3970995464" sldId="2147472365"/>
            <ac:spMk id="9" creationId="{453CFE40-1D21-C073-CDFF-43321FE13C7E}"/>
          </ac:spMkLst>
        </pc:spChg>
        <pc:spChg chg="mod">
          <ac:chgData name="ARUN KARTHIK ." userId="62a047ea-99a3-445a-a127-bd8840139939" providerId="ADAL" clId="{2300E771-4B7D-4D9C-ADED-A67A217ED3F2}" dt="2024-08-10T09:00:19.033" v="168" actId="20577"/>
          <ac:spMkLst>
            <pc:docMk/>
            <pc:sldMk cId="3970995464" sldId="2147472365"/>
            <ac:spMk id="64" creationId="{8E6CA7E4-5B79-B61A-FB5D-161F977625FD}"/>
          </ac:spMkLst>
        </pc:spChg>
        <pc:picChg chg="add del mod">
          <ac:chgData name="ARUN KARTHIK ." userId="62a047ea-99a3-445a-a127-bd8840139939" providerId="ADAL" clId="{2300E771-4B7D-4D9C-ADED-A67A217ED3F2}" dt="2024-08-10T09:03:50.373" v="171" actId="478"/>
          <ac:picMkLst>
            <pc:docMk/>
            <pc:sldMk cId="3970995464" sldId="2147472365"/>
            <ac:picMk id="3" creationId="{1745FD27-C06B-6E64-D977-380D86D78083}"/>
          </ac:picMkLst>
        </pc:picChg>
        <pc:picChg chg="add mod ord">
          <ac:chgData name="ARUN KARTHIK ." userId="62a047ea-99a3-445a-a127-bd8840139939" providerId="ADAL" clId="{2300E771-4B7D-4D9C-ADED-A67A217ED3F2}" dt="2024-08-10T09:06:38.858" v="218" actId="1076"/>
          <ac:picMkLst>
            <pc:docMk/>
            <pc:sldMk cId="3970995464" sldId="2147472365"/>
            <ac:picMk id="10" creationId="{B7A75140-F7FC-1C7F-1F6F-8CFF4DA42BC4}"/>
          </ac:picMkLst>
        </pc:picChg>
      </pc:sldChg>
      <pc:sldChg chg="addSp delSp modSp add mod">
        <pc:chgData name="ARUN KARTHIK ." userId="62a047ea-99a3-445a-a127-bd8840139939" providerId="ADAL" clId="{2300E771-4B7D-4D9C-ADED-A67A217ED3F2}" dt="2024-08-10T09:06:07.315" v="210" actId="20577"/>
        <pc:sldMkLst>
          <pc:docMk/>
          <pc:sldMk cId="3543518052" sldId="2147472366"/>
        </pc:sldMkLst>
        <pc:spChg chg="add">
          <ac:chgData name="ARUN KARTHIK ." userId="62a047ea-99a3-445a-a127-bd8840139939" providerId="ADAL" clId="{2300E771-4B7D-4D9C-ADED-A67A217ED3F2}" dt="2024-08-10T09:04:45.286" v="190"/>
          <ac:spMkLst>
            <pc:docMk/>
            <pc:sldMk cId="3543518052" sldId="2147472366"/>
            <ac:spMk id="2" creationId="{2FD4660C-A33B-0A93-3D38-DA54BDBE5882}"/>
          </ac:spMkLst>
        </pc:spChg>
        <pc:spChg chg="add">
          <ac:chgData name="ARUN KARTHIK ." userId="62a047ea-99a3-445a-a127-bd8840139939" providerId="ADAL" clId="{2300E771-4B7D-4D9C-ADED-A67A217ED3F2}" dt="2024-08-10T09:04:51.229" v="191"/>
          <ac:spMkLst>
            <pc:docMk/>
            <pc:sldMk cId="3543518052" sldId="2147472366"/>
            <ac:spMk id="3" creationId="{89EAA67F-CABA-9870-0377-0297329AF39C}"/>
          </ac:spMkLst>
        </pc:spChg>
        <pc:spChg chg="del">
          <ac:chgData name="ARUN KARTHIK ." userId="62a047ea-99a3-445a-a127-bd8840139939" providerId="ADAL" clId="{2300E771-4B7D-4D9C-ADED-A67A217ED3F2}" dt="2024-08-10T09:04:26.441" v="180" actId="478"/>
          <ac:spMkLst>
            <pc:docMk/>
            <pc:sldMk cId="3543518052" sldId="2147472366"/>
            <ac:spMk id="5" creationId="{4B448BEC-ABB7-2D31-8FC5-BD7E97ED854E}"/>
          </ac:spMkLst>
        </pc:spChg>
        <pc:spChg chg="add mod">
          <ac:chgData name="ARUN KARTHIK ." userId="62a047ea-99a3-445a-a127-bd8840139939" providerId="ADAL" clId="{2300E771-4B7D-4D9C-ADED-A67A217ED3F2}" dt="2024-08-10T09:06:07.315" v="210" actId="20577"/>
          <ac:spMkLst>
            <pc:docMk/>
            <pc:sldMk cId="3543518052" sldId="2147472366"/>
            <ac:spMk id="6" creationId="{CA99FA62-4435-E666-1AED-F6FF23A41C47}"/>
          </ac:spMkLst>
        </pc:spChg>
        <pc:spChg chg="del">
          <ac:chgData name="ARUN KARTHIK ." userId="62a047ea-99a3-445a-a127-bd8840139939" providerId="ADAL" clId="{2300E771-4B7D-4D9C-ADED-A67A217ED3F2}" dt="2024-08-10T09:04:26.441" v="180" actId="478"/>
          <ac:spMkLst>
            <pc:docMk/>
            <pc:sldMk cId="3543518052" sldId="2147472366"/>
            <ac:spMk id="7" creationId="{40762AA0-D001-5F61-9E88-8FCB5E5CE953}"/>
          </ac:spMkLst>
        </pc:spChg>
        <pc:spChg chg="add mod">
          <ac:chgData name="ARUN KARTHIK ." userId="62a047ea-99a3-445a-a127-bd8840139939" providerId="ADAL" clId="{2300E771-4B7D-4D9C-ADED-A67A217ED3F2}" dt="2024-08-10T09:05:29.379" v="204" actId="207"/>
          <ac:spMkLst>
            <pc:docMk/>
            <pc:sldMk cId="3543518052" sldId="2147472366"/>
            <ac:spMk id="9" creationId="{AC77CDD5-EC61-52C5-5ED4-4044B040E511}"/>
          </ac:spMkLst>
        </pc:spChg>
        <pc:spChg chg="mod">
          <ac:chgData name="ARUN KARTHIK ." userId="62a047ea-99a3-445a-a127-bd8840139939" providerId="ADAL" clId="{2300E771-4B7D-4D9C-ADED-A67A217ED3F2}" dt="2024-08-10T09:04:38.132" v="189"/>
          <ac:spMkLst>
            <pc:docMk/>
            <pc:sldMk cId="3543518052" sldId="2147472366"/>
            <ac:spMk id="64" creationId="{8E6CA7E4-5B79-B61A-FB5D-161F977625FD}"/>
          </ac:spMkLst>
        </pc:spChg>
      </pc:sldChg>
      <pc:sldChg chg="addSp delSp modSp add mod">
        <pc:chgData name="ARUN KARTHIK ." userId="62a047ea-99a3-445a-a127-bd8840139939" providerId="ADAL" clId="{2300E771-4B7D-4D9C-ADED-A67A217ED3F2}" dt="2024-08-10T11:18:11.177" v="1347"/>
        <pc:sldMkLst>
          <pc:docMk/>
          <pc:sldMk cId="2620553551" sldId="2147472367"/>
        </pc:sldMkLst>
        <pc:spChg chg="add del mod">
          <ac:chgData name="ARUN KARTHIK ." userId="62a047ea-99a3-445a-a127-bd8840139939" providerId="ADAL" clId="{2300E771-4B7D-4D9C-ADED-A67A217ED3F2}" dt="2024-08-10T09:08:14.080" v="228" actId="478"/>
          <ac:spMkLst>
            <pc:docMk/>
            <pc:sldMk cId="2620553551" sldId="2147472367"/>
            <ac:spMk id="3" creationId="{869AD7FD-0447-DFF9-243D-9A2305436F9E}"/>
          </ac:spMkLst>
        </pc:spChg>
        <pc:spChg chg="del">
          <ac:chgData name="ARUN KARTHIK ." userId="62a047ea-99a3-445a-a127-bd8840139939" providerId="ADAL" clId="{2300E771-4B7D-4D9C-ADED-A67A217ED3F2}" dt="2024-08-10T09:07:35.806" v="220" actId="478"/>
          <ac:spMkLst>
            <pc:docMk/>
            <pc:sldMk cId="2620553551" sldId="2147472367"/>
            <ac:spMk id="6" creationId="{CA99FA62-4435-E666-1AED-F6FF23A41C47}"/>
          </ac:spMkLst>
        </pc:spChg>
        <pc:spChg chg="del">
          <ac:chgData name="ARUN KARTHIK ." userId="62a047ea-99a3-445a-a127-bd8840139939" providerId="ADAL" clId="{2300E771-4B7D-4D9C-ADED-A67A217ED3F2}" dt="2024-08-10T09:07:35.806" v="220" actId="478"/>
          <ac:spMkLst>
            <pc:docMk/>
            <pc:sldMk cId="2620553551" sldId="2147472367"/>
            <ac:spMk id="9" creationId="{AC77CDD5-EC61-52C5-5ED4-4044B040E511}"/>
          </ac:spMkLst>
        </pc:spChg>
        <pc:spChg chg="add">
          <ac:chgData name="ARUN KARTHIK ." userId="62a047ea-99a3-445a-a127-bd8840139939" providerId="ADAL" clId="{2300E771-4B7D-4D9C-ADED-A67A217ED3F2}" dt="2024-08-10T09:12:56.287" v="241" actId="11529"/>
          <ac:spMkLst>
            <pc:docMk/>
            <pc:sldMk cId="2620553551" sldId="2147472367"/>
            <ac:spMk id="10" creationId="{E5940DD0-4643-08A2-AD78-AB3A7D30BA9F}"/>
          </ac:spMkLst>
        </pc:spChg>
        <pc:spChg chg="add mod">
          <ac:chgData name="ARUN KARTHIK ." userId="62a047ea-99a3-445a-a127-bd8840139939" providerId="ADAL" clId="{2300E771-4B7D-4D9C-ADED-A67A217ED3F2}" dt="2024-08-10T09:14:20.651" v="290" actId="1076"/>
          <ac:spMkLst>
            <pc:docMk/>
            <pc:sldMk cId="2620553551" sldId="2147472367"/>
            <ac:spMk id="11" creationId="{6C3364D4-3F18-7965-6F90-5F71A3EB849C}"/>
          </ac:spMkLst>
        </pc:spChg>
        <pc:spChg chg="add mod">
          <ac:chgData name="ARUN KARTHIK ." userId="62a047ea-99a3-445a-a127-bd8840139939" providerId="ADAL" clId="{2300E771-4B7D-4D9C-ADED-A67A217ED3F2}" dt="2024-08-10T09:14:28.530" v="298" actId="1076"/>
          <ac:spMkLst>
            <pc:docMk/>
            <pc:sldMk cId="2620553551" sldId="2147472367"/>
            <ac:spMk id="12" creationId="{549D1CC7-3AD0-F812-7098-BF4E70AE12D9}"/>
          </ac:spMkLst>
        </pc:spChg>
        <pc:spChg chg="add">
          <ac:chgData name="ARUN KARTHIK ." userId="62a047ea-99a3-445a-a127-bd8840139939" providerId="ADAL" clId="{2300E771-4B7D-4D9C-ADED-A67A217ED3F2}" dt="2024-08-10T09:14:48.751" v="300"/>
          <ac:spMkLst>
            <pc:docMk/>
            <pc:sldMk cId="2620553551" sldId="2147472367"/>
            <ac:spMk id="13" creationId="{6ACBEF52-9AFC-37F9-3752-2E82EFA93AF2}"/>
          </ac:spMkLst>
        </pc:spChg>
        <pc:spChg chg="mod">
          <ac:chgData name="ARUN KARTHIK ." userId="62a047ea-99a3-445a-a127-bd8840139939" providerId="ADAL" clId="{2300E771-4B7D-4D9C-ADED-A67A217ED3F2}" dt="2024-08-10T09:07:50.535" v="225"/>
          <ac:spMkLst>
            <pc:docMk/>
            <pc:sldMk cId="2620553551" sldId="2147472367"/>
            <ac:spMk id="64" creationId="{8E6CA7E4-5B79-B61A-FB5D-161F977625FD}"/>
          </ac:spMkLst>
        </pc:spChg>
        <pc:picChg chg="add mod">
          <ac:chgData name="ARUN KARTHIK ." userId="62a047ea-99a3-445a-a127-bd8840139939" providerId="ADAL" clId="{2300E771-4B7D-4D9C-ADED-A67A217ED3F2}" dt="2024-08-10T09:12:43.993" v="240" actId="1076"/>
          <ac:picMkLst>
            <pc:docMk/>
            <pc:sldMk cId="2620553551" sldId="2147472367"/>
            <ac:picMk id="5" creationId="{A2BAC00E-E410-9223-2230-8E6E596871CA}"/>
          </ac:picMkLst>
        </pc:picChg>
        <pc:picChg chg="add mod">
          <ac:chgData name="ARUN KARTHIK ." userId="62a047ea-99a3-445a-a127-bd8840139939" providerId="ADAL" clId="{2300E771-4B7D-4D9C-ADED-A67A217ED3F2}" dt="2024-08-10T11:02:49.776" v="1346" actId="14100"/>
          <ac:picMkLst>
            <pc:docMk/>
            <pc:sldMk cId="2620553551" sldId="2147472367"/>
            <ac:picMk id="8" creationId="{B1D485D1-37CC-35DB-57C9-C223DDDAFAAA}"/>
          </ac:picMkLst>
        </pc:picChg>
        <pc:picChg chg="add mod">
          <ac:chgData name="ARUN KARTHIK ." userId="62a047ea-99a3-445a-a127-bd8840139939" providerId="ADAL" clId="{2300E771-4B7D-4D9C-ADED-A67A217ED3F2}" dt="2024-08-10T09:18:23.201" v="344" actId="1076"/>
          <ac:picMkLst>
            <pc:docMk/>
            <pc:sldMk cId="2620553551" sldId="2147472367"/>
            <ac:picMk id="14" creationId="{9BC0B9A2-15F6-E376-7793-9A653201288A}"/>
          </ac:picMkLst>
        </pc:picChg>
        <pc:picChg chg="add mod">
          <ac:chgData name="ARUN KARTHIK ." userId="62a047ea-99a3-445a-a127-bd8840139939" providerId="ADAL" clId="{2300E771-4B7D-4D9C-ADED-A67A217ED3F2}" dt="2024-08-10T09:18:21.608" v="343" actId="1076"/>
          <ac:picMkLst>
            <pc:docMk/>
            <pc:sldMk cId="2620553551" sldId="2147472367"/>
            <ac:picMk id="16" creationId="{FEAEAB3C-9B0A-CE1D-ECDB-D6B6B39D1F78}"/>
          </ac:picMkLst>
        </pc:picChg>
        <pc:picChg chg="add mod modCrop">
          <ac:chgData name="ARUN KARTHIK ." userId="62a047ea-99a3-445a-a127-bd8840139939" providerId="ADAL" clId="{2300E771-4B7D-4D9C-ADED-A67A217ED3F2}" dt="2024-08-10T09:18:18.065" v="342" actId="732"/>
          <ac:picMkLst>
            <pc:docMk/>
            <pc:sldMk cId="2620553551" sldId="2147472367"/>
            <ac:picMk id="18" creationId="{E3CD4A3E-A47E-294F-8D2C-835823B4223E}"/>
          </ac:picMkLst>
        </pc:picChg>
        <pc:picChg chg="add mod">
          <ac:chgData name="ARUN KARTHIK ." userId="62a047ea-99a3-445a-a127-bd8840139939" providerId="ADAL" clId="{2300E771-4B7D-4D9C-ADED-A67A217ED3F2}" dt="2024-08-10T09:16:54.074" v="324" actId="1076"/>
          <ac:picMkLst>
            <pc:docMk/>
            <pc:sldMk cId="2620553551" sldId="2147472367"/>
            <ac:picMk id="20" creationId="{94825168-9A4A-9EFC-4E05-6C151E107081}"/>
          </ac:picMkLst>
        </pc:picChg>
        <pc:picChg chg="add mod">
          <ac:chgData name="ARUN KARTHIK ." userId="62a047ea-99a3-445a-a127-bd8840139939" providerId="ADAL" clId="{2300E771-4B7D-4D9C-ADED-A67A217ED3F2}" dt="2024-08-10T09:18:25.930" v="345" actId="1076"/>
          <ac:picMkLst>
            <pc:docMk/>
            <pc:sldMk cId="2620553551" sldId="2147472367"/>
            <ac:picMk id="22" creationId="{9266CA91-18ED-B0B0-B301-8FD723D1C2A9}"/>
          </ac:picMkLst>
        </pc:picChg>
        <pc:picChg chg="add mod">
          <ac:chgData name="ARUN KARTHIK ." userId="62a047ea-99a3-445a-a127-bd8840139939" providerId="ADAL" clId="{2300E771-4B7D-4D9C-ADED-A67A217ED3F2}" dt="2024-08-10T09:14:30.848" v="299" actId="1076"/>
          <ac:picMkLst>
            <pc:docMk/>
            <pc:sldMk cId="2620553551" sldId="2147472367"/>
            <ac:picMk id="6146" creationId="{E7249726-1F85-6D8D-C805-C1D609F0049C}"/>
          </ac:picMkLst>
        </pc:picChg>
        <pc:inkChg chg="add">
          <ac:chgData name="ARUN KARTHIK ." userId="62a047ea-99a3-445a-a127-bd8840139939" providerId="ADAL" clId="{2300E771-4B7D-4D9C-ADED-A67A217ED3F2}" dt="2024-08-10T11:18:11.177" v="1347"/>
          <ac:inkMkLst>
            <pc:docMk/>
            <pc:sldMk cId="2620553551" sldId="2147472367"/>
            <ac:inkMk id="2" creationId="{3E2473C1-1F29-9A4F-8FA2-3CDFAD7443ED}"/>
          </ac:inkMkLst>
        </pc:inkChg>
      </pc:sldChg>
      <pc:sldChg chg="addSp delSp modSp add mod">
        <pc:chgData name="ARUN KARTHIK ." userId="62a047ea-99a3-445a-a127-bd8840139939" providerId="ADAL" clId="{2300E771-4B7D-4D9C-ADED-A67A217ED3F2}" dt="2024-08-10T09:20:56.593" v="374" actId="1076"/>
        <pc:sldMkLst>
          <pc:docMk/>
          <pc:sldMk cId="1819371886" sldId="2147472368"/>
        </pc:sldMkLst>
        <pc:spChg chg="add">
          <ac:chgData name="ARUN KARTHIK ." userId="62a047ea-99a3-445a-a127-bd8840139939" providerId="ADAL" clId="{2300E771-4B7D-4D9C-ADED-A67A217ED3F2}" dt="2024-08-10T09:20:49.361" v="365"/>
          <ac:spMkLst>
            <pc:docMk/>
            <pc:sldMk cId="1819371886" sldId="2147472368"/>
            <ac:spMk id="4" creationId="{856AEE16-A118-CA05-5AE5-B44567855DDA}"/>
          </ac:spMkLst>
        </pc:spChg>
        <pc:spChg chg="del">
          <ac:chgData name="ARUN KARTHIK ." userId="62a047ea-99a3-445a-a127-bd8840139939" providerId="ADAL" clId="{2300E771-4B7D-4D9C-ADED-A67A217ED3F2}" dt="2024-08-10T09:18:57.243" v="347" actId="478"/>
          <ac:spMkLst>
            <pc:docMk/>
            <pc:sldMk cId="1819371886" sldId="2147472368"/>
            <ac:spMk id="10" creationId="{E5940DD0-4643-08A2-AD78-AB3A7D30BA9F}"/>
          </ac:spMkLst>
        </pc:spChg>
        <pc:spChg chg="del">
          <ac:chgData name="ARUN KARTHIK ." userId="62a047ea-99a3-445a-a127-bd8840139939" providerId="ADAL" clId="{2300E771-4B7D-4D9C-ADED-A67A217ED3F2}" dt="2024-08-10T09:18:57.243" v="347" actId="478"/>
          <ac:spMkLst>
            <pc:docMk/>
            <pc:sldMk cId="1819371886" sldId="2147472368"/>
            <ac:spMk id="11" creationId="{6C3364D4-3F18-7965-6F90-5F71A3EB849C}"/>
          </ac:spMkLst>
        </pc:spChg>
        <pc:spChg chg="del">
          <ac:chgData name="ARUN KARTHIK ." userId="62a047ea-99a3-445a-a127-bd8840139939" providerId="ADAL" clId="{2300E771-4B7D-4D9C-ADED-A67A217ED3F2}" dt="2024-08-10T09:18:57.243" v="347" actId="478"/>
          <ac:spMkLst>
            <pc:docMk/>
            <pc:sldMk cId="1819371886" sldId="2147472368"/>
            <ac:spMk id="12" creationId="{549D1CC7-3AD0-F812-7098-BF4E70AE12D9}"/>
          </ac:spMkLst>
        </pc:spChg>
        <pc:picChg chg="add mod">
          <ac:chgData name="ARUN KARTHIK ." userId="62a047ea-99a3-445a-a127-bd8840139939" providerId="ADAL" clId="{2300E771-4B7D-4D9C-ADED-A67A217ED3F2}" dt="2024-08-10T09:19:08.624" v="349" actId="1076"/>
          <ac:picMkLst>
            <pc:docMk/>
            <pc:sldMk cId="1819371886" sldId="2147472368"/>
            <ac:picMk id="3" creationId="{380C0867-94E8-C979-18F1-64F34782E8FF}"/>
          </ac:picMkLst>
        </pc:picChg>
        <pc:picChg chg="del">
          <ac:chgData name="ARUN KARTHIK ." userId="62a047ea-99a3-445a-a127-bd8840139939" providerId="ADAL" clId="{2300E771-4B7D-4D9C-ADED-A67A217ED3F2}" dt="2024-08-10T09:18:57.243" v="347" actId="478"/>
          <ac:picMkLst>
            <pc:docMk/>
            <pc:sldMk cId="1819371886" sldId="2147472368"/>
            <ac:picMk id="5" creationId="{A2BAC00E-E410-9223-2230-8E6E596871CA}"/>
          </ac:picMkLst>
        </pc:picChg>
        <pc:picChg chg="add mod">
          <ac:chgData name="ARUN KARTHIK ." userId="62a047ea-99a3-445a-a127-bd8840139939" providerId="ADAL" clId="{2300E771-4B7D-4D9C-ADED-A67A217ED3F2}" dt="2024-08-10T09:20:56.593" v="374" actId="1076"/>
          <ac:picMkLst>
            <pc:docMk/>
            <pc:sldMk cId="1819371886" sldId="2147472368"/>
            <ac:picMk id="6" creationId="{9F38B418-37F1-4906-928B-554ED76307B5}"/>
          </ac:picMkLst>
        </pc:picChg>
        <pc:picChg chg="del">
          <ac:chgData name="ARUN KARTHIK ." userId="62a047ea-99a3-445a-a127-bd8840139939" providerId="ADAL" clId="{2300E771-4B7D-4D9C-ADED-A67A217ED3F2}" dt="2024-08-10T09:18:57.243" v="347" actId="478"/>
          <ac:picMkLst>
            <pc:docMk/>
            <pc:sldMk cId="1819371886" sldId="2147472368"/>
            <ac:picMk id="8" creationId="{B1D485D1-37CC-35DB-57C9-C223DDDAFAAA}"/>
          </ac:picMkLst>
        </pc:picChg>
        <pc:picChg chg="del">
          <ac:chgData name="ARUN KARTHIK ." userId="62a047ea-99a3-445a-a127-bd8840139939" providerId="ADAL" clId="{2300E771-4B7D-4D9C-ADED-A67A217ED3F2}" dt="2024-08-10T09:18:57.243" v="347" actId="478"/>
          <ac:picMkLst>
            <pc:docMk/>
            <pc:sldMk cId="1819371886" sldId="2147472368"/>
            <ac:picMk id="14" creationId="{9BC0B9A2-15F6-E376-7793-9A653201288A}"/>
          </ac:picMkLst>
        </pc:picChg>
        <pc:picChg chg="del">
          <ac:chgData name="ARUN KARTHIK ." userId="62a047ea-99a3-445a-a127-bd8840139939" providerId="ADAL" clId="{2300E771-4B7D-4D9C-ADED-A67A217ED3F2}" dt="2024-08-10T09:18:57.243" v="347" actId="478"/>
          <ac:picMkLst>
            <pc:docMk/>
            <pc:sldMk cId="1819371886" sldId="2147472368"/>
            <ac:picMk id="16" creationId="{FEAEAB3C-9B0A-CE1D-ECDB-D6B6B39D1F78}"/>
          </ac:picMkLst>
        </pc:picChg>
        <pc:picChg chg="del">
          <ac:chgData name="ARUN KARTHIK ." userId="62a047ea-99a3-445a-a127-bd8840139939" providerId="ADAL" clId="{2300E771-4B7D-4D9C-ADED-A67A217ED3F2}" dt="2024-08-10T09:18:57.243" v="347" actId="478"/>
          <ac:picMkLst>
            <pc:docMk/>
            <pc:sldMk cId="1819371886" sldId="2147472368"/>
            <ac:picMk id="18" creationId="{E3CD4A3E-A47E-294F-8D2C-835823B4223E}"/>
          </ac:picMkLst>
        </pc:picChg>
        <pc:picChg chg="del">
          <ac:chgData name="ARUN KARTHIK ." userId="62a047ea-99a3-445a-a127-bd8840139939" providerId="ADAL" clId="{2300E771-4B7D-4D9C-ADED-A67A217ED3F2}" dt="2024-08-10T09:18:57.243" v="347" actId="478"/>
          <ac:picMkLst>
            <pc:docMk/>
            <pc:sldMk cId="1819371886" sldId="2147472368"/>
            <ac:picMk id="6146" creationId="{E7249726-1F85-6D8D-C805-C1D609F0049C}"/>
          </ac:picMkLst>
        </pc:picChg>
      </pc:sldChg>
      <pc:sldChg chg="addSp delSp modSp add mod">
        <pc:chgData name="ARUN KARTHIK ." userId="62a047ea-99a3-445a-a127-bd8840139939" providerId="ADAL" clId="{2300E771-4B7D-4D9C-ADED-A67A217ED3F2}" dt="2024-08-10T11:18:11.177" v="1347"/>
        <pc:sldMkLst>
          <pc:docMk/>
          <pc:sldMk cId="2548683965" sldId="2147472369"/>
        </pc:sldMkLst>
        <pc:spChg chg="add mod">
          <ac:chgData name="ARUN KARTHIK ." userId="62a047ea-99a3-445a-a127-bd8840139939" providerId="ADAL" clId="{2300E771-4B7D-4D9C-ADED-A67A217ED3F2}" dt="2024-08-10T09:19:37.105" v="359" actId="14100"/>
          <ac:spMkLst>
            <pc:docMk/>
            <pc:sldMk cId="2548683965" sldId="2147472369"/>
            <ac:spMk id="4" creationId="{87C32585-34EF-23B5-76B0-0A4AD7215BF5}"/>
          </ac:spMkLst>
        </pc:spChg>
        <pc:spChg chg="mod">
          <ac:chgData name="ARUN KARTHIK ." userId="62a047ea-99a3-445a-a127-bd8840139939" providerId="ADAL" clId="{2300E771-4B7D-4D9C-ADED-A67A217ED3F2}" dt="2024-08-10T09:19:19.541" v="353" actId="20577"/>
          <ac:spMkLst>
            <pc:docMk/>
            <pc:sldMk cId="2548683965" sldId="2147472369"/>
            <ac:spMk id="64" creationId="{8E6CA7E4-5B79-B61A-FB5D-161F977625FD}"/>
          </ac:spMkLst>
        </pc:spChg>
        <pc:picChg chg="del">
          <ac:chgData name="ARUN KARTHIK ." userId="62a047ea-99a3-445a-a127-bd8840139939" providerId="ADAL" clId="{2300E771-4B7D-4D9C-ADED-A67A217ED3F2}" dt="2024-08-10T09:19:32.366" v="355" actId="478"/>
          <ac:picMkLst>
            <pc:docMk/>
            <pc:sldMk cId="2548683965" sldId="2147472369"/>
            <ac:picMk id="3" creationId="{380C0867-94E8-C979-18F1-64F34782E8FF}"/>
          </ac:picMkLst>
        </pc:picChg>
        <pc:picChg chg="add del mod">
          <ac:chgData name="ARUN KARTHIK ." userId="62a047ea-99a3-445a-a127-bd8840139939" providerId="ADAL" clId="{2300E771-4B7D-4D9C-ADED-A67A217ED3F2}" dt="2024-08-10T09:19:52.587" v="362" actId="478"/>
          <ac:picMkLst>
            <pc:docMk/>
            <pc:sldMk cId="2548683965" sldId="2147472369"/>
            <ac:picMk id="6" creationId="{D42CB151-2176-6CC0-A25A-F14E4573D50F}"/>
          </ac:picMkLst>
        </pc:picChg>
        <pc:picChg chg="add mod">
          <ac:chgData name="ARUN KARTHIK ." userId="62a047ea-99a3-445a-a127-bd8840139939" providerId="ADAL" clId="{2300E771-4B7D-4D9C-ADED-A67A217ED3F2}" dt="2024-08-10T09:22:14.456" v="375" actId="1076"/>
          <ac:picMkLst>
            <pc:docMk/>
            <pc:sldMk cId="2548683965" sldId="2147472369"/>
            <ac:picMk id="7" creationId="{2484942D-E2D5-A5A5-FB85-1B3EA376D37F}"/>
          </ac:picMkLst>
        </pc:picChg>
        <pc:picChg chg="add mod">
          <ac:chgData name="ARUN KARTHIK ." userId="62a047ea-99a3-445a-a127-bd8840139939" providerId="ADAL" clId="{2300E771-4B7D-4D9C-ADED-A67A217ED3F2}" dt="2024-08-10T09:22:16.409" v="376" actId="1076"/>
          <ac:picMkLst>
            <pc:docMk/>
            <pc:sldMk cId="2548683965" sldId="2147472369"/>
            <ac:picMk id="8" creationId="{78009C55-F715-7A2B-F292-B8C8DD94B8A0}"/>
          </ac:picMkLst>
        </pc:picChg>
        <pc:picChg chg="del">
          <ac:chgData name="ARUN KARTHIK ." userId="62a047ea-99a3-445a-a127-bd8840139939" providerId="ADAL" clId="{2300E771-4B7D-4D9C-ADED-A67A217ED3F2}" dt="2024-08-10T09:19:34.124" v="357" actId="478"/>
          <ac:picMkLst>
            <pc:docMk/>
            <pc:sldMk cId="2548683965" sldId="2147472369"/>
            <ac:picMk id="20" creationId="{94825168-9A4A-9EFC-4E05-6C151E107081}"/>
          </ac:picMkLst>
        </pc:picChg>
        <pc:picChg chg="del">
          <ac:chgData name="ARUN KARTHIK ." userId="62a047ea-99a3-445a-a127-bd8840139939" providerId="ADAL" clId="{2300E771-4B7D-4D9C-ADED-A67A217ED3F2}" dt="2024-08-10T09:19:33.624" v="356" actId="478"/>
          <ac:picMkLst>
            <pc:docMk/>
            <pc:sldMk cId="2548683965" sldId="2147472369"/>
            <ac:picMk id="22" creationId="{9266CA91-18ED-B0B0-B301-8FD723D1C2A9}"/>
          </ac:picMkLst>
        </pc:picChg>
        <pc:inkChg chg="add">
          <ac:chgData name="ARUN KARTHIK ." userId="62a047ea-99a3-445a-a127-bd8840139939" providerId="ADAL" clId="{2300E771-4B7D-4D9C-ADED-A67A217ED3F2}" dt="2024-08-10T11:18:11.177" v="1347"/>
          <ac:inkMkLst>
            <pc:docMk/>
            <pc:sldMk cId="2548683965" sldId="2147472369"/>
            <ac:inkMk id="2" creationId="{3DBC94EA-6A35-0FA3-3A1B-B3C3C8028A42}"/>
          </ac:inkMkLst>
        </pc:inkChg>
      </pc:sldChg>
      <pc:sldChg chg="addSp delSp modSp add mod">
        <pc:chgData name="ARUN KARTHIK ." userId="62a047ea-99a3-445a-a127-bd8840139939" providerId="ADAL" clId="{2300E771-4B7D-4D9C-ADED-A67A217ED3F2}" dt="2024-08-10T09:24:04.635" v="420" actId="5793"/>
        <pc:sldMkLst>
          <pc:docMk/>
          <pc:sldMk cId="4111662257" sldId="2147472370"/>
        </pc:sldMkLst>
        <pc:spChg chg="del">
          <ac:chgData name="ARUN KARTHIK ." userId="62a047ea-99a3-445a-a127-bd8840139939" providerId="ADAL" clId="{2300E771-4B7D-4D9C-ADED-A67A217ED3F2}" dt="2024-08-10T09:22:30.698" v="384" actId="478"/>
          <ac:spMkLst>
            <pc:docMk/>
            <pc:sldMk cId="4111662257" sldId="2147472370"/>
            <ac:spMk id="4" creationId="{87C32585-34EF-23B5-76B0-0A4AD7215BF5}"/>
          </ac:spMkLst>
        </pc:spChg>
        <pc:spChg chg="add mod">
          <ac:chgData name="ARUN KARTHIK ." userId="62a047ea-99a3-445a-a127-bd8840139939" providerId="ADAL" clId="{2300E771-4B7D-4D9C-ADED-A67A217ED3F2}" dt="2024-08-10T09:24:02.118" v="419" actId="108"/>
          <ac:spMkLst>
            <pc:docMk/>
            <pc:sldMk cId="4111662257" sldId="2147472370"/>
            <ac:spMk id="6" creationId="{09E1BB27-E16B-1125-5EEC-6DB807A8C32D}"/>
          </ac:spMkLst>
        </pc:spChg>
        <pc:spChg chg="add mod">
          <ac:chgData name="ARUN KARTHIK ." userId="62a047ea-99a3-445a-a127-bd8840139939" providerId="ADAL" clId="{2300E771-4B7D-4D9C-ADED-A67A217ED3F2}" dt="2024-08-10T09:24:04.635" v="420" actId="5793"/>
          <ac:spMkLst>
            <pc:docMk/>
            <pc:sldMk cId="4111662257" sldId="2147472370"/>
            <ac:spMk id="10" creationId="{8A66D592-6167-8A68-C658-5596157FFC52}"/>
          </ac:spMkLst>
        </pc:spChg>
        <pc:spChg chg="mod">
          <ac:chgData name="ARUN KARTHIK ." userId="62a047ea-99a3-445a-a127-bd8840139939" providerId="ADAL" clId="{2300E771-4B7D-4D9C-ADED-A67A217ED3F2}" dt="2024-08-10T09:22:29.330" v="383"/>
          <ac:spMkLst>
            <pc:docMk/>
            <pc:sldMk cId="4111662257" sldId="2147472370"/>
            <ac:spMk id="64" creationId="{8E6CA7E4-5B79-B61A-FB5D-161F977625FD}"/>
          </ac:spMkLst>
        </pc:spChg>
        <pc:picChg chg="add mod">
          <ac:chgData name="ARUN KARTHIK ." userId="62a047ea-99a3-445a-a127-bd8840139939" providerId="ADAL" clId="{2300E771-4B7D-4D9C-ADED-A67A217ED3F2}" dt="2024-08-10T09:23:19.984" v="401" actId="1076"/>
          <ac:picMkLst>
            <pc:docMk/>
            <pc:sldMk cId="4111662257" sldId="2147472370"/>
            <ac:picMk id="3" creationId="{60D37CEB-BE02-D15A-9B04-F6AD73659530}"/>
          </ac:picMkLst>
        </pc:picChg>
        <pc:picChg chg="del">
          <ac:chgData name="ARUN KARTHIK ." userId="62a047ea-99a3-445a-a127-bd8840139939" providerId="ADAL" clId="{2300E771-4B7D-4D9C-ADED-A67A217ED3F2}" dt="2024-08-10T09:22:20.473" v="378" actId="478"/>
          <ac:picMkLst>
            <pc:docMk/>
            <pc:sldMk cId="4111662257" sldId="2147472370"/>
            <ac:picMk id="7" creationId="{2484942D-E2D5-A5A5-FB85-1B3EA376D37F}"/>
          </ac:picMkLst>
        </pc:picChg>
        <pc:picChg chg="del">
          <ac:chgData name="ARUN KARTHIK ." userId="62a047ea-99a3-445a-a127-bd8840139939" providerId="ADAL" clId="{2300E771-4B7D-4D9C-ADED-A67A217ED3F2}" dt="2024-08-10T09:22:20.473" v="378" actId="478"/>
          <ac:picMkLst>
            <pc:docMk/>
            <pc:sldMk cId="4111662257" sldId="2147472370"/>
            <ac:picMk id="8" creationId="{78009C55-F715-7A2B-F292-B8C8DD94B8A0}"/>
          </ac:picMkLst>
        </pc:picChg>
      </pc:sldChg>
      <pc:sldChg chg="addSp delSp modSp add mod modAnim">
        <pc:chgData name="ARUN KARTHIK ." userId="62a047ea-99a3-445a-a127-bd8840139939" providerId="ADAL" clId="{2300E771-4B7D-4D9C-ADED-A67A217ED3F2}" dt="2024-08-10T09:30:18.704" v="508" actId="1076"/>
        <pc:sldMkLst>
          <pc:docMk/>
          <pc:sldMk cId="1142262224" sldId="2147472371"/>
        </pc:sldMkLst>
        <pc:spChg chg="add mod">
          <ac:chgData name="ARUN KARTHIK ." userId="62a047ea-99a3-445a-a127-bd8840139939" providerId="ADAL" clId="{2300E771-4B7D-4D9C-ADED-A67A217ED3F2}" dt="2024-08-10T09:30:05.145" v="488" actId="1076"/>
          <ac:spMkLst>
            <pc:docMk/>
            <pc:sldMk cId="1142262224" sldId="2147472371"/>
            <ac:spMk id="5" creationId="{FA21A6C0-CC11-0076-B616-A4309DBF0C54}"/>
          </ac:spMkLst>
        </pc:spChg>
        <pc:spChg chg="del">
          <ac:chgData name="ARUN KARTHIK ." userId="62a047ea-99a3-445a-a127-bd8840139939" providerId="ADAL" clId="{2300E771-4B7D-4D9C-ADED-A67A217ED3F2}" dt="2024-08-10T09:24:36.165" v="422" actId="478"/>
          <ac:spMkLst>
            <pc:docMk/>
            <pc:sldMk cId="1142262224" sldId="2147472371"/>
            <ac:spMk id="6" creationId="{09E1BB27-E16B-1125-5EEC-6DB807A8C32D}"/>
          </ac:spMkLst>
        </pc:spChg>
        <pc:spChg chg="del">
          <ac:chgData name="ARUN KARTHIK ." userId="62a047ea-99a3-445a-a127-bd8840139939" providerId="ADAL" clId="{2300E771-4B7D-4D9C-ADED-A67A217ED3F2}" dt="2024-08-10T09:24:36.165" v="422" actId="478"/>
          <ac:spMkLst>
            <pc:docMk/>
            <pc:sldMk cId="1142262224" sldId="2147472371"/>
            <ac:spMk id="10" creationId="{8A66D592-6167-8A68-C658-5596157FFC52}"/>
          </ac:spMkLst>
        </pc:spChg>
        <pc:spChg chg="add mod">
          <ac:chgData name="ARUN KARTHIK ." userId="62a047ea-99a3-445a-a127-bd8840139939" providerId="ADAL" clId="{2300E771-4B7D-4D9C-ADED-A67A217ED3F2}" dt="2024-08-10T09:29:50.092" v="485" actId="1076"/>
          <ac:spMkLst>
            <pc:docMk/>
            <pc:sldMk cId="1142262224" sldId="2147472371"/>
            <ac:spMk id="15" creationId="{42D456D9-AE8C-8F48-1152-B11EEE2C8D58}"/>
          </ac:spMkLst>
        </pc:spChg>
        <pc:spChg chg="add mod">
          <ac:chgData name="ARUN KARTHIK ." userId="62a047ea-99a3-445a-a127-bd8840139939" providerId="ADAL" clId="{2300E771-4B7D-4D9C-ADED-A67A217ED3F2}" dt="2024-08-10T09:30:13.388" v="506" actId="6549"/>
          <ac:spMkLst>
            <pc:docMk/>
            <pc:sldMk cId="1142262224" sldId="2147472371"/>
            <ac:spMk id="17" creationId="{F162C321-7E42-76B1-D46C-855C61621B74}"/>
          </ac:spMkLst>
        </pc:spChg>
        <pc:spChg chg="mod">
          <ac:chgData name="ARUN KARTHIK ." userId="62a047ea-99a3-445a-a127-bd8840139939" providerId="ADAL" clId="{2300E771-4B7D-4D9C-ADED-A67A217ED3F2}" dt="2024-08-10T09:24:42.799" v="425"/>
          <ac:spMkLst>
            <pc:docMk/>
            <pc:sldMk cId="1142262224" sldId="2147472371"/>
            <ac:spMk id="64" creationId="{8E6CA7E4-5B79-B61A-FB5D-161F977625FD}"/>
          </ac:spMkLst>
        </pc:spChg>
        <pc:picChg chg="add mod">
          <ac:chgData name="ARUN KARTHIK ." userId="62a047ea-99a3-445a-a127-bd8840139939" providerId="ADAL" clId="{2300E771-4B7D-4D9C-ADED-A67A217ED3F2}" dt="2024-08-10T09:26:46.177" v="429" actId="14100"/>
          <ac:picMkLst>
            <pc:docMk/>
            <pc:sldMk cId="1142262224" sldId="2147472371"/>
            <ac:picMk id="2" creationId="{24919A29-175C-1E09-0ED2-87FBA7F2D7E2}"/>
          </ac:picMkLst>
        </pc:picChg>
        <pc:picChg chg="del">
          <ac:chgData name="ARUN KARTHIK ." userId="62a047ea-99a3-445a-a127-bd8840139939" providerId="ADAL" clId="{2300E771-4B7D-4D9C-ADED-A67A217ED3F2}" dt="2024-08-10T09:24:36.165" v="422" actId="478"/>
          <ac:picMkLst>
            <pc:docMk/>
            <pc:sldMk cId="1142262224" sldId="2147472371"/>
            <ac:picMk id="3" creationId="{60D37CEB-BE02-D15A-9B04-F6AD73659530}"/>
          </ac:picMkLst>
        </pc:picChg>
        <pc:picChg chg="add mod">
          <ac:chgData name="ARUN KARTHIK ." userId="62a047ea-99a3-445a-a127-bd8840139939" providerId="ADAL" clId="{2300E771-4B7D-4D9C-ADED-A67A217ED3F2}" dt="2024-08-10T09:30:18.704" v="508" actId="1076"/>
          <ac:picMkLst>
            <pc:docMk/>
            <pc:sldMk cId="1142262224" sldId="2147472371"/>
            <ac:picMk id="19" creationId="{9C618ED2-1AA2-6269-111F-484A95B318FC}"/>
          </ac:picMkLst>
        </pc:picChg>
        <pc:cxnChg chg="add mod">
          <ac:chgData name="ARUN KARTHIK ." userId="62a047ea-99a3-445a-a127-bd8840139939" providerId="ADAL" clId="{2300E771-4B7D-4D9C-ADED-A67A217ED3F2}" dt="2024-08-10T09:28:53.647" v="472" actId="208"/>
          <ac:cxnSpMkLst>
            <pc:docMk/>
            <pc:sldMk cId="1142262224" sldId="2147472371"/>
            <ac:cxnSpMk id="8" creationId="{F8B6702A-E51A-380D-3957-C0BAA66081DF}"/>
          </ac:cxnSpMkLst>
        </pc:cxnChg>
        <pc:cxnChg chg="add mod">
          <ac:chgData name="ARUN KARTHIK ." userId="62a047ea-99a3-445a-a127-bd8840139939" providerId="ADAL" clId="{2300E771-4B7D-4D9C-ADED-A67A217ED3F2}" dt="2024-08-10T09:29:26.413" v="483" actId="693"/>
          <ac:cxnSpMkLst>
            <pc:docMk/>
            <pc:sldMk cId="1142262224" sldId="2147472371"/>
            <ac:cxnSpMk id="9" creationId="{6735A622-3B92-10BB-11CD-7767AC249A66}"/>
          </ac:cxnSpMkLst>
        </pc:cxnChg>
      </pc:sldChg>
      <pc:sldChg chg="addSp delSp modSp add mod">
        <pc:chgData name="ARUN KARTHIK ." userId="62a047ea-99a3-445a-a127-bd8840139939" providerId="ADAL" clId="{2300E771-4B7D-4D9C-ADED-A67A217ED3F2}" dt="2024-08-10T09:36:31.521" v="527" actId="20577"/>
        <pc:sldMkLst>
          <pc:docMk/>
          <pc:sldMk cId="777166991" sldId="2147472372"/>
        </pc:sldMkLst>
        <pc:spChg chg="del">
          <ac:chgData name="ARUN KARTHIK ." userId="62a047ea-99a3-445a-a127-bd8840139939" providerId="ADAL" clId="{2300E771-4B7D-4D9C-ADED-A67A217ED3F2}" dt="2024-08-10T09:30:32.948" v="510" actId="478"/>
          <ac:spMkLst>
            <pc:docMk/>
            <pc:sldMk cId="777166991" sldId="2147472372"/>
            <ac:spMk id="5" creationId="{FA21A6C0-CC11-0076-B616-A4309DBF0C54}"/>
          </ac:spMkLst>
        </pc:spChg>
        <pc:spChg chg="add mod">
          <ac:chgData name="ARUN KARTHIK ." userId="62a047ea-99a3-445a-a127-bd8840139939" providerId="ADAL" clId="{2300E771-4B7D-4D9C-ADED-A67A217ED3F2}" dt="2024-08-10T09:36:31.521" v="527" actId="20577"/>
          <ac:spMkLst>
            <pc:docMk/>
            <pc:sldMk cId="777166991" sldId="2147472372"/>
            <ac:spMk id="7" creationId="{8B7E0BAE-F8DF-F162-9D21-900AC2D8185B}"/>
          </ac:spMkLst>
        </pc:spChg>
        <pc:spChg chg="del">
          <ac:chgData name="ARUN KARTHIK ." userId="62a047ea-99a3-445a-a127-bd8840139939" providerId="ADAL" clId="{2300E771-4B7D-4D9C-ADED-A67A217ED3F2}" dt="2024-08-10T09:30:32.948" v="510" actId="478"/>
          <ac:spMkLst>
            <pc:docMk/>
            <pc:sldMk cId="777166991" sldId="2147472372"/>
            <ac:spMk id="15" creationId="{42D456D9-AE8C-8F48-1152-B11EEE2C8D58}"/>
          </ac:spMkLst>
        </pc:spChg>
        <pc:spChg chg="del mod">
          <ac:chgData name="ARUN KARTHIK ." userId="62a047ea-99a3-445a-a127-bd8840139939" providerId="ADAL" clId="{2300E771-4B7D-4D9C-ADED-A67A217ED3F2}" dt="2024-08-10T09:36:23.805" v="516" actId="478"/>
          <ac:spMkLst>
            <pc:docMk/>
            <pc:sldMk cId="777166991" sldId="2147472372"/>
            <ac:spMk id="17" creationId="{F162C321-7E42-76B1-D46C-855C61621B74}"/>
          </ac:spMkLst>
        </pc:spChg>
        <pc:picChg chg="add mod">
          <ac:chgData name="ARUN KARTHIK ." userId="62a047ea-99a3-445a-a127-bd8840139939" providerId="ADAL" clId="{2300E771-4B7D-4D9C-ADED-A67A217ED3F2}" dt="2024-08-10T09:30:58.449" v="515" actId="14100"/>
          <ac:picMkLst>
            <pc:docMk/>
            <pc:sldMk cId="777166991" sldId="2147472372"/>
            <ac:picMk id="4" creationId="{B3BCEB2E-B103-A87E-9AF0-AE141CF57CC6}"/>
          </ac:picMkLst>
        </pc:picChg>
        <pc:picChg chg="del mod">
          <ac:chgData name="ARUN KARTHIK ." userId="62a047ea-99a3-445a-a127-bd8840139939" providerId="ADAL" clId="{2300E771-4B7D-4D9C-ADED-A67A217ED3F2}" dt="2024-08-10T09:36:23.805" v="516" actId="478"/>
          <ac:picMkLst>
            <pc:docMk/>
            <pc:sldMk cId="777166991" sldId="2147472372"/>
            <ac:picMk id="19" creationId="{9C618ED2-1AA2-6269-111F-484A95B318FC}"/>
          </ac:picMkLst>
        </pc:picChg>
      </pc:sldChg>
      <pc:sldChg chg="addSp delSp modSp add mod delAnim">
        <pc:chgData name="ARUN KARTHIK ." userId="62a047ea-99a3-445a-a127-bd8840139939" providerId="ADAL" clId="{2300E771-4B7D-4D9C-ADED-A67A217ED3F2}" dt="2024-08-10T11:24:17.116" v="1348"/>
        <pc:sldMkLst>
          <pc:docMk/>
          <pc:sldMk cId="266761057" sldId="2147472373"/>
        </pc:sldMkLst>
        <pc:spChg chg="del">
          <ac:chgData name="ARUN KARTHIK ." userId="62a047ea-99a3-445a-a127-bd8840139939" providerId="ADAL" clId="{2300E771-4B7D-4D9C-ADED-A67A217ED3F2}" dt="2024-08-10T09:43:30.909" v="540" actId="478"/>
          <ac:spMkLst>
            <pc:docMk/>
            <pc:sldMk cId="266761057" sldId="2147472373"/>
            <ac:spMk id="7" creationId="{8B7E0BAE-F8DF-F162-9D21-900AC2D8185B}"/>
          </ac:spMkLst>
        </pc:spChg>
        <pc:spChg chg="add mod">
          <ac:chgData name="ARUN KARTHIK ." userId="62a047ea-99a3-445a-a127-bd8840139939" providerId="ADAL" clId="{2300E771-4B7D-4D9C-ADED-A67A217ED3F2}" dt="2024-08-10T09:46:17.752" v="630" actId="1076"/>
          <ac:spMkLst>
            <pc:docMk/>
            <pc:sldMk cId="266761057" sldId="2147472373"/>
            <ac:spMk id="11" creationId="{E077DE06-0282-330F-F6B1-4C474652720D}"/>
          </ac:spMkLst>
        </pc:spChg>
        <pc:spChg chg="mod">
          <ac:chgData name="ARUN KARTHIK ." userId="62a047ea-99a3-445a-a127-bd8840139939" providerId="ADAL" clId="{2300E771-4B7D-4D9C-ADED-A67A217ED3F2}" dt="2024-08-10T09:43:28.127" v="539" actId="20577"/>
          <ac:spMkLst>
            <pc:docMk/>
            <pc:sldMk cId="266761057" sldId="2147472373"/>
            <ac:spMk id="64" creationId="{8E6CA7E4-5B79-B61A-FB5D-161F977625FD}"/>
          </ac:spMkLst>
        </pc:spChg>
        <pc:graphicFrameChg chg="add mod modGraphic">
          <ac:chgData name="ARUN KARTHIK ." userId="62a047ea-99a3-445a-a127-bd8840139939" providerId="ADAL" clId="{2300E771-4B7D-4D9C-ADED-A67A217ED3F2}" dt="2024-08-10T09:46:35.927" v="638" actId="404"/>
          <ac:graphicFrameMkLst>
            <pc:docMk/>
            <pc:sldMk cId="266761057" sldId="2147472373"/>
            <ac:graphicFrameMk id="12" creationId="{0F4F9652-B807-C097-E270-0DA475B3D6CF}"/>
          </ac:graphicFrameMkLst>
        </pc:graphicFrameChg>
        <pc:picChg chg="del">
          <ac:chgData name="ARUN KARTHIK ." userId="62a047ea-99a3-445a-a127-bd8840139939" providerId="ADAL" clId="{2300E771-4B7D-4D9C-ADED-A67A217ED3F2}" dt="2024-08-10T09:43:30.909" v="540" actId="478"/>
          <ac:picMkLst>
            <pc:docMk/>
            <pc:sldMk cId="266761057" sldId="2147472373"/>
            <ac:picMk id="2" creationId="{24919A29-175C-1E09-0ED2-87FBA7F2D7E2}"/>
          </ac:picMkLst>
        </pc:picChg>
        <pc:picChg chg="del">
          <ac:chgData name="ARUN KARTHIK ." userId="62a047ea-99a3-445a-a127-bd8840139939" providerId="ADAL" clId="{2300E771-4B7D-4D9C-ADED-A67A217ED3F2}" dt="2024-08-10T09:43:30.909" v="540" actId="478"/>
          <ac:picMkLst>
            <pc:docMk/>
            <pc:sldMk cId="266761057" sldId="2147472373"/>
            <ac:picMk id="4" creationId="{B3BCEB2E-B103-A87E-9AF0-AE141CF57CC6}"/>
          </ac:picMkLst>
        </pc:picChg>
        <pc:picChg chg="add mod ord">
          <ac:chgData name="ARUN KARTHIK ." userId="62a047ea-99a3-445a-a127-bd8840139939" providerId="ADAL" clId="{2300E771-4B7D-4D9C-ADED-A67A217ED3F2}" dt="2024-08-10T09:46:23.969" v="632" actId="166"/>
          <ac:picMkLst>
            <pc:docMk/>
            <pc:sldMk cId="266761057" sldId="2147472373"/>
            <ac:picMk id="5" creationId="{5C075B66-BCEF-1B26-3B79-715622F5A437}"/>
          </ac:picMkLst>
        </pc:picChg>
        <pc:picChg chg="add mod">
          <ac:chgData name="ARUN KARTHIK ." userId="62a047ea-99a3-445a-a127-bd8840139939" providerId="ADAL" clId="{2300E771-4B7D-4D9C-ADED-A67A217ED3F2}" dt="2024-08-10T09:46:17.752" v="630" actId="1076"/>
          <ac:picMkLst>
            <pc:docMk/>
            <pc:sldMk cId="266761057" sldId="2147472373"/>
            <ac:picMk id="10" creationId="{9D729C05-EC7D-C453-8CFA-65686B171D3E}"/>
          </ac:picMkLst>
        </pc:picChg>
        <pc:inkChg chg="add">
          <ac:chgData name="ARUN KARTHIK ." userId="62a047ea-99a3-445a-a127-bd8840139939" providerId="ADAL" clId="{2300E771-4B7D-4D9C-ADED-A67A217ED3F2}" dt="2024-08-10T11:24:17.116" v="1348"/>
          <ac:inkMkLst>
            <pc:docMk/>
            <pc:sldMk cId="266761057" sldId="2147472373"/>
            <ac:inkMk id="2" creationId="{DCEEA70D-2D0E-B8FA-9AF9-510815D72DF2}"/>
          </ac:inkMkLst>
        </pc:inkChg>
        <pc:cxnChg chg="del">
          <ac:chgData name="ARUN KARTHIK ." userId="62a047ea-99a3-445a-a127-bd8840139939" providerId="ADAL" clId="{2300E771-4B7D-4D9C-ADED-A67A217ED3F2}" dt="2024-08-10T09:43:33.382" v="541" actId="478"/>
          <ac:cxnSpMkLst>
            <pc:docMk/>
            <pc:sldMk cId="266761057" sldId="2147472373"/>
            <ac:cxnSpMk id="8" creationId="{F8B6702A-E51A-380D-3957-C0BAA66081DF}"/>
          </ac:cxnSpMkLst>
        </pc:cxnChg>
        <pc:cxnChg chg="del">
          <ac:chgData name="ARUN KARTHIK ." userId="62a047ea-99a3-445a-a127-bd8840139939" providerId="ADAL" clId="{2300E771-4B7D-4D9C-ADED-A67A217ED3F2}" dt="2024-08-10T09:43:33.382" v="541" actId="478"/>
          <ac:cxnSpMkLst>
            <pc:docMk/>
            <pc:sldMk cId="266761057" sldId="2147472373"/>
            <ac:cxnSpMk id="9" creationId="{6735A622-3B92-10BB-11CD-7767AC249A66}"/>
          </ac:cxnSpMkLst>
        </pc:cxnChg>
      </pc:sldChg>
      <pc:sldChg chg="addSp modSp add mod modAnim">
        <pc:chgData name="ARUN KARTHIK ." userId="62a047ea-99a3-445a-a127-bd8840139939" providerId="ADAL" clId="{2300E771-4B7D-4D9C-ADED-A67A217ED3F2}" dt="2024-08-10T09:51:16.188" v="708"/>
        <pc:sldMkLst>
          <pc:docMk/>
          <pc:sldMk cId="1355072385" sldId="2147472374"/>
        </pc:sldMkLst>
        <pc:spChg chg="add mod">
          <ac:chgData name="ARUN KARTHIK ." userId="62a047ea-99a3-445a-a127-bd8840139939" providerId="ADAL" clId="{2300E771-4B7D-4D9C-ADED-A67A217ED3F2}" dt="2024-08-10T09:49:07.718" v="660" actId="207"/>
          <ac:spMkLst>
            <pc:docMk/>
            <pc:sldMk cId="1355072385" sldId="2147472374"/>
            <ac:spMk id="4" creationId="{22FF57A2-77D3-A870-A239-AFCE32CE54F2}"/>
          </ac:spMkLst>
        </pc:spChg>
        <pc:spChg chg="add mod">
          <ac:chgData name="ARUN KARTHIK ." userId="62a047ea-99a3-445a-a127-bd8840139939" providerId="ADAL" clId="{2300E771-4B7D-4D9C-ADED-A67A217ED3F2}" dt="2024-08-10T09:49:13.417" v="662" actId="207"/>
          <ac:spMkLst>
            <pc:docMk/>
            <pc:sldMk cId="1355072385" sldId="2147472374"/>
            <ac:spMk id="6" creationId="{DF2C4186-7DDC-ACBF-2318-DE48E60D3CE1}"/>
          </ac:spMkLst>
        </pc:spChg>
        <pc:spChg chg="add mod">
          <ac:chgData name="ARUN KARTHIK ." userId="62a047ea-99a3-445a-a127-bd8840139939" providerId="ADAL" clId="{2300E771-4B7D-4D9C-ADED-A67A217ED3F2}" dt="2024-08-10T09:49:28.296" v="663" actId="1076"/>
          <ac:spMkLst>
            <pc:docMk/>
            <pc:sldMk cId="1355072385" sldId="2147472374"/>
            <ac:spMk id="7" creationId="{F13CEA06-B0DD-F7C6-E293-EE77D706C781}"/>
          </ac:spMkLst>
        </pc:spChg>
        <pc:spChg chg="add mod">
          <ac:chgData name="ARUN KARTHIK ." userId="62a047ea-99a3-445a-a127-bd8840139939" providerId="ADAL" clId="{2300E771-4B7D-4D9C-ADED-A67A217ED3F2}" dt="2024-08-10T09:49:28.296" v="663" actId="1076"/>
          <ac:spMkLst>
            <pc:docMk/>
            <pc:sldMk cId="1355072385" sldId="2147472374"/>
            <ac:spMk id="8" creationId="{C346AF7D-58A9-DE4A-8EF0-8C20C1D6619A}"/>
          </ac:spMkLst>
        </pc:spChg>
        <pc:spChg chg="add mod">
          <ac:chgData name="ARUN KARTHIK ." userId="62a047ea-99a3-445a-a127-bd8840139939" providerId="ADAL" clId="{2300E771-4B7D-4D9C-ADED-A67A217ED3F2}" dt="2024-08-10T09:49:59.344" v="678" actId="1076"/>
          <ac:spMkLst>
            <pc:docMk/>
            <pc:sldMk cId="1355072385" sldId="2147472374"/>
            <ac:spMk id="14" creationId="{2E2B40B7-A9A7-3149-22B9-BE38540A1702}"/>
          </ac:spMkLst>
        </pc:spChg>
        <pc:spChg chg="add mod">
          <ac:chgData name="ARUN KARTHIK ." userId="62a047ea-99a3-445a-a127-bd8840139939" providerId="ADAL" clId="{2300E771-4B7D-4D9C-ADED-A67A217ED3F2}" dt="2024-08-10T09:50:00.647" v="679" actId="1076"/>
          <ac:spMkLst>
            <pc:docMk/>
            <pc:sldMk cId="1355072385" sldId="2147472374"/>
            <ac:spMk id="15" creationId="{E58483F9-0BEB-C401-574A-6289720BECB1}"/>
          </ac:spMkLst>
        </pc:spChg>
        <pc:graphicFrameChg chg="mod">
          <ac:chgData name="ARUN KARTHIK ." userId="62a047ea-99a3-445a-a127-bd8840139939" providerId="ADAL" clId="{2300E771-4B7D-4D9C-ADED-A67A217ED3F2}" dt="2024-08-10T09:47:57.946" v="642" actId="14100"/>
          <ac:graphicFrameMkLst>
            <pc:docMk/>
            <pc:sldMk cId="1355072385" sldId="2147472374"/>
            <ac:graphicFrameMk id="12" creationId="{0F4F9652-B807-C097-E270-0DA475B3D6CF}"/>
          </ac:graphicFrameMkLst>
        </pc:graphicFrameChg>
        <pc:picChg chg="add mod">
          <ac:chgData name="ARUN KARTHIK ." userId="62a047ea-99a3-445a-a127-bd8840139939" providerId="ADAL" clId="{2300E771-4B7D-4D9C-ADED-A67A217ED3F2}" dt="2024-08-10T09:49:28.296" v="663" actId="1076"/>
          <ac:picMkLst>
            <pc:docMk/>
            <pc:sldMk cId="1355072385" sldId="2147472374"/>
            <ac:picMk id="3" creationId="{8F32EB76-618D-87B5-C42D-B1FE1ADCD5CE}"/>
          </ac:picMkLst>
        </pc:picChg>
        <pc:picChg chg="mod">
          <ac:chgData name="ARUN KARTHIK ." userId="62a047ea-99a3-445a-a127-bd8840139939" providerId="ADAL" clId="{2300E771-4B7D-4D9C-ADED-A67A217ED3F2}" dt="2024-08-10T09:50:27.717" v="694" actId="1076"/>
          <ac:picMkLst>
            <pc:docMk/>
            <pc:sldMk cId="1355072385" sldId="2147472374"/>
            <ac:picMk id="5" creationId="{5C075B66-BCEF-1B26-3B79-715622F5A437}"/>
          </ac:picMkLst>
        </pc:picChg>
        <pc:picChg chg="add mod modCrop">
          <ac:chgData name="ARUN KARTHIK ." userId="62a047ea-99a3-445a-a127-bd8840139939" providerId="ADAL" clId="{2300E771-4B7D-4D9C-ADED-A67A217ED3F2}" dt="2024-08-10T09:49:41.727" v="671" actId="1076"/>
          <ac:picMkLst>
            <pc:docMk/>
            <pc:sldMk cId="1355072385" sldId="2147472374"/>
            <ac:picMk id="13" creationId="{DA07ACF7-39FA-65F8-9101-5D80F6AAF7F2}"/>
          </ac:picMkLst>
        </pc:picChg>
        <pc:picChg chg="add mod modCrop">
          <ac:chgData name="ARUN KARTHIK ." userId="62a047ea-99a3-445a-a127-bd8840139939" providerId="ADAL" clId="{2300E771-4B7D-4D9C-ADED-A67A217ED3F2}" dt="2024-08-10T09:51:16.188" v="708"/>
          <ac:picMkLst>
            <pc:docMk/>
            <pc:sldMk cId="1355072385" sldId="2147472374"/>
            <ac:picMk id="17" creationId="{6269244B-B4A8-CCFD-5450-B8335B3BE054}"/>
          </ac:picMkLst>
        </pc:picChg>
      </pc:sldChg>
      <pc:sldChg chg="addSp delSp modSp add mod delAnim modAnim">
        <pc:chgData name="ARUN KARTHIK ." userId="62a047ea-99a3-445a-a127-bd8840139939" providerId="ADAL" clId="{2300E771-4B7D-4D9C-ADED-A67A217ED3F2}" dt="2024-08-10T09:55:21.058" v="783"/>
        <pc:sldMkLst>
          <pc:docMk/>
          <pc:sldMk cId="2487719019" sldId="2147472375"/>
        </pc:sldMkLst>
        <pc:spChg chg="del">
          <ac:chgData name="ARUN KARTHIK ." userId="62a047ea-99a3-445a-a127-bd8840139939" providerId="ADAL" clId="{2300E771-4B7D-4D9C-ADED-A67A217ED3F2}" dt="2024-08-10T09:51:24.662" v="710" actId="478"/>
          <ac:spMkLst>
            <pc:docMk/>
            <pc:sldMk cId="2487719019" sldId="2147472375"/>
            <ac:spMk id="4" creationId="{22FF57A2-77D3-A870-A239-AFCE32CE54F2}"/>
          </ac:spMkLst>
        </pc:spChg>
        <pc:spChg chg="del">
          <ac:chgData name="ARUN KARTHIK ." userId="62a047ea-99a3-445a-a127-bd8840139939" providerId="ADAL" clId="{2300E771-4B7D-4D9C-ADED-A67A217ED3F2}" dt="2024-08-10T09:51:24.662" v="710" actId="478"/>
          <ac:spMkLst>
            <pc:docMk/>
            <pc:sldMk cId="2487719019" sldId="2147472375"/>
            <ac:spMk id="6" creationId="{DF2C4186-7DDC-ACBF-2318-DE48E60D3CE1}"/>
          </ac:spMkLst>
        </pc:spChg>
        <pc:spChg chg="del">
          <ac:chgData name="ARUN KARTHIK ." userId="62a047ea-99a3-445a-a127-bd8840139939" providerId="ADAL" clId="{2300E771-4B7D-4D9C-ADED-A67A217ED3F2}" dt="2024-08-10T09:51:30.546" v="711" actId="478"/>
          <ac:spMkLst>
            <pc:docMk/>
            <pc:sldMk cId="2487719019" sldId="2147472375"/>
            <ac:spMk id="7" creationId="{F13CEA06-B0DD-F7C6-E293-EE77D706C781}"/>
          </ac:spMkLst>
        </pc:spChg>
        <pc:spChg chg="del">
          <ac:chgData name="ARUN KARTHIK ." userId="62a047ea-99a3-445a-a127-bd8840139939" providerId="ADAL" clId="{2300E771-4B7D-4D9C-ADED-A67A217ED3F2}" dt="2024-08-10T09:51:31.240" v="712" actId="478"/>
          <ac:spMkLst>
            <pc:docMk/>
            <pc:sldMk cId="2487719019" sldId="2147472375"/>
            <ac:spMk id="8" creationId="{C346AF7D-58A9-DE4A-8EF0-8C20C1D6619A}"/>
          </ac:spMkLst>
        </pc:spChg>
        <pc:spChg chg="add mod">
          <ac:chgData name="ARUN KARTHIK ." userId="62a047ea-99a3-445a-a127-bd8840139939" providerId="ADAL" clId="{2300E771-4B7D-4D9C-ADED-A67A217ED3F2}" dt="2024-08-10T09:51:53.059" v="715"/>
          <ac:spMkLst>
            <pc:docMk/>
            <pc:sldMk cId="2487719019" sldId="2147472375"/>
            <ac:spMk id="9" creationId="{27F087DB-01A3-BD8B-C6F3-B00A18E075A3}"/>
          </ac:spMkLst>
        </pc:spChg>
        <pc:spChg chg="del">
          <ac:chgData name="ARUN KARTHIK ." userId="62a047ea-99a3-445a-a127-bd8840139939" providerId="ADAL" clId="{2300E771-4B7D-4D9C-ADED-A67A217ED3F2}" dt="2024-08-10T09:51:24.662" v="710" actId="478"/>
          <ac:spMkLst>
            <pc:docMk/>
            <pc:sldMk cId="2487719019" sldId="2147472375"/>
            <ac:spMk id="11" creationId="{E077DE06-0282-330F-F6B1-4C474652720D}"/>
          </ac:spMkLst>
        </pc:spChg>
        <pc:spChg chg="del">
          <ac:chgData name="ARUN KARTHIK ." userId="62a047ea-99a3-445a-a127-bd8840139939" providerId="ADAL" clId="{2300E771-4B7D-4D9C-ADED-A67A217ED3F2}" dt="2024-08-10T09:51:30.546" v="711" actId="478"/>
          <ac:spMkLst>
            <pc:docMk/>
            <pc:sldMk cId="2487719019" sldId="2147472375"/>
            <ac:spMk id="14" creationId="{2E2B40B7-A9A7-3149-22B9-BE38540A1702}"/>
          </ac:spMkLst>
        </pc:spChg>
        <pc:spChg chg="del">
          <ac:chgData name="ARUN KARTHIK ." userId="62a047ea-99a3-445a-a127-bd8840139939" providerId="ADAL" clId="{2300E771-4B7D-4D9C-ADED-A67A217ED3F2}" dt="2024-08-10T09:51:30.546" v="711" actId="478"/>
          <ac:spMkLst>
            <pc:docMk/>
            <pc:sldMk cId="2487719019" sldId="2147472375"/>
            <ac:spMk id="15" creationId="{E58483F9-0BEB-C401-574A-6289720BECB1}"/>
          </ac:spMkLst>
        </pc:spChg>
        <pc:graphicFrameChg chg="mod">
          <ac:chgData name="ARUN KARTHIK ." userId="62a047ea-99a3-445a-a127-bd8840139939" providerId="ADAL" clId="{2300E771-4B7D-4D9C-ADED-A67A217ED3F2}" dt="2024-08-10T09:51:39.124" v="714" actId="20577"/>
          <ac:graphicFrameMkLst>
            <pc:docMk/>
            <pc:sldMk cId="2487719019" sldId="2147472375"/>
            <ac:graphicFrameMk id="12" creationId="{0F4F9652-B807-C097-E270-0DA475B3D6CF}"/>
          </ac:graphicFrameMkLst>
        </pc:graphicFrameChg>
        <pc:picChg chg="add mod">
          <ac:chgData name="ARUN KARTHIK ." userId="62a047ea-99a3-445a-a127-bd8840139939" providerId="ADAL" clId="{2300E771-4B7D-4D9C-ADED-A67A217ED3F2}" dt="2024-08-10T09:51:53.059" v="715"/>
          <ac:picMkLst>
            <pc:docMk/>
            <pc:sldMk cId="2487719019" sldId="2147472375"/>
            <ac:picMk id="2" creationId="{A0F20794-3E57-65C9-A094-840CCEBDB9FD}"/>
          </ac:picMkLst>
        </pc:picChg>
        <pc:picChg chg="del">
          <ac:chgData name="ARUN KARTHIK ." userId="62a047ea-99a3-445a-a127-bd8840139939" providerId="ADAL" clId="{2300E771-4B7D-4D9C-ADED-A67A217ED3F2}" dt="2024-08-10T09:51:24.662" v="710" actId="478"/>
          <ac:picMkLst>
            <pc:docMk/>
            <pc:sldMk cId="2487719019" sldId="2147472375"/>
            <ac:picMk id="3" creationId="{8F32EB76-618D-87B5-C42D-B1FE1ADCD5CE}"/>
          </ac:picMkLst>
        </pc:picChg>
        <pc:picChg chg="del">
          <ac:chgData name="ARUN KARTHIK ." userId="62a047ea-99a3-445a-a127-bd8840139939" providerId="ADAL" clId="{2300E771-4B7D-4D9C-ADED-A67A217ED3F2}" dt="2024-08-10T09:51:24.662" v="710" actId="478"/>
          <ac:picMkLst>
            <pc:docMk/>
            <pc:sldMk cId="2487719019" sldId="2147472375"/>
            <ac:picMk id="5" creationId="{5C075B66-BCEF-1B26-3B79-715622F5A437}"/>
          </ac:picMkLst>
        </pc:picChg>
        <pc:picChg chg="del">
          <ac:chgData name="ARUN KARTHIK ." userId="62a047ea-99a3-445a-a127-bd8840139939" providerId="ADAL" clId="{2300E771-4B7D-4D9C-ADED-A67A217ED3F2}" dt="2024-08-10T09:51:24.662" v="710" actId="478"/>
          <ac:picMkLst>
            <pc:docMk/>
            <pc:sldMk cId="2487719019" sldId="2147472375"/>
            <ac:picMk id="10" creationId="{9D729C05-EC7D-C453-8CFA-65686B171D3E}"/>
          </ac:picMkLst>
        </pc:picChg>
        <pc:picChg chg="del">
          <ac:chgData name="ARUN KARTHIK ." userId="62a047ea-99a3-445a-a127-bd8840139939" providerId="ADAL" clId="{2300E771-4B7D-4D9C-ADED-A67A217ED3F2}" dt="2024-08-10T09:51:30.546" v="711" actId="478"/>
          <ac:picMkLst>
            <pc:docMk/>
            <pc:sldMk cId="2487719019" sldId="2147472375"/>
            <ac:picMk id="13" creationId="{DA07ACF7-39FA-65F8-9101-5D80F6AAF7F2}"/>
          </ac:picMkLst>
        </pc:picChg>
        <pc:picChg chg="add mod">
          <ac:chgData name="ARUN KARTHIK ." userId="62a047ea-99a3-445a-a127-bd8840139939" providerId="ADAL" clId="{2300E771-4B7D-4D9C-ADED-A67A217ED3F2}" dt="2024-08-10T09:51:53.059" v="715"/>
          <ac:picMkLst>
            <pc:docMk/>
            <pc:sldMk cId="2487719019" sldId="2147472375"/>
            <ac:picMk id="16" creationId="{7F2E03F4-8F6F-E95C-E1D4-247E2C6E305F}"/>
          </ac:picMkLst>
        </pc:picChg>
        <pc:picChg chg="del">
          <ac:chgData name="ARUN KARTHIK ." userId="62a047ea-99a3-445a-a127-bd8840139939" providerId="ADAL" clId="{2300E771-4B7D-4D9C-ADED-A67A217ED3F2}" dt="2024-08-10T09:51:30.546" v="711" actId="478"/>
          <ac:picMkLst>
            <pc:docMk/>
            <pc:sldMk cId="2487719019" sldId="2147472375"/>
            <ac:picMk id="17" creationId="{6269244B-B4A8-CCFD-5450-B8335B3BE054}"/>
          </ac:picMkLst>
        </pc:picChg>
        <pc:picChg chg="add mod">
          <ac:chgData name="ARUN KARTHIK ." userId="62a047ea-99a3-445a-a127-bd8840139939" providerId="ADAL" clId="{2300E771-4B7D-4D9C-ADED-A67A217ED3F2}" dt="2024-08-10T09:52:08.496" v="722" actId="1076"/>
          <ac:picMkLst>
            <pc:docMk/>
            <pc:sldMk cId="2487719019" sldId="2147472375"/>
            <ac:picMk id="19" creationId="{AD43BAA9-A9A0-3437-AE51-03DDBFDD58E7}"/>
          </ac:picMkLst>
        </pc:picChg>
        <pc:picChg chg="add mod">
          <ac:chgData name="ARUN KARTHIK ." userId="62a047ea-99a3-445a-a127-bd8840139939" providerId="ADAL" clId="{2300E771-4B7D-4D9C-ADED-A67A217ED3F2}" dt="2024-08-10T09:52:18.255" v="727" actId="14100"/>
          <ac:picMkLst>
            <pc:docMk/>
            <pc:sldMk cId="2487719019" sldId="2147472375"/>
            <ac:picMk id="20" creationId="{94314B3D-2B8C-62A7-1EDC-C13D4FABAFF0}"/>
          </ac:picMkLst>
        </pc:picChg>
        <pc:picChg chg="add mod">
          <ac:chgData name="ARUN KARTHIK ." userId="62a047ea-99a3-445a-a127-bd8840139939" providerId="ADAL" clId="{2300E771-4B7D-4D9C-ADED-A67A217ED3F2}" dt="2024-08-10T09:52:53.270" v="740" actId="1076"/>
          <ac:picMkLst>
            <pc:docMk/>
            <pc:sldMk cId="2487719019" sldId="2147472375"/>
            <ac:picMk id="22" creationId="{F302849E-66A3-0842-11B8-00EF63F89B00}"/>
          </ac:picMkLst>
        </pc:picChg>
        <pc:picChg chg="add mod">
          <ac:chgData name="ARUN KARTHIK ." userId="62a047ea-99a3-445a-a127-bd8840139939" providerId="ADAL" clId="{2300E771-4B7D-4D9C-ADED-A67A217ED3F2}" dt="2024-08-10T09:52:55.102" v="741" actId="1076"/>
          <ac:picMkLst>
            <pc:docMk/>
            <pc:sldMk cId="2487719019" sldId="2147472375"/>
            <ac:picMk id="24" creationId="{551F7597-D7A2-ED0F-FF4D-66752ABC4356}"/>
          </ac:picMkLst>
        </pc:picChg>
        <pc:picChg chg="add del mod">
          <ac:chgData name="ARUN KARTHIK ." userId="62a047ea-99a3-445a-a127-bd8840139939" providerId="ADAL" clId="{2300E771-4B7D-4D9C-ADED-A67A217ED3F2}" dt="2024-08-10T09:53:05.845" v="745" actId="22"/>
          <ac:picMkLst>
            <pc:docMk/>
            <pc:sldMk cId="2487719019" sldId="2147472375"/>
            <ac:picMk id="26" creationId="{D0B2A682-2DBA-2DA0-7961-61DC039E60EE}"/>
          </ac:picMkLst>
        </pc:picChg>
        <pc:picChg chg="add mod">
          <ac:chgData name="ARUN KARTHIK ." userId="62a047ea-99a3-445a-a127-bd8840139939" providerId="ADAL" clId="{2300E771-4B7D-4D9C-ADED-A67A217ED3F2}" dt="2024-08-10T09:53:15.366" v="747" actId="1076"/>
          <ac:picMkLst>
            <pc:docMk/>
            <pc:sldMk cId="2487719019" sldId="2147472375"/>
            <ac:picMk id="28" creationId="{C546EE84-B171-ECDE-9F25-189A76BED920}"/>
          </ac:picMkLst>
        </pc:picChg>
        <pc:picChg chg="add mod">
          <ac:chgData name="ARUN KARTHIK ." userId="62a047ea-99a3-445a-a127-bd8840139939" providerId="ADAL" clId="{2300E771-4B7D-4D9C-ADED-A67A217ED3F2}" dt="2024-08-10T09:53:34.190" v="759"/>
          <ac:picMkLst>
            <pc:docMk/>
            <pc:sldMk cId="2487719019" sldId="2147472375"/>
            <ac:picMk id="30" creationId="{C17C5651-8118-BFB2-7B02-179BFAD4A035}"/>
          </ac:picMkLst>
        </pc:picChg>
      </pc:sldChg>
      <pc:sldChg chg="addSp delSp modSp add mod modAnim">
        <pc:chgData name="ARUN KARTHIK ." userId="62a047ea-99a3-445a-a127-bd8840139939" providerId="ADAL" clId="{2300E771-4B7D-4D9C-ADED-A67A217ED3F2}" dt="2024-08-10T12:29:15.427" v="1386"/>
        <pc:sldMkLst>
          <pc:docMk/>
          <pc:sldMk cId="3089551357" sldId="2147472376"/>
        </pc:sldMkLst>
        <pc:graphicFrameChg chg="mod">
          <ac:chgData name="ARUN KARTHIK ." userId="62a047ea-99a3-445a-a127-bd8840139939" providerId="ADAL" clId="{2300E771-4B7D-4D9C-ADED-A67A217ED3F2}" dt="2024-08-10T09:54:10.952" v="767"/>
          <ac:graphicFrameMkLst>
            <pc:docMk/>
            <pc:sldMk cId="3089551357" sldId="2147472376"/>
            <ac:graphicFrameMk id="12" creationId="{0F4F9652-B807-C097-E270-0DA475B3D6CF}"/>
          </ac:graphicFrameMkLst>
        </pc:graphicFrameChg>
        <pc:picChg chg="add mod">
          <ac:chgData name="ARUN KARTHIK ." userId="62a047ea-99a3-445a-a127-bd8840139939" providerId="ADAL" clId="{2300E771-4B7D-4D9C-ADED-A67A217ED3F2}" dt="2024-08-10T09:54:21.879" v="770" actId="14100"/>
          <ac:picMkLst>
            <pc:docMk/>
            <pc:sldMk cId="3089551357" sldId="2147472376"/>
            <ac:picMk id="4" creationId="{F3B9BACF-BC00-B893-DB61-691F7244A07D}"/>
          </ac:picMkLst>
        </pc:picChg>
        <pc:picChg chg="add mod">
          <ac:chgData name="ARUN KARTHIK ." userId="62a047ea-99a3-445a-a127-bd8840139939" providerId="ADAL" clId="{2300E771-4B7D-4D9C-ADED-A67A217ED3F2}" dt="2024-08-10T09:54:41.495" v="773" actId="14100"/>
          <ac:picMkLst>
            <pc:docMk/>
            <pc:sldMk cId="3089551357" sldId="2147472376"/>
            <ac:picMk id="6" creationId="{02DB491D-DEBD-AF0A-E807-BD1486FA1138}"/>
          </ac:picMkLst>
        </pc:picChg>
        <pc:picChg chg="add del">
          <ac:chgData name="ARUN KARTHIK ." userId="62a047ea-99a3-445a-a127-bd8840139939" providerId="ADAL" clId="{2300E771-4B7D-4D9C-ADED-A67A217ED3F2}" dt="2024-08-10T12:05:14.856" v="1357" actId="22"/>
          <ac:picMkLst>
            <pc:docMk/>
            <pc:sldMk cId="3089551357" sldId="2147472376"/>
            <ac:picMk id="7" creationId="{A1769E76-AFF1-DB74-301F-4ABF260867D3}"/>
          </ac:picMkLst>
        </pc:picChg>
        <pc:picChg chg="add mod">
          <ac:chgData name="ARUN KARTHIK ." userId="62a047ea-99a3-445a-a127-bd8840139939" providerId="ADAL" clId="{2300E771-4B7D-4D9C-ADED-A67A217ED3F2}" dt="2024-08-10T09:54:54.135" v="776" actId="14100"/>
          <ac:picMkLst>
            <pc:docMk/>
            <pc:sldMk cId="3089551357" sldId="2147472376"/>
            <ac:picMk id="8" creationId="{F3ED54BD-90B5-65A4-CADE-FD0FC5287D87}"/>
          </ac:picMkLst>
        </pc:picChg>
        <pc:picChg chg="add mod">
          <ac:chgData name="ARUN KARTHIK ." userId="62a047ea-99a3-445a-a127-bd8840139939" providerId="ADAL" clId="{2300E771-4B7D-4D9C-ADED-A67A217ED3F2}" dt="2024-08-10T09:55:29.799" v="787" actId="1076"/>
          <ac:picMkLst>
            <pc:docMk/>
            <pc:sldMk cId="3089551357" sldId="2147472376"/>
            <ac:picMk id="11" creationId="{07157B2D-B09E-D8CE-4974-25E764F8604A}"/>
          </ac:picMkLst>
        </pc:picChg>
        <pc:picChg chg="del">
          <ac:chgData name="ARUN KARTHIK ." userId="62a047ea-99a3-445a-a127-bd8840139939" providerId="ADAL" clId="{2300E771-4B7D-4D9C-ADED-A67A217ED3F2}" dt="2024-08-10T09:53:43.592" v="761" actId="478"/>
          <ac:picMkLst>
            <pc:docMk/>
            <pc:sldMk cId="3089551357" sldId="2147472376"/>
            <ac:picMk id="19" creationId="{AD43BAA9-A9A0-3437-AE51-03DDBFDD58E7}"/>
          </ac:picMkLst>
        </pc:picChg>
        <pc:picChg chg="del">
          <ac:chgData name="ARUN KARTHIK ." userId="62a047ea-99a3-445a-a127-bd8840139939" providerId="ADAL" clId="{2300E771-4B7D-4D9C-ADED-A67A217ED3F2}" dt="2024-08-10T09:53:43.592" v="761" actId="478"/>
          <ac:picMkLst>
            <pc:docMk/>
            <pc:sldMk cId="3089551357" sldId="2147472376"/>
            <ac:picMk id="22" creationId="{F302849E-66A3-0842-11B8-00EF63F89B00}"/>
          </ac:picMkLst>
        </pc:picChg>
        <pc:picChg chg="del">
          <ac:chgData name="ARUN KARTHIK ." userId="62a047ea-99a3-445a-a127-bd8840139939" providerId="ADAL" clId="{2300E771-4B7D-4D9C-ADED-A67A217ED3F2}" dt="2024-08-10T09:53:43.592" v="761" actId="478"/>
          <ac:picMkLst>
            <pc:docMk/>
            <pc:sldMk cId="3089551357" sldId="2147472376"/>
            <ac:picMk id="24" creationId="{551F7597-D7A2-ED0F-FF4D-66752ABC4356}"/>
          </ac:picMkLst>
        </pc:picChg>
        <pc:picChg chg="del">
          <ac:chgData name="ARUN KARTHIK ." userId="62a047ea-99a3-445a-a127-bd8840139939" providerId="ADAL" clId="{2300E771-4B7D-4D9C-ADED-A67A217ED3F2}" dt="2024-08-10T09:53:43.592" v="761" actId="478"/>
          <ac:picMkLst>
            <pc:docMk/>
            <pc:sldMk cId="3089551357" sldId="2147472376"/>
            <ac:picMk id="28" creationId="{C546EE84-B171-ECDE-9F25-189A76BED920}"/>
          </ac:picMkLst>
        </pc:picChg>
        <pc:picChg chg="mod">
          <ac:chgData name="ARUN KARTHIK ." userId="62a047ea-99a3-445a-a127-bd8840139939" providerId="ADAL" clId="{2300E771-4B7D-4D9C-ADED-A67A217ED3F2}" dt="2024-08-10T09:53:57.735" v="766" actId="14100"/>
          <ac:picMkLst>
            <pc:docMk/>
            <pc:sldMk cId="3089551357" sldId="2147472376"/>
            <ac:picMk id="30" creationId="{C17C5651-8118-BFB2-7B02-179BFAD4A035}"/>
          </ac:picMkLst>
        </pc:picChg>
        <pc:inkChg chg="add del">
          <ac:chgData name="ARUN KARTHIK ." userId="62a047ea-99a3-445a-a127-bd8840139939" providerId="ADAL" clId="{2300E771-4B7D-4D9C-ADED-A67A217ED3F2}" dt="2024-08-10T12:12:11.183" v="1376" actId="478"/>
          <ac:inkMkLst>
            <pc:docMk/>
            <pc:sldMk cId="3089551357" sldId="2147472376"/>
            <ac:inkMk id="3" creationId="{03905D83-4503-8C74-5461-65F24264B3B5}"/>
          </ac:inkMkLst>
        </pc:inkChg>
        <pc:inkChg chg="add">
          <ac:chgData name="ARUN KARTHIK ." userId="62a047ea-99a3-445a-a127-bd8840139939" providerId="ADAL" clId="{2300E771-4B7D-4D9C-ADED-A67A217ED3F2}" dt="2024-08-10T12:29:15.427" v="1386"/>
          <ac:inkMkLst>
            <pc:docMk/>
            <pc:sldMk cId="3089551357" sldId="2147472376"/>
            <ac:inkMk id="10" creationId="{12FC453E-D683-6A5F-C424-642ACC8BF211}"/>
          </ac:inkMkLst>
        </pc:inkChg>
      </pc:sldChg>
      <pc:sldChg chg="addSp delSp modSp add mod delAnim modAnim">
        <pc:chgData name="ARUN KARTHIK ." userId="62a047ea-99a3-445a-a127-bd8840139939" providerId="ADAL" clId="{2300E771-4B7D-4D9C-ADED-A67A217ED3F2}" dt="2024-08-10T09:58:22.172" v="832"/>
        <pc:sldMkLst>
          <pc:docMk/>
          <pc:sldMk cId="1975002370" sldId="2147472377"/>
        </pc:sldMkLst>
        <pc:graphicFrameChg chg="mod">
          <ac:chgData name="ARUN KARTHIK ." userId="62a047ea-99a3-445a-a127-bd8840139939" providerId="ADAL" clId="{2300E771-4B7D-4D9C-ADED-A67A217ED3F2}" dt="2024-08-10T09:55:53.573" v="797"/>
          <ac:graphicFrameMkLst>
            <pc:docMk/>
            <pc:sldMk cId="1975002370" sldId="2147472377"/>
            <ac:graphicFrameMk id="12" creationId="{0F4F9652-B807-C097-E270-0DA475B3D6CF}"/>
          </ac:graphicFrameMkLst>
        </pc:graphicFrameChg>
        <pc:picChg chg="del">
          <ac:chgData name="ARUN KARTHIK ." userId="62a047ea-99a3-445a-a127-bd8840139939" providerId="ADAL" clId="{2300E771-4B7D-4D9C-ADED-A67A217ED3F2}" dt="2024-08-10T09:55:38.140" v="790" actId="478"/>
          <ac:picMkLst>
            <pc:docMk/>
            <pc:sldMk cId="1975002370" sldId="2147472377"/>
            <ac:picMk id="4" creationId="{F3B9BACF-BC00-B893-DB61-691F7244A07D}"/>
          </ac:picMkLst>
        </pc:picChg>
        <pc:picChg chg="add mod">
          <ac:chgData name="ARUN KARTHIK ." userId="62a047ea-99a3-445a-a127-bd8840139939" providerId="ADAL" clId="{2300E771-4B7D-4D9C-ADED-A67A217ED3F2}" dt="2024-08-10T09:56:03.791" v="800" actId="14100"/>
          <ac:picMkLst>
            <pc:docMk/>
            <pc:sldMk cId="1975002370" sldId="2147472377"/>
            <ac:picMk id="5" creationId="{E63244B0-1402-3FB7-E1A7-8B4697C2B2C1}"/>
          </ac:picMkLst>
        </pc:picChg>
        <pc:picChg chg="del">
          <ac:chgData name="ARUN KARTHIK ." userId="62a047ea-99a3-445a-a127-bd8840139939" providerId="ADAL" clId="{2300E771-4B7D-4D9C-ADED-A67A217ED3F2}" dt="2024-08-10T09:55:38.140" v="790" actId="478"/>
          <ac:picMkLst>
            <pc:docMk/>
            <pc:sldMk cId="1975002370" sldId="2147472377"/>
            <ac:picMk id="6" creationId="{02DB491D-DEBD-AF0A-E807-BD1486FA1138}"/>
          </ac:picMkLst>
        </pc:picChg>
        <pc:picChg chg="del">
          <ac:chgData name="ARUN KARTHIK ." userId="62a047ea-99a3-445a-a127-bd8840139939" providerId="ADAL" clId="{2300E771-4B7D-4D9C-ADED-A67A217ED3F2}" dt="2024-08-10T09:55:38.140" v="790" actId="478"/>
          <ac:picMkLst>
            <pc:docMk/>
            <pc:sldMk cId="1975002370" sldId="2147472377"/>
            <ac:picMk id="8" creationId="{F3ED54BD-90B5-65A4-CADE-FD0FC5287D87}"/>
          </ac:picMkLst>
        </pc:picChg>
        <pc:picChg chg="del mod">
          <ac:chgData name="ARUN KARTHIK ." userId="62a047ea-99a3-445a-a127-bd8840139939" providerId="ADAL" clId="{2300E771-4B7D-4D9C-ADED-A67A217ED3F2}" dt="2024-08-10T09:55:49.718" v="796" actId="478"/>
          <ac:picMkLst>
            <pc:docMk/>
            <pc:sldMk cId="1975002370" sldId="2147472377"/>
            <ac:picMk id="11" creationId="{07157B2D-B09E-D8CE-4974-25E764F8604A}"/>
          </ac:picMkLst>
        </pc:picChg>
      </pc:sldChg>
      <pc:sldChg chg="addSp delSp modSp add mod modAnim">
        <pc:chgData name="ARUN KARTHIK ." userId="62a047ea-99a3-445a-a127-bd8840139939" providerId="ADAL" clId="{2300E771-4B7D-4D9C-ADED-A67A217ED3F2}" dt="2024-08-10T09:58:19.562" v="831"/>
        <pc:sldMkLst>
          <pc:docMk/>
          <pc:sldMk cId="794081513" sldId="2147472378"/>
        </pc:sldMkLst>
        <pc:graphicFrameChg chg="mod">
          <ac:chgData name="ARUN KARTHIK ." userId="62a047ea-99a3-445a-a127-bd8840139939" providerId="ADAL" clId="{2300E771-4B7D-4D9C-ADED-A67A217ED3F2}" dt="2024-08-10T09:56:30.972" v="802"/>
          <ac:graphicFrameMkLst>
            <pc:docMk/>
            <pc:sldMk cId="794081513" sldId="2147472378"/>
            <ac:graphicFrameMk id="12" creationId="{0F4F9652-B807-C097-E270-0DA475B3D6CF}"/>
          </ac:graphicFrameMkLst>
        </pc:graphicFrameChg>
        <pc:picChg chg="mod">
          <ac:chgData name="ARUN KARTHIK ." userId="62a047ea-99a3-445a-a127-bd8840139939" providerId="ADAL" clId="{2300E771-4B7D-4D9C-ADED-A67A217ED3F2}" dt="2024-08-10T09:57:48.744" v="821"/>
          <ac:picMkLst>
            <pc:docMk/>
            <pc:sldMk cId="794081513" sldId="2147472378"/>
            <ac:picMk id="2" creationId="{A0F20794-3E57-65C9-A094-840CCEBDB9FD}"/>
          </ac:picMkLst>
        </pc:picChg>
        <pc:picChg chg="add mod">
          <ac:chgData name="ARUN KARTHIK ." userId="62a047ea-99a3-445a-a127-bd8840139939" providerId="ADAL" clId="{2300E771-4B7D-4D9C-ADED-A67A217ED3F2}" dt="2024-08-10T09:56:45.957" v="806" actId="1076"/>
          <ac:picMkLst>
            <pc:docMk/>
            <pc:sldMk cId="794081513" sldId="2147472378"/>
            <ac:picMk id="4" creationId="{140648BA-0D34-788A-ABE8-435B8A2C47DE}"/>
          </ac:picMkLst>
        </pc:picChg>
        <pc:picChg chg="del">
          <ac:chgData name="ARUN KARTHIK ." userId="62a047ea-99a3-445a-a127-bd8840139939" providerId="ADAL" clId="{2300E771-4B7D-4D9C-ADED-A67A217ED3F2}" dt="2024-08-10T09:56:41.268" v="803" actId="478"/>
          <ac:picMkLst>
            <pc:docMk/>
            <pc:sldMk cId="794081513" sldId="2147472378"/>
            <ac:picMk id="5" creationId="{E63244B0-1402-3FB7-E1A7-8B4697C2B2C1}"/>
          </ac:picMkLst>
        </pc:picChg>
        <pc:picChg chg="add mod">
          <ac:chgData name="ARUN KARTHIK ." userId="62a047ea-99a3-445a-a127-bd8840139939" providerId="ADAL" clId="{2300E771-4B7D-4D9C-ADED-A67A217ED3F2}" dt="2024-08-10T09:57:03.815" v="810" actId="1076"/>
          <ac:picMkLst>
            <pc:docMk/>
            <pc:sldMk cId="794081513" sldId="2147472378"/>
            <ac:picMk id="7" creationId="{87CF75B0-4470-7C63-3780-1BA3C0629B86}"/>
          </ac:picMkLst>
        </pc:picChg>
        <pc:picChg chg="add mod">
          <ac:chgData name="ARUN KARTHIK ." userId="62a047ea-99a3-445a-a127-bd8840139939" providerId="ADAL" clId="{2300E771-4B7D-4D9C-ADED-A67A217ED3F2}" dt="2024-08-10T09:57:15.559" v="813" actId="14100"/>
          <ac:picMkLst>
            <pc:docMk/>
            <pc:sldMk cId="794081513" sldId="2147472378"/>
            <ac:picMk id="10" creationId="{C04D3D65-5442-128D-E228-EE76CD2A2F75}"/>
          </ac:picMkLst>
        </pc:picChg>
        <pc:picChg chg="add mod">
          <ac:chgData name="ARUN KARTHIK ." userId="62a047ea-99a3-445a-a127-bd8840139939" providerId="ADAL" clId="{2300E771-4B7D-4D9C-ADED-A67A217ED3F2}" dt="2024-08-10T09:57:43.188" v="820"/>
          <ac:picMkLst>
            <pc:docMk/>
            <pc:sldMk cId="794081513" sldId="2147472378"/>
            <ac:picMk id="13" creationId="{333F431B-51CA-B267-D048-1429A4340F38}"/>
          </ac:picMkLst>
        </pc:picChg>
        <pc:picChg chg="add mod">
          <ac:chgData name="ARUN KARTHIK ." userId="62a047ea-99a3-445a-a127-bd8840139939" providerId="ADAL" clId="{2300E771-4B7D-4D9C-ADED-A67A217ED3F2}" dt="2024-08-10T09:58:01.744" v="825" actId="1076"/>
          <ac:picMkLst>
            <pc:docMk/>
            <pc:sldMk cId="794081513" sldId="2147472378"/>
            <ac:picMk id="14" creationId="{67A47105-0938-F1EC-9C5E-4E05DC704E62}"/>
          </ac:picMkLst>
        </pc:picChg>
      </pc:sldChg>
      <pc:sldChg chg="new del">
        <pc:chgData name="ARUN KARTHIK ." userId="62a047ea-99a3-445a-a127-bd8840139939" providerId="ADAL" clId="{2300E771-4B7D-4D9C-ADED-A67A217ED3F2}" dt="2024-08-10T09:58:31.341" v="834" actId="680"/>
        <pc:sldMkLst>
          <pc:docMk/>
          <pc:sldMk cId="556080140" sldId="2147472379"/>
        </pc:sldMkLst>
      </pc:sldChg>
      <pc:sldChg chg="addSp delSp modSp add mod ord delAnim modAnim">
        <pc:chgData name="ARUN KARTHIK ." userId="62a047ea-99a3-445a-a127-bd8840139939" providerId="ADAL" clId="{2300E771-4B7D-4D9C-ADED-A67A217ED3F2}" dt="2024-08-10T10:01:18.644" v="908"/>
        <pc:sldMkLst>
          <pc:docMk/>
          <pc:sldMk cId="3802152035" sldId="2147472379"/>
        </pc:sldMkLst>
        <pc:spChg chg="del">
          <ac:chgData name="ARUN KARTHIK ." userId="62a047ea-99a3-445a-a127-bd8840139939" providerId="ADAL" clId="{2300E771-4B7D-4D9C-ADED-A67A217ED3F2}" dt="2024-08-10T09:58:42.798" v="868" actId="478"/>
          <ac:spMkLst>
            <pc:docMk/>
            <pc:sldMk cId="3802152035" sldId="2147472379"/>
            <ac:spMk id="9" creationId="{27F087DB-01A3-BD8B-C6F3-B00A18E075A3}"/>
          </ac:spMkLst>
        </pc:spChg>
        <pc:spChg chg="mod">
          <ac:chgData name="ARUN KARTHIK ." userId="62a047ea-99a3-445a-a127-bd8840139939" providerId="ADAL" clId="{2300E771-4B7D-4D9C-ADED-A67A217ED3F2}" dt="2024-08-10T09:58:39.275" v="867" actId="20577"/>
          <ac:spMkLst>
            <pc:docMk/>
            <pc:sldMk cId="3802152035" sldId="2147472379"/>
            <ac:spMk id="64" creationId="{8E6CA7E4-5B79-B61A-FB5D-161F977625FD}"/>
          </ac:spMkLst>
        </pc:spChg>
        <pc:graphicFrameChg chg="del">
          <ac:chgData name="ARUN KARTHIK ." userId="62a047ea-99a3-445a-a127-bd8840139939" providerId="ADAL" clId="{2300E771-4B7D-4D9C-ADED-A67A217ED3F2}" dt="2024-08-10T09:58:42.798" v="868" actId="478"/>
          <ac:graphicFrameMkLst>
            <pc:docMk/>
            <pc:sldMk cId="3802152035" sldId="2147472379"/>
            <ac:graphicFrameMk id="12" creationId="{0F4F9652-B807-C097-E270-0DA475B3D6CF}"/>
          </ac:graphicFrameMkLst>
        </pc:graphicFrameChg>
        <pc:picChg chg="del">
          <ac:chgData name="ARUN KARTHIK ." userId="62a047ea-99a3-445a-a127-bd8840139939" providerId="ADAL" clId="{2300E771-4B7D-4D9C-ADED-A67A217ED3F2}" dt="2024-08-10T09:58:42.798" v="868" actId="478"/>
          <ac:picMkLst>
            <pc:docMk/>
            <pc:sldMk cId="3802152035" sldId="2147472379"/>
            <ac:picMk id="2" creationId="{A0F20794-3E57-65C9-A094-840CCEBDB9FD}"/>
          </ac:picMkLst>
        </pc:picChg>
        <pc:picChg chg="del">
          <ac:chgData name="ARUN KARTHIK ." userId="62a047ea-99a3-445a-a127-bd8840139939" providerId="ADAL" clId="{2300E771-4B7D-4D9C-ADED-A67A217ED3F2}" dt="2024-08-10T09:58:42.798" v="868" actId="478"/>
          <ac:picMkLst>
            <pc:docMk/>
            <pc:sldMk cId="3802152035" sldId="2147472379"/>
            <ac:picMk id="4" creationId="{140648BA-0D34-788A-ABE8-435B8A2C47DE}"/>
          </ac:picMkLst>
        </pc:picChg>
        <pc:picChg chg="add del mod">
          <ac:chgData name="ARUN KARTHIK ." userId="62a047ea-99a3-445a-a127-bd8840139939" providerId="ADAL" clId="{2300E771-4B7D-4D9C-ADED-A67A217ED3F2}" dt="2024-08-10T10:01:05.799" v="899" actId="478"/>
          <ac:picMkLst>
            <pc:docMk/>
            <pc:sldMk cId="3802152035" sldId="2147472379"/>
            <ac:picMk id="5" creationId="{FC3493DF-CFA8-DAFE-E912-5E7F8497BB4B}"/>
          </ac:picMkLst>
        </pc:picChg>
        <pc:picChg chg="del">
          <ac:chgData name="ARUN KARTHIK ." userId="62a047ea-99a3-445a-a127-bd8840139939" providerId="ADAL" clId="{2300E771-4B7D-4D9C-ADED-A67A217ED3F2}" dt="2024-08-10T09:58:42.798" v="868" actId="478"/>
          <ac:picMkLst>
            <pc:docMk/>
            <pc:sldMk cId="3802152035" sldId="2147472379"/>
            <ac:picMk id="7" creationId="{87CF75B0-4470-7C63-3780-1BA3C0629B86}"/>
          </ac:picMkLst>
        </pc:picChg>
        <pc:picChg chg="add del mod modCrop">
          <ac:chgData name="ARUN KARTHIK ." userId="62a047ea-99a3-445a-a127-bd8840139939" providerId="ADAL" clId="{2300E771-4B7D-4D9C-ADED-A67A217ED3F2}" dt="2024-08-10T10:01:05.799" v="899" actId="478"/>
          <ac:picMkLst>
            <pc:docMk/>
            <pc:sldMk cId="3802152035" sldId="2147472379"/>
            <ac:picMk id="8" creationId="{0CC3DDCC-ECDE-A3FC-FB15-A7069DC7FDC6}"/>
          </ac:picMkLst>
        </pc:picChg>
        <pc:picChg chg="del">
          <ac:chgData name="ARUN KARTHIK ." userId="62a047ea-99a3-445a-a127-bd8840139939" providerId="ADAL" clId="{2300E771-4B7D-4D9C-ADED-A67A217ED3F2}" dt="2024-08-10T09:58:42.798" v="868" actId="478"/>
          <ac:picMkLst>
            <pc:docMk/>
            <pc:sldMk cId="3802152035" sldId="2147472379"/>
            <ac:picMk id="10" creationId="{C04D3D65-5442-128D-E228-EE76CD2A2F75}"/>
          </ac:picMkLst>
        </pc:picChg>
        <pc:picChg chg="del">
          <ac:chgData name="ARUN KARTHIK ." userId="62a047ea-99a3-445a-a127-bd8840139939" providerId="ADAL" clId="{2300E771-4B7D-4D9C-ADED-A67A217ED3F2}" dt="2024-08-10T09:58:42.798" v="868" actId="478"/>
          <ac:picMkLst>
            <pc:docMk/>
            <pc:sldMk cId="3802152035" sldId="2147472379"/>
            <ac:picMk id="13" creationId="{333F431B-51CA-B267-D048-1429A4340F38}"/>
          </ac:picMkLst>
        </pc:picChg>
        <pc:picChg chg="del">
          <ac:chgData name="ARUN KARTHIK ." userId="62a047ea-99a3-445a-a127-bd8840139939" providerId="ADAL" clId="{2300E771-4B7D-4D9C-ADED-A67A217ED3F2}" dt="2024-08-10T09:58:42.798" v="868" actId="478"/>
          <ac:picMkLst>
            <pc:docMk/>
            <pc:sldMk cId="3802152035" sldId="2147472379"/>
            <ac:picMk id="14" creationId="{67A47105-0938-F1EC-9C5E-4E05DC704E62}"/>
          </ac:picMkLst>
        </pc:picChg>
        <pc:picChg chg="add del mod">
          <ac:chgData name="ARUN KARTHIK ." userId="62a047ea-99a3-445a-a127-bd8840139939" providerId="ADAL" clId="{2300E771-4B7D-4D9C-ADED-A67A217ED3F2}" dt="2024-08-10T10:01:05.799" v="899" actId="478"/>
          <ac:picMkLst>
            <pc:docMk/>
            <pc:sldMk cId="3802152035" sldId="2147472379"/>
            <ac:picMk id="15" creationId="{F362072B-0582-4FC1-DE25-E9319C3FBAAC}"/>
          </ac:picMkLst>
        </pc:picChg>
        <pc:picChg chg="del">
          <ac:chgData name="ARUN KARTHIK ." userId="62a047ea-99a3-445a-a127-bd8840139939" providerId="ADAL" clId="{2300E771-4B7D-4D9C-ADED-A67A217ED3F2}" dt="2024-08-10T09:58:42.798" v="868" actId="478"/>
          <ac:picMkLst>
            <pc:docMk/>
            <pc:sldMk cId="3802152035" sldId="2147472379"/>
            <ac:picMk id="16" creationId="{7F2E03F4-8F6F-E95C-E1D4-247E2C6E305F}"/>
          </ac:picMkLst>
        </pc:picChg>
        <pc:picChg chg="add del mod">
          <ac:chgData name="ARUN KARTHIK ." userId="62a047ea-99a3-445a-a127-bd8840139939" providerId="ADAL" clId="{2300E771-4B7D-4D9C-ADED-A67A217ED3F2}" dt="2024-08-10T10:01:05.799" v="899" actId="478"/>
          <ac:picMkLst>
            <pc:docMk/>
            <pc:sldMk cId="3802152035" sldId="2147472379"/>
            <ac:picMk id="18" creationId="{AD193708-341E-0BB1-5F40-B0670F34B9B2}"/>
          </ac:picMkLst>
        </pc:picChg>
        <pc:picChg chg="del">
          <ac:chgData name="ARUN KARTHIK ." userId="62a047ea-99a3-445a-a127-bd8840139939" providerId="ADAL" clId="{2300E771-4B7D-4D9C-ADED-A67A217ED3F2}" dt="2024-08-10T09:58:42.798" v="868" actId="478"/>
          <ac:picMkLst>
            <pc:docMk/>
            <pc:sldMk cId="3802152035" sldId="2147472379"/>
            <ac:picMk id="20" creationId="{94314B3D-2B8C-62A7-1EDC-C13D4FABAFF0}"/>
          </ac:picMkLst>
        </pc:picChg>
        <pc:picChg chg="add mod">
          <ac:chgData name="ARUN KARTHIK ." userId="62a047ea-99a3-445a-a127-bd8840139939" providerId="ADAL" clId="{2300E771-4B7D-4D9C-ADED-A67A217ED3F2}" dt="2024-08-10T10:01:08.046" v="900" actId="1076"/>
          <ac:picMkLst>
            <pc:docMk/>
            <pc:sldMk cId="3802152035" sldId="2147472379"/>
            <ac:picMk id="21" creationId="{1353E853-C2EF-E6DC-5A28-21529B478313}"/>
          </ac:picMkLst>
        </pc:picChg>
        <pc:picChg chg="add mod">
          <ac:chgData name="ARUN KARTHIK ." userId="62a047ea-99a3-445a-a127-bd8840139939" providerId="ADAL" clId="{2300E771-4B7D-4D9C-ADED-A67A217ED3F2}" dt="2024-08-10T10:01:09.888" v="901" actId="1076"/>
          <ac:picMkLst>
            <pc:docMk/>
            <pc:sldMk cId="3802152035" sldId="2147472379"/>
            <ac:picMk id="23" creationId="{042B95D6-5631-3F3C-DDC1-4D08070F0C72}"/>
          </ac:picMkLst>
        </pc:picChg>
        <pc:picChg chg="add mod">
          <ac:chgData name="ARUN KARTHIK ." userId="62a047ea-99a3-445a-a127-bd8840139939" providerId="ADAL" clId="{2300E771-4B7D-4D9C-ADED-A67A217ED3F2}" dt="2024-08-10T10:01:13.879" v="905" actId="1076"/>
          <ac:picMkLst>
            <pc:docMk/>
            <pc:sldMk cId="3802152035" sldId="2147472379"/>
            <ac:picMk id="25" creationId="{EC8C50DD-635C-BFBF-B5C3-F6A3BF6DD19D}"/>
          </ac:picMkLst>
        </pc:picChg>
        <pc:picChg chg="del">
          <ac:chgData name="ARUN KARTHIK ." userId="62a047ea-99a3-445a-a127-bd8840139939" providerId="ADAL" clId="{2300E771-4B7D-4D9C-ADED-A67A217ED3F2}" dt="2024-08-10T09:58:42.798" v="868" actId="478"/>
          <ac:picMkLst>
            <pc:docMk/>
            <pc:sldMk cId="3802152035" sldId="2147472379"/>
            <ac:picMk id="30" creationId="{C17C5651-8118-BFB2-7B02-179BFAD4A035}"/>
          </ac:picMkLst>
        </pc:picChg>
      </pc:sldChg>
      <pc:sldChg chg="addSp delSp modSp add mod modAnim">
        <pc:chgData name="ARUN KARTHIK ." userId="62a047ea-99a3-445a-a127-bd8840139939" providerId="ADAL" clId="{2300E771-4B7D-4D9C-ADED-A67A217ED3F2}" dt="2024-08-10T12:05:11.271" v="1355"/>
        <pc:sldMkLst>
          <pc:docMk/>
          <pc:sldMk cId="3477615367" sldId="2147472380"/>
        </pc:sldMkLst>
        <pc:picChg chg="add mod">
          <ac:chgData name="ARUN KARTHIK ." userId="62a047ea-99a3-445a-a127-bd8840139939" providerId="ADAL" clId="{2300E771-4B7D-4D9C-ADED-A67A217ED3F2}" dt="2024-08-10T10:01:32.798" v="910" actId="1076"/>
          <ac:picMkLst>
            <pc:docMk/>
            <pc:sldMk cId="3477615367" sldId="2147472380"/>
            <ac:picMk id="3" creationId="{5571CB7F-8EA8-28A5-300C-2B77A4FE1D52}"/>
          </ac:picMkLst>
        </pc:picChg>
        <pc:picChg chg="add del mod">
          <ac:chgData name="ARUN KARTHIK ." userId="62a047ea-99a3-445a-a127-bd8840139939" providerId="ADAL" clId="{2300E771-4B7D-4D9C-ADED-A67A217ED3F2}" dt="2024-08-10T10:01:55.273" v="916" actId="478"/>
          <ac:picMkLst>
            <pc:docMk/>
            <pc:sldMk cId="3477615367" sldId="2147472380"/>
            <ac:picMk id="6" creationId="{85943198-C7A6-CDF8-370C-66448C785986}"/>
          </ac:picMkLst>
        </pc:picChg>
        <pc:picChg chg="add mod">
          <ac:chgData name="ARUN KARTHIK ." userId="62a047ea-99a3-445a-a127-bd8840139939" providerId="ADAL" clId="{2300E771-4B7D-4D9C-ADED-A67A217ED3F2}" dt="2024-08-10T10:01:58.040" v="919" actId="14100"/>
          <ac:picMkLst>
            <pc:docMk/>
            <pc:sldMk cId="3477615367" sldId="2147472380"/>
            <ac:picMk id="9" creationId="{6E01D13D-83C9-3666-314D-FDBF0CC0F782}"/>
          </ac:picMkLst>
        </pc:picChg>
        <pc:picChg chg="add mod">
          <ac:chgData name="ARUN KARTHIK ." userId="62a047ea-99a3-445a-a127-bd8840139939" providerId="ADAL" clId="{2300E771-4B7D-4D9C-ADED-A67A217ED3F2}" dt="2024-08-10T10:02:22.605" v="926"/>
          <ac:picMkLst>
            <pc:docMk/>
            <pc:sldMk cId="3477615367" sldId="2147472380"/>
            <ac:picMk id="11" creationId="{E79CCDBA-D4F1-4A66-0A5D-C254BBA26470}"/>
          </ac:picMkLst>
        </pc:picChg>
        <pc:picChg chg="del">
          <ac:chgData name="ARUN KARTHIK ." userId="62a047ea-99a3-445a-a127-bd8840139939" providerId="ADAL" clId="{2300E771-4B7D-4D9C-ADED-A67A217ED3F2}" dt="2024-08-10T10:00:59.279" v="896" actId="478"/>
          <ac:picMkLst>
            <pc:docMk/>
            <pc:sldMk cId="3477615367" sldId="2147472380"/>
            <ac:picMk id="21" creationId="{1353E853-C2EF-E6DC-5A28-21529B478313}"/>
          </ac:picMkLst>
        </pc:picChg>
        <pc:picChg chg="del">
          <ac:chgData name="ARUN KARTHIK ." userId="62a047ea-99a3-445a-a127-bd8840139939" providerId="ADAL" clId="{2300E771-4B7D-4D9C-ADED-A67A217ED3F2}" dt="2024-08-10T10:00:59.279" v="896" actId="478"/>
          <ac:picMkLst>
            <pc:docMk/>
            <pc:sldMk cId="3477615367" sldId="2147472380"/>
            <ac:picMk id="23" creationId="{042B95D6-5631-3F3C-DDC1-4D08070F0C72}"/>
          </ac:picMkLst>
        </pc:picChg>
        <pc:picChg chg="del">
          <ac:chgData name="ARUN KARTHIK ." userId="62a047ea-99a3-445a-a127-bd8840139939" providerId="ADAL" clId="{2300E771-4B7D-4D9C-ADED-A67A217ED3F2}" dt="2024-08-10T10:00:59.279" v="896" actId="478"/>
          <ac:picMkLst>
            <pc:docMk/>
            <pc:sldMk cId="3477615367" sldId="2147472380"/>
            <ac:picMk id="25" creationId="{EC8C50DD-635C-BFBF-B5C3-F6A3BF6DD19D}"/>
          </ac:picMkLst>
        </pc:picChg>
        <pc:inkChg chg="add">
          <ac:chgData name="ARUN KARTHIK ." userId="62a047ea-99a3-445a-a127-bd8840139939" providerId="ADAL" clId="{2300E771-4B7D-4D9C-ADED-A67A217ED3F2}" dt="2024-08-10T12:05:11.271" v="1355"/>
          <ac:inkMkLst>
            <pc:docMk/>
            <pc:sldMk cId="3477615367" sldId="2147472380"/>
            <ac:inkMk id="2" creationId="{F798E375-CCD6-D283-CDB9-060319D480B0}"/>
          </ac:inkMkLst>
        </pc:inkChg>
      </pc:sldChg>
      <pc:sldChg chg="addSp delSp modSp add mod delAnim">
        <pc:chgData name="ARUN KARTHIK ." userId="62a047ea-99a3-445a-a127-bd8840139939" providerId="ADAL" clId="{2300E771-4B7D-4D9C-ADED-A67A217ED3F2}" dt="2024-08-10T10:05:47.102" v="939" actId="14100"/>
        <pc:sldMkLst>
          <pc:docMk/>
          <pc:sldMk cId="57703861" sldId="2147472381"/>
        </pc:sldMkLst>
        <pc:spChg chg="add mod">
          <ac:chgData name="ARUN KARTHIK ." userId="62a047ea-99a3-445a-a127-bd8840139939" providerId="ADAL" clId="{2300E771-4B7D-4D9C-ADED-A67A217ED3F2}" dt="2024-08-10T10:05:40.116" v="935" actId="1076"/>
          <ac:spMkLst>
            <pc:docMk/>
            <pc:sldMk cId="57703861" sldId="2147472381"/>
            <ac:spMk id="5" creationId="{8334249B-1E96-DCA1-4382-C6DAF2626D18}"/>
          </ac:spMkLst>
        </pc:spChg>
        <pc:spChg chg="mod">
          <ac:chgData name="ARUN KARTHIK ." userId="62a047ea-99a3-445a-a127-bd8840139939" providerId="ADAL" clId="{2300E771-4B7D-4D9C-ADED-A67A217ED3F2}" dt="2024-08-10T10:05:15.930" v="931"/>
          <ac:spMkLst>
            <pc:docMk/>
            <pc:sldMk cId="57703861" sldId="2147472381"/>
            <ac:spMk id="64" creationId="{8E6CA7E4-5B79-B61A-FB5D-161F977625FD}"/>
          </ac:spMkLst>
        </pc:spChg>
        <pc:picChg chg="add mod">
          <ac:chgData name="ARUN KARTHIK ." userId="62a047ea-99a3-445a-a127-bd8840139939" providerId="ADAL" clId="{2300E771-4B7D-4D9C-ADED-A67A217ED3F2}" dt="2024-08-10T10:05:47.102" v="939" actId="14100"/>
          <ac:picMkLst>
            <pc:docMk/>
            <pc:sldMk cId="57703861" sldId="2147472381"/>
            <ac:picMk id="3" creationId="{C7032A9B-B17F-BFBF-9C71-D7961F38844A}"/>
          </ac:picMkLst>
        </pc:picChg>
        <pc:picChg chg="del">
          <ac:chgData name="ARUN KARTHIK ." userId="62a047ea-99a3-445a-a127-bd8840139939" providerId="ADAL" clId="{2300E771-4B7D-4D9C-ADED-A67A217ED3F2}" dt="2024-08-10T10:05:07.598" v="928" actId="478"/>
          <ac:picMkLst>
            <pc:docMk/>
            <pc:sldMk cId="57703861" sldId="2147472381"/>
            <ac:picMk id="21" creationId="{1353E853-C2EF-E6DC-5A28-21529B478313}"/>
          </ac:picMkLst>
        </pc:picChg>
        <pc:picChg chg="del">
          <ac:chgData name="ARUN KARTHIK ." userId="62a047ea-99a3-445a-a127-bd8840139939" providerId="ADAL" clId="{2300E771-4B7D-4D9C-ADED-A67A217ED3F2}" dt="2024-08-10T10:05:07.598" v="928" actId="478"/>
          <ac:picMkLst>
            <pc:docMk/>
            <pc:sldMk cId="57703861" sldId="2147472381"/>
            <ac:picMk id="23" creationId="{042B95D6-5631-3F3C-DDC1-4D08070F0C72}"/>
          </ac:picMkLst>
        </pc:picChg>
        <pc:picChg chg="del">
          <ac:chgData name="ARUN KARTHIK ." userId="62a047ea-99a3-445a-a127-bd8840139939" providerId="ADAL" clId="{2300E771-4B7D-4D9C-ADED-A67A217ED3F2}" dt="2024-08-10T10:05:07.598" v="928" actId="478"/>
          <ac:picMkLst>
            <pc:docMk/>
            <pc:sldMk cId="57703861" sldId="2147472381"/>
            <ac:picMk id="25" creationId="{EC8C50DD-635C-BFBF-B5C3-F6A3BF6DD19D}"/>
          </ac:picMkLst>
        </pc:picChg>
      </pc:sldChg>
      <pc:sldChg chg="addSp delSp modSp add mod">
        <pc:chgData name="ARUN KARTHIK ." userId="62a047ea-99a3-445a-a127-bd8840139939" providerId="ADAL" clId="{2300E771-4B7D-4D9C-ADED-A67A217ED3F2}" dt="2024-08-10T10:09:37.201" v="971" actId="6549"/>
        <pc:sldMkLst>
          <pc:docMk/>
          <pc:sldMk cId="2031889850" sldId="2147472382"/>
        </pc:sldMkLst>
        <pc:spChg chg="del">
          <ac:chgData name="ARUN KARTHIK ." userId="62a047ea-99a3-445a-a127-bd8840139939" providerId="ADAL" clId="{2300E771-4B7D-4D9C-ADED-A67A217ED3F2}" dt="2024-08-10T10:08:23.729" v="962" actId="478"/>
          <ac:spMkLst>
            <pc:docMk/>
            <pc:sldMk cId="2031889850" sldId="2147472382"/>
            <ac:spMk id="5" creationId="{8334249B-1E96-DCA1-4382-C6DAF2626D18}"/>
          </ac:spMkLst>
        </pc:spChg>
        <pc:spChg chg="add mod">
          <ac:chgData name="ARUN KARTHIK ." userId="62a047ea-99a3-445a-a127-bd8840139939" providerId="ADAL" clId="{2300E771-4B7D-4D9C-ADED-A67A217ED3F2}" dt="2024-08-10T10:08:41.739" v="964" actId="1076"/>
          <ac:spMkLst>
            <pc:docMk/>
            <pc:sldMk cId="2031889850" sldId="2147472382"/>
            <ac:spMk id="7" creationId="{784FB269-EC05-1DCE-14AD-7EA88E414606}"/>
          </ac:spMkLst>
        </pc:spChg>
        <pc:spChg chg="add del">
          <ac:chgData name="ARUN KARTHIK ." userId="62a047ea-99a3-445a-a127-bd8840139939" providerId="ADAL" clId="{2300E771-4B7D-4D9C-ADED-A67A217ED3F2}" dt="2024-08-10T10:08:49.806" v="966" actId="22"/>
          <ac:spMkLst>
            <pc:docMk/>
            <pc:sldMk cId="2031889850" sldId="2147472382"/>
            <ac:spMk id="9" creationId="{1EE128C1-7B86-B65E-6A33-2877C65EDEF1}"/>
          </ac:spMkLst>
        </pc:spChg>
        <pc:spChg chg="add">
          <ac:chgData name="ARUN KARTHIK ." userId="62a047ea-99a3-445a-a127-bd8840139939" providerId="ADAL" clId="{2300E771-4B7D-4D9C-ADED-A67A217ED3F2}" dt="2024-08-10T10:09:25.537" v="967"/>
          <ac:spMkLst>
            <pc:docMk/>
            <pc:sldMk cId="2031889850" sldId="2147472382"/>
            <ac:spMk id="10" creationId="{FE6C6D63-BE97-3663-7E0C-C1193F4DBC03}"/>
          </ac:spMkLst>
        </pc:spChg>
        <pc:spChg chg="add mod">
          <ac:chgData name="ARUN KARTHIK ." userId="62a047ea-99a3-445a-a127-bd8840139939" providerId="ADAL" clId="{2300E771-4B7D-4D9C-ADED-A67A217ED3F2}" dt="2024-08-10T10:09:37.201" v="971" actId="6549"/>
          <ac:spMkLst>
            <pc:docMk/>
            <pc:sldMk cId="2031889850" sldId="2147472382"/>
            <ac:spMk id="12" creationId="{B7DE952B-C6D9-F9D5-D669-220A2673C021}"/>
          </ac:spMkLst>
        </pc:spChg>
        <pc:spChg chg="mod">
          <ac:chgData name="ARUN KARTHIK ." userId="62a047ea-99a3-445a-a127-bd8840139939" providerId="ADAL" clId="{2300E771-4B7D-4D9C-ADED-A67A217ED3F2}" dt="2024-08-10T10:08:15.978" v="956" actId="20577"/>
          <ac:spMkLst>
            <pc:docMk/>
            <pc:sldMk cId="2031889850" sldId="2147472382"/>
            <ac:spMk id="64" creationId="{8E6CA7E4-5B79-B61A-FB5D-161F977625FD}"/>
          </ac:spMkLst>
        </pc:spChg>
        <pc:picChg chg="del mod">
          <ac:chgData name="ARUN KARTHIK ." userId="62a047ea-99a3-445a-a127-bd8840139939" providerId="ADAL" clId="{2300E771-4B7D-4D9C-ADED-A67A217ED3F2}" dt="2024-08-10T10:08:17.629" v="959" actId="478"/>
          <ac:picMkLst>
            <pc:docMk/>
            <pc:sldMk cId="2031889850" sldId="2147472382"/>
            <ac:picMk id="3" creationId="{C7032A9B-B17F-BFBF-9C71-D7961F38844A}"/>
          </ac:picMkLst>
        </pc:picChg>
        <pc:picChg chg="add mod">
          <ac:chgData name="ARUN KARTHIK ." userId="62a047ea-99a3-445a-a127-bd8840139939" providerId="ADAL" clId="{2300E771-4B7D-4D9C-ADED-A67A217ED3F2}" dt="2024-08-10T10:08:20.975" v="961" actId="1076"/>
          <ac:picMkLst>
            <pc:docMk/>
            <pc:sldMk cId="2031889850" sldId="2147472382"/>
            <ac:picMk id="4" creationId="{EAE9D9ED-2EA9-08C4-24C0-8B3B5D967384}"/>
          </ac:picMkLst>
        </pc:picChg>
      </pc:sldChg>
      <pc:sldChg chg="addSp delSp modSp add mod">
        <pc:chgData name="ARUN KARTHIK ." userId="62a047ea-99a3-445a-a127-bd8840139939" providerId="ADAL" clId="{2300E771-4B7D-4D9C-ADED-A67A217ED3F2}" dt="2024-08-10T10:10:11.414" v="981" actId="1076"/>
        <pc:sldMkLst>
          <pc:docMk/>
          <pc:sldMk cId="3700146145" sldId="2147472383"/>
        </pc:sldMkLst>
        <pc:spChg chg="add">
          <ac:chgData name="ARUN KARTHIK ." userId="62a047ea-99a3-445a-a127-bd8840139939" providerId="ADAL" clId="{2300E771-4B7D-4D9C-ADED-A67A217ED3F2}" dt="2024-08-10T10:09:51.976" v="975"/>
          <ac:spMkLst>
            <pc:docMk/>
            <pc:sldMk cId="3700146145" sldId="2147472383"/>
            <ac:spMk id="2" creationId="{4B384EA3-38FF-47B2-41B6-2A633BFCDBE0}"/>
          </ac:spMkLst>
        </pc:spChg>
        <pc:spChg chg="add mod">
          <ac:chgData name="ARUN KARTHIK ." userId="62a047ea-99a3-445a-a127-bd8840139939" providerId="ADAL" clId="{2300E771-4B7D-4D9C-ADED-A67A217ED3F2}" dt="2024-08-10T10:10:05.520" v="980" actId="1076"/>
          <ac:spMkLst>
            <pc:docMk/>
            <pc:sldMk cId="3700146145" sldId="2147472383"/>
            <ac:spMk id="5" creationId="{0EBCBDF6-5ED2-2C67-B201-60A29CC6ECE2}"/>
          </ac:spMkLst>
        </pc:spChg>
        <pc:spChg chg="del">
          <ac:chgData name="ARUN KARTHIK ." userId="62a047ea-99a3-445a-a127-bd8840139939" providerId="ADAL" clId="{2300E771-4B7D-4D9C-ADED-A67A217ED3F2}" dt="2024-08-10T10:09:50.384" v="974" actId="478"/>
          <ac:spMkLst>
            <pc:docMk/>
            <pc:sldMk cId="3700146145" sldId="2147472383"/>
            <ac:spMk id="7" creationId="{784FB269-EC05-1DCE-14AD-7EA88E414606}"/>
          </ac:spMkLst>
        </pc:spChg>
        <pc:spChg chg="del">
          <ac:chgData name="ARUN KARTHIK ." userId="62a047ea-99a3-445a-a127-bd8840139939" providerId="ADAL" clId="{2300E771-4B7D-4D9C-ADED-A67A217ED3F2}" dt="2024-08-10T10:09:48.588" v="973" actId="478"/>
          <ac:spMkLst>
            <pc:docMk/>
            <pc:sldMk cId="3700146145" sldId="2147472383"/>
            <ac:spMk id="12" creationId="{B7DE952B-C6D9-F9D5-D669-220A2673C021}"/>
          </ac:spMkLst>
        </pc:spChg>
        <pc:picChg chg="mod">
          <ac:chgData name="ARUN KARTHIK ." userId="62a047ea-99a3-445a-a127-bd8840139939" providerId="ADAL" clId="{2300E771-4B7D-4D9C-ADED-A67A217ED3F2}" dt="2024-08-10T10:10:11.414" v="981" actId="1076"/>
          <ac:picMkLst>
            <pc:docMk/>
            <pc:sldMk cId="3700146145" sldId="2147472383"/>
            <ac:picMk id="4" creationId="{EAE9D9ED-2EA9-08C4-24C0-8B3B5D967384}"/>
          </ac:picMkLst>
        </pc:picChg>
      </pc:sldChg>
      <pc:sldChg chg="addSp delSp modSp add mod">
        <pc:chgData name="ARUN KARTHIK ." userId="62a047ea-99a3-445a-a127-bd8840139939" providerId="ADAL" clId="{2300E771-4B7D-4D9C-ADED-A67A217ED3F2}" dt="2024-08-10T10:15:51.710" v="1006" actId="20577"/>
        <pc:sldMkLst>
          <pc:docMk/>
          <pc:sldMk cId="3268246114" sldId="2147472384"/>
        </pc:sldMkLst>
        <pc:spChg chg="add del mod">
          <ac:chgData name="ARUN KARTHIK ." userId="62a047ea-99a3-445a-a127-bd8840139939" providerId="ADAL" clId="{2300E771-4B7D-4D9C-ADED-A67A217ED3F2}" dt="2024-08-10T10:15:38.033" v="1000" actId="478"/>
          <ac:spMkLst>
            <pc:docMk/>
            <pc:sldMk cId="3268246114" sldId="2147472384"/>
            <ac:spMk id="3" creationId="{E5C80788-56E8-8EA9-2397-EAC51D40F50A}"/>
          </ac:spMkLst>
        </pc:spChg>
        <pc:spChg chg="del">
          <ac:chgData name="ARUN KARTHIK ." userId="62a047ea-99a3-445a-a127-bd8840139939" providerId="ADAL" clId="{2300E771-4B7D-4D9C-ADED-A67A217ED3F2}" dt="2024-08-10T10:11:53.085" v="983" actId="478"/>
          <ac:spMkLst>
            <pc:docMk/>
            <pc:sldMk cId="3268246114" sldId="2147472384"/>
            <ac:spMk id="5" creationId="{0EBCBDF6-5ED2-2C67-B201-60A29CC6ECE2}"/>
          </ac:spMkLst>
        </pc:spChg>
        <pc:spChg chg="add del mod">
          <ac:chgData name="ARUN KARTHIK ." userId="62a047ea-99a3-445a-a127-bd8840139939" providerId="ADAL" clId="{2300E771-4B7D-4D9C-ADED-A67A217ED3F2}" dt="2024-08-10T10:15:35.774" v="998"/>
          <ac:spMkLst>
            <pc:docMk/>
            <pc:sldMk cId="3268246114" sldId="2147472384"/>
            <ac:spMk id="7" creationId="{E72316A0-9A42-A4DD-E8D8-F4DB5E7805DD}"/>
          </ac:spMkLst>
        </pc:spChg>
        <pc:spChg chg="add mod">
          <ac:chgData name="ARUN KARTHIK ." userId="62a047ea-99a3-445a-a127-bd8840139939" providerId="ADAL" clId="{2300E771-4B7D-4D9C-ADED-A67A217ED3F2}" dt="2024-08-10T10:15:51.710" v="1006" actId="20577"/>
          <ac:spMkLst>
            <pc:docMk/>
            <pc:sldMk cId="3268246114" sldId="2147472384"/>
            <ac:spMk id="9" creationId="{A98F6AA4-5900-5B1A-ED2C-0F35AF2389D3}"/>
          </ac:spMkLst>
        </pc:spChg>
        <pc:spChg chg="mod">
          <ac:chgData name="ARUN KARTHIK ." userId="62a047ea-99a3-445a-a127-bd8840139939" providerId="ADAL" clId="{2300E771-4B7D-4D9C-ADED-A67A217ED3F2}" dt="2024-08-10T10:11:55.436" v="986" actId="20577"/>
          <ac:spMkLst>
            <pc:docMk/>
            <pc:sldMk cId="3268246114" sldId="2147472384"/>
            <ac:spMk id="64" creationId="{8E6CA7E4-5B79-B61A-FB5D-161F977625FD}"/>
          </ac:spMkLst>
        </pc:spChg>
        <pc:picChg chg="del">
          <ac:chgData name="ARUN KARTHIK ." userId="62a047ea-99a3-445a-a127-bd8840139939" providerId="ADAL" clId="{2300E771-4B7D-4D9C-ADED-A67A217ED3F2}" dt="2024-08-10T10:11:53.085" v="983" actId="478"/>
          <ac:picMkLst>
            <pc:docMk/>
            <pc:sldMk cId="3268246114" sldId="2147472384"/>
            <ac:picMk id="4" creationId="{EAE9D9ED-2EA9-08C4-24C0-8B3B5D967384}"/>
          </ac:picMkLst>
        </pc:picChg>
      </pc:sldChg>
      <pc:sldChg chg="addSp delSp modSp add mod">
        <pc:chgData name="ARUN KARTHIK ." userId="62a047ea-99a3-445a-a127-bd8840139939" providerId="ADAL" clId="{2300E771-4B7D-4D9C-ADED-A67A217ED3F2}" dt="2024-08-10T10:17:18.624" v="1080" actId="20577"/>
        <pc:sldMkLst>
          <pc:docMk/>
          <pc:sldMk cId="3640789840" sldId="2147472385"/>
        </pc:sldMkLst>
        <pc:spChg chg="add">
          <ac:chgData name="ARUN KARTHIK ." userId="62a047ea-99a3-445a-a127-bd8840139939" providerId="ADAL" clId="{2300E771-4B7D-4D9C-ADED-A67A217ED3F2}" dt="2024-08-10T10:16:23.952" v="1056"/>
          <ac:spMkLst>
            <pc:docMk/>
            <pc:sldMk cId="3640789840" sldId="2147472385"/>
            <ac:spMk id="2" creationId="{B729121D-E193-B6EB-75D4-5DD14A64038B}"/>
          </ac:spMkLst>
        </pc:spChg>
        <pc:spChg chg="add">
          <ac:chgData name="ARUN KARTHIK ." userId="62a047ea-99a3-445a-a127-bd8840139939" providerId="ADAL" clId="{2300E771-4B7D-4D9C-ADED-A67A217ED3F2}" dt="2024-08-10T10:16:37.589" v="1063"/>
          <ac:spMkLst>
            <pc:docMk/>
            <pc:sldMk cId="3640789840" sldId="2147472385"/>
            <ac:spMk id="4" creationId="{F68FAA7E-E7DF-99C2-1D2B-3F03ECC13CF3}"/>
          </ac:spMkLst>
        </pc:spChg>
        <pc:spChg chg="add">
          <ac:chgData name="ARUN KARTHIK ." userId="62a047ea-99a3-445a-a127-bd8840139939" providerId="ADAL" clId="{2300E771-4B7D-4D9C-ADED-A67A217ED3F2}" dt="2024-08-10T10:16:48.053" v="1067"/>
          <ac:spMkLst>
            <pc:docMk/>
            <pc:sldMk cId="3640789840" sldId="2147472385"/>
            <ac:spMk id="6" creationId="{FDD04898-E89B-A0BF-FD81-E1F385CD14F3}"/>
          </ac:spMkLst>
        </pc:spChg>
        <pc:spChg chg="add">
          <ac:chgData name="ARUN KARTHIK ." userId="62a047ea-99a3-445a-a127-bd8840139939" providerId="ADAL" clId="{2300E771-4B7D-4D9C-ADED-A67A217ED3F2}" dt="2024-08-10T10:16:55.695" v="1071"/>
          <ac:spMkLst>
            <pc:docMk/>
            <pc:sldMk cId="3640789840" sldId="2147472385"/>
            <ac:spMk id="8" creationId="{DB65033D-353D-F00A-2B52-CA022E13116B}"/>
          </ac:spMkLst>
        </pc:spChg>
        <pc:spChg chg="del">
          <ac:chgData name="ARUN KARTHIK ." userId="62a047ea-99a3-445a-a127-bd8840139939" providerId="ADAL" clId="{2300E771-4B7D-4D9C-ADED-A67A217ED3F2}" dt="2024-08-10T10:16:12.274" v="1055" actId="478"/>
          <ac:spMkLst>
            <pc:docMk/>
            <pc:sldMk cId="3640789840" sldId="2147472385"/>
            <ac:spMk id="9" creationId="{A98F6AA4-5900-5B1A-ED2C-0F35AF2389D3}"/>
          </ac:spMkLst>
        </pc:spChg>
        <pc:spChg chg="add mod">
          <ac:chgData name="ARUN KARTHIK ." userId="62a047ea-99a3-445a-a127-bd8840139939" providerId="ADAL" clId="{2300E771-4B7D-4D9C-ADED-A67A217ED3F2}" dt="2024-08-10T10:17:18.624" v="1080" actId="20577"/>
          <ac:spMkLst>
            <pc:docMk/>
            <pc:sldMk cId="3640789840" sldId="2147472385"/>
            <ac:spMk id="12" creationId="{1A259D2F-002C-601C-A21D-0A33A8078D9D}"/>
          </ac:spMkLst>
        </pc:spChg>
        <pc:spChg chg="mod">
          <ac:chgData name="ARUN KARTHIK ." userId="62a047ea-99a3-445a-a127-bd8840139939" providerId="ADAL" clId="{2300E771-4B7D-4D9C-ADED-A67A217ED3F2}" dt="2024-08-10T10:16:10.596" v="1054" actId="20577"/>
          <ac:spMkLst>
            <pc:docMk/>
            <pc:sldMk cId="3640789840" sldId="2147472385"/>
            <ac:spMk id="64" creationId="{8E6CA7E4-5B79-B61A-FB5D-161F977625FD}"/>
          </ac:spMkLst>
        </pc:spChg>
        <pc:picChg chg="add mod">
          <ac:chgData name="ARUN KARTHIK ." userId="62a047ea-99a3-445a-a127-bd8840139939" providerId="ADAL" clId="{2300E771-4B7D-4D9C-ADED-A67A217ED3F2}" dt="2024-08-10T10:16:31.742" v="1062" actId="1076"/>
          <ac:picMkLst>
            <pc:docMk/>
            <pc:sldMk cId="3640789840" sldId="2147472385"/>
            <ac:picMk id="3" creationId="{863C5DE8-63CF-5C9A-DEEA-01255F224005}"/>
          </ac:picMkLst>
        </pc:picChg>
        <pc:picChg chg="add mod">
          <ac:chgData name="ARUN KARTHIK ." userId="62a047ea-99a3-445a-a127-bd8840139939" providerId="ADAL" clId="{2300E771-4B7D-4D9C-ADED-A67A217ED3F2}" dt="2024-08-10T10:17:02.685" v="1076" actId="1076"/>
          <ac:picMkLst>
            <pc:docMk/>
            <pc:sldMk cId="3640789840" sldId="2147472385"/>
            <ac:picMk id="5" creationId="{E82ABF36-8EFE-5081-9EE5-D48EB7D120DC}"/>
          </ac:picMkLst>
        </pc:picChg>
        <pc:picChg chg="add del mod">
          <ac:chgData name="ARUN KARTHIK ." userId="62a047ea-99a3-445a-a127-bd8840139939" providerId="ADAL" clId="{2300E771-4B7D-4D9C-ADED-A67A217ED3F2}" dt="2024-08-10T10:16:51.254" v="1070" actId="478"/>
          <ac:picMkLst>
            <pc:docMk/>
            <pc:sldMk cId="3640789840" sldId="2147472385"/>
            <ac:picMk id="7" creationId="{7FE92088-E2F9-BC50-3A76-3CE322E3EC47}"/>
          </ac:picMkLst>
        </pc:picChg>
        <pc:picChg chg="add mod">
          <ac:chgData name="ARUN KARTHIK ." userId="62a047ea-99a3-445a-a127-bd8840139939" providerId="ADAL" clId="{2300E771-4B7D-4D9C-ADED-A67A217ED3F2}" dt="2024-08-10T10:17:01.238" v="1075" actId="1076"/>
          <ac:picMkLst>
            <pc:docMk/>
            <pc:sldMk cId="3640789840" sldId="2147472385"/>
            <ac:picMk id="10" creationId="{DAC07949-32A4-020E-E005-10A49FD48DFA}"/>
          </ac:picMkLst>
        </pc:picChg>
      </pc:sldChg>
      <pc:sldChg chg="addSp delSp modSp add mod">
        <pc:chgData name="ARUN KARTHIK ." userId="62a047ea-99a3-445a-a127-bd8840139939" providerId="ADAL" clId="{2300E771-4B7D-4D9C-ADED-A67A217ED3F2}" dt="2024-08-10T10:18:22.146" v="1126" actId="20577"/>
        <pc:sldMkLst>
          <pc:docMk/>
          <pc:sldMk cId="3478306711" sldId="2147472386"/>
        </pc:sldMkLst>
        <pc:spChg chg="add mod">
          <ac:chgData name="ARUN KARTHIK ." userId="62a047ea-99a3-445a-a127-bd8840139939" providerId="ADAL" clId="{2300E771-4B7D-4D9C-ADED-A67A217ED3F2}" dt="2024-08-10T10:18:22.146" v="1126" actId="20577"/>
          <ac:spMkLst>
            <pc:docMk/>
            <pc:sldMk cId="3478306711" sldId="2147472386"/>
            <ac:spMk id="4" creationId="{F43E4484-C8D8-F5D7-58B4-53CB783CA8E8}"/>
          </ac:spMkLst>
        </pc:spChg>
        <pc:spChg chg="del">
          <ac:chgData name="ARUN KARTHIK ." userId="62a047ea-99a3-445a-a127-bd8840139939" providerId="ADAL" clId="{2300E771-4B7D-4D9C-ADED-A67A217ED3F2}" dt="2024-08-10T10:17:22.100" v="1082" actId="478"/>
          <ac:spMkLst>
            <pc:docMk/>
            <pc:sldMk cId="3478306711" sldId="2147472386"/>
            <ac:spMk id="12" creationId="{1A259D2F-002C-601C-A21D-0A33A8078D9D}"/>
          </ac:spMkLst>
        </pc:spChg>
      </pc:sldChg>
      <pc:sldChg chg="addSp delSp modSp add mod">
        <pc:chgData name="ARUN KARTHIK ." userId="62a047ea-99a3-445a-a127-bd8840139939" providerId="ADAL" clId="{2300E771-4B7D-4D9C-ADED-A67A217ED3F2}" dt="2024-08-10T10:18:59.932" v="1148" actId="20577"/>
        <pc:sldMkLst>
          <pc:docMk/>
          <pc:sldMk cId="2588407438" sldId="2147472387"/>
        </pc:sldMkLst>
        <pc:spChg chg="del">
          <ac:chgData name="ARUN KARTHIK ." userId="62a047ea-99a3-445a-a127-bd8840139939" providerId="ADAL" clId="{2300E771-4B7D-4D9C-ADED-A67A217ED3F2}" dt="2024-08-10T10:18:32.004" v="1128" actId="478"/>
          <ac:spMkLst>
            <pc:docMk/>
            <pc:sldMk cId="2588407438" sldId="2147472387"/>
            <ac:spMk id="4" creationId="{F43E4484-C8D8-F5D7-58B4-53CB783CA8E8}"/>
          </ac:spMkLst>
        </pc:spChg>
        <pc:spChg chg="add mod">
          <ac:chgData name="ARUN KARTHIK ." userId="62a047ea-99a3-445a-a127-bd8840139939" providerId="ADAL" clId="{2300E771-4B7D-4D9C-ADED-A67A217ED3F2}" dt="2024-08-10T10:18:59.932" v="1148" actId="20577"/>
          <ac:spMkLst>
            <pc:docMk/>
            <pc:sldMk cId="2588407438" sldId="2147472387"/>
            <ac:spMk id="6" creationId="{3A15F7EC-8B68-B5B9-D010-40DF280B1EF6}"/>
          </ac:spMkLst>
        </pc:spChg>
      </pc:sldChg>
      <pc:sldChg chg="addSp delSp modSp add mod">
        <pc:chgData name="ARUN KARTHIK ." userId="62a047ea-99a3-445a-a127-bd8840139939" providerId="ADAL" clId="{2300E771-4B7D-4D9C-ADED-A67A217ED3F2}" dt="2024-08-10T10:21:19.965" v="1182" actId="1076"/>
        <pc:sldMkLst>
          <pc:docMk/>
          <pc:sldMk cId="1909346952" sldId="2147472388"/>
        </pc:sldMkLst>
        <pc:spChg chg="add del mod">
          <ac:chgData name="ARUN KARTHIK ." userId="62a047ea-99a3-445a-a127-bd8840139939" providerId="ADAL" clId="{2300E771-4B7D-4D9C-ADED-A67A217ED3F2}" dt="2024-08-10T10:20:20.469" v="1158" actId="478"/>
          <ac:spMkLst>
            <pc:docMk/>
            <pc:sldMk cId="1909346952" sldId="2147472388"/>
            <ac:spMk id="4" creationId="{0605D21C-7660-7325-3715-87BD49A1B975}"/>
          </ac:spMkLst>
        </pc:spChg>
        <pc:spChg chg="del">
          <ac:chgData name="ARUN KARTHIK ." userId="62a047ea-99a3-445a-a127-bd8840139939" providerId="ADAL" clId="{2300E771-4B7D-4D9C-ADED-A67A217ED3F2}" dt="2024-08-10T10:19:07.406" v="1150" actId="478"/>
          <ac:spMkLst>
            <pc:docMk/>
            <pc:sldMk cId="1909346952" sldId="2147472388"/>
            <ac:spMk id="6" creationId="{3A15F7EC-8B68-B5B9-D010-40DF280B1EF6}"/>
          </ac:spMkLst>
        </pc:spChg>
        <pc:spChg chg="add mod">
          <ac:chgData name="ARUN KARTHIK ." userId="62a047ea-99a3-445a-a127-bd8840139939" providerId="ADAL" clId="{2300E771-4B7D-4D9C-ADED-A67A217ED3F2}" dt="2024-08-10T10:20:23.321" v="1160" actId="1076"/>
          <ac:spMkLst>
            <pc:docMk/>
            <pc:sldMk cId="1909346952" sldId="2147472388"/>
            <ac:spMk id="8" creationId="{F4DB4DA1-FD1C-BA3C-0681-6069D61F0172}"/>
          </ac:spMkLst>
        </pc:spChg>
        <pc:spChg chg="add mod">
          <ac:chgData name="ARUN KARTHIK ." userId="62a047ea-99a3-445a-a127-bd8840139939" providerId="ADAL" clId="{2300E771-4B7D-4D9C-ADED-A67A217ED3F2}" dt="2024-08-10T10:20:29.824" v="1162" actId="1076"/>
          <ac:spMkLst>
            <pc:docMk/>
            <pc:sldMk cId="1909346952" sldId="2147472388"/>
            <ac:spMk id="11" creationId="{F0205F7F-1653-CD02-C029-E899DE884C2D}"/>
          </ac:spMkLst>
        </pc:spChg>
        <pc:spChg chg="add mod">
          <ac:chgData name="ARUN KARTHIK ." userId="62a047ea-99a3-445a-a127-bd8840139939" providerId="ADAL" clId="{2300E771-4B7D-4D9C-ADED-A67A217ED3F2}" dt="2024-08-10T10:20:37.514" v="1164" actId="1076"/>
          <ac:spMkLst>
            <pc:docMk/>
            <pc:sldMk cId="1909346952" sldId="2147472388"/>
            <ac:spMk id="13" creationId="{9CDB7690-29C5-092F-0E00-340461A14003}"/>
          </ac:spMkLst>
        </pc:spChg>
        <pc:picChg chg="del">
          <ac:chgData name="ARUN KARTHIK ." userId="62a047ea-99a3-445a-a127-bd8840139939" providerId="ADAL" clId="{2300E771-4B7D-4D9C-ADED-A67A217ED3F2}" dt="2024-08-10T10:20:20.469" v="1158" actId="478"/>
          <ac:picMkLst>
            <pc:docMk/>
            <pc:sldMk cId="1909346952" sldId="2147472388"/>
            <ac:picMk id="3" creationId="{863C5DE8-63CF-5C9A-DEEA-01255F224005}"/>
          </ac:picMkLst>
        </pc:picChg>
        <pc:picChg chg="del">
          <ac:chgData name="ARUN KARTHIK ." userId="62a047ea-99a3-445a-a127-bd8840139939" providerId="ADAL" clId="{2300E771-4B7D-4D9C-ADED-A67A217ED3F2}" dt="2024-08-10T10:20:20.469" v="1158" actId="478"/>
          <ac:picMkLst>
            <pc:docMk/>
            <pc:sldMk cId="1909346952" sldId="2147472388"/>
            <ac:picMk id="5" creationId="{E82ABF36-8EFE-5081-9EE5-D48EB7D120DC}"/>
          </ac:picMkLst>
        </pc:picChg>
        <pc:picChg chg="del">
          <ac:chgData name="ARUN KARTHIK ." userId="62a047ea-99a3-445a-a127-bd8840139939" providerId="ADAL" clId="{2300E771-4B7D-4D9C-ADED-A67A217ED3F2}" dt="2024-08-10T10:20:20.469" v="1158" actId="478"/>
          <ac:picMkLst>
            <pc:docMk/>
            <pc:sldMk cId="1909346952" sldId="2147472388"/>
            <ac:picMk id="10" creationId="{DAC07949-32A4-020E-E005-10A49FD48DFA}"/>
          </ac:picMkLst>
        </pc:picChg>
        <pc:picChg chg="add mod">
          <ac:chgData name="ARUN KARTHIK ." userId="62a047ea-99a3-445a-a127-bd8840139939" providerId="ADAL" clId="{2300E771-4B7D-4D9C-ADED-A67A217ED3F2}" dt="2024-08-10T10:21:19.965" v="1182" actId="1076"/>
          <ac:picMkLst>
            <pc:docMk/>
            <pc:sldMk cId="1909346952" sldId="2147472388"/>
            <ac:picMk id="14" creationId="{24D5E5DE-EED3-E6E2-7046-AB4D205D6D43}"/>
          </ac:picMkLst>
        </pc:picChg>
      </pc:sldChg>
      <pc:sldChg chg="add del">
        <pc:chgData name="ARUN KARTHIK ." userId="62a047ea-99a3-445a-a127-bd8840139939" providerId="ADAL" clId="{2300E771-4B7D-4D9C-ADED-A67A217ED3F2}" dt="2024-08-10T10:19:08.878" v="1152"/>
        <pc:sldMkLst>
          <pc:docMk/>
          <pc:sldMk cId="2140099278" sldId="2147472389"/>
        </pc:sldMkLst>
      </pc:sldChg>
      <pc:sldChg chg="addSp delSp modSp add mod">
        <pc:chgData name="ARUN KARTHIK ." userId="62a047ea-99a3-445a-a127-bd8840139939" providerId="ADAL" clId="{2300E771-4B7D-4D9C-ADED-A67A217ED3F2}" dt="2024-08-10T10:21:13.005" v="1176" actId="1076"/>
        <pc:sldMkLst>
          <pc:docMk/>
          <pc:sldMk cId="3540831262" sldId="2147472389"/>
        </pc:sldMkLst>
        <pc:spChg chg="add del mod">
          <ac:chgData name="ARUN KARTHIK ." userId="62a047ea-99a3-445a-a127-bd8840139939" providerId="ADAL" clId="{2300E771-4B7D-4D9C-ADED-A67A217ED3F2}" dt="2024-08-10T10:20:59.023" v="1172" actId="478"/>
          <ac:spMkLst>
            <pc:docMk/>
            <pc:sldMk cId="3540831262" sldId="2147472389"/>
            <ac:spMk id="3" creationId="{DAEB4FC0-5105-F075-21B7-C6D4C6571BD1}"/>
          </ac:spMkLst>
        </pc:spChg>
        <pc:spChg chg="add">
          <ac:chgData name="ARUN KARTHIK ." userId="62a047ea-99a3-445a-a127-bd8840139939" providerId="ADAL" clId="{2300E771-4B7D-4D9C-ADED-A67A217ED3F2}" dt="2024-08-10T10:20:53.432" v="1170"/>
          <ac:spMkLst>
            <pc:docMk/>
            <pc:sldMk cId="3540831262" sldId="2147472389"/>
            <ac:spMk id="4" creationId="{596A47C4-AC7F-7901-0CBA-B162F6C99F62}"/>
          </ac:spMkLst>
        </pc:spChg>
        <pc:spChg chg="add mod">
          <ac:chgData name="ARUN KARTHIK ." userId="62a047ea-99a3-445a-a127-bd8840139939" providerId="ADAL" clId="{2300E771-4B7D-4D9C-ADED-A67A217ED3F2}" dt="2024-08-10T10:21:02.888" v="1174" actId="14100"/>
          <ac:spMkLst>
            <pc:docMk/>
            <pc:sldMk cId="3540831262" sldId="2147472389"/>
            <ac:spMk id="6" creationId="{14AC2820-4A83-ECFE-0F13-C3C96D34E686}"/>
          </ac:spMkLst>
        </pc:spChg>
        <pc:spChg chg="del mod">
          <ac:chgData name="ARUN KARTHIK ." userId="62a047ea-99a3-445a-a127-bd8840139939" providerId="ADAL" clId="{2300E771-4B7D-4D9C-ADED-A67A217ED3F2}" dt="2024-08-10T10:20:46.500" v="1167" actId="478"/>
          <ac:spMkLst>
            <pc:docMk/>
            <pc:sldMk cId="3540831262" sldId="2147472389"/>
            <ac:spMk id="8" creationId="{F4DB4DA1-FD1C-BA3C-0681-6069D61F0172}"/>
          </ac:spMkLst>
        </pc:spChg>
        <pc:spChg chg="del mod">
          <ac:chgData name="ARUN KARTHIK ." userId="62a047ea-99a3-445a-a127-bd8840139939" providerId="ADAL" clId="{2300E771-4B7D-4D9C-ADED-A67A217ED3F2}" dt="2024-08-10T10:20:46.500" v="1167" actId="478"/>
          <ac:spMkLst>
            <pc:docMk/>
            <pc:sldMk cId="3540831262" sldId="2147472389"/>
            <ac:spMk id="11" creationId="{F0205F7F-1653-CD02-C029-E899DE884C2D}"/>
          </ac:spMkLst>
        </pc:spChg>
        <pc:spChg chg="del">
          <ac:chgData name="ARUN KARTHIK ." userId="62a047ea-99a3-445a-a127-bd8840139939" providerId="ADAL" clId="{2300E771-4B7D-4D9C-ADED-A67A217ED3F2}" dt="2024-08-10T10:20:46.500" v="1167" actId="478"/>
          <ac:spMkLst>
            <pc:docMk/>
            <pc:sldMk cId="3540831262" sldId="2147472389"/>
            <ac:spMk id="13" creationId="{9CDB7690-29C5-092F-0E00-340461A14003}"/>
          </ac:spMkLst>
        </pc:spChg>
        <pc:picChg chg="add mod">
          <ac:chgData name="ARUN KARTHIK ." userId="62a047ea-99a3-445a-a127-bd8840139939" providerId="ADAL" clId="{2300E771-4B7D-4D9C-ADED-A67A217ED3F2}" dt="2024-08-10T10:21:13.005" v="1176" actId="1076"/>
          <ac:picMkLst>
            <pc:docMk/>
            <pc:sldMk cId="3540831262" sldId="2147472389"/>
            <ac:picMk id="9" creationId="{74C16268-792B-C4FA-A701-04506B3F23DC}"/>
          </ac:picMkLst>
        </pc:picChg>
      </pc:sldChg>
      <pc:sldChg chg="addSp delSp modSp add mod">
        <pc:chgData name="ARUN KARTHIK ." userId="62a047ea-99a3-445a-a127-bd8840139939" providerId="ADAL" clId="{2300E771-4B7D-4D9C-ADED-A67A217ED3F2}" dt="2024-08-10T10:28:58.725" v="1271" actId="1076"/>
        <pc:sldMkLst>
          <pc:docMk/>
          <pc:sldMk cId="2312948770" sldId="2147472390"/>
        </pc:sldMkLst>
        <pc:spChg chg="add">
          <ac:chgData name="ARUN KARTHIK ." userId="62a047ea-99a3-445a-a127-bd8840139939" providerId="ADAL" clId="{2300E771-4B7D-4D9C-ADED-A67A217ED3F2}" dt="2024-08-10T10:24:05.331" v="1206"/>
          <ac:spMkLst>
            <pc:docMk/>
            <pc:sldMk cId="2312948770" sldId="2147472390"/>
            <ac:spMk id="2" creationId="{B7795F7D-1554-C00D-8279-80049AD64C00}"/>
          </ac:spMkLst>
        </pc:spChg>
        <pc:spChg chg="add">
          <ac:chgData name="ARUN KARTHIK ." userId="62a047ea-99a3-445a-a127-bd8840139939" providerId="ADAL" clId="{2300E771-4B7D-4D9C-ADED-A67A217ED3F2}" dt="2024-08-10T10:24:20.439" v="1210"/>
          <ac:spMkLst>
            <pc:docMk/>
            <pc:sldMk cId="2312948770" sldId="2147472390"/>
            <ac:spMk id="4" creationId="{D2A2B829-D8BB-F3C7-46DC-75435F638ED0}"/>
          </ac:spMkLst>
        </pc:spChg>
        <pc:spChg chg="del">
          <ac:chgData name="ARUN KARTHIK ." userId="62a047ea-99a3-445a-a127-bd8840139939" providerId="ADAL" clId="{2300E771-4B7D-4D9C-ADED-A67A217ED3F2}" dt="2024-08-10T10:21:26.646" v="1186" actId="478"/>
          <ac:spMkLst>
            <pc:docMk/>
            <pc:sldMk cId="2312948770" sldId="2147472390"/>
            <ac:spMk id="6" creationId="{14AC2820-4A83-ECFE-0F13-C3C96D34E686}"/>
          </ac:spMkLst>
        </pc:spChg>
        <pc:spChg chg="add">
          <ac:chgData name="ARUN KARTHIK ." userId="62a047ea-99a3-445a-a127-bd8840139939" providerId="ADAL" clId="{2300E771-4B7D-4D9C-ADED-A67A217ED3F2}" dt="2024-08-10T10:24:29.123" v="1213"/>
          <ac:spMkLst>
            <pc:docMk/>
            <pc:sldMk cId="2312948770" sldId="2147472390"/>
            <ac:spMk id="7" creationId="{5AA8F845-B05D-CE37-A460-40BB5B364B97}"/>
          </ac:spMkLst>
        </pc:spChg>
        <pc:spChg chg="add">
          <ac:chgData name="ARUN KARTHIK ." userId="62a047ea-99a3-445a-a127-bd8840139939" providerId="ADAL" clId="{2300E771-4B7D-4D9C-ADED-A67A217ED3F2}" dt="2024-08-10T10:24:36.364" v="1216"/>
          <ac:spMkLst>
            <pc:docMk/>
            <pc:sldMk cId="2312948770" sldId="2147472390"/>
            <ac:spMk id="10" creationId="{3EADC3B3-024C-8AE3-65FA-166AC3E405B1}"/>
          </ac:spMkLst>
        </pc:spChg>
        <pc:spChg chg="mod">
          <ac:chgData name="ARUN KARTHIK ." userId="62a047ea-99a3-445a-a127-bd8840139939" providerId="ADAL" clId="{2300E771-4B7D-4D9C-ADED-A67A217ED3F2}" dt="2024-08-10T10:23:52.294" v="1205" actId="20577"/>
          <ac:spMkLst>
            <pc:docMk/>
            <pc:sldMk cId="2312948770" sldId="2147472390"/>
            <ac:spMk id="64" creationId="{8E6CA7E4-5B79-B61A-FB5D-161F977625FD}"/>
          </ac:spMkLst>
        </pc:spChg>
        <pc:picChg chg="add del mod">
          <ac:chgData name="ARUN KARTHIK ." userId="62a047ea-99a3-445a-a127-bd8840139939" providerId="ADAL" clId="{2300E771-4B7D-4D9C-ADED-A67A217ED3F2}" dt="2024-08-10T10:27:22.079" v="1263" actId="478"/>
          <ac:picMkLst>
            <pc:docMk/>
            <pc:sldMk cId="2312948770" sldId="2147472390"/>
            <ac:picMk id="3" creationId="{E403DFFD-97A3-1C8C-8726-CB13C491E138}"/>
          </ac:picMkLst>
        </pc:picChg>
        <pc:picChg chg="add del mod">
          <ac:chgData name="ARUN KARTHIK ." userId="62a047ea-99a3-445a-a127-bd8840139939" providerId="ADAL" clId="{2300E771-4B7D-4D9C-ADED-A67A217ED3F2}" dt="2024-08-10T10:27:22.079" v="1263" actId="478"/>
          <ac:picMkLst>
            <pc:docMk/>
            <pc:sldMk cId="2312948770" sldId="2147472390"/>
            <ac:picMk id="5" creationId="{B7D62D2F-C4E0-7F36-3626-B5B28491A0A2}"/>
          </ac:picMkLst>
        </pc:picChg>
        <pc:picChg chg="add del mod">
          <ac:chgData name="ARUN KARTHIK ." userId="62a047ea-99a3-445a-a127-bd8840139939" providerId="ADAL" clId="{2300E771-4B7D-4D9C-ADED-A67A217ED3F2}" dt="2024-08-10T10:27:22.079" v="1263" actId="478"/>
          <ac:picMkLst>
            <pc:docMk/>
            <pc:sldMk cId="2312948770" sldId="2147472390"/>
            <ac:picMk id="8" creationId="{9303C68B-87E1-B899-E8E6-C3CA52BFA124}"/>
          </ac:picMkLst>
        </pc:picChg>
        <pc:picChg chg="del">
          <ac:chgData name="ARUN KARTHIK ." userId="62a047ea-99a3-445a-a127-bd8840139939" providerId="ADAL" clId="{2300E771-4B7D-4D9C-ADED-A67A217ED3F2}" dt="2024-08-10T10:21:26.646" v="1186" actId="478"/>
          <ac:picMkLst>
            <pc:docMk/>
            <pc:sldMk cId="2312948770" sldId="2147472390"/>
            <ac:picMk id="9" creationId="{74C16268-792B-C4FA-A701-04506B3F23DC}"/>
          </ac:picMkLst>
        </pc:picChg>
        <pc:picChg chg="add del mod">
          <ac:chgData name="ARUN KARTHIK ." userId="62a047ea-99a3-445a-a127-bd8840139939" providerId="ADAL" clId="{2300E771-4B7D-4D9C-ADED-A67A217ED3F2}" dt="2024-08-10T10:27:22.079" v="1263" actId="478"/>
          <ac:picMkLst>
            <pc:docMk/>
            <pc:sldMk cId="2312948770" sldId="2147472390"/>
            <ac:picMk id="11" creationId="{3EF3F164-A2EA-F061-B7F6-9BC46632D359}"/>
          </ac:picMkLst>
        </pc:picChg>
        <pc:picChg chg="add mod">
          <ac:chgData name="ARUN KARTHIK ." userId="62a047ea-99a3-445a-a127-bd8840139939" providerId="ADAL" clId="{2300E771-4B7D-4D9C-ADED-A67A217ED3F2}" dt="2024-08-10T10:27:23.332" v="1265" actId="1076"/>
          <ac:picMkLst>
            <pc:docMk/>
            <pc:sldMk cId="2312948770" sldId="2147472390"/>
            <ac:picMk id="13" creationId="{964E450C-98D8-4AD6-0551-B222F1898D8D}"/>
          </ac:picMkLst>
        </pc:picChg>
        <pc:picChg chg="add mod">
          <ac:chgData name="ARUN KARTHIK ." userId="62a047ea-99a3-445a-a127-bd8840139939" providerId="ADAL" clId="{2300E771-4B7D-4D9C-ADED-A67A217ED3F2}" dt="2024-08-10T10:27:46.646" v="1267" actId="1076"/>
          <ac:picMkLst>
            <pc:docMk/>
            <pc:sldMk cId="2312948770" sldId="2147472390"/>
            <ac:picMk id="15" creationId="{3276F492-0715-1CA4-4949-E062D57EA666}"/>
          </ac:picMkLst>
        </pc:picChg>
        <pc:picChg chg="add mod">
          <ac:chgData name="ARUN KARTHIK ." userId="62a047ea-99a3-445a-a127-bd8840139939" providerId="ADAL" clId="{2300E771-4B7D-4D9C-ADED-A67A217ED3F2}" dt="2024-08-10T10:28:04.206" v="1269" actId="1076"/>
          <ac:picMkLst>
            <pc:docMk/>
            <pc:sldMk cId="2312948770" sldId="2147472390"/>
            <ac:picMk id="17" creationId="{2805CA35-DA4F-D484-27D6-6C177124B8B0}"/>
          </ac:picMkLst>
        </pc:picChg>
        <pc:picChg chg="add mod">
          <ac:chgData name="ARUN KARTHIK ." userId="62a047ea-99a3-445a-a127-bd8840139939" providerId="ADAL" clId="{2300E771-4B7D-4D9C-ADED-A67A217ED3F2}" dt="2024-08-10T10:28:58.725" v="1271" actId="1076"/>
          <ac:picMkLst>
            <pc:docMk/>
            <pc:sldMk cId="2312948770" sldId="2147472390"/>
            <ac:picMk id="19" creationId="{C89C857B-1678-0526-C272-EF6ED42BA421}"/>
          </ac:picMkLst>
        </pc:picChg>
      </pc:sldChg>
      <pc:sldChg chg="new del">
        <pc:chgData name="ARUN KARTHIK ." userId="62a047ea-99a3-445a-a127-bd8840139939" providerId="ADAL" clId="{2300E771-4B7D-4D9C-ADED-A67A217ED3F2}" dt="2024-08-10T10:21:23.820" v="1184" actId="680"/>
        <pc:sldMkLst>
          <pc:docMk/>
          <pc:sldMk cId="3460439534" sldId="2147472390"/>
        </pc:sldMkLst>
      </pc:sldChg>
      <pc:sldChg chg="addSp delSp modSp add mod ord">
        <pc:chgData name="ARUN KARTHIK ." userId="62a047ea-99a3-445a-a127-bd8840139939" providerId="ADAL" clId="{2300E771-4B7D-4D9C-ADED-A67A217ED3F2}" dt="2024-08-10T10:25:23.869" v="1233" actId="1076"/>
        <pc:sldMkLst>
          <pc:docMk/>
          <pc:sldMk cId="2113927364" sldId="2147472391"/>
        </pc:sldMkLst>
        <pc:spChg chg="add mod">
          <ac:chgData name="ARUN KARTHIK ." userId="62a047ea-99a3-445a-a127-bd8840139939" providerId="ADAL" clId="{2300E771-4B7D-4D9C-ADED-A67A217ED3F2}" dt="2024-08-10T10:25:21.992" v="1232" actId="14100"/>
          <ac:spMkLst>
            <pc:docMk/>
            <pc:sldMk cId="2113927364" sldId="2147472391"/>
            <ac:spMk id="6" creationId="{F0AB5BDE-16ED-E138-97EA-7831CC3DE03C}"/>
          </ac:spMkLst>
        </pc:spChg>
        <pc:picChg chg="add mod">
          <ac:chgData name="ARUN KARTHIK ." userId="62a047ea-99a3-445a-a127-bd8840139939" providerId="ADAL" clId="{2300E771-4B7D-4D9C-ADED-A67A217ED3F2}" dt="2024-08-10T10:25:23.869" v="1233" actId="1076"/>
          <ac:picMkLst>
            <pc:docMk/>
            <pc:sldMk cId="2113927364" sldId="2147472391"/>
            <ac:picMk id="2" creationId="{C0230EAC-BB10-2FF9-8BE9-E026F51A1277}"/>
          </ac:picMkLst>
        </pc:picChg>
        <pc:picChg chg="del">
          <ac:chgData name="ARUN KARTHIK ." userId="62a047ea-99a3-445a-a127-bd8840139939" providerId="ADAL" clId="{2300E771-4B7D-4D9C-ADED-A67A217ED3F2}" dt="2024-08-10T10:24:45.433" v="1221" actId="478"/>
          <ac:picMkLst>
            <pc:docMk/>
            <pc:sldMk cId="2113927364" sldId="2147472391"/>
            <ac:picMk id="3" creationId="{E403DFFD-97A3-1C8C-8726-CB13C491E138}"/>
          </ac:picMkLst>
        </pc:picChg>
        <pc:picChg chg="del">
          <ac:chgData name="ARUN KARTHIK ." userId="62a047ea-99a3-445a-a127-bd8840139939" providerId="ADAL" clId="{2300E771-4B7D-4D9C-ADED-A67A217ED3F2}" dt="2024-08-10T10:24:45.433" v="1221" actId="478"/>
          <ac:picMkLst>
            <pc:docMk/>
            <pc:sldMk cId="2113927364" sldId="2147472391"/>
            <ac:picMk id="5" creationId="{B7D62D2F-C4E0-7F36-3626-B5B28491A0A2}"/>
          </ac:picMkLst>
        </pc:picChg>
        <pc:picChg chg="del">
          <ac:chgData name="ARUN KARTHIK ." userId="62a047ea-99a3-445a-a127-bd8840139939" providerId="ADAL" clId="{2300E771-4B7D-4D9C-ADED-A67A217ED3F2}" dt="2024-08-10T10:24:45.433" v="1221" actId="478"/>
          <ac:picMkLst>
            <pc:docMk/>
            <pc:sldMk cId="2113927364" sldId="2147472391"/>
            <ac:picMk id="8" creationId="{9303C68B-87E1-B899-E8E6-C3CA52BFA124}"/>
          </ac:picMkLst>
        </pc:picChg>
        <pc:picChg chg="del">
          <ac:chgData name="ARUN KARTHIK ." userId="62a047ea-99a3-445a-a127-bd8840139939" providerId="ADAL" clId="{2300E771-4B7D-4D9C-ADED-A67A217ED3F2}" dt="2024-08-10T10:24:45.433" v="1221" actId="478"/>
          <ac:picMkLst>
            <pc:docMk/>
            <pc:sldMk cId="2113927364" sldId="2147472391"/>
            <ac:picMk id="11" creationId="{3EF3F164-A2EA-F061-B7F6-9BC46632D359}"/>
          </ac:picMkLst>
        </pc:picChg>
      </pc:sldChg>
      <pc:sldChg chg="addSp modSp add mod">
        <pc:chgData name="ARUN KARTHIK ." userId="62a047ea-99a3-445a-a127-bd8840139939" providerId="ADAL" clId="{2300E771-4B7D-4D9C-ADED-A67A217ED3F2}" dt="2024-08-10T10:25:42.677" v="1238" actId="1076"/>
        <pc:sldMkLst>
          <pc:docMk/>
          <pc:sldMk cId="474539182" sldId="2147472392"/>
        </pc:sldMkLst>
        <pc:spChg chg="add mod">
          <ac:chgData name="ARUN KARTHIK ." userId="62a047ea-99a3-445a-a127-bd8840139939" providerId="ADAL" clId="{2300E771-4B7D-4D9C-ADED-A67A217ED3F2}" dt="2024-08-10T10:25:41.491" v="1237" actId="14100"/>
          <ac:spMkLst>
            <pc:docMk/>
            <pc:sldMk cId="474539182" sldId="2147472392"/>
            <ac:spMk id="3" creationId="{9A10A79B-93ED-C7FB-5462-3EF3A8467BB2}"/>
          </ac:spMkLst>
        </pc:spChg>
        <pc:picChg chg="add mod">
          <ac:chgData name="ARUN KARTHIK ." userId="62a047ea-99a3-445a-a127-bd8840139939" providerId="ADAL" clId="{2300E771-4B7D-4D9C-ADED-A67A217ED3F2}" dt="2024-08-10T10:25:42.677" v="1238" actId="1076"/>
          <ac:picMkLst>
            <pc:docMk/>
            <pc:sldMk cId="474539182" sldId="2147472392"/>
            <ac:picMk id="4" creationId="{44BC2CA3-B6C1-F674-06AF-0EB6A91BF7AB}"/>
          </ac:picMkLst>
        </pc:picChg>
      </pc:sldChg>
      <pc:sldChg chg="addSp delSp modSp add mod">
        <pc:chgData name="ARUN KARTHIK ." userId="62a047ea-99a3-445a-a127-bd8840139939" providerId="ADAL" clId="{2300E771-4B7D-4D9C-ADED-A67A217ED3F2}" dt="2024-08-10T10:26:14.078" v="1249" actId="1076"/>
        <pc:sldMkLst>
          <pc:docMk/>
          <pc:sldMk cId="1453361288" sldId="2147472393"/>
        </pc:sldMkLst>
        <pc:spChg chg="del">
          <ac:chgData name="ARUN KARTHIK ." userId="62a047ea-99a3-445a-a127-bd8840139939" providerId="ADAL" clId="{2300E771-4B7D-4D9C-ADED-A67A217ED3F2}" dt="2024-08-10T10:25:46.131" v="1240" actId="478"/>
          <ac:spMkLst>
            <pc:docMk/>
            <pc:sldMk cId="1453361288" sldId="2147472393"/>
            <ac:spMk id="3" creationId="{9A10A79B-93ED-C7FB-5462-3EF3A8467BB2}"/>
          </ac:spMkLst>
        </pc:spChg>
        <pc:spChg chg="add mod">
          <ac:chgData name="ARUN KARTHIK ." userId="62a047ea-99a3-445a-a127-bd8840139939" providerId="ADAL" clId="{2300E771-4B7D-4D9C-ADED-A67A217ED3F2}" dt="2024-08-10T10:26:14.078" v="1249" actId="1076"/>
          <ac:spMkLst>
            <pc:docMk/>
            <pc:sldMk cId="1453361288" sldId="2147472393"/>
            <ac:spMk id="5" creationId="{6A8F0659-4F3D-3BA6-37EB-B6B2C8D520A0}"/>
          </ac:spMkLst>
        </pc:spChg>
        <pc:picChg chg="del">
          <ac:chgData name="ARUN KARTHIK ." userId="62a047ea-99a3-445a-a127-bd8840139939" providerId="ADAL" clId="{2300E771-4B7D-4D9C-ADED-A67A217ED3F2}" dt="2024-08-10T10:25:46.131" v="1240" actId="478"/>
          <ac:picMkLst>
            <pc:docMk/>
            <pc:sldMk cId="1453361288" sldId="2147472393"/>
            <ac:picMk id="4" creationId="{44BC2CA3-B6C1-F674-06AF-0EB6A91BF7AB}"/>
          </ac:picMkLst>
        </pc:picChg>
        <pc:picChg chg="add mod">
          <ac:chgData name="ARUN KARTHIK ." userId="62a047ea-99a3-445a-a127-bd8840139939" providerId="ADAL" clId="{2300E771-4B7D-4D9C-ADED-A67A217ED3F2}" dt="2024-08-10T10:26:07.573" v="1247" actId="1076"/>
          <ac:picMkLst>
            <pc:docMk/>
            <pc:sldMk cId="1453361288" sldId="2147472393"/>
            <ac:picMk id="6" creationId="{D446EA93-1E88-42A9-B60E-A5B7DAB3A22E}"/>
          </ac:picMkLst>
        </pc:picChg>
      </pc:sldChg>
      <pc:sldChg chg="add">
        <pc:chgData name="ARUN KARTHIK ." userId="62a047ea-99a3-445a-a127-bd8840139939" providerId="ADAL" clId="{2300E771-4B7D-4D9C-ADED-A67A217ED3F2}" dt="2024-08-10T10:26:15.696" v="1250"/>
        <pc:sldMkLst>
          <pc:docMk/>
          <pc:sldMk cId="1236470835" sldId="2147472394"/>
        </pc:sldMkLst>
      </pc:sldChg>
      <pc:sldChg chg="addSp delSp modSp add mod">
        <pc:chgData name="ARUN KARTHIK ." userId="62a047ea-99a3-445a-a127-bd8840139939" providerId="ADAL" clId="{2300E771-4B7D-4D9C-ADED-A67A217ED3F2}" dt="2024-08-10T10:26:37.050" v="1257" actId="1076"/>
        <pc:sldMkLst>
          <pc:docMk/>
          <pc:sldMk cId="2746148965" sldId="2147472395"/>
        </pc:sldMkLst>
        <pc:spChg chg="add mod">
          <ac:chgData name="ARUN KARTHIK ." userId="62a047ea-99a3-445a-a127-bd8840139939" providerId="ADAL" clId="{2300E771-4B7D-4D9C-ADED-A67A217ED3F2}" dt="2024-08-10T10:26:30.790" v="1255" actId="20577"/>
          <ac:spMkLst>
            <pc:docMk/>
            <pc:sldMk cId="2746148965" sldId="2147472395"/>
            <ac:spMk id="3" creationId="{7FD23946-97FA-868C-E67F-A93E19321397}"/>
          </ac:spMkLst>
        </pc:spChg>
        <pc:spChg chg="del">
          <ac:chgData name="ARUN KARTHIK ." userId="62a047ea-99a3-445a-a127-bd8840139939" providerId="ADAL" clId="{2300E771-4B7D-4D9C-ADED-A67A217ED3F2}" dt="2024-08-10T10:26:25.011" v="1252" actId="478"/>
          <ac:spMkLst>
            <pc:docMk/>
            <pc:sldMk cId="2746148965" sldId="2147472395"/>
            <ac:spMk id="5" creationId="{6A8F0659-4F3D-3BA6-37EB-B6B2C8D520A0}"/>
          </ac:spMkLst>
        </pc:spChg>
        <pc:picChg chg="add mod">
          <ac:chgData name="ARUN KARTHIK ." userId="62a047ea-99a3-445a-a127-bd8840139939" providerId="ADAL" clId="{2300E771-4B7D-4D9C-ADED-A67A217ED3F2}" dt="2024-08-10T10:26:37.050" v="1257" actId="1076"/>
          <ac:picMkLst>
            <pc:docMk/>
            <pc:sldMk cId="2746148965" sldId="2147472395"/>
            <ac:picMk id="4" creationId="{B5DE47BA-964D-B120-60C3-E16D2FC39F84}"/>
          </ac:picMkLst>
        </pc:picChg>
        <pc:picChg chg="del">
          <ac:chgData name="ARUN KARTHIK ." userId="62a047ea-99a3-445a-a127-bd8840139939" providerId="ADAL" clId="{2300E771-4B7D-4D9C-ADED-A67A217ED3F2}" dt="2024-08-10T10:26:25.011" v="1252" actId="478"/>
          <ac:picMkLst>
            <pc:docMk/>
            <pc:sldMk cId="2746148965" sldId="2147472395"/>
            <ac:picMk id="6" creationId="{D446EA93-1E88-42A9-B60E-A5B7DAB3A22E}"/>
          </ac:picMkLst>
        </pc:picChg>
      </pc:sldChg>
      <pc:sldChg chg="addSp delSp modSp add mod">
        <pc:chgData name="ARUN KARTHIK ." userId="62a047ea-99a3-445a-a127-bd8840139939" providerId="ADAL" clId="{2300E771-4B7D-4D9C-ADED-A67A217ED3F2}" dt="2024-08-10T10:26:49.862" v="1262" actId="14100"/>
        <pc:sldMkLst>
          <pc:docMk/>
          <pc:sldMk cId="2066472572" sldId="2147472396"/>
        </pc:sldMkLst>
        <pc:spChg chg="del">
          <ac:chgData name="ARUN KARTHIK ." userId="62a047ea-99a3-445a-a127-bd8840139939" providerId="ADAL" clId="{2300E771-4B7D-4D9C-ADED-A67A217ED3F2}" dt="2024-08-10T10:26:44.426" v="1259" actId="478"/>
          <ac:spMkLst>
            <pc:docMk/>
            <pc:sldMk cId="2066472572" sldId="2147472396"/>
            <ac:spMk id="3" creationId="{7FD23946-97FA-868C-E67F-A93E19321397}"/>
          </ac:spMkLst>
        </pc:spChg>
        <pc:spChg chg="add mod">
          <ac:chgData name="ARUN KARTHIK ." userId="62a047ea-99a3-445a-a127-bd8840139939" providerId="ADAL" clId="{2300E771-4B7D-4D9C-ADED-A67A217ED3F2}" dt="2024-08-10T10:26:49.862" v="1262" actId="14100"/>
          <ac:spMkLst>
            <pc:docMk/>
            <pc:sldMk cId="2066472572" sldId="2147472396"/>
            <ac:spMk id="5" creationId="{0F676CFD-0804-3709-EDF6-AD88CB2221C3}"/>
          </ac:spMkLst>
        </pc:spChg>
        <pc:picChg chg="del">
          <ac:chgData name="ARUN KARTHIK ." userId="62a047ea-99a3-445a-a127-bd8840139939" providerId="ADAL" clId="{2300E771-4B7D-4D9C-ADED-A67A217ED3F2}" dt="2024-08-10T10:26:44.426" v="1259" actId="478"/>
          <ac:picMkLst>
            <pc:docMk/>
            <pc:sldMk cId="2066472572" sldId="2147472396"/>
            <ac:picMk id="4" creationId="{B5DE47BA-964D-B120-60C3-E16D2FC39F84}"/>
          </ac:picMkLst>
        </pc:picChg>
      </pc:sldChg>
      <pc:sldChg chg="addSp delSp modSp add mod">
        <pc:chgData name="ARUN KARTHIK ." userId="62a047ea-99a3-445a-a127-bd8840139939" providerId="ADAL" clId="{2300E771-4B7D-4D9C-ADED-A67A217ED3F2}" dt="2024-08-10T10:30:40.815" v="1282" actId="20577"/>
        <pc:sldMkLst>
          <pc:docMk/>
          <pc:sldMk cId="1869701847" sldId="2147472397"/>
        </pc:sldMkLst>
        <pc:spChg chg="add mod">
          <ac:chgData name="ARUN KARTHIK ." userId="62a047ea-99a3-445a-a127-bd8840139939" providerId="ADAL" clId="{2300E771-4B7D-4D9C-ADED-A67A217ED3F2}" dt="2024-08-10T10:30:40.815" v="1282" actId="20577"/>
          <ac:spMkLst>
            <pc:docMk/>
            <pc:sldMk cId="1869701847" sldId="2147472397"/>
            <ac:spMk id="4" creationId="{5E243F35-AF1D-9813-416B-4F76B28F360B}"/>
          </ac:spMkLst>
        </pc:spChg>
        <pc:spChg chg="del">
          <ac:chgData name="ARUN KARTHIK ." userId="62a047ea-99a3-445a-a127-bd8840139939" providerId="ADAL" clId="{2300E771-4B7D-4D9C-ADED-A67A217ED3F2}" dt="2024-08-10T10:30:18.056" v="1273" actId="478"/>
          <ac:spMkLst>
            <pc:docMk/>
            <pc:sldMk cId="1869701847" sldId="2147472397"/>
            <ac:spMk id="5" creationId="{0F676CFD-0804-3709-EDF6-AD88CB2221C3}"/>
          </ac:spMkLst>
        </pc:spChg>
        <pc:picChg chg="add mod">
          <ac:chgData name="ARUN KARTHIK ." userId="62a047ea-99a3-445a-a127-bd8840139939" providerId="ADAL" clId="{2300E771-4B7D-4D9C-ADED-A67A217ED3F2}" dt="2024-08-10T10:30:34.292" v="1279" actId="14100"/>
          <ac:picMkLst>
            <pc:docMk/>
            <pc:sldMk cId="1869701847" sldId="2147472397"/>
            <ac:picMk id="2" creationId="{F3304B6B-A8E3-3FF7-0728-A3BD9E973FD6}"/>
          </ac:picMkLst>
        </pc:picChg>
      </pc:sldChg>
      <pc:sldChg chg="addSp delSp modSp add mod">
        <pc:chgData name="ARUN KARTHIK ." userId="62a047ea-99a3-445a-a127-bd8840139939" providerId="ADAL" clId="{2300E771-4B7D-4D9C-ADED-A67A217ED3F2}" dt="2024-08-10T10:31:47.284" v="1297" actId="1076"/>
        <pc:sldMkLst>
          <pc:docMk/>
          <pc:sldMk cId="1117156583" sldId="2147472398"/>
        </pc:sldMkLst>
        <pc:spChg chg="del">
          <ac:chgData name="ARUN KARTHIK ." userId="62a047ea-99a3-445a-a127-bd8840139939" providerId="ADAL" clId="{2300E771-4B7D-4D9C-ADED-A67A217ED3F2}" dt="2024-08-10T10:30:45.671" v="1284" actId="478"/>
          <ac:spMkLst>
            <pc:docMk/>
            <pc:sldMk cId="1117156583" sldId="2147472398"/>
            <ac:spMk id="4" creationId="{5E243F35-AF1D-9813-416B-4F76B28F360B}"/>
          </ac:spMkLst>
        </pc:spChg>
        <pc:spChg chg="add">
          <ac:chgData name="ARUN KARTHIK ." userId="62a047ea-99a3-445a-a127-bd8840139939" providerId="ADAL" clId="{2300E771-4B7D-4D9C-ADED-A67A217ED3F2}" dt="2024-08-10T10:31:03.630" v="1287"/>
          <ac:spMkLst>
            <pc:docMk/>
            <pc:sldMk cId="1117156583" sldId="2147472398"/>
            <ac:spMk id="5" creationId="{F7FADA10-0058-22CD-76FE-E2E7CFA86347}"/>
          </ac:spMkLst>
        </pc:spChg>
        <pc:spChg chg="add">
          <ac:chgData name="ARUN KARTHIK ." userId="62a047ea-99a3-445a-a127-bd8840139939" providerId="ADAL" clId="{2300E771-4B7D-4D9C-ADED-A67A217ED3F2}" dt="2024-08-10T10:31:10.702" v="1290"/>
          <ac:spMkLst>
            <pc:docMk/>
            <pc:sldMk cId="1117156583" sldId="2147472398"/>
            <ac:spMk id="6" creationId="{137D7231-6CAF-B8E8-09A0-F44DB6BC0FA1}"/>
          </ac:spMkLst>
        </pc:spChg>
        <pc:spChg chg="add mod">
          <ac:chgData name="ARUN KARTHIK ." userId="62a047ea-99a3-445a-a127-bd8840139939" providerId="ADAL" clId="{2300E771-4B7D-4D9C-ADED-A67A217ED3F2}" dt="2024-08-10T10:31:16.524" v="1292"/>
          <ac:spMkLst>
            <pc:docMk/>
            <pc:sldMk cId="1117156583" sldId="2147472398"/>
            <ac:spMk id="7" creationId="{38C00335-00E4-9AD7-3104-68548C25AF38}"/>
          </ac:spMkLst>
        </pc:spChg>
        <pc:spChg chg="add mod">
          <ac:chgData name="ARUN KARTHIK ." userId="62a047ea-99a3-445a-a127-bd8840139939" providerId="ADAL" clId="{2300E771-4B7D-4D9C-ADED-A67A217ED3F2}" dt="2024-08-10T10:31:42.792" v="1294" actId="1076"/>
          <ac:spMkLst>
            <pc:docMk/>
            <pc:sldMk cId="1117156583" sldId="2147472398"/>
            <ac:spMk id="9" creationId="{38EB1C5E-6532-9331-6942-32AB74B8A2B9}"/>
          </ac:spMkLst>
        </pc:spChg>
        <pc:picChg chg="del">
          <ac:chgData name="ARUN KARTHIK ." userId="62a047ea-99a3-445a-a127-bd8840139939" providerId="ADAL" clId="{2300E771-4B7D-4D9C-ADED-A67A217ED3F2}" dt="2024-08-10T10:30:45.671" v="1284" actId="478"/>
          <ac:picMkLst>
            <pc:docMk/>
            <pc:sldMk cId="1117156583" sldId="2147472398"/>
            <ac:picMk id="2" creationId="{F3304B6B-A8E3-3FF7-0728-A3BD9E973FD6}"/>
          </ac:picMkLst>
        </pc:picChg>
        <pc:picChg chg="add mod">
          <ac:chgData name="ARUN KARTHIK ." userId="62a047ea-99a3-445a-a127-bd8840139939" providerId="ADAL" clId="{2300E771-4B7D-4D9C-ADED-A67A217ED3F2}" dt="2024-08-10T10:31:47.284" v="1297" actId="1076"/>
          <ac:picMkLst>
            <pc:docMk/>
            <pc:sldMk cId="1117156583" sldId="2147472398"/>
            <ac:picMk id="3" creationId="{38FC5347-073B-DCFE-AE15-7AAD4E639810}"/>
          </ac:picMkLst>
        </pc:picChg>
      </pc:sldChg>
      <pc:sldChg chg="addSp delSp modSp add mod">
        <pc:chgData name="ARUN KARTHIK ." userId="62a047ea-99a3-445a-a127-bd8840139939" providerId="ADAL" clId="{2300E771-4B7D-4D9C-ADED-A67A217ED3F2}" dt="2024-08-10T10:32:40.869" v="1312" actId="1076"/>
        <pc:sldMkLst>
          <pc:docMk/>
          <pc:sldMk cId="1895799069" sldId="2147472399"/>
        </pc:sldMkLst>
        <pc:spChg chg="del">
          <ac:chgData name="ARUN KARTHIK ." userId="62a047ea-99a3-445a-a127-bd8840139939" providerId="ADAL" clId="{2300E771-4B7D-4D9C-ADED-A67A217ED3F2}" dt="2024-08-10T10:31:51.118" v="1299" actId="478"/>
          <ac:spMkLst>
            <pc:docMk/>
            <pc:sldMk cId="1895799069" sldId="2147472399"/>
            <ac:spMk id="9" creationId="{38EB1C5E-6532-9331-6942-32AB74B8A2B9}"/>
          </ac:spMkLst>
        </pc:spChg>
        <pc:picChg chg="del">
          <ac:chgData name="ARUN KARTHIK ." userId="62a047ea-99a3-445a-a127-bd8840139939" providerId="ADAL" clId="{2300E771-4B7D-4D9C-ADED-A67A217ED3F2}" dt="2024-08-10T10:31:51.118" v="1299" actId="478"/>
          <ac:picMkLst>
            <pc:docMk/>
            <pc:sldMk cId="1895799069" sldId="2147472399"/>
            <ac:picMk id="3" creationId="{38FC5347-073B-DCFE-AE15-7AAD4E639810}"/>
          </ac:picMkLst>
        </pc:picChg>
        <pc:picChg chg="add mod">
          <ac:chgData name="ARUN KARTHIK ." userId="62a047ea-99a3-445a-a127-bd8840139939" providerId="ADAL" clId="{2300E771-4B7D-4D9C-ADED-A67A217ED3F2}" dt="2024-08-10T10:32:22.868" v="1306" actId="1076"/>
          <ac:picMkLst>
            <pc:docMk/>
            <pc:sldMk cId="1895799069" sldId="2147472399"/>
            <ac:picMk id="4" creationId="{48465211-1D2D-5B66-9CBB-6C4472E64E3E}"/>
          </ac:picMkLst>
        </pc:picChg>
        <pc:picChg chg="add mod">
          <ac:chgData name="ARUN KARTHIK ." userId="62a047ea-99a3-445a-a127-bd8840139939" providerId="ADAL" clId="{2300E771-4B7D-4D9C-ADED-A67A217ED3F2}" dt="2024-08-10T10:32:28.434" v="1308" actId="1076"/>
          <ac:picMkLst>
            <pc:docMk/>
            <pc:sldMk cId="1895799069" sldId="2147472399"/>
            <ac:picMk id="5" creationId="{F808B5B5-A3CE-6ECB-D53B-F1CE5BF36DF5}"/>
          </ac:picMkLst>
        </pc:picChg>
        <pc:picChg chg="add mod">
          <ac:chgData name="ARUN KARTHIK ." userId="62a047ea-99a3-445a-a127-bd8840139939" providerId="ADAL" clId="{2300E771-4B7D-4D9C-ADED-A67A217ED3F2}" dt="2024-08-10T10:32:40.869" v="1312" actId="1076"/>
          <ac:picMkLst>
            <pc:docMk/>
            <pc:sldMk cId="1895799069" sldId="2147472399"/>
            <ac:picMk id="7" creationId="{903CCB30-B22D-9844-AE7C-C35151F26A25}"/>
          </ac:picMkLst>
        </pc:picChg>
      </pc:sldChg>
      <pc:sldChg chg="addSp modSp add mod">
        <pc:chgData name="ARUN KARTHIK ." userId="62a047ea-99a3-445a-a127-bd8840139939" providerId="ADAL" clId="{2300E771-4B7D-4D9C-ADED-A67A217ED3F2}" dt="2024-08-10T10:33:12.264" v="1320" actId="1076"/>
        <pc:sldMkLst>
          <pc:docMk/>
          <pc:sldMk cId="540911146" sldId="2147472400"/>
        </pc:sldMkLst>
        <pc:spChg chg="add mod">
          <ac:chgData name="ARUN KARTHIK ." userId="62a047ea-99a3-445a-a127-bd8840139939" providerId="ADAL" clId="{2300E771-4B7D-4D9C-ADED-A67A217ED3F2}" dt="2024-08-10T10:33:12.264" v="1320" actId="1076"/>
          <ac:spMkLst>
            <pc:docMk/>
            <pc:sldMk cId="540911146" sldId="2147472400"/>
            <ac:spMk id="3" creationId="{5A5FE897-BF2C-B768-5171-CCAB0378F25D}"/>
          </ac:spMkLst>
        </pc:spChg>
      </pc:sldChg>
      <pc:sldChg chg="addSp delSp modSp add mod">
        <pc:chgData name="ARUN KARTHIK ." userId="62a047ea-99a3-445a-a127-bd8840139939" providerId="ADAL" clId="{2300E771-4B7D-4D9C-ADED-A67A217ED3F2}" dt="2024-08-10T10:35:07.877" v="1338" actId="478"/>
        <pc:sldMkLst>
          <pc:docMk/>
          <pc:sldMk cId="3253799392" sldId="2147472401"/>
        </pc:sldMkLst>
        <pc:spChg chg="add">
          <ac:chgData name="ARUN KARTHIK ." userId="62a047ea-99a3-445a-a127-bd8840139939" providerId="ADAL" clId="{2300E771-4B7D-4D9C-ADED-A67A217ED3F2}" dt="2024-08-10T10:34:01.908" v="1321"/>
          <ac:spMkLst>
            <pc:docMk/>
            <pc:sldMk cId="3253799392" sldId="2147472401"/>
            <ac:spMk id="2" creationId="{07ECB473-4773-7C9E-54F0-23E342A40BD1}"/>
          </ac:spMkLst>
        </pc:spChg>
        <pc:spChg chg="add mod">
          <ac:chgData name="ARUN KARTHIK ." userId="62a047ea-99a3-445a-a127-bd8840139939" providerId="ADAL" clId="{2300E771-4B7D-4D9C-ADED-A67A217ED3F2}" dt="2024-08-10T10:34:24.158" v="1323" actId="1076"/>
          <ac:spMkLst>
            <pc:docMk/>
            <pc:sldMk cId="3253799392" sldId="2147472401"/>
            <ac:spMk id="4" creationId="{AD5BD27C-77B7-C549-55F2-32B4BF88D29A}"/>
          </ac:spMkLst>
        </pc:spChg>
        <pc:spChg chg="add del mod">
          <ac:chgData name="ARUN KARTHIK ." userId="62a047ea-99a3-445a-a127-bd8840139939" providerId="ADAL" clId="{2300E771-4B7D-4D9C-ADED-A67A217ED3F2}" dt="2024-08-10T10:35:07.877" v="1338" actId="478"/>
          <ac:spMkLst>
            <pc:docMk/>
            <pc:sldMk cId="3253799392" sldId="2147472401"/>
            <ac:spMk id="6" creationId="{5442F942-C357-ADC5-8C92-E21E89633E93}"/>
          </ac:spMkLst>
        </pc:spChg>
        <pc:spChg chg="add del mod">
          <ac:chgData name="ARUN KARTHIK ." userId="62a047ea-99a3-445a-a127-bd8840139939" providerId="ADAL" clId="{2300E771-4B7D-4D9C-ADED-A67A217ED3F2}" dt="2024-08-10T10:35:07.877" v="1338" actId="478"/>
          <ac:spMkLst>
            <pc:docMk/>
            <pc:sldMk cId="3253799392" sldId="2147472401"/>
            <ac:spMk id="8" creationId="{75482B02-746A-33D1-0CFC-B11C63D55940}"/>
          </ac:spMkLst>
        </pc:spChg>
      </pc:sldChg>
      <pc:sldChg chg="addSp modSp add mod ord">
        <pc:chgData name="ARUN KARTHIK ." userId="62a047ea-99a3-445a-a127-bd8840139939" providerId="ADAL" clId="{2300E771-4B7D-4D9C-ADED-A67A217ED3F2}" dt="2024-08-10T10:33:00.793" v="1318" actId="1076"/>
        <pc:sldMkLst>
          <pc:docMk/>
          <pc:sldMk cId="961111815" sldId="2147472402"/>
        </pc:sldMkLst>
        <pc:spChg chg="add mod">
          <ac:chgData name="ARUN KARTHIK ." userId="62a047ea-99a3-445a-a127-bd8840139939" providerId="ADAL" clId="{2300E771-4B7D-4D9C-ADED-A67A217ED3F2}" dt="2024-08-10T10:32:56.879" v="1316" actId="1076"/>
          <ac:spMkLst>
            <pc:docMk/>
            <pc:sldMk cId="961111815" sldId="2147472402"/>
            <ac:spMk id="3" creationId="{7AFCA98D-4BF5-83A3-FAAC-D80598053643}"/>
          </ac:spMkLst>
        </pc:spChg>
        <pc:picChg chg="add mod">
          <ac:chgData name="ARUN KARTHIK ." userId="62a047ea-99a3-445a-a127-bd8840139939" providerId="ADAL" clId="{2300E771-4B7D-4D9C-ADED-A67A217ED3F2}" dt="2024-08-10T10:33:00.793" v="1318" actId="1076"/>
          <ac:picMkLst>
            <pc:docMk/>
            <pc:sldMk cId="961111815" sldId="2147472402"/>
            <ac:picMk id="4" creationId="{65CCE255-916E-5177-0AB6-8206C6E7CECB}"/>
          </ac:picMkLst>
        </pc:picChg>
      </pc:sldChg>
      <pc:sldChg chg="delSp modSp add mod">
        <pc:chgData name="ARUN KARTHIK ." userId="62a047ea-99a3-445a-a127-bd8840139939" providerId="ADAL" clId="{2300E771-4B7D-4D9C-ADED-A67A217ED3F2}" dt="2024-08-10T10:35:05.772" v="1337" actId="1076"/>
        <pc:sldMkLst>
          <pc:docMk/>
          <pc:sldMk cId="96506259" sldId="2147472403"/>
        </pc:sldMkLst>
        <pc:spChg chg="del">
          <ac:chgData name="ARUN KARTHIK ." userId="62a047ea-99a3-445a-a127-bd8840139939" providerId="ADAL" clId="{2300E771-4B7D-4D9C-ADED-A67A217ED3F2}" dt="2024-08-10T10:35:01.088" v="1335" actId="478"/>
          <ac:spMkLst>
            <pc:docMk/>
            <pc:sldMk cId="96506259" sldId="2147472403"/>
            <ac:spMk id="4" creationId="{AD5BD27C-77B7-C549-55F2-32B4BF88D29A}"/>
          </ac:spMkLst>
        </pc:spChg>
        <pc:spChg chg="mod">
          <ac:chgData name="ARUN KARTHIK ." userId="62a047ea-99a3-445a-a127-bd8840139939" providerId="ADAL" clId="{2300E771-4B7D-4D9C-ADED-A67A217ED3F2}" dt="2024-08-10T10:35:02.821" v="1336" actId="1076"/>
          <ac:spMkLst>
            <pc:docMk/>
            <pc:sldMk cId="96506259" sldId="2147472403"/>
            <ac:spMk id="6" creationId="{5442F942-C357-ADC5-8C92-E21E89633E93}"/>
          </ac:spMkLst>
        </pc:spChg>
        <pc:spChg chg="mod">
          <ac:chgData name="ARUN KARTHIK ." userId="62a047ea-99a3-445a-a127-bd8840139939" providerId="ADAL" clId="{2300E771-4B7D-4D9C-ADED-A67A217ED3F2}" dt="2024-08-10T10:35:05.772" v="1337" actId="1076"/>
          <ac:spMkLst>
            <pc:docMk/>
            <pc:sldMk cId="96506259" sldId="2147472403"/>
            <ac:spMk id="8" creationId="{75482B02-746A-33D1-0CFC-B11C63D55940}"/>
          </ac:spMkLst>
        </pc:spChg>
      </pc:sldChg>
      <pc:sldChg chg="addSp delSp modSp add mod">
        <pc:chgData name="ARUN KARTHIK ." userId="62a047ea-99a3-445a-a127-bd8840139939" providerId="ADAL" clId="{2300E771-4B7D-4D9C-ADED-A67A217ED3F2}" dt="2024-08-10T10:35:24.249" v="1344" actId="14100"/>
        <pc:sldMkLst>
          <pc:docMk/>
          <pc:sldMk cId="1668372818" sldId="2147472404"/>
        </pc:sldMkLst>
        <pc:spChg chg="add mod">
          <ac:chgData name="ARUN KARTHIK ." userId="62a047ea-99a3-445a-a127-bd8840139939" providerId="ADAL" clId="{2300E771-4B7D-4D9C-ADED-A67A217ED3F2}" dt="2024-08-10T10:35:24.249" v="1344" actId="14100"/>
          <ac:spMkLst>
            <pc:docMk/>
            <pc:sldMk cId="1668372818" sldId="2147472404"/>
            <ac:spMk id="3" creationId="{9813C454-05F8-67B6-2CC0-4B1BB8006058}"/>
          </ac:spMkLst>
        </pc:spChg>
        <pc:spChg chg="del">
          <ac:chgData name="ARUN KARTHIK ." userId="62a047ea-99a3-445a-a127-bd8840139939" providerId="ADAL" clId="{2300E771-4B7D-4D9C-ADED-A67A217ED3F2}" dt="2024-08-10T10:35:18.818" v="1340" actId="478"/>
          <ac:spMkLst>
            <pc:docMk/>
            <pc:sldMk cId="1668372818" sldId="2147472404"/>
            <ac:spMk id="6" creationId="{5442F942-C357-ADC5-8C92-E21E89633E93}"/>
          </ac:spMkLst>
        </pc:spChg>
        <pc:spChg chg="del">
          <ac:chgData name="ARUN KARTHIK ." userId="62a047ea-99a3-445a-a127-bd8840139939" providerId="ADAL" clId="{2300E771-4B7D-4D9C-ADED-A67A217ED3F2}" dt="2024-08-10T10:35:18.818" v="1340" actId="478"/>
          <ac:spMkLst>
            <pc:docMk/>
            <pc:sldMk cId="1668372818" sldId="2147472404"/>
            <ac:spMk id="8" creationId="{75482B02-746A-33D1-0CFC-B11C63D55940}"/>
          </ac:spMkLst>
        </pc:spChg>
      </pc:sldChg>
      <pc:sldChg chg="addSp delSp new mod">
        <pc:chgData name="ARUN KARTHIK ." userId="62a047ea-99a3-445a-a127-bd8840139939" providerId="ADAL" clId="{2300E771-4B7D-4D9C-ADED-A67A217ED3F2}" dt="2024-08-10T11:28:56.053" v="1354"/>
        <pc:sldMkLst>
          <pc:docMk/>
          <pc:sldMk cId="1399068448" sldId="2147472405"/>
        </pc:sldMkLst>
        <pc:spChg chg="del">
          <ac:chgData name="ARUN KARTHIK ." userId="62a047ea-99a3-445a-a127-bd8840139939" providerId="ADAL" clId="{2300E771-4B7D-4D9C-ADED-A67A217ED3F2}" dt="2024-08-10T11:24:19.844" v="1350" actId="478"/>
          <ac:spMkLst>
            <pc:docMk/>
            <pc:sldMk cId="1399068448" sldId="2147472405"/>
            <ac:spMk id="2" creationId="{2AA2BA45-1790-A6BE-A1D9-8A8A30AA0410}"/>
          </ac:spMkLst>
        </pc:spChg>
        <pc:spChg chg="del">
          <ac:chgData name="ARUN KARTHIK ." userId="62a047ea-99a3-445a-a127-bd8840139939" providerId="ADAL" clId="{2300E771-4B7D-4D9C-ADED-A67A217ED3F2}" dt="2024-08-10T11:24:19.844" v="1350" actId="478"/>
          <ac:spMkLst>
            <pc:docMk/>
            <pc:sldMk cId="1399068448" sldId="2147472405"/>
            <ac:spMk id="3" creationId="{1AEAF5D2-268D-4CF8-E837-3BE0CC6E7333}"/>
          </ac:spMkLst>
        </pc:spChg>
        <pc:picChg chg="add">
          <ac:chgData name="ARUN KARTHIK ." userId="62a047ea-99a3-445a-a127-bd8840139939" providerId="ADAL" clId="{2300E771-4B7D-4D9C-ADED-A67A217ED3F2}" dt="2024-08-10T11:25:13.734" v="1353" actId="22"/>
          <ac:picMkLst>
            <pc:docMk/>
            <pc:sldMk cId="1399068448" sldId="2147472405"/>
            <ac:picMk id="5" creationId="{03D04446-8EEB-A23A-4B08-3C6F26CB0DFB}"/>
          </ac:picMkLst>
        </pc:picChg>
        <pc:picChg chg="add del">
          <ac:chgData name="ARUN KARTHIK ." userId="62a047ea-99a3-445a-a127-bd8840139939" providerId="ADAL" clId="{2300E771-4B7D-4D9C-ADED-A67A217ED3F2}" dt="2024-08-10T11:25:13.216" v="1352" actId="478"/>
          <ac:picMkLst>
            <pc:docMk/>
            <pc:sldMk cId="1399068448" sldId="2147472405"/>
            <ac:picMk id="1026" creationId="{47A9FA36-8EDD-FB6D-E1B6-B83C3C48C2A6}"/>
          </ac:picMkLst>
        </pc:picChg>
        <pc:inkChg chg="add">
          <ac:chgData name="ARUN KARTHIK ." userId="62a047ea-99a3-445a-a127-bd8840139939" providerId="ADAL" clId="{2300E771-4B7D-4D9C-ADED-A67A217ED3F2}" dt="2024-08-10T11:28:56.053" v="1354"/>
          <ac:inkMkLst>
            <pc:docMk/>
            <pc:sldMk cId="1399068448" sldId="2147472405"/>
            <ac:inkMk id="6" creationId="{3EB0DA2F-1903-4777-674C-27D86297EEBE}"/>
          </ac:inkMkLst>
        </pc:inkChg>
      </pc:sldChg>
      <pc:sldChg chg="addSp delSp add mod">
        <pc:chgData name="ARUN KARTHIK ." userId="62a047ea-99a3-445a-a127-bd8840139939" providerId="ADAL" clId="{2300E771-4B7D-4D9C-ADED-A67A217ED3F2}" dt="2024-08-10T12:08:02.762" v="1360"/>
        <pc:sldMkLst>
          <pc:docMk/>
          <pc:sldMk cId="2736853935" sldId="2147472406"/>
        </pc:sldMkLst>
        <pc:inkChg chg="del">
          <ac:chgData name="ARUN KARTHIK ." userId="62a047ea-99a3-445a-a127-bd8840139939" providerId="ADAL" clId="{2300E771-4B7D-4D9C-ADED-A67A217ED3F2}" dt="2024-08-10T12:05:18.159" v="1359" actId="478"/>
          <ac:inkMkLst>
            <pc:docMk/>
            <pc:sldMk cId="2736853935" sldId="2147472406"/>
            <ac:inkMk id="3" creationId="{03905D83-4503-8C74-5461-65F24264B3B5}"/>
          </ac:inkMkLst>
        </pc:inkChg>
        <pc:inkChg chg="add">
          <ac:chgData name="ARUN KARTHIK ." userId="62a047ea-99a3-445a-a127-bd8840139939" providerId="ADAL" clId="{2300E771-4B7D-4D9C-ADED-A67A217ED3F2}" dt="2024-08-10T12:08:02.762" v="1360"/>
          <ac:inkMkLst>
            <pc:docMk/>
            <pc:sldMk cId="2736853935" sldId="2147472406"/>
            <ac:inkMk id="5" creationId="{A18A9109-7F69-8D6E-05EE-A0AE4D5B138A}"/>
          </ac:inkMkLst>
        </pc:inkChg>
      </pc:sldChg>
      <pc:sldChg chg="addSp delSp modSp new mod modAnim">
        <pc:chgData name="ARUN KARTHIK ." userId="62a047ea-99a3-445a-a127-bd8840139939" providerId="ADAL" clId="{2300E771-4B7D-4D9C-ADED-A67A217ED3F2}" dt="2024-08-10T12:40:12.895" v="1456"/>
        <pc:sldMkLst>
          <pc:docMk/>
          <pc:sldMk cId="2167753590" sldId="2147472407"/>
        </pc:sldMkLst>
        <pc:spChg chg="del">
          <ac:chgData name="ARUN KARTHIK ." userId="62a047ea-99a3-445a-a127-bd8840139939" providerId="ADAL" clId="{2300E771-4B7D-4D9C-ADED-A67A217ED3F2}" dt="2024-08-10T12:35:47.279" v="1390" actId="478"/>
          <ac:spMkLst>
            <pc:docMk/>
            <pc:sldMk cId="2167753590" sldId="2147472407"/>
            <ac:spMk id="2" creationId="{84CB3AD4-1DDD-6FE9-6556-BFE56D4BE5C0}"/>
          </ac:spMkLst>
        </pc:spChg>
        <pc:spChg chg="del">
          <ac:chgData name="ARUN KARTHIK ." userId="62a047ea-99a3-445a-a127-bd8840139939" providerId="ADAL" clId="{2300E771-4B7D-4D9C-ADED-A67A217ED3F2}" dt="2024-08-10T12:35:47.279" v="1390" actId="478"/>
          <ac:spMkLst>
            <pc:docMk/>
            <pc:sldMk cId="2167753590" sldId="2147472407"/>
            <ac:spMk id="3" creationId="{BE74F835-1A95-9C5B-E978-51EE028998FB}"/>
          </ac:spMkLst>
        </pc:spChg>
        <pc:grpChg chg="del mod">
          <ac:chgData name="ARUN KARTHIK ." userId="62a047ea-99a3-445a-a127-bd8840139939" providerId="ADAL" clId="{2300E771-4B7D-4D9C-ADED-A67A217ED3F2}" dt="2024-08-10T12:35:54.195" v="1397"/>
          <ac:grpSpMkLst>
            <pc:docMk/>
            <pc:sldMk cId="2167753590" sldId="2147472407"/>
            <ac:grpSpMk id="6" creationId="{862FE5AB-C5E4-4809-8F89-2A43B979904C}"/>
          </ac:grpSpMkLst>
        </pc:grpChg>
        <pc:grpChg chg="del mod">
          <ac:chgData name="ARUN KARTHIK ." userId="62a047ea-99a3-445a-a127-bd8840139939" providerId="ADAL" clId="{2300E771-4B7D-4D9C-ADED-A67A217ED3F2}" dt="2024-08-10T12:35:55.728" v="1400"/>
          <ac:grpSpMkLst>
            <pc:docMk/>
            <pc:sldMk cId="2167753590" sldId="2147472407"/>
            <ac:grpSpMk id="10" creationId="{C2F87D2E-7EE8-28A2-70F2-2F9678031FDD}"/>
          </ac:grpSpMkLst>
        </pc:grpChg>
        <pc:grpChg chg="add del mod">
          <ac:chgData name="ARUN KARTHIK ." userId="62a047ea-99a3-445a-a127-bd8840139939" providerId="ADAL" clId="{2300E771-4B7D-4D9C-ADED-A67A217ED3F2}" dt="2024-08-10T12:37:53.431" v="1451" actId="478"/>
          <ac:grpSpMkLst>
            <pc:docMk/>
            <pc:sldMk cId="2167753590" sldId="2147472407"/>
            <ac:grpSpMk id="13" creationId="{409B44C4-3C72-17D8-EFFB-C610FCC5775C}"/>
          </ac:grpSpMkLst>
        </pc:grpChg>
        <pc:grpChg chg="del mod">
          <ac:chgData name="ARUN KARTHIK ." userId="62a047ea-99a3-445a-a127-bd8840139939" providerId="ADAL" clId="{2300E771-4B7D-4D9C-ADED-A67A217ED3F2}" dt="2024-08-10T12:36:01.211" v="1412"/>
          <ac:grpSpMkLst>
            <pc:docMk/>
            <pc:sldMk cId="2167753590" sldId="2147472407"/>
            <ac:grpSpMk id="16" creationId="{A1DB44A4-C96C-B6EB-4DA5-6938B4B743BA}"/>
          </ac:grpSpMkLst>
        </pc:grpChg>
        <pc:grpChg chg="add del mod">
          <ac:chgData name="ARUN KARTHIK ." userId="62a047ea-99a3-445a-a127-bd8840139939" providerId="ADAL" clId="{2300E771-4B7D-4D9C-ADED-A67A217ED3F2}" dt="2024-08-10T12:37:53.431" v="1451" actId="478"/>
          <ac:grpSpMkLst>
            <pc:docMk/>
            <pc:sldMk cId="2167753590" sldId="2147472407"/>
            <ac:grpSpMk id="25" creationId="{4753E361-D4D0-9E54-DD54-140A4B0F139F}"/>
          </ac:grpSpMkLst>
        </pc:grpChg>
        <pc:grpChg chg="add del mod">
          <ac:chgData name="ARUN KARTHIK ." userId="62a047ea-99a3-445a-a127-bd8840139939" providerId="ADAL" clId="{2300E771-4B7D-4D9C-ADED-A67A217ED3F2}" dt="2024-08-10T12:37:53.431" v="1451" actId="478"/>
          <ac:grpSpMkLst>
            <pc:docMk/>
            <pc:sldMk cId="2167753590" sldId="2147472407"/>
            <ac:grpSpMk id="26" creationId="{53048290-0BAD-53DA-ED4C-47DAEFCD5F03}"/>
          </ac:grpSpMkLst>
        </pc:grpChg>
        <pc:grpChg chg="add del mod">
          <ac:chgData name="ARUN KARTHIK ." userId="62a047ea-99a3-445a-a127-bd8840139939" providerId="ADAL" clId="{2300E771-4B7D-4D9C-ADED-A67A217ED3F2}" dt="2024-08-10T12:37:51.388" v="1448"/>
          <ac:grpSpMkLst>
            <pc:docMk/>
            <pc:sldMk cId="2167753590" sldId="2147472407"/>
            <ac:grpSpMk id="34" creationId="{3A2235D8-69A8-28DC-479E-ECF443A73155}"/>
          </ac:grpSpMkLst>
        </pc:grpChg>
        <pc:grpChg chg="add del mod">
          <ac:chgData name="ARUN KARTHIK ." userId="62a047ea-99a3-445a-a127-bd8840139939" providerId="ADAL" clId="{2300E771-4B7D-4D9C-ADED-A67A217ED3F2}" dt="2024-08-10T12:37:48.756" v="1436"/>
          <ac:grpSpMkLst>
            <pc:docMk/>
            <pc:sldMk cId="2167753590" sldId="2147472407"/>
            <ac:grpSpMk id="46" creationId="{FEC41CBE-1737-5449-0B4F-47A1A13E02B5}"/>
          </ac:grpSpMkLst>
        </pc:grpChg>
        <pc:grpChg chg="add del mod">
          <ac:chgData name="ARUN KARTHIK ." userId="62a047ea-99a3-445a-a127-bd8840139939" providerId="ADAL" clId="{2300E771-4B7D-4D9C-ADED-A67A217ED3F2}" dt="2024-08-10T12:37:48.756" v="1436"/>
          <ac:grpSpMkLst>
            <pc:docMk/>
            <pc:sldMk cId="2167753590" sldId="2147472407"/>
            <ac:grpSpMk id="47" creationId="{27E0C37B-0BFE-EE7D-D445-063898C423F6}"/>
          </ac:grpSpMkLst>
        </pc:grpChg>
        <pc:picChg chg="add mod">
          <ac:chgData name="ARUN KARTHIK ." userId="62a047ea-99a3-445a-a127-bd8840139939" providerId="ADAL" clId="{2300E771-4B7D-4D9C-ADED-A67A217ED3F2}" dt="2024-08-10T12:37:58.883" v="1453" actId="1076"/>
          <ac:picMkLst>
            <pc:docMk/>
            <pc:sldMk cId="2167753590" sldId="2147472407"/>
            <ac:picMk id="48" creationId="{BC70A126-7AAE-08CE-9AD5-E1C459041B6B}"/>
          </ac:picMkLst>
        </pc:picChg>
        <pc:picChg chg="add mod">
          <ac:chgData name="ARUN KARTHIK ." userId="62a047ea-99a3-445a-a127-bd8840139939" providerId="ADAL" clId="{2300E771-4B7D-4D9C-ADED-A67A217ED3F2}" dt="2024-08-10T12:38:02.960" v="1455" actId="1076"/>
          <ac:picMkLst>
            <pc:docMk/>
            <pc:sldMk cId="2167753590" sldId="2147472407"/>
            <ac:picMk id="49" creationId="{9C9C205C-71E5-8781-66D2-040E9BD4FB47}"/>
          </ac:picMkLst>
        </pc:picChg>
        <pc:inkChg chg="add mod">
          <ac:chgData name="ARUN KARTHIK ." userId="62a047ea-99a3-445a-a127-bd8840139939" providerId="ADAL" clId="{2300E771-4B7D-4D9C-ADED-A67A217ED3F2}" dt="2024-08-10T12:35:55.728" v="1400"/>
          <ac:inkMkLst>
            <pc:docMk/>
            <pc:sldMk cId="2167753590" sldId="2147472407"/>
            <ac:inkMk id="4" creationId="{AEB76F15-3403-41DA-67DA-A224DE15C2E0}"/>
          </ac:inkMkLst>
        </pc:inkChg>
        <pc:inkChg chg="add mod">
          <ac:chgData name="ARUN KARTHIK ." userId="62a047ea-99a3-445a-a127-bd8840139939" providerId="ADAL" clId="{2300E771-4B7D-4D9C-ADED-A67A217ED3F2}" dt="2024-08-10T12:35:55.728" v="1400"/>
          <ac:inkMkLst>
            <pc:docMk/>
            <pc:sldMk cId="2167753590" sldId="2147472407"/>
            <ac:inkMk id="5" creationId="{675A5E49-D31C-459A-6751-87E2B2ECA58C}"/>
          </ac:inkMkLst>
        </pc:inkChg>
        <pc:inkChg chg="add mod">
          <ac:chgData name="ARUN KARTHIK ." userId="62a047ea-99a3-445a-a127-bd8840139939" providerId="ADAL" clId="{2300E771-4B7D-4D9C-ADED-A67A217ED3F2}" dt="2024-08-10T12:35:55.728" v="1400"/>
          <ac:inkMkLst>
            <pc:docMk/>
            <pc:sldMk cId="2167753590" sldId="2147472407"/>
            <ac:inkMk id="7" creationId="{06CD4699-BD1E-8F26-8D46-DFE36393D04C}"/>
          </ac:inkMkLst>
        </pc:inkChg>
        <pc:inkChg chg="add mod">
          <ac:chgData name="ARUN KARTHIK ." userId="62a047ea-99a3-445a-a127-bd8840139939" providerId="ADAL" clId="{2300E771-4B7D-4D9C-ADED-A67A217ED3F2}" dt="2024-08-10T12:35:55.728" v="1400"/>
          <ac:inkMkLst>
            <pc:docMk/>
            <pc:sldMk cId="2167753590" sldId="2147472407"/>
            <ac:inkMk id="8" creationId="{906916ED-1363-66A9-053D-A9384FE2029A}"/>
          </ac:inkMkLst>
        </pc:inkChg>
        <pc:inkChg chg="add mod">
          <ac:chgData name="ARUN KARTHIK ." userId="62a047ea-99a3-445a-a127-bd8840139939" providerId="ADAL" clId="{2300E771-4B7D-4D9C-ADED-A67A217ED3F2}" dt="2024-08-10T12:35:55.728" v="1400"/>
          <ac:inkMkLst>
            <pc:docMk/>
            <pc:sldMk cId="2167753590" sldId="2147472407"/>
            <ac:inkMk id="9" creationId="{14FD8EBD-3E05-CDE6-B489-18A8C89EE302}"/>
          </ac:inkMkLst>
        </pc:inkChg>
        <pc:inkChg chg="add mod">
          <ac:chgData name="ARUN KARTHIK ." userId="62a047ea-99a3-445a-a127-bd8840139939" providerId="ADAL" clId="{2300E771-4B7D-4D9C-ADED-A67A217ED3F2}" dt="2024-08-10T12:35:55.728" v="1400"/>
          <ac:inkMkLst>
            <pc:docMk/>
            <pc:sldMk cId="2167753590" sldId="2147472407"/>
            <ac:inkMk id="11" creationId="{AA79D6B2-9D42-C4C3-B151-00BFDBDE36A3}"/>
          </ac:inkMkLst>
        </pc:inkChg>
        <pc:inkChg chg="add mod">
          <ac:chgData name="ARUN KARTHIK ." userId="62a047ea-99a3-445a-a127-bd8840139939" providerId="ADAL" clId="{2300E771-4B7D-4D9C-ADED-A67A217ED3F2}" dt="2024-08-10T12:35:55.728" v="1400"/>
          <ac:inkMkLst>
            <pc:docMk/>
            <pc:sldMk cId="2167753590" sldId="2147472407"/>
            <ac:inkMk id="12" creationId="{E44BA789-9B13-5639-20CD-EF1A56115F89}"/>
          </ac:inkMkLst>
        </pc:inkChg>
        <pc:inkChg chg="add mod">
          <ac:chgData name="ARUN KARTHIK ." userId="62a047ea-99a3-445a-a127-bd8840139939" providerId="ADAL" clId="{2300E771-4B7D-4D9C-ADED-A67A217ED3F2}" dt="2024-08-10T12:36:01.211" v="1412"/>
          <ac:inkMkLst>
            <pc:docMk/>
            <pc:sldMk cId="2167753590" sldId="2147472407"/>
            <ac:inkMk id="14" creationId="{F7F60519-6202-6CF1-2A2E-80299253FA6B}"/>
          </ac:inkMkLst>
        </pc:inkChg>
        <pc:inkChg chg="add mod">
          <ac:chgData name="ARUN KARTHIK ." userId="62a047ea-99a3-445a-a127-bd8840139939" providerId="ADAL" clId="{2300E771-4B7D-4D9C-ADED-A67A217ED3F2}" dt="2024-08-10T12:36:01.211" v="1412"/>
          <ac:inkMkLst>
            <pc:docMk/>
            <pc:sldMk cId="2167753590" sldId="2147472407"/>
            <ac:inkMk id="15" creationId="{0D01C818-78EC-C7C0-5F79-BDDA98E73611}"/>
          </ac:inkMkLst>
        </pc:inkChg>
        <pc:inkChg chg="add mod">
          <ac:chgData name="ARUN KARTHIK ." userId="62a047ea-99a3-445a-a127-bd8840139939" providerId="ADAL" clId="{2300E771-4B7D-4D9C-ADED-A67A217ED3F2}" dt="2024-08-10T12:36:01.211" v="1412"/>
          <ac:inkMkLst>
            <pc:docMk/>
            <pc:sldMk cId="2167753590" sldId="2147472407"/>
            <ac:inkMk id="17" creationId="{CE9180CB-FB87-4130-9126-6717DAD993B4}"/>
          </ac:inkMkLst>
        </pc:inkChg>
        <pc:inkChg chg="add mod">
          <ac:chgData name="ARUN KARTHIK ." userId="62a047ea-99a3-445a-a127-bd8840139939" providerId="ADAL" clId="{2300E771-4B7D-4D9C-ADED-A67A217ED3F2}" dt="2024-08-10T12:36:01.211" v="1412"/>
          <ac:inkMkLst>
            <pc:docMk/>
            <pc:sldMk cId="2167753590" sldId="2147472407"/>
            <ac:inkMk id="18" creationId="{D08726A4-FF45-A370-6441-2FF1F75AC48A}"/>
          </ac:inkMkLst>
        </pc:inkChg>
        <pc:inkChg chg="add mod">
          <ac:chgData name="ARUN KARTHIK ." userId="62a047ea-99a3-445a-a127-bd8840139939" providerId="ADAL" clId="{2300E771-4B7D-4D9C-ADED-A67A217ED3F2}" dt="2024-08-10T12:36:01.211" v="1412"/>
          <ac:inkMkLst>
            <pc:docMk/>
            <pc:sldMk cId="2167753590" sldId="2147472407"/>
            <ac:inkMk id="19" creationId="{A750BD52-0B21-D2E7-3B1A-A4E738597550}"/>
          </ac:inkMkLst>
        </pc:inkChg>
        <pc:inkChg chg="add mod">
          <ac:chgData name="ARUN KARTHIK ." userId="62a047ea-99a3-445a-a127-bd8840139939" providerId="ADAL" clId="{2300E771-4B7D-4D9C-ADED-A67A217ED3F2}" dt="2024-08-10T12:36:01.211" v="1412"/>
          <ac:inkMkLst>
            <pc:docMk/>
            <pc:sldMk cId="2167753590" sldId="2147472407"/>
            <ac:inkMk id="20" creationId="{6510F376-281A-42C9-D097-1FD14794A444}"/>
          </ac:inkMkLst>
        </pc:inkChg>
        <pc:inkChg chg="add mod">
          <ac:chgData name="ARUN KARTHIK ." userId="62a047ea-99a3-445a-a127-bd8840139939" providerId="ADAL" clId="{2300E771-4B7D-4D9C-ADED-A67A217ED3F2}" dt="2024-08-10T12:36:01.211" v="1412"/>
          <ac:inkMkLst>
            <pc:docMk/>
            <pc:sldMk cId="2167753590" sldId="2147472407"/>
            <ac:inkMk id="21" creationId="{B69091E7-6C3E-40A2-0635-DD7240FC63AE}"/>
          </ac:inkMkLst>
        </pc:inkChg>
        <pc:inkChg chg="add mod">
          <ac:chgData name="ARUN KARTHIK ." userId="62a047ea-99a3-445a-a127-bd8840139939" providerId="ADAL" clId="{2300E771-4B7D-4D9C-ADED-A67A217ED3F2}" dt="2024-08-10T12:36:01.211" v="1412"/>
          <ac:inkMkLst>
            <pc:docMk/>
            <pc:sldMk cId="2167753590" sldId="2147472407"/>
            <ac:inkMk id="22" creationId="{91571D2F-2C63-B881-F07D-79804FD1A874}"/>
          </ac:inkMkLst>
        </pc:inkChg>
        <pc:inkChg chg="add mod">
          <ac:chgData name="ARUN KARTHIK ." userId="62a047ea-99a3-445a-a127-bd8840139939" providerId="ADAL" clId="{2300E771-4B7D-4D9C-ADED-A67A217ED3F2}" dt="2024-08-10T12:36:01.211" v="1412"/>
          <ac:inkMkLst>
            <pc:docMk/>
            <pc:sldMk cId="2167753590" sldId="2147472407"/>
            <ac:inkMk id="23" creationId="{5259D191-1A22-A281-1F5D-28805BFA8C66}"/>
          </ac:inkMkLst>
        </pc:inkChg>
        <pc:inkChg chg="add mod">
          <ac:chgData name="ARUN KARTHIK ." userId="62a047ea-99a3-445a-a127-bd8840139939" providerId="ADAL" clId="{2300E771-4B7D-4D9C-ADED-A67A217ED3F2}" dt="2024-08-10T12:36:01.211" v="1412"/>
          <ac:inkMkLst>
            <pc:docMk/>
            <pc:sldMk cId="2167753590" sldId="2147472407"/>
            <ac:inkMk id="24" creationId="{C8E1053D-D967-8D84-C4C4-0BF7F6CEB229}"/>
          </ac:inkMkLst>
        </pc:inkChg>
        <pc:inkChg chg="add del mod">
          <ac:chgData name="ARUN KARTHIK ." userId="62a047ea-99a3-445a-a127-bd8840139939" providerId="ADAL" clId="{2300E771-4B7D-4D9C-ADED-A67A217ED3F2}" dt="2024-08-10T12:37:53.431" v="1451" actId="478"/>
          <ac:inkMkLst>
            <pc:docMk/>
            <pc:sldMk cId="2167753590" sldId="2147472407"/>
            <ac:inkMk id="27" creationId="{6EB3534C-1184-7D46-A3A4-E1B8E6189CD4}"/>
          </ac:inkMkLst>
        </pc:inkChg>
        <pc:inkChg chg="add del mod">
          <ac:chgData name="ARUN KARTHIK ." userId="62a047ea-99a3-445a-a127-bd8840139939" providerId="ADAL" clId="{2300E771-4B7D-4D9C-ADED-A67A217ED3F2}" dt="2024-08-10T12:37:53.431" v="1451" actId="478"/>
          <ac:inkMkLst>
            <pc:docMk/>
            <pc:sldMk cId="2167753590" sldId="2147472407"/>
            <ac:inkMk id="28" creationId="{1B042B57-7048-415E-628B-17CBEEC21FDA}"/>
          </ac:inkMkLst>
        </pc:inkChg>
        <pc:inkChg chg="add del mod">
          <ac:chgData name="ARUN KARTHIK ." userId="62a047ea-99a3-445a-a127-bd8840139939" providerId="ADAL" clId="{2300E771-4B7D-4D9C-ADED-A67A217ED3F2}" dt="2024-08-10T12:37:53.431" v="1451" actId="478"/>
          <ac:inkMkLst>
            <pc:docMk/>
            <pc:sldMk cId="2167753590" sldId="2147472407"/>
            <ac:inkMk id="29" creationId="{73425BAF-CCE6-DA73-AEA4-B5528601D14A}"/>
          </ac:inkMkLst>
        </pc:inkChg>
        <pc:inkChg chg="add del mod">
          <ac:chgData name="ARUN KARTHIK ." userId="62a047ea-99a3-445a-a127-bd8840139939" providerId="ADAL" clId="{2300E771-4B7D-4D9C-ADED-A67A217ED3F2}" dt="2024-08-10T12:37:53.431" v="1451" actId="478"/>
          <ac:inkMkLst>
            <pc:docMk/>
            <pc:sldMk cId="2167753590" sldId="2147472407"/>
            <ac:inkMk id="30" creationId="{1A244017-DFB6-CA34-C5CA-1CB870456800}"/>
          </ac:inkMkLst>
        </pc:inkChg>
        <pc:inkChg chg="add del mod">
          <ac:chgData name="ARUN KARTHIK ." userId="62a047ea-99a3-445a-a127-bd8840139939" providerId="ADAL" clId="{2300E771-4B7D-4D9C-ADED-A67A217ED3F2}" dt="2024-08-10T12:37:51.784" v="1450" actId="9405"/>
          <ac:inkMkLst>
            <pc:docMk/>
            <pc:sldMk cId="2167753590" sldId="2147472407"/>
            <ac:inkMk id="31" creationId="{851D626C-A115-935E-7453-163317B3F90B}"/>
          </ac:inkMkLst>
        </pc:inkChg>
        <pc:inkChg chg="add del mod">
          <ac:chgData name="ARUN KARTHIK ." userId="62a047ea-99a3-445a-a127-bd8840139939" providerId="ADAL" clId="{2300E771-4B7D-4D9C-ADED-A67A217ED3F2}" dt="2024-08-10T12:37:51.577" v="1449" actId="9405"/>
          <ac:inkMkLst>
            <pc:docMk/>
            <pc:sldMk cId="2167753590" sldId="2147472407"/>
            <ac:inkMk id="32" creationId="{37D4305E-3813-7245-C90B-3AC063D1939B}"/>
          </ac:inkMkLst>
        </pc:inkChg>
        <pc:inkChg chg="add del mod">
          <ac:chgData name="ARUN KARTHIK ." userId="62a047ea-99a3-445a-a127-bd8840139939" providerId="ADAL" clId="{2300E771-4B7D-4D9C-ADED-A67A217ED3F2}" dt="2024-08-10T12:37:51.388" v="1448"/>
          <ac:inkMkLst>
            <pc:docMk/>
            <pc:sldMk cId="2167753590" sldId="2147472407"/>
            <ac:inkMk id="33" creationId="{9273C135-372F-CC3A-1AFA-12FB8D93BB6A}"/>
          </ac:inkMkLst>
        </pc:inkChg>
        <pc:inkChg chg="add del">
          <ac:chgData name="ARUN KARTHIK ." userId="62a047ea-99a3-445a-a127-bd8840139939" providerId="ADAL" clId="{2300E771-4B7D-4D9C-ADED-A67A217ED3F2}" dt="2024-08-10T12:37:51.187" v="1446" actId="9405"/>
          <ac:inkMkLst>
            <pc:docMk/>
            <pc:sldMk cId="2167753590" sldId="2147472407"/>
            <ac:inkMk id="35" creationId="{49B59E00-E23C-4B59-9D2F-56B218360442}"/>
          </ac:inkMkLst>
        </pc:inkChg>
        <pc:inkChg chg="add del mod">
          <ac:chgData name="ARUN KARTHIK ." userId="62a047ea-99a3-445a-a127-bd8840139939" providerId="ADAL" clId="{2300E771-4B7D-4D9C-ADED-A67A217ED3F2}" dt="2024-08-10T12:37:50.985" v="1445" actId="9405"/>
          <ac:inkMkLst>
            <pc:docMk/>
            <pc:sldMk cId="2167753590" sldId="2147472407"/>
            <ac:inkMk id="36" creationId="{A6B513A5-8445-98B3-D26E-6BAD07FC96B3}"/>
          </ac:inkMkLst>
        </pc:inkChg>
        <pc:inkChg chg="add del mod">
          <ac:chgData name="ARUN KARTHIK ." userId="62a047ea-99a3-445a-a127-bd8840139939" providerId="ADAL" clId="{2300E771-4B7D-4D9C-ADED-A67A217ED3F2}" dt="2024-08-10T12:37:50.754" v="1444" actId="9405"/>
          <ac:inkMkLst>
            <pc:docMk/>
            <pc:sldMk cId="2167753590" sldId="2147472407"/>
            <ac:inkMk id="37" creationId="{E7BBFC5A-0893-0258-7302-B5D39293F14C}"/>
          </ac:inkMkLst>
        </pc:inkChg>
        <pc:inkChg chg="add del mod">
          <ac:chgData name="ARUN KARTHIK ." userId="62a047ea-99a3-445a-a127-bd8840139939" providerId="ADAL" clId="{2300E771-4B7D-4D9C-ADED-A67A217ED3F2}" dt="2024-08-10T12:37:50.542" v="1443" actId="9405"/>
          <ac:inkMkLst>
            <pc:docMk/>
            <pc:sldMk cId="2167753590" sldId="2147472407"/>
            <ac:inkMk id="38" creationId="{B7590AFE-984F-7273-8B3E-083A2B45DA92}"/>
          </ac:inkMkLst>
        </pc:inkChg>
        <pc:inkChg chg="add del mod">
          <ac:chgData name="ARUN KARTHIK ." userId="62a047ea-99a3-445a-a127-bd8840139939" providerId="ADAL" clId="{2300E771-4B7D-4D9C-ADED-A67A217ED3F2}" dt="2024-08-10T12:37:50.355" v="1442" actId="9405"/>
          <ac:inkMkLst>
            <pc:docMk/>
            <pc:sldMk cId="2167753590" sldId="2147472407"/>
            <ac:inkMk id="39" creationId="{4A9F0992-1F1B-C7F0-BCC5-D8AEA4226A8C}"/>
          </ac:inkMkLst>
        </pc:inkChg>
        <pc:inkChg chg="add del mod">
          <ac:chgData name="ARUN KARTHIK ." userId="62a047ea-99a3-445a-a127-bd8840139939" providerId="ADAL" clId="{2300E771-4B7D-4D9C-ADED-A67A217ED3F2}" dt="2024-08-10T12:37:50.179" v="1441" actId="9405"/>
          <ac:inkMkLst>
            <pc:docMk/>
            <pc:sldMk cId="2167753590" sldId="2147472407"/>
            <ac:inkMk id="40" creationId="{6E8D6DD8-0BEE-2332-7EF5-E774DAC987B3}"/>
          </ac:inkMkLst>
        </pc:inkChg>
        <pc:inkChg chg="add del mod">
          <ac:chgData name="ARUN KARTHIK ." userId="62a047ea-99a3-445a-a127-bd8840139939" providerId="ADAL" clId="{2300E771-4B7D-4D9C-ADED-A67A217ED3F2}" dt="2024-08-10T12:37:49.994" v="1440" actId="9405"/>
          <ac:inkMkLst>
            <pc:docMk/>
            <pc:sldMk cId="2167753590" sldId="2147472407"/>
            <ac:inkMk id="41" creationId="{971907B2-9C85-13C2-EB2A-B4AD638EF4EE}"/>
          </ac:inkMkLst>
        </pc:inkChg>
        <pc:inkChg chg="add del mod">
          <ac:chgData name="ARUN KARTHIK ." userId="62a047ea-99a3-445a-a127-bd8840139939" providerId="ADAL" clId="{2300E771-4B7D-4D9C-ADED-A67A217ED3F2}" dt="2024-08-10T12:37:49.777" v="1439" actId="9405"/>
          <ac:inkMkLst>
            <pc:docMk/>
            <pc:sldMk cId="2167753590" sldId="2147472407"/>
            <ac:inkMk id="42" creationId="{A4698769-130D-3E5B-218D-C2B75C280A98}"/>
          </ac:inkMkLst>
        </pc:inkChg>
        <pc:inkChg chg="add del mod">
          <ac:chgData name="ARUN KARTHIK ." userId="62a047ea-99a3-445a-a127-bd8840139939" providerId="ADAL" clId="{2300E771-4B7D-4D9C-ADED-A67A217ED3F2}" dt="2024-08-10T12:37:49.309" v="1438" actId="9405"/>
          <ac:inkMkLst>
            <pc:docMk/>
            <pc:sldMk cId="2167753590" sldId="2147472407"/>
            <ac:inkMk id="43" creationId="{7365C49F-D723-5F17-D5A2-98B702C44534}"/>
          </ac:inkMkLst>
        </pc:inkChg>
        <pc:inkChg chg="add del mod">
          <ac:chgData name="ARUN KARTHIK ." userId="62a047ea-99a3-445a-a127-bd8840139939" providerId="ADAL" clId="{2300E771-4B7D-4D9C-ADED-A67A217ED3F2}" dt="2024-08-10T12:37:49.056" v="1437" actId="9405"/>
          <ac:inkMkLst>
            <pc:docMk/>
            <pc:sldMk cId="2167753590" sldId="2147472407"/>
            <ac:inkMk id="44" creationId="{345E1CEF-03DF-779A-EAB7-29C0E283DDE5}"/>
          </ac:inkMkLst>
        </pc:inkChg>
        <pc:inkChg chg="add del mod">
          <ac:chgData name="ARUN KARTHIK ." userId="62a047ea-99a3-445a-a127-bd8840139939" providerId="ADAL" clId="{2300E771-4B7D-4D9C-ADED-A67A217ED3F2}" dt="2024-08-10T12:37:48.756" v="1436"/>
          <ac:inkMkLst>
            <pc:docMk/>
            <pc:sldMk cId="2167753590" sldId="2147472407"/>
            <ac:inkMk id="45" creationId="{ABDDB1D8-4F42-695F-AB9E-E2A465158915}"/>
          </ac:inkMkLst>
        </pc:inkChg>
        <pc:inkChg chg="add">
          <ac:chgData name="ARUN KARTHIK ." userId="62a047ea-99a3-445a-a127-bd8840139939" providerId="ADAL" clId="{2300E771-4B7D-4D9C-ADED-A67A217ED3F2}" dt="2024-08-10T12:40:12.895" v="1456"/>
          <ac:inkMkLst>
            <pc:docMk/>
            <pc:sldMk cId="2167753590" sldId="2147472407"/>
            <ac:inkMk id="50" creationId="{22CC755F-A6CC-36DA-46AB-3BCB2501BB94}"/>
          </ac:inkMkLst>
        </pc:inkChg>
      </pc:sldChg>
      <pc:sldChg chg="addSp delSp modSp new del mod">
        <pc:chgData name="ARUN KARTHIK ." userId="62a047ea-99a3-445a-a127-bd8840139939" providerId="ADAL" clId="{2300E771-4B7D-4D9C-ADED-A67A217ED3F2}" dt="2024-08-10T12:15:20.980" v="1377" actId="47"/>
        <pc:sldMkLst>
          <pc:docMk/>
          <pc:sldMk cId="4120483452" sldId="2147472407"/>
        </pc:sldMkLst>
        <pc:spChg chg="del">
          <ac:chgData name="ARUN KARTHIK ." userId="62a047ea-99a3-445a-a127-bd8840139939" providerId="ADAL" clId="{2300E771-4B7D-4D9C-ADED-A67A217ED3F2}" dt="2024-08-10T12:08:08.834" v="1363" actId="478"/>
          <ac:spMkLst>
            <pc:docMk/>
            <pc:sldMk cId="4120483452" sldId="2147472407"/>
            <ac:spMk id="2" creationId="{E1651008-D382-4EA7-E6A2-5E3189F2F49B}"/>
          </ac:spMkLst>
        </pc:spChg>
        <pc:spChg chg="del">
          <ac:chgData name="ARUN KARTHIK ." userId="62a047ea-99a3-445a-a127-bd8840139939" providerId="ADAL" clId="{2300E771-4B7D-4D9C-ADED-A67A217ED3F2}" dt="2024-08-10T12:08:08.834" v="1363" actId="478"/>
          <ac:spMkLst>
            <pc:docMk/>
            <pc:sldMk cId="4120483452" sldId="2147472407"/>
            <ac:spMk id="3" creationId="{ABA64079-BBB5-0989-8842-5C5628B45E4C}"/>
          </ac:spMkLst>
        </pc:spChg>
        <pc:picChg chg="add del mod">
          <ac:chgData name="ARUN KARTHIK ." userId="62a047ea-99a3-445a-a127-bd8840139939" providerId="ADAL" clId="{2300E771-4B7D-4D9C-ADED-A67A217ED3F2}" dt="2024-08-10T12:08:08.834" v="1363" actId="478"/>
          <ac:picMkLst>
            <pc:docMk/>
            <pc:sldMk cId="4120483452" sldId="2147472407"/>
            <ac:picMk id="4" creationId="{BD4AFABB-5BE7-155D-D82C-811831EF64F4}"/>
          </ac:picMkLst>
        </pc:picChg>
        <pc:picChg chg="add mod">
          <ac:chgData name="ARUN KARTHIK ." userId="62a047ea-99a3-445a-a127-bd8840139939" providerId="ADAL" clId="{2300E771-4B7D-4D9C-ADED-A67A217ED3F2}" dt="2024-08-10T12:08:12.702" v="1366" actId="14100"/>
          <ac:picMkLst>
            <pc:docMk/>
            <pc:sldMk cId="4120483452" sldId="2147472407"/>
            <ac:picMk id="5" creationId="{0C53B18A-1A64-08E2-FC5B-86F9921122EA}"/>
          </ac:picMkLst>
        </pc:picChg>
        <pc:picChg chg="add mod">
          <ac:chgData name="ARUN KARTHIK ." userId="62a047ea-99a3-445a-a127-bd8840139939" providerId="ADAL" clId="{2300E771-4B7D-4D9C-ADED-A67A217ED3F2}" dt="2024-08-10T12:08:32.463" v="1368" actId="1076"/>
          <ac:picMkLst>
            <pc:docMk/>
            <pc:sldMk cId="4120483452" sldId="2147472407"/>
            <ac:picMk id="7" creationId="{9FE84799-53FB-0C60-0EBF-4803B7AF8ECF}"/>
          </ac:picMkLst>
        </pc:picChg>
        <pc:inkChg chg="add">
          <ac:chgData name="ARUN KARTHIK ." userId="62a047ea-99a3-445a-a127-bd8840139939" providerId="ADAL" clId="{2300E771-4B7D-4D9C-ADED-A67A217ED3F2}" dt="2024-08-10T12:10:02.706" v="1369"/>
          <ac:inkMkLst>
            <pc:docMk/>
            <pc:sldMk cId="4120483452" sldId="2147472407"/>
            <ac:inkMk id="8" creationId="{DD863D54-D720-B95F-9DCB-5FB6B4225C46}"/>
          </ac:inkMkLst>
        </pc:inkChg>
      </pc:sldChg>
      <pc:sldChg chg="addSp delSp modSp add del mod">
        <pc:chgData name="ARUN KARTHIK ." userId="62a047ea-99a3-445a-a127-bd8840139939" providerId="ADAL" clId="{2300E771-4B7D-4D9C-ADED-A67A217ED3F2}" dt="2024-08-10T12:31:27.535" v="1388" actId="47"/>
        <pc:sldMkLst>
          <pc:docMk/>
          <pc:sldMk cId="312669085" sldId="2147472408"/>
        </pc:sldMkLst>
        <pc:picChg chg="add mod">
          <ac:chgData name="ARUN KARTHIK ." userId="62a047ea-99a3-445a-a127-bd8840139939" providerId="ADAL" clId="{2300E771-4B7D-4D9C-ADED-A67A217ED3F2}" dt="2024-08-10T12:10:26.377" v="1374" actId="1076"/>
          <ac:picMkLst>
            <pc:docMk/>
            <pc:sldMk cId="312669085" sldId="2147472408"/>
            <ac:picMk id="3" creationId="{629CBC35-BCCE-99B7-593F-BCB1DE063F31}"/>
          </ac:picMkLst>
        </pc:picChg>
        <pc:inkChg chg="add">
          <ac:chgData name="ARUN KARTHIK ." userId="62a047ea-99a3-445a-a127-bd8840139939" providerId="ADAL" clId="{2300E771-4B7D-4D9C-ADED-A67A217ED3F2}" dt="2024-08-10T12:12:06.713" v="1375"/>
          <ac:inkMkLst>
            <pc:docMk/>
            <pc:sldMk cId="312669085" sldId="2147472408"/>
            <ac:inkMk id="4" creationId="{66179C69-2C6C-06C7-663B-F3120074DA0B}"/>
          </ac:inkMkLst>
        </pc:inkChg>
        <pc:inkChg chg="del mod">
          <ac:chgData name="ARUN KARTHIK ." userId="62a047ea-99a3-445a-a127-bd8840139939" providerId="ADAL" clId="{2300E771-4B7D-4D9C-ADED-A67A217ED3F2}" dt="2024-08-10T12:10:14.681" v="1372" actId="478"/>
          <ac:inkMkLst>
            <pc:docMk/>
            <pc:sldMk cId="312669085" sldId="2147472408"/>
            <ac:inkMk id="8" creationId="{DD863D54-D720-B95F-9DCB-5FB6B4225C46}"/>
          </ac:inkMkLst>
        </pc:inkChg>
      </pc:sldChg>
      <pc:sldChg chg="addSp delSp modSp new mod">
        <pc:chgData name="ARUN KARTHIK ." userId="62a047ea-99a3-445a-a127-bd8840139939" providerId="ADAL" clId="{2300E771-4B7D-4D9C-ADED-A67A217ED3F2}" dt="2024-08-10T12:44:51.524" v="1472"/>
        <pc:sldMkLst>
          <pc:docMk/>
          <pc:sldMk cId="804197851" sldId="2147472408"/>
        </pc:sldMkLst>
        <pc:spChg chg="del">
          <ac:chgData name="ARUN KARTHIK ." userId="62a047ea-99a3-445a-a127-bd8840139939" providerId="ADAL" clId="{2300E771-4B7D-4D9C-ADED-A67A217ED3F2}" dt="2024-08-10T12:40:16.927" v="1458" actId="478"/>
          <ac:spMkLst>
            <pc:docMk/>
            <pc:sldMk cId="804197851" sldId="2147472408"/>
            <ac:spMk id="2" creationId="{DA7BEEE6-68C5-59D5-6B50-AE919FA2E0F2}"/>
          </ac:spMkLst>
        </pc:spChg>
        <pc:spChg chg="del">
          <ac:chgData name="ARUN KARTHIK ." userId="62a047ea-99a3-445a-a127-bd8840139939" providerId="ADAL" clId="{2300E771-4B7D-4D9C-ADED-A67A217ED3F2}" dt="2024-08-10T12:40:16.927" v="1458" actId="478"/>
          <ac:spMkLst>
            <pc:docMk/>
            <pc:sldMk cId="804197851" sldId="2147472408"/>
            <ac:spMk id="3" creationId="{A0814EB3-7DD7-3F6B-9F38-25318394C49C}"/>
          </ac:spMkLst>
        </pc:spChg>
        <pc:picChg chg="add mod">
          <ac:chgData name="ARUN KARTHIK ." userId="62a047ea-99a3-445a-a127-bd8840139939" providerId="ADAL" clId="{2300E771-4B7D-4D9C-ADED-A67A217ED3F2}" dt="2024-08-10T12:40:30.141" v="1460" actId="1076"/>
          <ac:picMkLst>
            <pc:docMk/>
            <pc:sldMk cId="804197851" sldId="2147472408"/>
            <ac:picMk id="5" creationId="{2916638A-CF3F-6DCB-24B3-873DC341127C}"/>
          </ac:picMkLst>
        </pc:picChg>
        <pc:inkChg chg="add">
          <ac:chgData name="ARUN KARTHIK ." userId="62a047ea-99a3-445a-a127-bd8840139939" providerId="ADAL" clId="{2300E771-4B7D-4D9C-ADED-A67A217ED3F2}" dt="2024-08-10T12:42:16.944" v="1461"/>
          <ac:inkMkLst>
            <pc:docMk/>
            <pc:sldMk cId="804197851" sldId="2147472408"/>
            <ac:inkMk id="6" creationId="{C93F5B96-06D8-1018-6655-ABAD3C081865}"/>
          </ac:inkMkLst>
        </pc:inkChg>
        <pc:inkChg chg="add">
          <ac:chgData name="ARUN KARTHIK ." userId="62a047ea-99a3-445a-a127-bd8840139939" providerId="ADAL" clId="{2300E771-4B7D-4D9C-ADED-A67A217ED3F2}" dt="2024-08-10T12:43:58.689" v="1466"/>
          <ac:inkMkLst>
            <pc:docMk/>
            <pc:sldMk cId="804197851" sldId="2147472408"/>
            <ac:inkMk id="7" creationId="{1B81E633-3EFD-6846-6459-0D3CA8BE6CD6}"/>
          </ac:inkMkLst>
        </pc:inkChg>
        <pc:inkChg chg="add">
          <ac:chgData name="ARUN KARTHIK ." userId="62a047ea-99a3-445a-a127-bd8840139939" providerId="ADAL" clId="{2300E771-4B7D-4D9C-ADED-A67A217ED3F2}" dt="2024-08-10T12:44:51.524" v="1472"/>
          <ac:inkMkLst>
            <pc:docMk/>
            <pc:sldMk cId="804197851" sldId="2147472408"/>
            <ac:inkMk id="8" creationId="{2268467B-6AD1-1279-DDE7-9EDC17218743}"/>
          </ac:inkMkLst>
        </pc:inkChg>
      </pc:sldChg>
      <pc:sldChg chg="addSp delSp modSp new del mod modAnim">
        <pc:chgData name="ARUN KARTHIK ." userId="62a047ea-99a3-445a-a127-bd8840139939" providerId="ADAL" clId="{2300E771-4B7D-4D9C-ADED-A67A217ED3F2}" dt="2024-08-10T12:31:26.420" v="1387" actId="47"/>
        <pc:sldMkLst>
          <pc:docMk/>
          <pc:sldMk cId="2099800586" sldId="2147472409"/>
        </pc:sldMkLst>
        <pc:spChg chg="del">
          <ac:chgData name="ARUN KARTHIK ." userId="62a047ea-99a3-445a-a127-bd8840139939" providerId="ADAL" clId="{2300E771-4B7D-4D9C-ADED-A67A217ED3F2}" dt="2024-08-10T12:15:27.030" v="1379" actId="478"/>
          <ac:spMkLst>
            <pc:docMk/>
            <pc:sldMk cId="2099800586" sldId="2147472409"/>
            <ac:spMk id="2" creationId="{9DF96CCF-2829-1E7D-8C7B-9EC17EB548D2}"/>
          </ac:spMkLst>
        </pc:spChg>
        <pc:spChg chg="del">
          <ac:chgData name="ARUN KARTHIK ." userId="62a047ea-99a3-445a-a127-bd8840139939" providerId="ADAL" clId="{2300E771-4B7D-4D9C-ADED-A67A217ED3F2}" dt="2024-08-10T12:15:27.030" v="1379" actId="478"/>
          <ac:spMkLst>
            <pc:docMk/>
            <pc:sldMk cId="2099800586" sldId="2147472409"/>
            <ac:spMk id="3" creationId="{374EB152-666B-2621-C536-89A77104D908}"/>
          </ac:spMkLst>
        </pc:spChg>
        <pc:picChg chg="add mod">
          <ac:chgData name="ARUN KARTHIK ." userId="62a047ea-99a3-445a-a127-bd8840139939" providerId="ADAL" clId="{2300E771-4B7D-4D9C-ADED-A67A217ED3F2}" dt="2024-08-10T12:15:31.490" v="1381" actId="1076"/>
          <ac:picMkLst>
            <pc:docMk/>
            <pc:sldMk cId="2099800586" sldId="2147472409"/>
            <ac:picMk id="4" creationId="{9677231A-F24D-C2C7-F601-830D1047B8E9}"/>
          </ac:picMkLst>
        </pc:picChg>
        <pc:picChg chg="add mod">
          <ac:chgData name="ARUN KARTHIK ." userId="62a047ea-99a3-445a-a127-bd8840139939" providerId="ADAL" clId="{2300E771-4B7D-4D9C-ADED-A67A217ED3F2}" dt="2024-08-10T12:15:36.139" v="1383" actId="1076"/>
          <ac:picMkLst>
            <pc:docMk/>
            <pc:sldMk cId="2099800586" sldId="2147472409"/>
            <ac:picMk id="5" creationId="{4D677E99-27AA-02FA-E728-F00E73D941AA}"/>
          </ac:picMkLst>
        </pc:picChg>
        <pc:inkChg chg="add mod">
          <ac:chgData name="ARUN KARTHIK ." userId="62a047ea-99a3-445a-a127-bd8840139939" providerId="ADAL" clId="{2300E771-4B7D-4D9C-ADED-A67A217ED3F2}" dt="2024-08-10T12:19:55.735" v="1385" actId="1076"/>
          <ac:inkMkLst>
            <pc:docMk/>
            <pc:sldMk cId="2099800586" sldId="2147472409"/>
            <ac:inkMk id="6" creationId="{87C454E6-6BC1-1E93-0FC5-B121559C5534}"/>
          </ac:inkMkLst>
        </pc:inkChg>
      </pc:sldChg>
      <pc:sldChg chg="addSp delSp modSp new mod">
        <pc:chgData name="ARUN KARTHIK ." userId="62a047ea-99a3-445a-a127-bd8840139939" providerId="ADAL" clId="{2300E771-4B7D-4D9C-ADED-A67A217ED3F2}" dt="2024-08-10T12:43:58.689" v="1466"/>
        <pc:sldMkLst>
          <pc:docMk/>
          <pc:sldMk cId="2364980166" sldId="2147472409"/>
        </pc:sldMkLst>
        <pc:spChg chg="del">
          <ac:chgData name="ARUN KARTHIK ." userId="62a047ea-99a3-445a-a127-bd8840139939" providerId="ADAL" clId="{2300E771-4B7D-4D9C-ADED-A67A217ED3F2}" dt="2024-08-10T12:42:25.580" v="1463" actId="478"/>
          <ac:spMkLst>
            <pc:docMk/>
            <pc:sldMk cId="2364980166" sldId="2147472409"/>
            <ac:spMk id="2" creationId="{F154A78C-D671-6F85-2F70-606D7FDF2E4C}"/>
          </ac:spMkLst>
        </pc:spChg>
        <pc:spChg chg="del">
          <ac:chgData name="ARUN KARTHIK ." userId="62a047ea-99a3-445a-a127-bd8840139939" providerId="ADAL" clId="{2300E771-4B7D-4D9C-ADED-A67A217ED3F2}" dt="2024-08-10T12:42:25.580" v="1463" actId="478"/>
          <ac:spMkLst>
            <pc:docMk/>
            <pc:sldMk cId="2364980166" sldId="2147472409"/>
            <ac:spMk id="3" creationId="{2396E726-C021-EFB2-8CBB-EB9446CF57EE}"/>
          </ac:spMkLst>
        </pc:spChg>
        <pc:picChg chg="add mod">
          <ac:chgData name="ARUN KARTHIK ." userId="62a047ea-99a3-445a-a127-bd8840139939" providerId="ADAL" clId="{2300E771-4B7D-4D9C-ADED-A67A217ED3F2}" dt="2024-08-10T12:42:27.022" v="1465" actId="1076"/>
          <ac:picMkLst>
            <pc:docMk/>
            <pc:sldMk cId="2364980166" sldId="2147472409"/>
            <ac:picMk id="5" creationId="{6D70627C-888F-48DC-0970-6D483A128249}"/>
          </ac:picMkLst>
        </pc:picChg>
        <pc:inkChg chg="add">
          <ac:chgData name="ARUN KARTHIK ." userId="62a047ea-99a3-445a-a127-bd8840139939" providerId="ADAL" clId="{2300E771-4B7D-4D9C-ADED-A67A217ED3F2}" dt="2024-08-10T12:43:58.689" v="1466"/>
          <ac:inkMkLst>
            <pc:docMk/>
            <pc:sldMk cId="2364980166" sldId="2147472409"/>
            <ac:inkMk id="6" creationId="{2E155227-5F94-3774-25B0-9504BE76C090}"/>
          </ac:inkMkLst>
        </pc:inkChg>
      </pc:sldChg>
      <pc:sldChg chg="addSp delSp modSp new mod">
        <pc:chgData name="ARUN KARTHIK ." userId="62a047ea-99a3-445a-a127-bd8840139939" providerId="ADAL" clId="{2300E771-4B7D-4D9C-ADED-A67A217ED3F2}" dt="2024-08-10T12:44:51.524" v="1472"/>
        <pc:sldMkLst>
          <pc:docMk/>
          <pc:sldMk cId="2041477310" sldId="2147472410"/>
        </pc:sldMkLst>
        <pc:spChg chg="del">
          <ac:chgData name="ARUN KARTHIK ." userId="62a047ea-99a3-445a-a127-bd8840139939" providerId="ADAL" clId="{2300E771-4B7D-4D9C-ADED-A67A217ED3F2}" dt="2024-08-10T12:44:00.912" v="1468" actId="478"/>
          <ac:spMkLst>
            <pc:docMk/>
            <pc:sldMk cId="2041477310" sldId="2147472410"/>
            <ac:spMk id="2" creationId="{F425F026-BA1D-FBE1-673A-3B8E80A9B1C0}"/>
          </ac:spMkLst>
        </pc:spChg>
        <pc:spChg chg="del">
          <ac:chgData name="ARUN KARTHIK ." userId="62a047ea-99a3-445a-a127-bd8840139939" providerId="ADAL" clId="{2300E771-4B7D-4D9C-ADED-A67A217ED3F2}" dt="2024-08-10T12:44:00.912" v="1468" actId="478"/>
          <ac:spMkLst>
            <pc:docMk/>
            <pc:sldMk cId="2041477310" sldId="2147472410"/>
            <ac:spMk id="3" creationId="{0FAD61D4-8274-A151-172E-73F50FA02AE3}"/>
          </ac:spMkLst>
        </pc:spChg>
        <pc:picChg chg="add mod">
          <ac:chgData name="ARUN KARTHIK ." userId="62a047ea-99a3-445a-a127-bd8840139939" providerId="ADAL" clId="{2300E771-4B7D-4D9C-ADED-A67A217ED3F2}" dt="2024-08-10T12:44:03.533" v="1471" actId="1076"/>
          <ac:picMkLst>
            <pc:docMk/>
            <pc:sldMk cId="2041477310" sldId="2147472410"/>
            <ac:picMk id="5" creationId="{7F8AFC40-26F1-F39E-DB2F-96644B44C0CB}"/>
          </ac:picMkLst>
        </pc:picChg>
        <pc:inkChg chg="add">
          <ac:chgData name="ARUN KARTHIK ." userId="62a047ea-99a3-445a-a127-bd8840139939" providerId="ADAL" clId="{2300E771-4B7D-4D9C-ADED-A67A217ED3F2}" dt="2024-08-10T12:44:51.524" v="1472"/>
          <ac:inkMkLst>
            <pc:docMk/>
            <pc:sldMk cId="2041477310" sldId="2147472410"/>
            <ac:inkMk id="6" creationId="{3F3994CA-261E-A476-4DE1-458C264A8C7F}"/>
          </ac:inkMkLst>
        </pc:inkChg>
      </pc:sldChg>
    </pc:docChg>
  </pc:docChgLst>
  <pc:docChgLst>
    <pc:chgData name="ARUN KARTHIK ." userId="62a047ea-99a3-445a-a127-bd8840139939" providerId="ADAL" clId="{740E8017-0233-47FD-B99C-A107EB038A2C}"/>
    <pc:docChg chg="undo custSel addSld delSld modSld">
      <pc:chgData name="ARUN KARTHIK ." userId="62a047ea-99a3-445a-a127-bd8840139939" providerId="ADAL" clId="{740E8017-0233-47FD-B99C-A107EB038A2C}" dt="2024-07-13T07:41:39.378" v="230" actId="478"/>
      <pc:docMkLst>
        <pc:docMk/>
      </pc:docMkLst>
      <pc:sldChg chg="addSp modSp mod">
        <pc:chgData name="ARUN KARTHIK ." userId="62a047ea-99a3-445a-a127-bd8840139939" providerId="ADAL" clId="{740E8017-0233-47FD-B99C-A107EB038A2C}" dt="2024-07-13T07:36:28.249" v="226"/>
        <pc:sldMkLst>
          <pc:docMk/>
          <pc:sldMk cId="2487991735" sldId="256"/>
        </pc:sldMkLst>
        <pc:spChg chg="mod">
          <ac:chgData name="ARUN KARTHIK ." userId="62a047ea-99a3-445a-a127-bd8840139939" providerId="ADAL" clId="{740E8017-0233-47FD-B99C-A107EB038A2C}" dt="2024-07-13T06:04:35.025" v="214"/>
          <ac:spMkLst>
            <pc:docMk/>
            <pc:sldMk cId="2487991735" sldId="256"/>
            <ac:spMk id="2" creationId="{C66BF95F-ED5D-7D14-004F-BB3F773AACDB}"/>
          </ac:spMkLst>
        </pc:spChg>
        <pc:spChg chg="mod">
          <ac:chgData name="ARUN KARTHIK ." userId="62a047ea-99a3-445a-a127-bd8840139939" providerId="ADAL" clId="{740E8017-0233-47FD-B99C-A107EB038A2C}" dt="2024-07-13T05:54:41.130" v="94" actId="20577"/>
          <ac:spMkLst>
            <pc:docMk/>
            <pc:sldMk cId="2487991735" sldId="256"/>
            <ac:spMk id="3" creationId="{E2E3432E-C589-ADB8-601E-60B423644398}"/>
          </ac:spMkLst>
        </pc:spChg>
        <pc:inkChg chg="add">
          <ac:chgData name="ARUN KARTHIK ." userId="62a047ea-99a3-445a-a127-bd8840139939" providerId="ADAL" clId="{740E8017-0233-47FD-B99C-A107EB038A2C}" dt="2024-07-13T07:36:28.249" v="226"/>
          <ac:inkMkLst>
            <pc:docMk/>
            <pc:sldMk cId="2487991735" sldId="256"/>
            <ac:inkMk id="4" creationId="{265A7DCD-AAA8-57C7-1E6C-5F35731ED90A}"/>
          </ac:inkMkLst>
        </pc:inkChg>
      </pc:sldChg>
      <pc:sldChg chg="modSp mod">
        <pc:chgData name="ARUN KARTHIK ." userId="62a047ea-99a3-445a-a127-bd8840139939" providerId="ADAL" clId="{740E8017-0233-47FD-B99C-A107EB038A2C}" dt="2024-07-13T05:54:33.249" v="91" actId="20577"/>
        <pc:sldMkLst>
          <pc:docMk/>
          <pc:sldMk cId="2093432532" sldId="257"/>
        </pc:sldMkLst>
        <pc:spChg chg="mod">
          <ac:chgData name="ARUN KARTHIK ." userId="62a047ea-99a3-445a-a127-bd8840139939" providerId="ADAL" clId="{740E8017-0233-47FD-B99C-A107EB038A2C}" dt="2024-07-13T05:54:33.249" v="91" actId="20577"/>
          <ac:spMkLst>
            <pc:docMk/>
            <pc:sldMk cId="2093432532" sldId="257"/>
            <ac:spMk id="18" creationId="{A46B61F3-5377-97A4-5086-0160B9712381}"/>
          </ac:spMkLst>
        </pc:spChg>
      </pc:sldChg>
      <pc:sldChg chg="add del">
        <pc:chgData name="ARUN KARTHIK ." userId="62a047ea-99a3-445a-a127-bd8840139939" providerId="ADAL" clId="{740E8017-0233-47FD-B99C-A107EB038A2C}" dt="2024-07-13T05:54:21.315" v="51"/>
        <pc:sldMkLst>
          <pc:docMk/>
          <pc:sldMk cId="220054051" sldId="2147472318"/>
        </pc:sldMkLst>
      </pc:sldChg>
      <pc:sldChg chg="del">
        <pc:chgData name="ARUN KARTHIK ." userId="62a047ea-99a3-445a-a127-bd8840139939" providerId="ADAL" clId="{740E8017-0233-47FD-B99C-A107EB038A2C}" dt="2024-07-13T05:53:27.719" v="0" actId="47"/>
        <pc:sldMkLst>
          <pc:docMk/>
          <pc:sldMk cId="603800340" sldId="2147472319"/>
        </pc:sldMkLst>
      </pc:sldChg>
      <pc:sldChg chg="del">
        <pc:chgData name="ARUN KARTHIK ." userId="62a047ea-99a3-445a-a127-bd8840139939" providerId="ADAL" clId="{740E8017-0233-47FD-B99C-A107EB038A2C}" dt="2024-07-13T05:53:32.435" v="23" actId="47"/>
        <pc:sldMkLst>
          <pc:docMk/>
          <pc:sldMk cId="2380601133" sldId="2147472360"/>
        </pc:sldMkLst>
      </pc:sldChg>
      <pc:sldChg chg="addSp delSp modSp add del mod">
        <pc:chgData name="ARUN KARTHIK ." userId="62a047ea-99a3-445a-a127-bd8840139939" providerId="ADAL" clId="{740E8017-0233-47FD-B99C-A107EB038A2C}" dt="2024-07-13T07:36:28.249" v="226"/>
        <pc:sldMkLst>
          <pc:docMk/>
          <pc:sldMk cId="4252618562" sldId="2147472361"/>
        </pc:sldMkLst>
        <pc:spChg chg="add">
          <ac:chgData name="ARUN KARTHIK ." userId="62a047ea-99a3-445a-a127-bd8840139939" providerId="ADAL" clId="{740E8017-0233-47FD-B99C-A107EB038A2C}" dt="2024-07-13T05:55:29.818" v="95"/>
          <ac:spMkLst>
            <pc:docMk/>
            <pc:sldMk cId="4252618562" sldId="2147472361"/>
            <ac:spMk id="2" creationId="{567C2FFF-97CE-E31B-699B-B4A723AE3FA6}"/>
          </ac:spMkLst>
        </pc:spChg>
        <pc:spChg chg="add del mod">
          <ac:chgData name="ARUN KARTHIK ." userId="62a047ea-99a3-445a-a127-bd8840139939" providerId="ADAL" clId="{740E8017-0233-47FD-B99C-A107EB038A2C}" dt="2024-07-13T05:55:37.783" v="99"/>
          <ac:spMkLst>
            <pc:docMk/>
            <pc:sldMk cId="4252618562" sldId="2147472361"/>
            <ac:spMk id="3" creationId="{253CFF97-CFE2-C4A2-33B0-3CCFE38EB94C}"/>
          </ac:spMkLst>
        </pc:spChg>
        <pc:spChg chg="add mod">
          <ac:chgData name="ARUN KARTHIK ." userId="62a047ea-99a3-445a-a127-bd8840139939" providerId="ADAL" clId="{740E8017-0233-47FD-B99C-A107EB038A2C}" dt="2024-07-13T05:56:15.303" v="103" actId="12"/>
          <ac:spMkLst>
            <pc:docMk/>
            <pc:sldMk cId="4252618562" sldId="2147472361"/>
            <ac:spMk id="4" creationId="{2E53661C-9CC3-5F1E-ADF3-BD58580D1974}"/>
          </ac:spMkLst>
        </pc:spChg>
        <pc:spChg chg="add">
          <ac:chgData name="ARUN KARTHIK ." userId="62a047ea-99a3-445a-a127-bd8840139939" providerId="ADAL" clId="{740E8017-0233-47FD-B99C-A107EB038A2C}" dt="2024-07-13T05:55:42.937" v="101"/>
          <ac:spMkLst>
            <pc:docMk/>
            <pc:sldMk cId="4252618562" sldId="2147472361"/>
            <ac:spMk id="5" creationId="{6DA1A7A0-C66F-3D69-8243-10BFF4374F93}"/>
          </ac:spMkLst>
        </pc:spChg>
        <pc:spChg chg="mod">
          <ac:chgData name="ARUN KARTHIK ." userId="62a047ea-99a3-445a-a127-bd8840139939" providerId="ADAL" clId="{740E8017-0233-47FD-B99C-A107EB038A2C}" dt="2024-07-13T05:57:27.249" v="154" actId="20577"/>
          <ac:spMkLst>
            <pc:docMk/>
            <pc:sldMk cId="4252618562" sldId="2147472361"/>
            <ac:spMk id="64" creationId="{8E6CA7E4-5B79-B61A-FB5D-161F977625FD}"/>
          </ac:spMkLst>
        </pc:spChg>
        <pc:inkChg chg="add">
          <ac:chgData name="ARUN KARTHIK ." userId="62a047ea-99a3-445a-a127-bd8840139939" providerId="ADAL" clId="{740E8017-0233-47FD-B99C-A107EB038A2C}" dt="2024-07-13T07:36:28.249" v="226"/>
          <ac:inkMkLst>
            <pc:docMk/>
            <pc:sldMk cId="4252618562" sldId="2147472361"/>
            <ac:inkMk id="6" creationId="{67F37D56-574C-B085-12E0-A841F9A6C14E}"/>
          </ac:inkMkLst>
        </pc:inkChg>
      </pc:sldChg>
      <pc:sldChg chg="del">
        <pc:chgData name="ARUN KARTHIK ." userId="62a047ea-99a3-445a-a127-bd8840139939" providerId="ADAL" clId="{740E8017-0233-47FD-B99C-A107EB038A2C}" dt="2024-07-13T05:53:27.910" v="1" actId="47"/>
        <pc:sldMkLst>
          <pc:docMk/>
          <pc:sldMk cId="1071382573" sldId="2147472362"/>
        </pc:sldMkLst>
      </pc:sldChg>
      <pc:sldChg chg="addSp delSp modSp add del mod">
        <pc:chgData name="ARUN KARTHIK ." userId="62a047ea-99a3-445a-a127-bd8840139939" providerId="ADAL" clId="{740E8017-0233-47FD-B99C-A107EB038A2C}" dt="2024-07-13T06:04:49.802" v="225" actId="20577"/>
        <pc:sldMkLst>
          <pc:docMk/>
          <pc:sldMk cId="2378067692" sldId="2147472362"/>
        </pc:sldMkLst>
        <pc:spChg chg="add">
          <ac:chgData name="ARUN KARTHIK ." userId="62a047ea-99a3-445a-a127-bd8840139939" providerId="ADAL" clId="{740E8017-0233-47FD-B99C-A107EB038A2C}" dt="2024-07-13T05:56:52.704" v="130"/>
          <ac:spMkLst>
            <pc:docMk/>
            <pc:sldMk cId="2378067692" sldId="2147472362"/>
            <ac:spMk id="2" creationId="{A09A158A-F507-9892-83B9-F39CE2A7C4DA}"/>
          </ac:spMkLst>
        </pc:spChg>
        <pc:spChg chg="del mod">
          <ac:chgData name="ARUN KARTHIK ." userId="62a047ea-99a3-445a-a127-bd8840139939" providerId="ADAL" clId="{740E8017-0233-47FD-B99C-A107EB038A2C}" dt="2024-07-13T05:57:04.503" v="133" actId="478"/>
          <ac:spMkLst>
            <pc:docMk/>
            <pc:sldMk cId="2378067692" sldId="2147472362"/>
            <ac:spMk id="4" creationId="{2E53661C-9CC3-5F1E-ADF3-BD58580D1974}"/>
          </ac:spMkLst>
        </pc:spChg>
        <pc:spChg chg="add mod">
          <ac:chgData name="ARUN KARTHIK ." userId="62a047ea-99a3-445a-a127-bd8840139939" providerId="ADAL" clId="{740E8017-0233-47FD-B99C-A107EB038A2C}" dt="2024-07-13T06:04:49.802" v="225" actId="20577"/>
          <ac:spMkLst>
            <pc:docMk/>
            <pc:sldMk cId="2378067692" sldId="2147472362"/>
            <ac:spMk id="5" creationId="{6D19378E-DA0F-8051-4095-FA0EBFA7DD6F}"/>
          </ac:spMkLst>
        </pc:spChg>
        <pc:spChg chg="add mod">
          <ac:chgData name="ARUN KARTHIK ." userId="62a047ea-99a3-445a-a127-bd8840139939" providerId="ADAL" clId="{740E8017-0233-47FD-B99C-A107EB038A2C}" dt="2024-07-13T05:57:34.959" v="176" actId="20577"/>
          <ac:spMkLst>
            <pc:docMk/>
            <pc:sldMk cId="2378067692" sldId="2147472362"/>
            <ac:spMk id="6" creationId="{537DCD77-7AD4-3AD7-5AB2-03BA6D85142E}"/>
          </ac:spMkLst>
        </pc:spChg>
        <pc:spChg chg="mod">
          <ac:chgData name="ARUN KARTHIK ." userId="62a047ea-99a3-445a-a127-bd8840139939" providerId="ADAL" clId="{740E8017-0233-47FD-B99C-A107EB038A2C}" dt="2024-07-13T05:57:13.443" v="136" actId="6549"/>
          <ac:spMkLst>
            <pc:docMk/>
            <pc:sldMk cId="2378067692" sldId="2147472362"/>
            <ac:spMk id="64" creationId="{8E6CA7E4-5B79-B61A-FB5D-161F977625FD}"/>
          </ac:spMkLst>
        </pc:spChg>
      </pc:sldChg>
      <pc:sldChg chg="new del">
        <pc:chgData name="ARUN KARTHIK ." userId="62a047ea-99a3-445a-a127-bd8840139939" providerId="ADAL" clId="{740E8017-0233-47FD-B99C-A107EB038A2C}" dt="2024-07-13T05:56:28.729" v="117" actId="680"/>
        <pc:sldMkLst>
          <pc:docMk/>
          <pc:sldMk cId="4246957243" sldId="2147472362"/>
        </pc:sldMkLst>
      </pc:sldChg>
      <pc:sldChg chg="del">
        <pc:chgData name="ARUN KARTHIK ." userId="62a047ea-99a3-445a-a127-bd8840139939" providerId="ADAL" clId="{740E8017-0233-47FD-B99C-A107EB038A2C}" dt="2024-07-13T05:53:29.569" v="10" actId="47"/>
        <pc:sldMkLst>
          <pc:docMk/>
          <pc:sldMk cId="277764760" sldId="2147472363"/>
        </pc:sldMkLst>
      </pc:sldChg>
      <pc:sldChg chg="add del">
        <pc:chgData name="ARUN KARTHIK ." userId="62a047ea-99a3-445a-a127-bd8840139939" providerId="ADAL" clId="{740E8017-0233-47FD-B99C-A107EB038A2C}" dt="2024-07-13T05:57:15.772" v="137" actId="47"/>
        <pc:sldMkLst>
          <pc:docMk/>
          <pc:sldMk cId="1229190295" sldId="2147472363"/>
        </pc:sldMkLst>
      </pc:sldChg>
      <pc:sldChg chg="addSp delSp modSp add mod">
        <pc:chgData name="ARUN KARTHIK ." userId="62a047ea-99a3-445a-a127-bd8840139939" providerId="ADAL" clId="{740E8017-0233-47FD-B99C-A107EB038A2C}" dt="2024-07-13T05:58:40.223" v="194" actId="1076"/>
        <pc:sldMkLst>
          <pc:docMk/>
          <pc:sldMk cId="1979480180" sldId="2147472363"/>
        </pc:sldMkLst>
        <pc:spChg chg="add">
          <ac:chgData name="ARUN KARTHIK ." userId="62a047ea-99a3-445a-a127-bd8840139939" providerId="ADAL" clId="{740E8017-0233-47FD-B99C-A107EB038A2C}" dt="2024-07-13T05:58:02.724" v="187"/>
          <ac:spMkLst>
            <pc:docMk/>
            <pc:sldMk cId="1979480180" sldId="2147472363"/>
            <ac:spMk id="2" creationId="{791FDE89-6AE4-1033-5670-799768DAE4D0}"/>
          </ac:spMkLst>
        </pc:spChg>
        <pc:spChg chg="add mod">
          <ac:chgData name="ARUN KARTHIK ." userId="62a047ea-99a3-445a-a127-bd8840139939" providerId="ADAL" clId="{740E8017-0233-47FD-B99C-A107EB038A2C}" dt="2024-07-13T05:58:11.655" v="190" actId="1076"/>
          <ac:spMkLst>
            <pc:docMk/>
            <pc:sldMk cId="1979480180" sldId="2147472363"/>
            <ac:spMk id="3" creationId="{25B7F9FA-B8FC-DFCC-AFFA-7B287EF1424E}"/>
          </ac:spMkLst>
        </pc:spChg>
        <pc:spChg chg="add">
          <ac:chgData name="ARUN KARTHIK ." userId="62a047ea-99a3-445a-a127-bd8840139939" providerId="ADAL" clId="{740E8017-0233-47FD-B99C-A107EB038A2C}" dt="2024-07-13T05:58:19.777" v="191"/>
          <ac:spMkLst>
            <pc:docMk/>
            <pc:sldMk cId="1979480180" sldId="2147472363"/>
            <ac:spMk id="4" creationId="{B4F02306-2202-E913-86A3-55E67F163E47}"/>
          </ac:spMkLst>
        </pc:spChg>
        <pc:spChg chg="del">
          <ac:chgData name="ARUN KARTHIK ." userId="62a047ea-99a3-445a-a127-bd8840139939" providerId="ADAL" clId="{740E8017-0233-47FD-B99C-A107EB038A2C}" dt="2024-07-13T05:57:56.011" v="178" actId="478"/>
          <ac:spMkLst>
            <pc:docMk/>
            <pc:sldMk cId="1979480180" sldId="2147472363"/>
            <ac:spMk id="5" creationId="{6D19378E-DA0F-8051-4095-FA0EBFA7DD6F}"/>
          </ac:spMkLst>
        </pc:spChg>
        <pc:spChg chg="add">
          <ac:chgData name="ARUN KARTHIK ." userId="62a047ea-99a3-445a-a127-bd8840139939" providerId="ADAL" clId="{740E8017-0233-47FD-B99C-A107EB038A2C}" dt="2024-07-13T05:58:24.049" v="192"/>
          <ac:spMkLst>
            <pc:docMk/>
            <pc:sldMk cId="1979480180" sldId="2147472363"/>
            <ac:spMk id="7" creationId="{7E0DB43C-21A3-C5D6-3AA4-9D2656CFCB98}"/>
          </ac:spMkLst>
        </pc:spChg>
        <pc:spChg chg="add mod">
          <ac:chgData name="ARUN KARTHIK ." userId="62a047ea-99a3-445a-a127-bd8840139939" providerId="ADAL" clId="{740E8017-0233-47FD-B99C-A107EB038A2C}" dt="2024-07-13T05:58:40.223" v="194" actId="1076"/>
          <ac:spMkLst>
            <pc:docMk/>
            <pc:sldMk cId="1979480180" sldId="2147472363"/>
            <ac:spMk id="9" creationId="{E9458A99-4D17-1EC1-9AF4-6DC83BCAEADE}"/>
          </ac:spMkLst>
        </pc:spChg>
      </pc:sldChg>
      <pc:sldChg chg="new del">
        <pc:chgData name="ARUN KARTHIK ." userId="62a047ea-99a3-445a-a127-bd8840139939" providerId="ADAL" clId="{740E8017-0233-47FD-B99C-A107EB038A2C}" dt="2024-07-13T05:56:28.136" v="116" actId="680"/>
        <pc:sldMkLst>
          <pc:docMk/>
          <pc:sldMk cId="2604255423" sldId="2147472363"/>
        </pc:sldMkLst>
      </pc:sldChg>
      <pc:sldChg chg="add del">
        <pc:chgData name="ARUN KARTHIK ." userId="62a047ea-99a3-445a-a127-bd8840139939" providerId="ADAL" clId="{740E8017-0233-47FD-B99C-A107EB038A2C}" dt="2024-07-13T05:57:15.998" v="138" actId="47"/>
        <pc:sldMkLst>
          <pc:docMk/>
          <pc:sldMk cId="1261871730" sldId="2147472364"/>
        </pc:sldMkLst>
      </pc:sldChg>
      <pc:sldChg chg="addSp delSp modSp add mod">
        <pc:chgData name="ARUN KARTHIK ." userId="62a047ea-99a3-445a-a127-bd8840139939" providerId="ADAL" clId="{740E8017-0233-47FD-B99C-A107EB038A2C}" dt="2024-07-13T07:41:39.378" v="230" actId="478"/>
        <pc:sldMkLst>
          <pc:docMk/>
          <pc:sldMk cId="1357403730" sldId="2147472364"/>
        </pc:sldMkLst>
        <pc:picChg chg="add del mod">
          <ac:chgData name="ARUN KARTHIK ." userId="62a047ea-99a3-445a-a127-bd8840139939" providerId="ADAL" clId="{740E8017-0233-47FD-B99C-A107EB038A2C}" dt="2024-07-13T07:41:39.378" v="230" actId="478"/>
          <ac:picMkLst>
            <pc:docMk/>
            <pc:sldMk cId="1357403730" sldId="2147472364"/>
            <ac:picMk id="3" creationId="{7CA4FDB4-2228-AE80-3195-6D3FB4DDE27A}"/>
          </ac:picMkLst>
        </pc:picChg>
        <pc:picChg chg="add mod">
          <ac:chgData name="ARUN KARTHIK ." userId="62a047ea-99a3-445a-a127-bd8840139939" providerId="ADAL" clId="{740E8017-0233-47FD-B99C-A107EB038A2C}" dt="2024-07-13T07:41:37.116" v="229" actId="14100"/>
          <ac:picMkLst>
            <pc:docMk/>
            <pc:sldMk cId="1357403730" sldId="2147472364"/>
            <ac:picMk id="20482" creationId="{7B774FAA-EAAC-5C6B-DB31-C14518DCFCF5}"/>
          </ac:picMkLst>
        </pc:picChg>
      </pc:sldChg>
      <pc:sldChg chg="new del">
        <pc:chgData name="ARUN KARTHIK ." userId="62a047ea-99a3-445a-a127-bd8840139939" providerId="ADAL" clId="{740E8017-0233-47FD-B99C-A107EB038A2C}" dt="2024-07-13T05:56:27.804" v="115" actId="680"/>
        <pc:sldMkLst>
          <pc:docMk/>
          <pc:sldMk cId="1426977083" sldId="2147472364"/>
        </pc:sldMkLst>
      </pc:sldChg>
      <pc:sldChg chg="del">
        <pc:chgData name="ARUN KARTHIK ." userId="62a047ea-99a3-445a-a127-bd8840139939" providerId="ADAL" clId="{740E8017-0233-47FD-B99C-A107EB038A2C}" dt="2024-07-13T05:53:29.791" v="11" actId="47"/>
        <pc:sldMkLst>
          <pc:docMk/>
          <pc:sldMk cId="1903466361" sldId="2147472364"/>
        </pc:sldMkLst>
      </pc:sldChg>
      <pc:sldChg chg="del">
        <pc:chgData name="ARUN KARTHIK ." userId="62a047ea-99a3-445a-a127-bd8840139939" providerId="ADAL" clId="{740E8017-0233-47FD-B99C-A107EB038A2C}" dt="2024-07-13T05:53:30.580" v="15" actId="47"/>
        <pc:sldMkLst>
          <pc:docMk/>
          <pc:sldMk cId="770342137" sldId="2147472365"/>
        </pc:sldMkLst>
      </pc:sldChg>
      <pc:sldChg chg="addSp modSp add">
        <pc:chgData name="ARUN KARTHIK ." userId="62a047ea-99a3-445a-a127-bd8840139939" providerId="ADAL" clId="{740E8017-0233-47FD-B99C-A107EB038A2C}" dt="2024-07-13T06:01:55.689" v="201" actId="14100"/>
        <pc:sldMkLst>
          <pc:docMk/>
          <pc:sldMk cId="1305049055" sldId="2147472365"/>
        </pc:sldMkLst>
        <pc:picChg chg="add mod">
          <ac:chgData name="ARUN KARTHIK ." userId="62a047ea-99a3-445a-a127-bd8840139939" providerId="ADAL" clId="{740E8017-0233-47FD-B99C-A107EB038A2C}" dt="2024-07-13T06:01:55.689" v="201" actId="14100"/>
          <ac:picMkLst>
            <pc:docMk/>
            <pc:sldMk cId="1305049055" sldId="2147472365"/>
            <ac:picMk id="19458" creationId="{82732E8E-A699-4942-8201-ADB4D0DCAF2B}"/>
          </ac:picMkLst>
        </pc:picChg>
      </pc:sldChg>
      <pc:sldChg chg="new del">
        <pc:chgData name="ARUN KARTHIK ." userId="62a047ea-99a3-445a-a127-bd8840139939" providerId="ADAL" clId="{740E8017-0233-47FD-B99C-A107EB038A2C}" dt="2024-07-13T05:56:19.121" v="114" actId="680"/>
        <pc:sldMkLst>
          <pc:docMk/>
          <pc:sldMk cId="2416423527" sldId="2147472365"/>
        </pc:sldMkLst>
      </pc:sldChg>
      <pc:sldChg chg="add del">
        <pc:chgData name="ARUN KARTHIK ." userId="62a047ea-99a3-445a-a127-bd8840139939" providerId="ADAL" clId="{740E8017-0233-47FD-B99C-A107EB038A2C}" dt="2024-07-13T05:57:16.241" v="139" actId="47"/>
        <pc:sldMkLst>
          <pc:docMk/>
          <pc:sldMk cId="2928872614" sldId="2147472365"/>
        </pc:sldMkLst>
      </pc:sldChg>
      <pc:sldChg chg="new del">
        <pc:chgData name="ARUN KARTHIK ." userId="62a047ea-99a3-445a-a127-bd8840139939" providerId="ADAL" clId="{740E8017-0233-47FD-B99C-A107EB038A2C}" dt="2024-07-13T05:56:18.969" v="113" actId="680"/>
        <pc:sldMkLst>
          <pc:docMk/>
          <pc:sldMk cId="695003193" sldId="2147472366"/>
        </pc:sldMkLst>
      </pc:sldChg>
      <pc:sldChg chg="add del">
        <pc:chgData name="ARUN KARTHIK ." userId="62a047ea-99a3-445a-a127-bd8840139939" providerId="ADAL" clId="{740E8017-0233-47FD-B99C-A107EB038A2C}" dt="2024-07-13T05:57:16.749" v="140" actId="47"/>
        <pc:sldMkLst>
          <pc:docMk/>
          <pc:sldMk cId="1787356648" sldId="2147472366"/>
        </pc:sldMkLst>
      </pc:sldChg>
      <pc:sldChg chg="del">
        <pc:chgData name="ARUN KARTHIK ." userId="62a047ea-99a3-445a-a127-bd8840139939" providerId="ADAL" clId="{740E8017-0233-47FD-B99C-A107EB038A2C}" dt="2024-07-13T05:53:30.768" v="16" actId="47"/>
        <pc:sldMkLst>
          <pc:docMk/>
          <pc:sldMk cId="2185375664" sldId="2147472366"/>
        </pc:sldMkLst>
      </pc:sldChg>
      <pc:sldChg chg="addSp modSp add">
        <pc:chgData name="ARUN KARTHIK ." userId="62a047ea-99a3-445a-a127-bd8840139939" providerId="ADAL" clId="{740E8017-0233-47FD-B99C-A107EB038A2C}" dt="2024-07-13T06:03:20.727" v="207" actId="14100"/>
        <pc:sldMkLst>
          <pc:docMk/>
          <pc:sldMk cId="3399735016" sldId="2147472366"/>
        </pc:sldMkLst>
        <pc:picChg chg="add mod">
          <ac:chgData name="ARUN KARTHIK ." userId="62a047ea-99a3-445a-a127-bd8840139939" providerId="ADAL" clId="{740E8017-0233-47FD-B99C-A107EB038A2C}" dt="2024-07-13T06:03:20.727" v="207" actId="14100"/>
          <ac:picMkLst>
            <pc:docMk/>
            <pc:sldMk cId="3399735016" sldId="2147472366"/>
            <ac:picMk id="18434" creationId="{79B4EA07-1B7E-4F92-9BB5-3921CF5BD1C7}"/>
          </ac:picMkLst>
        </pc:picChg>
      </pc:sldChg>
      <pc:sldChg chg="add del">
        <pc:chgData name="ARUN KARTHIK ." userId="62a047ea-99a3-445a-a127-bd8840139939" providerId="ADAL" clId="{740E8017-0233-47FD-B99C-A107EB038A2C}" dt="2024-07-13T05:57:17.007" v="141" actId="47"/>
        <pc:sldMkLst>
          <pc:docMk/>
          <pc:sldMk cId="498194281" sldId="2147472367"/>
        </pc:sldMkLst>
      </pc:sldChg>
      <pc:sldChg chg="del">
        <pc:chgData name="ARUN KARTHIK ." userId="62a047ea-99a3-445a-a127-bd8840139939" providerId="ADAL" clId="{740E8017-0233-47FD-B99C-A107EB038A2C}" dt="2024-07-13T05:53:30.966" v="17" actId="47"/>
        <pc:sldMkLst>
          <pc:docMk/>
          <pc:sldMk cId="944827065" sldId="2147472367"/>
        </pc:sldMkLst>
      </pc:sldChg>
      <pc:sldChg chg="add">
        <pc:chgData name="ARUN KARTHIK ." userId="62a047ea-99a3-445a-a127-bd8840139939" providerId="ADAL" clId="{740E8017-0233-47FD-B99C-A107EB038A2C}" dt="2024-07-13T05:57:58.133" v="182"/>
        <pc:sldMkLst>
          <pc:docMk/>
          <pc:sldMk cId="1099779584" sldId="2147472367"/>
        </pc:sldMkLst>
      </pc:sldChg>
      <pc:sldChg chg="new del">
        <pc:chgData name="ARUN KARTHIK ." userId="62a047ea-99a3-445a-a127-bd8840139939" providerId="ADAL" clId="{740E8017-0233-47FD-B99C-A107EB038A2C}" dt="2024-07-13T05:56:18.816" v="112" actId="680"/>
        <pc:sldMkLst>
          <pc:docMk/>
          <pc:sldMk cId="1174575056" sldId="2147472367"/>
        </pc:sldMkLst>
      </pc:sldChg>
      <pc:sldChg chg="new del">
        <pc:chgData name="ARUN KARTHIK ." userId="62a047ea-99a3-445a-a127-bd8840139939" providerId="ADAL" clId="{740E8017-0233-47FD-B99C-A107EB038A2C}" dt="2024-07-13T05:56:18.568" v="111" actId="680"/>
        <pc:sldMkLst>
          <pc:docMk/>
          <pc:sldMk cId="234084108" sldId="2147472368"/>
        </pc:sldMkLst>
      </pc:sldChg>
      <pc:sldChg chg="add del">
        <pc:chgData name="ARUN KARTHIK ." userId="62a047ea-99a3-445a-a127-bd8840139939" providerId="ADAL" clId="{740E8017-0233-47FD-B99C-A107EB038A2C}" dt="2024-07-13T05:57:17.257" v="142" actId="47"/>
        <pc:sldMkLst>
          <pc:docMk/>
          <pc:sldMk cId="596630510" sldId="2147472368"/>
        </pc:sldMkLst>
      </pc:sldChg>
      <pc:sldChg chg="del">
        <pc:chgData name="ARUN KARTHIK ." userId="62a047ea-99a3-445a-a127-bd8840139939" providerId="ADAL" clId="{740E8017-0233-47FD-B99C-A107EB038A2C}" dt="2024-07-13T05:53:31.181" v="18" actId="47"/>
        <pc:sldMkLst>
          <pc:docMk/>
          <pc:sldMk cId="3252232318" sldId="2147472368"/>
        </pc:sldMkLst>
      </pc:sldChg>
      <pc:sldChg chg="add">
        <pc:chgData name="ARUN KARTHIK ." userId="62a047ea-99a3-445a-a127-bd8840139939" providerId="ADAL" clId="{740E8017-0233-47FD-B99C-A107EB038A2C}" dt="2024-07-13T05:57:58.329" v="183"/>
        <pc:sldMkLst>
          <pc:docMk/>
          <pc:sldMk cId="4254276041" sldId="2147472368"/>
        </pc:sldMkLst>
      </pc:sldChg>
      <pc:sldChg chg="del">
        <pc:chgData name="ARUN KARTHIK ." userId="62a047ea-99a3-445a-a127-bd8840139939" providerId="ADAL" clId="{740E8017-0233-47FD-B99C-A107EB038A2C}" dt="2024-07-13T05:53:31.845" v="21" actId="47"/>
        <pc:sldMkLst>
          <pc:docMk/>
          <pc:sldMk cId="1725510741" sldId="2147472369"/>
        </pc:sldMkLst>
      </pc:sldChg>
      <pc:sldChg chg="add">
        <pc:chgData name="ARUN KARTHIK ." userId="62a047ea-99a3-445a-a127-bd8840139939" providerId="ADAL" clId="{740E8017-0233-47FD-B99C-A107EB038A2C}" dt="2024-07-13T05:57:58.504" v="184"/>
        <pc:sldMkLst>
          <pc:docMk/>
          <pc:sldMk cId="3028363073" sldId="2147472369"/>
        </pc:sldMkLst>
      </pc:sldChg>
      <pc:sldChg chg="add del">
        <pc:chgData name="ARUN KARTHIK ." userId="62a047ea-99a3-445a-a127-bd8840139939" providerId="ADAL" clId="{740E8017-0233-47FD-B99C-A107EB038A2C}" dt="2024-07-13T05:57:17.548" v="143" actId="47"/>
        <pc:sldMkLst>
          <pc:docMk/>
          <pc:sldMk cId="3376310577" sldId="2147472369"/>
        </pc:sldMkLst>
      </pc:sldChg>
      <pc:sldChg chg="del">
        <pc:chgData name="ARUN KARTHIK ." userId="62a047ea-99a3-445a-a127-bd8840139939" providerId="ADAL" clId="{740E8017-0233-47FD-B99C-A107EB038A2C}" dt="2024-07-13T05:53:32.186" v="22" actId="47"/>
        <pc:sldMkLst>
          <pc:docMk/>
          <pc:sldMk cId="2918518219" sldId="2147472370"/>
        </pc:sldMkLst>
      </pc:sldChg>
      <pc:sldChg chg="add">
        <pc:chgData name="ARUN KARTHIK ." userId="62a047ea-99a3-445a-a127-bd8840139939" providerId="ADAL" clId="{740E8017-0233-47FD-B99C-A107EB038A2C}" dt="2024-07-13T05:57:58.713" v="185"/>
        <pc:sldMkLst>
          <pc:docMk/>
          <pc:sldMk cId="2980261896" sldId="2147472370"/>
        </pc:sldMkLst>
      </pc:sldChg>
      <pc:sldChg chg="add del">
        <pc:chgData name="ARUN KARTHIK ." userId="62a047ea-99a3-445a-a127-bd8840139939" providerId="ADAL" clId="{740E8017-0233-47FD-B99C-A107EB038A2C}" dt="2024-07-13T05:57:17.942" v="144" actId="47"/>
        <pc:sldMkLst>
          <pc:docMk/>
          <pc:sldMk cId="3834060426" sldId="2147472370"/>
        </pc:sldMkLst>
      </pc:sldChg>
      <pc:sldChg chg="del">
        <pc:chgData name="ARUN KARTHIK ." userId="62a047ea-99a3-445a-a127-bd8840139939" providerId="ADAL" clId="{740E8017-0233-47FD-B99C-A107EB038A2C}" dt="2024-07-13T05:53:30.211" v="13" actId="47"/>
        <pc:sldMkLst>
          <pc:docMk/>
          <pc:sldMk cId="1540426061" sldId="2147472371"/>
        </pc:sldMkLst>
      </pc:sldChg>
      <pc:sldChg chg="add">
        <pc:chgData name="ARUN KARTHIK ." userId="62a047ea-99a3-445a-a127-bd8840139939" providerId="ADAL" clId="{740E8017-0233-47FD-B99C-A107EB038A2C}" dt="2024-07-13T05:57:58.880" v="186"/>
        <pc:sldMkLst>
          <pc:docMk/>
          <pc:sldMk cId="2544381468" sldId="2147472371"/>
        </pc:sldMkLst>
      </pc:sldChg>
      <pc:sldChg chg="add del">
        <pc:chgData name="ARUN KARTHIK ." userId="62a047ea-99a3-445a-a127-bd8840139939" providerId="ADAL" clId="{740E8017-0233-47FD-B99C-A107EB038A2C}" dt="2024-07-13T05:57:18.309" v="145" actId="47"/>
        <pc:sldMkLst>
          <pc:docMk/>
          <pc:sldMk cId="4080755512" sldId="2147472371"/>
        </pc:sldMkLst>
      </pc:sldChg>
      <pc:sldChg chg="del">
        <pc:chgData name="ARUN KARTHIK ." userId="62a047ea-99a3-445a-a127-bd8840139939" providerId="ADAL" clId="{740E8017-0233-47FD-B99C-A107EB038A2C}" dt="2024-07-13T05:53:31.406" v="19" actId="47"/>
        <pc:sldMkLst>
          <pc:docMk/>
          <pc:sldMk cId="2111280575" sldId="2147472372"/>
        </pc:sldMkLst>
      </pc:sldChg>
      <pc:sldChg chg="add del">
        <pc:chgData name="ARUN KARTHIK ." userId="62a047ea-99a3-445a-a127-bd8840139939" providerId="ADAL" clId="{740E8017-0233-47FD-B99C-A107EB038A2C}" dt="2024-07-13T05:57:18.660" v="146" actId="47"/>
        <pc:sldMkLst>
          <pc:docMk/>
          <pc:sldMk cId="4240444502" sldId="2147472372"/>
        </pc:sldMkLst>
      </pc:sldChg>
      <pc:sldChg chg="del">
        <pc:chgData name="ARUN KARTHIK ." userId="62a047ea-99a3-445a-a127-bd8840139939" providerId="ADAL" clId="{740E8017-0233-47FD-B99C-A107EB038A2C}" dt="2024-07-13T05:53:31.613" v="20" actId="47"/>
        <pc:sldMkLst>
          <pc:docMk/>
          <pc:sldMk cId="3976756508" sldId="2147472373"/>
        </pc:sldMkLst>
      </pc:sldChg>
      <pc:sldChg chg="del">
        <pc:chgData name="ARUN KARTHIK ." userId="62a047ea-99a3-445a-a127-bd8840139939" providerId="ADAL" clId="{740E8017-0233-47FD-B99C-A107EB038A2C}" dt="2024-07-13T05:53:28.092" v="2" actId="47"/>
        <pc:sldMkLst>
          <pc:docMk/>
          <pc:sldMk cId="941017616" sldId="2147472374"/>
        </pc:sldMkLst>
      </pc:sldChg>
      <pc:sldChg chg="del">
        <pc:chgData name="ARUN KARTHIK ." userId="62a047ea-99a3-445a-a127-bd8840139939" providerId="ADAL" clId="{740E8017-0233-47FD-B99C-A107EB038A2C}" dt="2024-07-13T05:53:28.247" v="3" actId="47"/>
        <pc:sldMkLst>
          <pc:docMk/>
          <pc:sldMk cId="1855895382" sldId="2147472375"/>
        </pc:sldMkLst>
      </pc:sldChg>
      <pc:sldChg chg="del">
        <pc:chgData name="ARUN KARTHIK ." userId="62a047ea-99a3-445a-a127-bd8840139939" providerId="ADAL" clId="{740E8017-0233-47FD-B99C-A107EB038A2C}" dt="2024-07-13T05:53:28.421" v="4" actId="47"/>
        <pc:sldMkLst>
          <pc:docMk/>
          <pc:sldMk cId="1843801971" sldId="2147472376"/>
        </pc:sldMkLst>
      </pc:sldChg>
      <pc:sldChg chg="del">
        <pc:chgData name="ARUN KARTHIK ." userId="62a047ea-99a3-445a-a127-bd8840139939" providerId="ADAL" clId="{740E8017-0233-47FD-B99C-A107EB038A2C}" dt="2024-07-13T05:53:28.593" v="5" actId="47"/>
        <pc:sldMkLst>
          <pc:docMk/>
          <pc:sldMk cId="1577339389" sldId="2147472377"/>
        </pc:sldMkLst>
      </pc:sldChg>
      <pc:sldChg chg="del">
        <pc:chgData name="ARUN KARTHIK ." userId="62a047ea-99a3-445a-a127-bd8840139939" providerId="ADAL" clId="{740E8017-0233-47FD-B99C-A107EB038A2C}" dt="2024-07-13T05:53:28.767" v="6" actId="47"/>
        <pc:sldMkLst>
          <pc:docMk/>
          <pc:sldMk cId="3995010085" sldId="2147472378"/>
        </pc:sldMkLst>
      </pc:sldChg>
      <pc:sldChg chg="del">
        <pc:chgData name="ARUN KARTHIK ." userId="62a047ea-99a3-445a-a127-bd8840139939" providerId="ADAL" clId="{740E8017-0233-47FD-B99C-A107EB038A2C}" dt="2024-07-13T05:53:28.954" v="7" actId="47"/>
        <pc:sldMkLst>
          <pc:docMk/>
          <pc:sldMk cId="113361996" sldId="2147472379"/>
        </pc:sldMkLst>
      </pc:sldChg>
      <pc:sldChg chg="del">
        <pc:chgData name="ARUN KARTHIK ." userId="62a047ea-99a3-445a-a127-bd8840139939" providerId="ADAL" clId="{740E8017-0233-47FD-B99C-A107EB038A2C}" dt="2024-07-13T05:53:29.144" v="8" actId="47"/>
        <pc:sldMkLst>
          <pc:docMk/>
          <pc:sldMk cId="2195800177" sldId="2147472380"/>
        </pc:sldMkLst>
      </pc:sldChg>
      <pc:sldChg chg="del">
        <pc:chgData name="ARUN KARTHIK ." userId="62a047ea-99a3-445a-a127-bd8840139939" providerId="ADAL" clId="{740E8017-0233-47FD-B99C-A107EB038A2C}" dt="2024-07-13T05:53:29.354" v="9" actId="47"/>
        <pc:sldMkLst>
          <pc:docMk/>
          <pc:sldMk cId="3475647193" sldId="2147472381"/>
        </pc:sldMkLst>
      </pc:sldChg>
      <pc:sldChg chg="del">
        <pc:chgData name="ARUN KARTHIK ." userId="62a047ea-99a3-445a-a127-bd8840139939" providerId="ADAL" clId="{740E8017-0233-47FD-B99C-A107EB038A2C}" dt="2024-07-13T05:53:30.015" v="12" actId="47"/>
        <pc:sldMkLst>
          <pc:docMk/>
          <pc:sldMk cId="4191511362" sldId="2147472382"/>
        </pc:sldMkLst>
      </pc:sldChg>
      <pc:sldChg chg="del">
        <pc:chgData name="ARUN KARTHIK ." userId="62a047ea-99a3-445a-a127-bd8840139939" providerId="ADAL" clId="{740E8017-0233-47FD-B99C-A107EB038A2C}" dt="2024-07-13T05:53:30.391" v="14" actId="47"/>
        <pc:sldMkLst>
          <pc:docMk/>
          <pc:sldMk cId="3105783908" sldId="2147472383"/>
        </pc:sldMkLst>
      </pc:sldChg>
    </pc:docChg>
  </pc:docChgLst>
  <pc:docChgLst>
    <pc:chgData name="ARUN KARTHIK ." userId="62a047ea-99a3-445a-a127-bd8840139939" providerId="ADAL" clId="{B117A5F2-1886-4A68-8A2E-C944BB049D49}"/>
    <pc:docChg chg="undo custSel addSld delSld modSld">
      <pc:chgData name="ARUN KARTHIK ." userId="62a047ea-99a3-445a-a127-bd8840139939" providerId="ADAL" clId="{B117A5F2-1886-4A68-8A2E-C944BB049D49}" dt="2024-08-03T06:04:28.543" v="57"/>
      <pc:docMkLst>
        <pc:docMk/>
      </pc:docMkLst>
      <pc:sldChg chg="modSp mod">
        <pc:chgData name="ARUN KARTHIK ." userId="62a047ea-99a3-445a-a127-bd8840139939" providerId="ADAL" clId="{B117A5F2-1886-4A68-8A2E-C944BB049D49}" dt="2024-08-03T06:02:08.630" v="30" actId="20577"/>
        <pc:sldMkLst>
          <pc:docMk/>
          <pc:sldMk cId="2487991735" sldId="256"/>
        </pc:sldMkLst>
        <pc:spChg chg="mod">
          <ac:chgData name="ARUN KARTHIK ." userId="62a047ea-99a3-445a-a127-bd8840139939" providerId="ADAL" clId="{B117A5F2-1886-4A68-8A2E-C944BB049D49}" dt="2024-08-03T06:02:08.630" v="30" actId="20577"/>
          <ac:spMkLst>
            <pc:docMk/>
            <pc:sldMk cId="2487991735" sldId="256"/>
            <ac:spMk id="2" creationId="{C66BF95F-ED5D-7D14-004F-BB3F773AACDB}"/>
          </ac:spMkLst>
        </pc:spChg>
        <pc:spChg chg="mod">
          <ac:chgData name="ARUN KARTHIK ." userId="62a047ea-99a3-445a-a127-bd8840139939" providerId="ADAL" clId="{B117A5F2-1886-4A68-8A2E-C944BB049D49}" dt="2024-08-03T06:02:01.955" v="3" actId="20577"/>
          <ac:spMkLst>
            <pc:docMk/>
            <pc:sldMk cId="2487991735" sldId="256"/>
            <ac:spMk id="3" creationId="{E2E3432E-C589-ADB8-601E-60B423644398}"/>
          </ac:spMkLst>
        </pc:spChg>
      </pc:sldChg>
      <pc:sldChg chg="add">
        <pc:chgData name="ARUN KARTHIK ." userId="62a047ea-99a3-445a-a127-bd8840139939" providerId="ADAL" clId="{B117A5F2-1886-4A68-8A2E-C944BB049D49}" dt="2024-08-03T06:04:28.543" v="57"/>
        <pc:sldMkLst>
          <pc:docMk/>
          <pc:sldMk cId="0" sldId="260"/>
        </pc:sldMkLst>
      </pc:sldChg>
      <pc:sldChg chg="add del">
        <pc:chgData name="ARUN KARTHIK ." userId="62a047ea-99a3-445a-a127-bd8840139939" providerId="ADAL" clId="{B117A5F2-1886-4A68-8A2E-C944BB049D49}" dt="2024-08-03T06:04:28.543" v="57"/>
        <pc:sldMkLst>
          <pc:docMk/>
          <pc:sldMk cId="0" sldId="261"/>
        </pc:sldMkLst>
      </pc:sldChg>
      <pc:sldChg chg="add del">
        <pc:chgData name="ARUN KARTHIK ." userId="62a047ea-99a3-445a-a127-bd8840139939" providerId="ADAL" clId="{B117A5F2-1886-4A68-8A2E-C944BB049D49}" dt="2024-08-03T06:04:28.543" v="57"/>
        <pc:sldMkLst>
          <pc:docMk/>
          <pc:sldMk cId="0" sldId="262"/>
        </pc:sldMkLst>
      </pc:sldChg>
      <pc:sldChg chg="add del">
        <pc:chgData name="ARUN KARTHIK ." userId="62a047ea-99a3-445a-a127-bd8840139939" providerId="ADAL" clId="{B117A5F2-1886-4A68-8A2E-C944BB049D49}" dt="2024-08-03T06:04:28.543" v="57"/>
        <pc:sldMkLst>
          <pc:docMk/>
          <pc:sldMk cId="0" sldId="263"/>
        </pc:sldMkLst>
      </pc:sldChg>
      <pc:sldChg chg="add del">
        <pc:chgData name="ARUN KARTHIK ." userId="62a047ea-99a3-445a-a127-bd8840139939" providerId="ADAL" clId="{B117A5F2-1886-4A68-8A2E-C944BB049D49}" dt="2024-08-03T06:04:28.543" v="57"/>
        <pc:sldMkLst>
          <pc:docMk/>
          <pc:sldMk cId="0" sldId="264"/>
        </pc:sldMkLst>
      </pc:sldChg>
      <pc:sldChg chg="add del">
        <pc:chgData name="ARUN KARTHIK ." userId="62a047ea-99a3-445a-a127-bd8840139939" providerId="ADAL" clId="{B117A5F2-1886-4A68-8A2E-C944BB049D49}" dt="2024-08-03T06:04:28.543" v="57"/>
        <pc:sldMkLst>
          <pc:docMk/>
          <pc:sldMk cId="0" sldId="265"/>
        </pc:sldMkLst>
      </pc:sldChg>
      <pc:sldChg chg="add del">
        <pc:chgData name="ARUN KARTHIK ." userId="62a047ea-99a3-445a-a127-bd8840139939" providerId="ADAL" clId="{B117A5F2-1886-4A68-8A2E-C944BB049D49}" dt="2024-08-03T06:04:28.543" v="57"/>
        <pc:sldMkLst>
          <pc:docMk/>
          <pc:sldMk cId="0" sldId="266"/>
        </pc:sldMkLst>
      </pc:sldChg>
      <pc:sldChg chg="add">
        <pc:chgData name="ARUN KARTHIK ." userId="62a047ea-99a3-445a-a127-bd8840139939" providerId="ADAL" clId="{B117A5F2-1886-4A68-8A2E-C944BB049D49}" dt="2024-08-03T06:04:28.543" v="57"/>
        <pc:sldMkLst>
          <pc:docMk/>
          <pc:sldMk cId="0" sldId="267"/>
        </pc:sldMkLst>
      </pc:sldChg>
      <pc:sldChg chg="add">
        <pc:chgData name="ARUN KARTHIK ." userId="62a047ea-99a3-445a-a127-bd8840139939" providerId="ADAL" clId="{B117A5F2-1886-4A68-8A2E-C944BB049D49}" dt="2024-08-03T06:04:28.543" v="57"/>
        <pc:sldMkLst>
          <pc:docMk/>
          <pc:sldMk cId="0" sldId="268"/>
        </pc:sldMkLst>
      </pc:sldChg>
      <pc:sldChg chg="add">
        <pc:chgData name="ARUN KARTHIK ." userId="62a047ea-99a3-445a-a127-bd8840139939" providerId="ADAL" clId="{B117A5F2-1886-4A68-8A2E-C944BB049D49}" dt="2024-08-03T06:04:28.543" v="57"/>
        <pc:sldMkLst>
          <pc:docMk/>
          <pc:sldMk cId="0" sldId="269"/>
        </pc:sldMkLst>
      </pc:sldChg>
      <pc:sldChg chg="add">
        <pc:chgData name="ARUN KARTHIK ." userId="62a047ea-99a3-445a-a127-bd8840139939" providerId="ADAL" clId="{B117A5F2-1886-4A68-8A2E-C944BB049D49}" dt="2024-08-03T06:04:28.543" v="57"/>
        <pc:sldMkLst>
          <pc:docMk/>
          <pc:sldMk cId="0" sldId="270"/>
        </pc:sldMkLst>
      </pc:sldChg>
      <pc:sldChg chg="add">
        <pc:chgData name="ARUN KARTHIK ." userId="62a047ea-99a3-445a-a127-bd8840139939" providerId="ADAL" clId="{B117A5F2-1886-4A68-8A2E-C944BB049D49}" dt="2024-08-03T06:04:28.543" v="57"/>
        <pc:sldMkLst>
          <pc:docMk/>
          <pc:sldMk cId="0" sldId="271"/>
        </pc:sldMkLst>
      </pc:sldChg>
      <pc:sldChg chg="add">
        <pc:chgData name="ARUN KARTHIK ." userId="62a047ea-99a3-445a-a127-bd8840139939" providerId="ADAL" clId="{B117A5F2-1886-4A68-8A2E-C944BB049D49}" dt="2024-08-03T06:04:28.543" v="57"/>
        <pc:sldMkLst>
          <pc:docMk/>
          <pc:sldMk cId="0" sldId="272"/>
        </pc:sldMkLst>
      </pc:sldChg>
      <pc:sldChg chg="add">
        <pc:chgData name="ARUN KARTHIK ." userId="62a047ea-99a3-445a-a127-bd8840139939" providerId="ADAL" clId="{B117A5F2-1886-4A68-8A2E-C944BB049D49}" dt="2024-08-03T06:04:28.543" v="57"/>
        <pc:sldMkLst>
          <pc:docMk/>
          <pc:sldMk cId="0" sldId="273"/>
        </pc:sldMkLst>
      </pc:sldChg>
      <pc:sldChg chg="add">
        <pc:chgData name="ARUN KARTHIK ." userId="62a047ea-99a3-445a-a127-bd8840139939" providerId="ADAL" clId="{B117A5F2-1886-4A68-8A2E-C944BB049D49}" dt="2024-08-03T06:04:28.543" v="57"/>
        <pc:sldMkLst>
          <pc:docMk/>
          <pc:sldMk cId="0" sldId="274"/>
        </pc:sldMkLst>
      </pc:sldChg>
      <pc:sldChg chg="add">
        <pc:chgData name="ARUN KARTHIK ." userId="62a047ea-99a3-445a-a127-bd8840139939" providerId="ADAL" clId="{B117A5F2-1886-4A68-8A2E-C944BB049D49}" dt="2024-08-03T06:04:28.543" v="57"/>
        <pc:sldMkLst>
          <pc:docMk/>
          <pc:sldMk cId="0" sldId="275"/>
        </pc:sldMkLst>
      </pc:sldChg>
      <pc:sldChg chg="add">
        <pc:chgData name="ARUN KARTHIK ." userId="62a047ea-99a3-445a-a127-bd8840139939" providerId="ADAL" clId="{B117A5F2-1886-4A68-8A2E-C944BB049D49}" dt="2024-08-03T06:04:28.543" v="57"/>
        <pc:sldMkLst>
          <pc:docMk/>
          <pc:sldMk cId="0" sldId="276"/>
        </pc:sldMkLst>
      </pc:sldChg>
      <pc:sldChg chg="add">
        <pc:chgData name="ARUN KARTHIK ." userId="62a047ea-99a3-445a-a127-bd8840139939" providerId="ADAL" clId="{B117A5F2-1886-4A68-8A2E-C944BB049D49}" dt="2024-08-03T06:04:28.543" v="57"/>
        <pc:sldMkLst>
          <pc:docMk/>
          <pc:sldMk cId="0" sldId="277"/>
        </pc:sldMkLst>
      </pc:sldChg>
      <pc:sldChg chg="add">
        <pc:chgData name="ARUN KARTHIK ." userId="62a047ea-99a3-445a-a127-bd8840139939" providerId="ADAL" clId="{B117A5F2-1886-4A68-8A2E-C944BB049D49}" dt="2024-08-03T06:04:28.543" v="57"/>
        <pc:sldMkLst>
          <pc:docMk/>
          <pc:sldMk cId="0" sldId="278"/>
        </pc:sldMkLst>
      </pc:sldChg>
      <pc:sldChg chg="add">
        <pc:chgData name="ARUN KARTHIK ." userId="62a047ea-99a3-445a-a127-bd8840139939" providerId="ADAL" clId="{B117A5F2-1886-4A68-8A2E-C944BB049D49}" dt="2024-08-03T06:04:28.543" v="57"/>
        <pc:sldMkLst>
          <pc:docMk/>
          <pc:sldMk cId="0" sldId="279"/>
        </pc:sldMkLst>
      </pc:sldChg>
      <pc:sldChg chg="add">
        <pc:chgData name="ARUN KARTHIK ." userId="62a047ea-99a3-445a-a127-bd8840139939" providerId="ADAL" clId="{B117A5F2-1886-4A68-8A2E-C944BB049D49}" dt="2024-08-03T06:04:28.543" v="57"/>
        <pc:sldMkLst>
          <pc:docMk/>
          <pc:sldMk cId="0" sldId="280"/>
        </pc:sldMkLst>
      </pc:sldChg>
      <pc:sldChg chg="add">
        <pc:chgData name="ARUN KARTHIK ." userId="62a047ea-99a3-445a-a127-bd8840139939" providerId="ADAL" clId="{B117A5F2-1886-4A68-8A2E-C944BB049D49}" dt="2024-08-03T06:04:28.543" v="57"/>
        <pc:sldMkLst>
          <pc:docMk/>
          <pc:sldMk cId="0" sldId="281"/>
        </pc:sldMkLst>
      </pc:sldChg>
      <pc:sldChg chg="add">
        <pc:chgData name="ARUN KARTHIK ." userId="62a047ea-99a3-445a-a127-bd8840139939" providerId="ADAL" clId="{B117A5F2-1886-4A68-8A2E-C944BB049D49}" dt="2024-08-03T06:04:28.543" v="57"/>
        <pc:sldMkLst>
          <pc:docMk/>
          <pc:sldMk cId="0" sldId="282"/>
        </pc:sldMkLst>
      </pc:sldChg>
      <pc:sldChg chg="add">
        <pc:chgData name="ARUN KARTHIK ." userId="62a047ea-99a3-445a-a127-bd8840139939" providerId="ADAL" clId="{B117A5F2-1886-4A68-8A2E-C944BB049D49}" dt="2024-08-03T06:04:28.543" v="57"/>
        <pc:sldMkLst>
          <pc:docMk/>
          <pc:sldMk cId="0" sldId="283"/>
        </pc:sldMkLst>
      </pc:sldChg>
      <pc:sldChg chg="add">
        <pc:chgData name="ARUN KARTHIK ." userId="62a047ea-99a3-445a-a127-bd8840139939" providerId="ADAL" clId="{B117A5F2-1886-4A68-8A2E-C944BB049D49}" dt="2024-08-03T06:04:28.543" v="57"/>
        <pc:sldMkLst>
          <pc:docMk/>
          <pc:sldMk cId="0" sldId="284"/>
        </pc:sldMkLst>
      </pc:sldChg>
      <pc:sldChg chg="add">
        <pc:chgData name="ARUN KARTHIK ." userId="62a047ea-99a3-445a-a127-bd8840139939" providerId="ADAL" clId="{B117A5F2-1886-4A68-8A2E-C944BB049D49}" dt="2024-08-03T06:04:28.543" v="57"/>
        <pc:sldMkLst>
          <pc:docMk/>
          <pc:sldMk cId="0" sldId="285"/>
        </pc:sldMkLst>
      </pc:sldChg>
      <pc:sldChg chg="add">
        <pc:chgData name="ARUN KARTHIK ." userId="62a047ea-99a3-445a-a127-bd8840139939" providerId="ADAL" clId="{B117A5F2-1886-4A68-8A2E-C944BB049D49}" dt="2024-08-03T06:04:28.543" v="57"/>
        <pc:sldMkLst>
          <pc:docMk/>
          <pc:sldMk cId="0" sldId="286"/>
        </pc:sldMkLst>
      </pc:sldChg>
      <pc:sldChg chg="addSp delSp modSp mod">
        <pc:chgData name="ARUN KARTHIK ." userId="62a047ea-99a3-445a-a127-bd8840139939" providerId="ADAL" clId="{B117A5F2-1886-4A68-8A2E-C944BB049D49}" dt="2024-08-03T06:03:53.245" v="56" actId="1076"/>
        <pc:sldMkLst>
          <pc:docMk/>
          <pc:sldMk cId="4252618562" sldId="2147472361"/>
        </pc:sldMkLst>
        <pc:spChg chg="add">
          <ac:chgData name="ARUN KARTHIK ." userId="62a047ea-99a3-445a-a127-bd8840139939" providerId="ADAL" clId="{B117A5F2-1886-4A68-8A2E-C944BB049D49}" dt="2024-08-03T06:03:06.550" v="54"/>
          <ac:spMkLst>
            <pc:docMk/>
            <pc:sldMk cId="4252618562" sldId="2147472361"/>
            <ac:spMk id="2" creationId="{983B287C-CF2D-3099-59EF-52A6F2D5AC91}"/>
          </ac:spMkLst>
        </pc:spChg>
        <pc:spChg chg="del">
          <ac:chgData name="ARUN KARTHIK ." userId="62a047ea-99a3-445a-a127-bd8840139939" providerId="ADAL" clId="{B117A5F2-1886-4A68-8A2E-C944BB049D49}" dt="2024-08-03T06:03:06.280" v="53" actId="478"/>
          <ac:spMkLst>
            <pc:docMk/>
            <pc:sldMk cId="4252618562" sldId="2147472361"/>
            <ac:spMk id="4" creationId="{2E53661C-9CC3-5F1E-ADF3-BD58580D1974}"/>
          </ac:spMkLst>
        </pc:spChg>
        <pc:spChg chg="add mod">
          <ac:chgData name="ARUN KARTHIK ." userId="62a047ea-99a3-445a-a127-bd8840139939" providerId="ADAL" clId="{B117A5F2-1886-4A68-8A2E-C944BB049D49}" dt="2024-08-03T06:03:53.245" v="56" actId="1076"/>
          <ac:spMkLst>
            <pc:docMk/>
            <pc:sldMk cId="4252618562" sldId="2147472361"/>
            <ac:spMk id="5" creationId="{B57CF1B8-F2C4-EB23-B0B6-9EB1DA2A2A1D}"/>
          </ac:spMkLst>
        </pc:spChg>
      </pc:sldChg>
      <pc:sldChg chg="del">
        <pc:chgData name="ARUN KARTHIK ." userId="62a047ea-99a3-445a-a127-bd8840139939" providerId="ADAL" clId="{B117A5F2-1886-4A68-8A2E-C944BB049D49}" dt="2024-08-03T06:02:10.649" v="31" actId="47"/>
        <pc:sldMkLst>
          <pc:docMk/>
          <pc:sldMk cId="2476927650" sldId="2147472363"/>
        </pc:sldMkLst>
      </pc:sldChg>
      <pc:sldChg chg="del">
        <pc:chgData name="ARUN KARTHIK ." userId="62a047ea-99a3-445a-a127-bd8840139939" providerId="ADAL" clId="{B117A5F2-1886-4A68-8A2E-C944BB049D49}" dt="2024-08-03T06:02:10.857" v="32" actId="47"/>
        <pc:sldMkLst>
          <pc:docMk/>
          <pc:sldMk cId="22200761" sldId="2147472364"/>
        </pc:sldMkLst>
      </pc:sldChg>
      <pc:sldChg chg="delSp del mod">
        <pc:chgData name="ARUN KARTHIK ." userId="62a047ea-99a3-445a-a127-bd8840139939" providerId="ADAL" clId="{B117A5F2-1886-4A68-8A2E-C944BB049D49}" dt="2024-08-03T06:03:04.752" v="52" actId="47"/>
        <pc:sldMkLst>
          <pc:docMk/>
          <pc:sldMk cId="410898500" sldId="2147472365"/>
        </pc:sldMkLst>
        <pc:spChg chg="del">
          <ac:chgData name="ARUN KARTHIK ." userId="62a047ea-99a3-445a-a127-bd8840139939" providerId="ADAL" clId="{B117A5F2-1886-4A68-8A2E-C944BB049D49}" dt="2024-08-03T06:03:02.638" v="51" actId="478"/>
          <ac:spMkLst>
            <pc:docMk/>
            <pc:sldMk cId="410898500" sldId="2147472365"/>
            <ac:spMk id="4" creationId="{2E53661C-9CC3-5F1E-ADF3-BD58580D1974}"/>
          </ac:spMkLst>
        </pc:spChg>
      </pc:sldChg>
      <pc:sldChg chg="del">
        <pc:chgData name="ARUN KARTHIK ." userId="62a047ea-99a3-445a-a127-bd8840139939" providerId="ADAL" clId="{B117A5F2-1886-4A68-8A2E-C944BB049D49}" dt="2024-08-03T06:02:12.141" v="39" actId="47"/>
        <pc:sldMkLst>
          <pc:docMk/>
          <pc:sldMk cId="3543518052" sldId="2147472366"/>
        </pc:sldMkLst>
      </pc:sldChg>
      <pc:sldChg chg="del">
        <pc:chgData name="ARUN KARTHIK ." userId="62a047ea-99a3-445a-a127-bd8840139939" providerId="ADAL" clId="{B117A5F2-1886-4A68-8A2E-C944BB049D49}" dt="2024-08-03T06:02:11.217" v="33" actId="47"/>
        <pc:sldMkLst>
          <pc:docMk/>
          <pc:sldMk cId="4102070013" sldId="2147472367"/>
        </pc:sldMkLst>
      </pc:sldChg>
      <pc:sldChg chg="del">
        <pc:chgData name="ARUN KARTHIK ." userId="62a047ea-99a3-445a-a127-bd8840139939" providerId="ADAL" clId="{B117A5F2-1886-4A68-8A2E-C944BB049D49}" dt="2024-08-03T06:02:11.581" v="35" actId="47"/>
        <pc:sldMkLst>
          <pc:docMk/>
          <pc:sldMk cId="3553816635" sldId="2147472368"/>
        </pc:sldMkLst>
      </pc:sldChg>
      <pc:sldChg chg="del">
        <pc:chgData name="ARUN KARTHIK ." userId="62a047ea-99a3-445a-a127-bd8840139939" providerId="ADAL" clId="{B117A5F2-1886-4A68-8A2E-C944BB049D49}" dt="2024-08-03T06:02:11.627" v="36" actId="47"/>
        <pc:sldMkLst>
          <pc:docMk/>
          <pc:sldMk cId="3141558004" sldId="2147472369"/>
        </pc:sldMkLst>
      </pc:sldChg>
      <pc:sldChg chg="del">
        <pc:chgData name="ARUN KARTHIK ." userId="62a047ea-99a3-445a-a127-bd8840139939" providerId="ADAL" clId="{B117A5F2-1886-4A68-8A2E-C944BB049D49}" dt="2024-08-03T06:02:11.279" v="34" actId="47"/>
        <pc:sldMkLst>
          <pc:docMk/>
          <pc:sldMk cId="1472615096" sldId="2147472370"/>
        </pc:sldMkLst>
      </pc:sldChg>
      <pc:sldChg chg="del">
        <pc:chgData name="ARUN KARTHIK ." userId="62a047ea-99a3-445a-a127-bd8840139939" providerId="ADAL" clId="{B117A5F2-1886-4A68-8A2E-C944BB049D49}" dt="2024-08-03T06:02:11.823" v="37" actId="47"/>
        <pc:sldMkLst>
          <pc:docMk/>
          <pc:sldMk cId="1401197912" sldId="2147472371"/>
        </pc:sldMkLst>
      </pc:sldChg>
      <pc:sldChg chg="del">
        <pc:chgData name="ARUN KARTHIK ." userId="62a047ea-99a3-445a-a127-bd8840139939" providerId="ADAL" clId="{B117A5F2-1886-4A68-8A2E-C944BB049D49}" dt="2024-08-03T06:02:12.749" v="42" actId="47"/>
        <pc:sldMkLst>
          <pc:docMk/>
          <pc:sldMk cId="3125410914" sldId="2147472372"/>
        </pc:sldMkLst>
      </pc:sldChg>
      <pc:sldChg chg="del">
        <pc:chgData name="ARUN KARTHIK ." userId="62a047ea-99a3-445a-a127-bd8840139939" providerId="ADAL" clId="{B117A5F2-1886-4A68-8A2E-C944BB049D49}" dt="2024-08-03T06:02:12.953" v="43" actId="47"/>
        <pc:sldMkLst>
          <pc:docMk/>
          <pc:sldMk cId="2428253262" sldId="2147472373"/>
        </pc:sldMkLst>
      </pc:sldChg>
      <pc:sldChg chg="del">
        <pc:chgData name="ARUN KARTHIK ." userId="62a047ea-99a3-445a-a127-bd8840139939" providerId="ADAL" clId="{B117A5F2-1886-4A68-8A2E-C944BB049D49}" dt="2024-08-03T06:02:13.149" v="44" actId="47"/>
        <pc:sldMkLst>
          <pc:docMk/>
          <pc:sldMk cId="2481192230" sldId="2147472374"/>
        </pc:sldMkLst>
      </pc:sldChg>
      <pc:sldChg chg="del">
        <pc:chgData name="ARUN KARTHIK ." userId="62a047ea-99a3-445a-a127-bd8840139939" providerId="ADAL" clId="{B117A5F2-1886-4A68-8A2E-C944BB049D49}" dt="2024-08-03T06:02:13.335" v="45" actId="47"/>
        <pc:sldMkLst>
          <pc:docMk/>
          <pc:sldMk cId="2449063953" sldId="2147472375"/>
        </pc:sldMkLst>
      </pc:sldChg>
      <pc:sldChg chg="del">
        <pc:chgData name="ARUN KARTHIK ." userId="62a047ea-99a3-445a-a127-bd8840139939" providerId="ADAL" clId="{B117A5F2-1886-4A68-8A2E-C944BB049D49}" dt="2024-08-03T06:02:13.542" v="46" actId="47"/>
        <pc:sldMkLst>
          <pc:docMk/>
          <pc:sldMk cId="920283376" sldId="2147472376"/>
        </pc:sldMkLst>
      </pc:sldChg>
      <pc:sldChg chg="del">
        <pc:chgData name="ARUN KARTHIK ." userId="62a047ea-99a3-445a-a127-bd8840139939" providerId="ADAL" clId="{B117A5F2-1886-4A68-8A2E-C944BB049D49}" dt="2024-08-03T06:02:13.946" v="48" actId="47"/>
        <pc:sldMkLst>
          <pc:docMk/>
          <pc:sldMk cId="3357857050" sldId="2147472377"/>
        </pc:sldMkLst>
      </pc:sldChg>
    </pc:docChg>
  </pc:docChgLst>
  <pc:docChgLst>
    <pc:chgData name="ARUN KARTHIK ." userId="62a047ea-99a3-445a-a127-bd8840139939" providerId="ADAL" clId="{1E126722-D3AF-42B1-AD4D-07271E8E1D54}"/>
    <pc:docChg chg="undo custSel addSld delSld modSld">
      <pc:chgData name="ARUN KARTHIK ." userId="62a047ea-99a3-445a-a127-bd8840139939" providerId="ADAL" clId="{1E126722-D3AF-42B1-AD4D-07271E8E1D54}" dt="2024-06-15T10:30:38.344" v="410"/>
      <pc:docMkLst>
        <pc:docMk/>
      </pc:docMkLst>
      <pc:sldChg chg="modSp mod">
        <pc:chgData name="ARUN KARTHIK ." userId="62a047ea-99a3-445a-a127-bd8840139939" providerId="ADAL" clId="{1E126722-D3AF-42B1-AD4D-07271E8E1D54}" dt="2024-06-15T08:24:12.870" v="21" actId="20577"/>
        <pc:sldMkLst>
          <pc:docMk/>
          <pc:sldMk cId="2487991735" sldId="256"/>
        </pc:sldMkLst>
        <pc:spChg chg="mod">
          <ac:chgData name="ARUN KARTHIK ." userId="62a047ea-99a3-445a-a127-bd8840139939" providerId="ADAL" clId="{1E126722-D3AF-42B1-AD4D-07271E8E1D54}" dt="2024-06-15T08:24:12.870" v="21" actId="20577"/>
          <ac:spMkLst>
            <pc:docMk/>
            <pc:sldMk cId="2487991735" sldId="256"/>
            <ac:spMk id="2" creationId="{C66BF95F-ED5D-7D14-004F-BB3F773AACDB}"/>
          </ac:spMkLst>
        </pc:spChg>
      </pc:sldChg>
      <pc:sldChg chg="delSp modSp mod">
        <pc:chgData name="ARUN KARTHIK ." userId="62a047ea-99a3-445a-a127-bd8840139939" providerId="ADAL" clId="{1E126722-D3AF-42B1-AD4D-07271E8E1D54}" dt="2024-06-15T08:26:55.935" v="66" actId="478"/>
        <pc:sldMkLst>
          <pc:docMk/>
          <pc:sldMk cId="2093432532" sldId="257"/>
        </pc:sldMkLst>
        <pc:spChg chg="mod">
          <ac:chgData name="ARUN KARTHIK ." userId="62a047ea-99a3-445a-a127-bd8840139939" providerId="ADAL" clId="{1E126722-D3AF-42B1-AD4D-07271E8E1D54}" dt="2024-06-15T08:26:47.141" v="55" actId="20577"/>
          <ac:spMkLst>
            <pc:docMk/>
            <pc:sldMk cId="2093432532" sldId="257"/>
            <ac:spMk id="12" creationId="{8B4B6BA2-FB90-E0E4-A9A9-850A5C60DC0A}"/>
          </ac:spMkLst>
        </pc:spChg>
        <pc:spChg chg="mod">
          <ac:chgData name="ARUN KARTHIK ." userId="62a047ea-99a3-445a-a127-bd8840139939" providerId="ADAL" clId="{1E126722-D3AF-42B1-AD4D-07271E8E1D54}" dt="2024-06-15T08:26:43.643" v="48" actId="20577"/>
          <ac:spMkLst>
            <pc:docMk/>
            <pc:sldMk cId="2093432532" sldId="257"/>
            <ac:spMk id="18" creationId="{A46B61F3-5377-97A4-5086-0160B9712381}"/>
          </ac:spMkLst>
        </pc:spChg>
        <pc:spChg chg="mod">
          <ac:chgData name="ARUN KARTHIK ." userId="62a047ea-99a3-445a-a127-bd8840139939" providerId="ADAL" clId="{1E126722-D3AF-42B1-AD4D-07271E8E1D54}" dt="2024-06-15T08:26:51.295" v="65" actId="20577"/>
          <ac:spMkLst>
            <pc:docMk/>
            <pc:sldMk cId="2093432532" sldId="257"/>
            <ac:spMk id="69" creationId="{A16A813C-3AAD-0E63-1B88-AC268C859BCE}"/>
          </ac:spMkLst>
        </pc:spChg>
        <pc:grpChg chg="del">
          <ac:chgData name="ARUN KARTHIK ." userId="62a047ea-99a3-445a-a127-bd8840139939" providerId="ADAL" clId="{1E126722-D3AF-42B1-AD4D-07271E8E1D54}" dt="2024-06-15T08:26:55.935" v="66" actId="478"/>
          <ac:grpSpMkLst>
            <pc:docMk/>
            <pc:sldMk cId="2093432532" sldId="257"/>
            <ac:grpSpMk id="83" creationId="{42112B17-A923-BDC2-CE88-4B8A21910156}"/>
          </ac:grpSpMkLst>
        </pc:grpChg>
        <pc:grpChg chg="del">
          <ac:chgData name="ARUN KARTHIK ." userId="62a047ea-99a3-445a-a127-bd8840139939" providerId="ADAL" clId="{1E126722-D3AF-42B1-AD4D-07271E8E1D54}" dt="2024-06-15T08:26:55.935" v="66" actId="478"/>
          <ac:grpSpMkLst>
            <pc:docMk/>
            <pc:sldMk cId="2093432532" sldId="257"/>
            <ac:grpSpMk id="99" creationId="{63A0A521-F70C-3E1E-1E10-C878A05FD742}"/>
          </ac:grpSpMkLst>
        </pc:grpChg>
        <pc:grpChg chg="del">
          <ac:chgData name="ARUN KARTHIK ." userId="62a047ea-99a3-445a-a127-bd8840139939" providerId="ADAL" clId="{1E126722-D3AF-42B1-AD4D-07271E8E1D54}" dt="2024-06-15T08:26:55.935" v="66" actId="478"/>
          <ac:grpSpMkLst>
            <pc:docMk/>
            <pc:sldMk cId="2093432532" sldId="257"/>
            <ac:grpSpMk id="115" creationId="{BD179879-45FD-2F02-F61D-46433D8E10BF}"/>
          </ac:grpSpMkLst>
        </pc:grpChg>
        <pc:grpChg chg="del">
          <ac:chgData name="ARUN KARTHIK ." userId="62a047ea-99a3-445a-a127-bd8840139939" providerId="ADAL" clId="{1E126722-D3AF-42B1-AD4D-07271E8E1D54}" dt="2024-06-15T08:26:55.935" v="66" actId="478"/>
          <ac:grpSpMkLst>
            <pc:docMk/>
            <pc:sldMk cId="2093432532" sldId="257"/>
            <ac:grpSpMk id="139" creationId="{C181452A-C66D-FB09-66A0-913CD03A042F}"/>
          </ac:grpSpMkLst>
        </pc:grpChg>
        <pc:grpChg chg="del">
          <ac:chgData name="ARUN KARTHIK ." userId="62a047ea-99a3-445a-a127-bd8840139939" providerId="ADAL" clId="{1E126722-D3AF-42B1-AD4D-07271E8E1D54}" dt="2024-06-15T08:26:55.935" v="66" actId="478"/>
          <ac:grpSpMkLst>
            <pc:docMk/>
            <pc:sldMk cId="2093432532" sldId="257"/>
            <ac:grpSpMk id="147" creationId="{D7290CF9-FDD4-46F4-D9AA-07836A377548}"/>
          </ac:grpSpMkLst>
        </pc:grpChg>
        <pc:grpChg chg="del">
          <ac:chgData name="ARUN KARTHIK ." userId="62a047ea-99a3-445a-a127-bd8840139939" providerId="ADAL" clId="{1E126722-D3AF-42B1-AD4D-07271E8E1D54}" dt="2024-06-15T08:26:55.935" v="66" actId="478"/>
          <ac:grpSpMkLst>
            <pc:docMk/>
            <pc:sldMk cId="2093432532" sldId="257"/>
            <ac:grpSpMk id="155" creationId="{70362721-E4FC-E1B4-4CD5-285DC9B95BCB}"/>
          </ac:grpSpMkLst>
        </pc:grpChg>
        <pc:grpChg chg="del">
          <ac:chgData name="ARUN KARTHIK ." userId="62a047ea-99a3-445a-a127-bd8840139939" providerId="ADAL" clId="{1E126722-D3AF-42B1-AD4D-07271E8E1D54}" dt="2024-06-15T08:26:55.935" v="66" actId="478"/>
          <ac:grpSpMkLst>
            <pc:docMk/>
            <pc:sldMk cId="2093432532" sldId="257"/>
            <ac:grpSpMk id="163" creationId="{ECA93C2A-9FFA-7EA6-C191-074954F18DB3}"/>
          </ac:grpSpMkLst>
        </pc:grpChg>
      </pc:sldChg>
      <pc:sldChg chg="del">
        <pc:chgData name="ARUN KARTHIK ." userId="62a047ea-99a3-445a-a127-bd8840139939" providerId="ADAL" clId="{1E126722-D3AF-42B1-AD4D-07271E8E1D54}" dt="2024-06-15T08:27:40.260" v="70" actId="47"/>
        <pc:sldMkLst>
          <pc:docMk/>
          <pc:sldMk cId="981144513" sldId="2147472290"/>
        </pc:sldMkLst>
      </pc:sldChg>
      <pc:sldChg chg="del">
        <pc:chgData name="ARUN KARTHIK ." userId="62a047ea-99a3-445a-a127-bd8840139939" providerId="ADAL" clId="{1E126722-D3AF-42B1-AD4D-07271E8E1D54}" dt="2024-06-15T08:27:40.260" v="70" actId="47"/>
        <pc:sldMkLst>
          <pc:docMk/>
          <pc:sldMk cId="1106636162" sldId="2147472291"/>
        </pc:sldMkLst>
      </pc:sldChg>
      <pc:sldChg chg="del">
        <pc:chgData name="ARUN KARTHIK ." userId="62a047ea-99a3-445a-a127-bd8840139939" providerId="ADAL" clId="{1E126722-D3AF-42B1-AD4D-07271E8E1D54}" dt="2024-06-15T08:27:40.260" v="70" actId="47"/>
        <pc:sldMkLst>
          <pc:docMk/>
          <pc:sldMk cId="2470488274" sldId="2147472301"/>
        </pc:sldMkLst>
      </pc:sldChg>
      <pc:sldChg chg="del">
        <pc:chgData name="ARUN KARTHIK ." userId="62a047ea-99a3-445a-a127-bd8840139939" providerId="ADAL" clId="{1E126722-D3AF-42B1-AD4D-07271E8E1D54}" dt="2024-06-15T08:27:40.260" v="70" actId="47"/>
        <pc:sldMkLst>
          <pc:docMk/>
          <pc:sldMk cId="4230480413" sldId="2147472302"/>
        </pc:sldMkLst>
      </pc:sldChg>
      <pc:sldChg chg="del">
        <pc:chgData name="ARUN KARTHIK ." userId="62a047ea-99a3-445a-a127-bd8840139939" providerId="ADAL" clId="{1E126722-D3AF-42B1-AD4D-07271E8E1D54}" dt="2024-06-15T08:27:40.260" v="70" actId="47"/>
        <pc:sldMkLst>
          <pc:docMk/>
          <pc:sldMk cId="3260295635" sldId="2147472305"/>
        </pc:sldMkLst>
      </pc:sldChg>
      <pc:sldChg chg="del">
        <pc:chgData name="ARUN KARTHIK ." userId="62a047ea-99a3-445a-a127-bd8840139939" providerId="ADAL" clId="{1E126722-D3AF-42B1-AD4D-07271E8E1D54}" dt="2024-06-15T08:27:40.260" v="70" actId="47"/>
        <pc:sldMkLst>
          <pc:docMk/>
          <pc:sldMk cId="354326647" sldId="2147472306"/>
        </pc:sldMkLst>
      </pc:sldChg>
      <pc:sldChg chg="del">
        <pc:chgData name="ARUN KARTHIK ." userId="62a047ea-99a3-445a-a127-bd8840139939" providerId="ADAL" clId="{1E126722-D3AF-42B1-AD4D-07271E8E1D54}" dt="2024-06-15T08:27:40.260" v="70" actId="47"/>
        <pc:sldMkLst>
          <pc:docMk/>
          <pc:sldMk cId="4162049918" sldId="2147472309"/>
        </pc:sldMkLst>
      </pc:sldChg>
      <pc:sldChg chg="modSp modAnim">
        <pc:chgData name="ARUN KARTHIK ." userId="62a047ea-99a3-445a-a127-bd8840139939" providerId="ADAL" clId="{1E126722-D3AF-42B1-AD4D-07271E8E1D54}" dt="2024-06-15T08:27:34.468" v="69"/>
        <pc:sldMkLst>
          <pc:docMk/>
          <pc:sldMk cId="2255416091" sldId="2147472317"/>
        </pc:sldMkLst>
        <pc:spChg chg="mod">
          <ac:chgData name="ARUN KARTHIK ." userId="62a047ea-99a3-445a-a127-bd8840139939" providerId="ADAL" clId="{1E126722-D3AF-42B1-AD4D-07271E8E1D54}" dt="2024-06-15T08:27:34.468" v="69"/>
          <ac:spMkLst>
            <pc:docMk/>
            <pc:sldMk cId="2255416091" sldId="2147472317"/>
            <ac:spMk id="5" creationId="{F21D21B9-831D-DD6C-B179-2AB3FF56A83B}"/>
          </ac:spMkLst>
        </pc:spChg>
      </pc:sldChg>
      <pc:sldChg chg="addSp delSp modSp mod delAnim">
        <pc:chgData name="ARUN KARTHIK ." userId="62a047ea-99a3-445a-a127-bd8840139939" providerId="ADAL" clId="{1E126722-D3AF-42B1-AD4D-07271E8E1D54}" dt="2024-06-15T08:29:28.882" v="113" actId="20577"/>
        <pc:sldMkLst>
          <pc:docMk/>
          <pc:sldMk cId="603800340" sldId="2147472319"/>
        </pc:sldMkLst>
        <pc:spChg chg="add mod">
          <ac:chgData name="ARUN KARTHIK ." userId="62a047ea-99a3-445a-a127-bd8840139939" providerId="ADAL" clId="{1E126722-D3AF-42B1-AD4D-07271E8E1D54}" dt="2024-06-15T08:28:47.542" v="76" actId="5793"/>
          <ac:spMkLst>
            <pc:docMk/>
            <pc:sldMk cId="603800340" sldId="2147472319"/>
            <ac:spMk id="3" creationId="{ACFE3640-96AE-AAA5-4794-32DA9412F5ED}"/>
          </ac:spMkLst>
        </pc:spChg>
        <pc:spChg chg="mod">
          <ac:chgData name="ARUN KARTHIK ." userId="62a047ea-99a3-445a-a127-bd8840139939" providerId="ADAL" clId="{1E126722-D3AF-42B1-AD4D-07271E8E1D54}" dt="2024-06-15T08:29:28.882" v="113" actId="20577"/>
          <ac:spMkLst>
            <pc:docMk/>
            <pc:sldMk cId="603800340" sldId="2147472319"/>
            <ac:spMk id="4" creationId="{B005B3F8-E38A-C389-2B2E-1BBC6C382B91}"/>
          </ac:spMkLst>
        </pc:spChg>
        <pc:spChg chg="add">
          <ac:chgData name="ARUN KARTHIK ." userId="62a047ea-99a3-445a-a127-bd8840139939" providerId="ADAL" clId="{1E126722-D3AF-42B1-AD4D-07271E8E1D54}" dt="2024-06-15T08:28:54.810" v="77"/>
          <ac:spMkLst>
            <pc:docMk/>
            <pc:sldMk cId="603800340" sldId="2147472319"/>
            <ac:spMk id="5" creationId="{D6FFF614-03CE-D60D-6E89-90485137B74E}"/>
          </ac:spMkLst>
        </pc:spChg>
        <pc:spChg chg="add mod">
          <ac:chgData name="ARUN KARTHIK ." userId="62a047ea-99a3-445a-a127-bd8840139939" providerId="ADAL" clId="{1E126722-D3AF-42B1-AD4D-07271E8E1D54}" dt="2024-06-15T08:29:07.502" v="82" actId="1076"/>
          <ac:spMkLst>
            <pc:docMk/>
            <pc:sldMk cId="603800340" sldId="2147472319"/>
            <ac:spMk id="7" creationId="{E17DF9D4-97E4-EF03-194A-3D5DF1240FC2}"/>
          </ac:spMkLst>
        </pc:spChg>
        <pc:graphicFrameChg chg="del">
          <ac:chgData name="ARUN KARTHIK ." userId="62a047ea-99a3-445a-a127-bd8840139939" providerId="ADAL" clId="{1E126722-D3AF-42B1-AD4D-07271E8E1D54}" dt="2024-06-15T08:28:39.755" v="72" actId="478"/>
          <ac:graphicFrameMkLst>
            <pc:docMk/>
            <pc:sldMk cId="603800340" sldId="2147472319"/>
            <ac:graphicFrameMk id="16" creationId="{5ACDEF31-D40A-8FEB-4634-02A7E76F1DDB}"/>
          </ac:graphicFrameMkLst>
        </pc:graphicFrameChg>
      </pc:sldChg>
      <pc:sldChg chg="del">
        <pc:chgData name="ARUN KARTHIK ." userId="62a047ea-99a3-445a-a127-bd8840139939" providerId="ADAL" clId="{1E126722-D3AF-42B1-AD4D-07271E8E1D54}" dt="2024-06-15T08:27:40.260" v="70" actId="47"/>
        <pc:sldMkLst>
          <pc:docMk/>
          <pc:sldMk cId="1144803936" sldId="2147472321"/>
        </pc:sldMkLst>
      </pc:sldChg>
      <pc:sldChg chg="del">
        <pc:chgData name="ARUN KARTHIK ." userId="62a047ea-99a3-445a-a127-bd8840139939" providerId="ADAL" clId="{1E126722-D3AF-42B1-AD4D-07271E8E1D54}" dt="2024-06-15T08:27:40.260" v="70" actId="47"/>
        <pc:sldMkLst>
          <pc:docMk/>
          <pc:sldMk cId="831893227" sldId="2147472322"/>
        </pc:sldMkLst>
      </pc:sldChg>
      <pc:sldChg chg="del">
        <pc:chgData name="ARUN KARTHIK ." userId="62a047ea-99a3-445a-a127-bd8840139939" providerId="ADAL" clId="{1E126722-D3AF-42B1-AD4D-07271E8E1D54}" dt="2024-06-15T08:27:40.260" v="70" actId="47"/>
        <pc:sldMkLst>
          <pc:docMk/>
          <pc:sldMk cId="2224199110" sldId="2147472326"/>
        </pc:sldMkLst>
      </pc:sldChg>
      <pc:sldChg chg="del">
        <pc:chgData name="ARUN KARTHIK ." userId="62a047ea-99a3-445a-a127-bd8840139939" providerId="ADAL" clId="{1E126722-D3AF-42B1-AD4D-07271E8E1D54}" dt="2024-06-15T08:27:40.260" v="70" actId="47"/>
        <pc:sldMkLst>
          <pc:docMk/>
          <pc:sldMk cId="3790967337" sldId="2147472328"/>
        </pc:sldMkLst>
      </pc:sldChg>
      <pc:sldChg chg="del">
        <pc:chgData name="ARUN KARTHIK ." userId="62a047ea-99a3-445a-a127-bd8840139939" providerId="ADAL" clId="{1E126722-D3AF-42B1-AD4D-07271E8E1D54}" dt="2024-06-15T08:27:40.260" v="70" actId="47"/>
        <pc:sldMkLst>
          <pc:docMk/>
          <pc:sldMk cId="2961716487" sldId="2147472329"/>
        </pc:sldMkLst>
      </pc:sldChg>
      <pc:sldChg chg="del">
        <pc:chgData name="ARUN KARTHIK ." userId="62a047ea-99a3-445a-a127-bd8840139939" providerId="ADAL" clId="{1E126722-D3AF-42B1-AD4D-07271E8E1D54}" dt="2024-06-15T08:27:40.260" v="70" actId="47"/>
        <pc:sldMkLst>
          <pc:docMk/>
          <pc:sldMk cId="1536423590" sldId="2147472330"/>
        </pc:sldMkLst>
      </pc:sldChg>
      <pc:sldChg chg="del">
        <pc:chgData name="ARUN KARTHIK ." userId="62a047ea-99a3-445a-a127-bd8840139939" providerId="ADAL" clId="{1E126722-D3AF-42B1-AD4D-07271E8E1D54}" dt="2024-06-15T08:27:40.260" v="70" actId="47"/>
        <pc:sldMkLst>
          <pc:docMk/>
          <pc:sldMk cId="2161333238" sldId="2147472331"/>
        </pc:sldMkLst>
      </pc:sldChg>
      <pc:sldChg chg="del">
        <pc:chgData name="ARUN KARTHIK ." userId="62a047ea-99a3-445a-a127-bd8840139939" providerId="ADAL" clId="{1E126722-D3AF-42B1-AD4D-07271E8E1D54}" dt="2024-06-15T08:27:40.260" v="70" actId="47"/>
        <pc:sldMkLst>
          <pc:docMk/>
          <pc:sldMk cId="533569582" sldId="2147472332"/>
        </pc:sldMkLst>
      </pc:sldChg>
      <pc:sldChg chg="del">
        <pc:chgData name="ARUN KARTHIK ." userId="62a047ea-99a3-445a-a127-bd8840139939" providerId="ADAL" clId="{1E126722-D3AF-42B1-AD4D-07271E8E1D54}" dt="2024-06-15T08:27:40.260" v="70" actId="47"/>
        <pc:sldMkLst>
          <pc:docMk/>
          <pc:sldMk cId="2808448036" sldId="2147472333"/>
        </pc:sldMkLst>
      </pc:sldChg>
      <pc:sldChg chg="del">
        <pc:chgData name="ARUN KARTHIK ." userId="62a047ea-99a3-445a-a127-bd8840139939" providerId="ADAL" clId="{1E126722-D3AF-42B1-AD4D-07271E8E1D54}" dt="2024-06-15T08:27:40.260" v="70" actId="47"/>
        <pc:sldMkLst>
          <pc:docMk/>
          <pc:sldMk cId="1733555137" sldId="2147472334"/>
        </pc:sldMkLst>
      </pc:sldChg>
      <pc:sldChg chg="del">
        <pc:chgData name="ARUN KARTHIK ." userId="62a047ea-99a3-445a-a127-bd8840139939" providerId="ADAL" clId="{1E126722-D3AF-42B1-AD4D-07271E8E1D54}" dt="2024-06-15T08:27:40.260" v="70" actId="47"/>
        <pc:sldMkLst>
          <pc:docMk/>
          <pc:sldMk cId="3592123453" sldId="2147472335"/>
        </pc:sldMkLst>
      </pc:sldChg>
      <pc:sldChg chg="del">
        <pc:chgData name="ARUN KARTHIK ." userId="62a047ea-99a3-445a-a127-bd8840139939" providerId="ADAL" clId="{1E126722-D3AF-42B1-AD4D-07271E8E1D54}" dt="2024-06-15T08:27:40.260" v="70" actId="47"/>
        <pc:sldMkLst>
          <pc:docMk/>
          <pc:sldMk cId="2250700426" sldId="2147472337"/>
        </pc:sldMkLst>
      </pc:sldChg>
      <pc:sldChg chg="del">
        <pc:chgData name="ARUN KARTHIK ." userId="62a047ea-99a3-445a-a127-bd8840139939" providerId="ADAL" clId="{1E126722-D3AF-42B1-AD4D-07271E8E1D54}" dt="2024-06-15T08:27:40.260" v="70" actId="47"/>
        <pc:sldMkLst>
          <pc:docMk/>
          <pc:sldMk cId="1378988986" sldId="2147472338"/>
        </pc:sldMkLst>
      </pc:sldChg>
      <pc:sldChg chg="del">
        <pc:chgData name="ARUN KARTHIK ." userId="62a047ea-99a3-445a-a127-bd8840139939" providerId="ADAL" clId="{1E126722-D3AF-42B1-AD4D-07271E8E1D54}" dt="2024-06-15T08:27:40.260" v="70" actId="47"/>
        <pc:sldMkLst>
          <pc:docMk/>
          <pc:sldMk cId="4239796815" sldId="2147472339"/>
        </pc:sldMkLst>
      </pc:sldChg>
      <pc:sldChg chg="del">
        <pc:chgData name="ARUN KARTHIK ." userId="62a047ea-99a3-445a-a127-bd8840139939" providerId="ADAL" clId="{1E126722-D3AF-42B1-AD4D-07271E8E1D54}" dt="2024-06-15T08:27:40.260" v="70" actId="47"/>
        <pc:sldMkLst>
          <pc:docMk/>
          <pc:sldMk cId="631722811" sldId="2147472340"/>
        </pc:sldMkLst>
      </pc:sldChg>
      <pc:sldChg chg="del">
        <pc:chgData name="ARUN KARTHIK ." userId="62a047ea-99a3-445a-a127-bd8840139939" providerId="ADAL" clId="{1E126722-D3AF-42B1-AD4D-07271E8E1D54}" dt="2024-06-15T08:27:40.260" v="70" actId="47"/>
        <pc:sldMkLst>
          <pc:docMk/>
          <pc:sldMk cId="1659761723" sldId="2147472342"/>
        </pc:sldMkLst>
      </pc:sldChg>
      <pc:sldChg chg="del">
        <pc:chgData name="ARUN KARTHIK ." userId="62a047ea-99a3-445a-a127-bd8840139939" providerId="ADAL" clId="{1E126722-D3AF-42B1-AD4D-07271E8E1D54}" dt="2024-06-15T08:27:40.260" v="70" actId="47"/>
        <pc:sldMkLst>
          <pc:docMk/>
          <pc:sldMk cId="778676749" sldId="2147472343"/>
        </pc:sldMkLst>
      </pc:sldChg>
      <pc:sldChg chg="del">
        <pc:chgData name="ARUN KARTHIK ." userId="62a047ea-99a3-445a-a127-bd8840139939" providerId="ADAL" clId="{1E126722-D3AF-42B1-AD4D-07271E8E1D54}" dt="2024-06-15T08:27:40.260" v="70" actId="47"/>
        <pc:sldMkLst>
          <pc:docMk/>
          <pc:sldMk cId="1905182876" sldId="2147472344"/>
        </pc:sldMkLst>
      </pc:sldChg>
      <pc:sldChg chg="del">
        <pc:chgData name="ARUN KARTHIK ." userId="62a047ea-99a3-445a-a127-bd8840139939" providerId="ADAL" clId="{1E126722-D3AF-42B1-AD4D-07271E8E1D54}" dt="2024-06-15T08:27:40.260" v="70" actId="47"/>
        <pc:sldMkLst>
          <pc:docMk/>
          <pc:sldMk cId="1080593602" sldId="2147472345"/>
        </pc:sldMkLst>
      </pc:sldChg>
      <pc:sldChg chg="del">
        <pc:chgData name="ARUN KARTHIK ." userId="62a047ea-99a3-445a-a127-bd8840139939" providerId="ADAL" clId="{1E126722-D3AF-42B1-AD4D-07271E8E1D54}" dt="2024-06-15T08:27:40.260" v="70" actId="47"/>
        <pc:sldMkLst>
          <pc:docMk/>
          <pc:sldMk cId="3091053289" sldId="2147472346"/>
        </pc:sldMkLst>
      </pc:sldChg>
      <pc:sldChg chg="del">
        <pc:chgData name="ARUN KARTHIK ." userId="62a047ea-99a3-445a-a127-bd8840139939" providerId="ADAL" clId="{1E126722-D3AF-42B1-AD4D-07271E8E1D54}" dt="2024-06-15T08:27:40.260" v="70" actId="47"/>
        <pc:sldMkLst>
          <pc:docMk/>
          <pc:sldMk cId="3678934189" sldId="2147472347"/>
        </pc:sldMkLst>
      </pc:sldChg>
      <pc:sldChg chg="del">
        <pc:chgData name="ARUN KARTHIK ." userId="62a047ea-99a3-445a-a127-bd8840139939" providerId="ADAL" clId="{1E126722-D3AF-42B1-AD4D-07271E8E1D54}" dt="2024-06-15T08:27:40.260" v="70" actId="47"/>
        <pc:sldMkLst>
          <pc:docMk/>
          <pc:sldMk cId="1148265028" sldId="2147472348"/>
        </pc:sldMkLst>
      </pc:sldChg>
      <pc:sldChg chg="del">
        <pc:chgData name="ARUN KARTHIK ." userId="62a047ea-99a3-445a-a127-bd8840139939" providerId="ADAL" clId="{1E126722-D3AF-42B1-AD4D-07271E8E1D54}" dt="2024-06-15T08:27:40.260" v="70" actId="47"/>
        <pc:sldMkLst>
          <pc:docMk/>
          <pc:sldMk cId="846333885" sldId="2147472349"/>
        </pc:sldMkLst>
      </pc:sldChg>
      <pc:sldChg chg="del">
        <pc:chgData name="ARUN KARTHIK ." userId="62a047ea-99a3-445a-a127-bd8840139939" providerId="ADAL" clId="{1E126722-D3AF-42B1-AD4D-07271E8E1D54}" dt="2024-06-15T08:27:40.260" v="70" actId="47"/>
        <pc:sldMkLst>
          <pc:docMk/>
          <pc:sldMk cId="3420597673" sldId="2147472350"/>
        </pc:sldMkLst>
      </pc:sldChg>
      <pc:sldChg chg="del">
        <pc:chgData name="ARUN KARTHIK ." userId="62a047ea-99a3-445a-a127-bd8840139939" providerId="ADAL" clId="{1E126722-D3AF-42B1-AD4D-07271E8E1D54}" dt="2024-06-15T08:27:40.260" v="70" actId="47"/>
        <pc:sldMkLst>
          <pc:docMk/>
          <pc:sldMk cId="1766650018" sldId="2147472351"/>
        </pc:sldMkLst>
      </pc:sldChg>
      <pc:sldChg chg="del">
        <pc:chgData name="ARUN KARTHIK ." userId="62a047ea-99a3-445a-a127-bd8840139939" providerId="ADAL" clId="{1E126722-D3AF-42B1-AD4D-07271E8E1D54}" dt="2024-06-15T08:27:40.260" v="70" actId="47"/>
        <pc:sldMkLst>
          <pc:docMk/>
          <pc:sldMk cId="3809350670" sldId="2147472352"/>
        </pc:sldMkLst>
      </pc:sldChg>
      <pc:sldChg chg="del">
        <pc:chgData name="ARUN KARTHIK ." userId="62a047ea-99a3-445a-a127-bd8840139939" providerId="ADAL" clId="{1E126722-D3AF-42B1-AD4D-07271E8E1D54}" dt="2024-06-15T08:27:40.260" v="70" actId="47"/>
        <pc:sldMkLst>
          <pc:docMk/>
          <pc:sldMk cId="750325423" sldId="2147472353"/>
        </pc:sldMkLst>
      </pc:sldChg>
      <pc:sldChg chg="del">
        <pc:chgData name="ARUN KARTHIK ." userId="62a047ea-99a3-445a-a127-bd8840139939" providerId="ADAL" clId="{1E126722-D3AF-42B1-AD4D-07271E8E1D54}" dt="2024-06-15T08:27:40.260" v="70" actId="47"/>
        <pc:sldMkLst>
          <pc:docMk/>
          <pc:sldMk cId="2964618606" sldId="2147472354"/>
        </pc:sldMkLst>
      </pc:sldChg>
      <pc:sldChg chg="del">
        <pc:chgData name="ARUN KARTHIK ." userId="62a047ea-99a3-445a-a127-bd8840139939" providerId="ADAL" clId="{1E126722-D3AF-42B1-AD4D-07271E8E1D54}" dt="2024-06-15T08:27:40.260" v="70" actId="47"/>
        <pc:sldMkLst>
          <pc:docMk/>
          <pc:sldMk cId="829455799" sldId="2147472355"/>
        </pc:sldMkLst>
      </pc:sldChg>
      <pc:sldChg chg="del">
        <pc:chgData name="ARUN KARTHIK ." userId="62a047ea-99a3-445a-a127-bd8840139939" providerId="ADAL" clId="{1E126722-D3AF-42B1-AD4D-07271E8E1D54}" dt="2024-06-15T08:27:40.260" v="70" actId="47"/>
        <pc:sldMkLst>
          <pc:docMk/>
          <pc:sldMk cId="1414215677" sldId="2147472356"/>
        </pc:sldMkLst>
      </pc:sldChg>
      <pc:sldChg chg="del">
        <pc:chgData name="ARUN KARTHIK ." userId="62a047ea-99a3-445a-a127-bd8840139939" providerId="ADAL" clId="{1E126722-D3AF-42B1-AD4D-07271E8E1D54}" dt="2024-06-15T08:27:40.260" v="70" actId="47"/>
        <pc:sldMkLst>
          <pc:docMk/>
          <pc:sldMk cId="1721248961" sldId="2147472357"/>
        </pc:sldMkLst>
      </pc:sldChg>
      <pc:sldChg chg="del">
        <pc:chgData name="ARUN KARTHIK ." userId="62a047ea-99a3-445a-a127-bd8840139939" providerId="ADAL" clId="{1E126722-D3AF-42B1-AD4D-07271E8E1D54}" dt="2024-06-15T08:27:40.260" v="70" actId="47"/>
        <pc:sldMkLst>
          <pc:docMk/>
          <pc:sldMk cId="3451242298" sldId="2147472358"/>
        </pc:sldMkLst>
      </pc:sldChg>
      <pc:sldChg chg="del">
        <pc:chgData name="ARUN KARTHIK ." userId="62a047ea-99a3-445a-a127-bd8840139939" providerId="ADAL" clId="{1E126722-D3AF-42B1-AD4D-07271E8E1D54}" dt="2024-06-15T08:27:40.260" v="70" actId="47"/>
        <pc:sldMkLst>
          <pc:docMk/>
          <pc:sldMk cId="3203303874" sldId="2147472359"/>
        </pc:sldMkLst>
      </pc:sldChg>
      <pc:sldChg chg="delSp mod">
        <pc:chgData name="ARUN KARTHIK ." userId="62a047ea-99a3-445a-a127-bd8840139939" providerId="ADAL" clId="{1E126722-D3AF-42B1-AD4D-07271E8E1D54}" dt="2024-06-15T08:27:43.232" v="71" actId="478"/>
        <pc:sldMkLst>
          <pc:docMk/>
          <pc:sldMk cId="4252618562" sldId="2147472361"/>
        </pc:sldMkLst>
        <pc:graphicFrameChg chg="del">
          <ac:chgData name="ARUN KARTHIK ." userId="62a047ea-99a3-445a-a127-bd8840139939" providerId="ADAL" clId="{1E126722-D3AF-42B1-AD4D-07271E8E1D54}" dt="2024-06-15T08:27:43.232" v="71" actId="478"/>
          <ac:graphicFrameMkLst>
            <pc:docMk/>
            <pc:sldMk cId="4252618562" sldId="2147472361"/>
            <ac:graphicFrameMk id="5" creationId="{39186004-3CA4-527B-EDF0-BF35E419F6AB}"/>
          </ac:graphicFrameMkLst>
        </pc:graphicFrameChg>
        <pc:graphicFrameChg chg="del">
          <ac:chgData name="ARUN KARTHIK ." userId="62a047ea-99a3-445a-a127-bd8840139939" providerId="ADAL" clId="{1E126722-D3AF-42B1-AD4D-07271E8E1D54}" dt="2024-06-15T08:27:43.232" v="71" actId="478"/>
          <ac:graphicFrameMkLst>
            <pc:docMk/>
            <pc:sldMk cId="4252618562" sldId="2147472361"/>
            <ac:graphicFrameMk id="6" creationId="{1116CB53-232B-3BF5-858C-1A96A87DE3EA}"/>
          </ac:graphicFrameMkLst>
        </pc:graphicFrameChg>
      </pc:sldChg>
      <pc:sldChg chg="addSp delSp modSp add mod">
        <pc:chgData name="ARUN KARTHIK ." userId="62a047ea-99a3-445a-a127-bd8840139939" providerId="ADAL" clId="{1E126722-D3AF-42B1-AD4D-07271E8E1D54}" dt="2024-06-15T09:05:00.388" v="279"/>
        <pc:sldMkLst>
          <pc:docMk/>
          <pc:sldMk cId="1071382573" sldId="2147472362"/>
        </pc:sldMkLst>
        <pc:spChg chg="add">
          <ac:chgData name="ARUN KARTHIK ." userId="62a047ea-99a3-445a-a127-bd8840139939" providerId="ADAL" clId="{1E126722-D3AF-42B1-AD4D-07271E8E1D54}" dt="2024-06-15T08:29:53.597" v="124"/>
          <ac:spMkLst>
            <pc:docMk/>
            <pc:sldMk cId="1071382573" sldId="2147472362"/>
            <ac:spMk id="2" creationId="{6B3A7118-EA62-74A7-B303-E27A2487761E}"/>
          </ac:spMkLst>
        </pc:spChg>
        <pc:spChg chg="del">
          <ac:chgData name="ARUN KARTHIK ." userId="62a047ea-99a3-445a-a127-bd8840139939" providerId="ADAL" clId="{1E126722-D3AF-42B1-AD4D-07271E8E1D54}" dt="2024-06-15T08:29:21.939" v="84" actId="478"/>
          <ac:spMkLst>
            <pc:docMk/>
            <pc:sldMk cId="1071382573" sldId="2147472362"/>
            <ac:spMk id="3" creationId="{ACFE3640-96AE-AAA5-4794-32DA9412F5ED}"/>
          </ac:spMkLst>
        </pc:spChg>
        <pc:spChg chg="mod">
          <ac:chgData name="ARUN KARTHIK ." userId="62a047ea-99a3-445a-a127-bd8840139939" providerId="ADAL" clId="{1E126722-D3AF-42B1-AD4D-07271E8E1D54}" dt="2024-06-15T08:31:02.026" v="166" actId="20577"/>
          <ac:spMkLst>
            <pc:docMk/>
            <pc:sldMk cId="1071382573" sldId="2147472362"/>
            <ac:spMk id="4" creationId="{B005B3F8-E38A-C389-2B2E-1BBC6C382B91}"/>
          </ac:spMkLst>
        </pc:spChg>
        <pc:spChg chg="add">
          <ac:chgData name="ARUN KARTHIK ." userId="62a047ea-99a3-445a-a127-bd8840139939" providerId="ADAL" clId="{1E126722-D3AF-42B1-AD4D-07271E8E1D54}" dt="2024-06-15T08:29:53.597" v="124"/>
          <ac:spMkLst>
            <pc:docMk/>
            <pc:sldMk cId="1071382573" sldId="2147472362"/>
            <ac:spMk id="5" creationId="{525A3100-D20E-267D-AC49-7C42FFA1FF04}"/>
          </ac:spMkLst>
        </pc:spChg>
        <pc:spChg chg="add">
          <ac:chgData name="ARUN KARTHIK ." userId="62a047ea-99a3-445a-a127-bd8840139939" providerId="ADAL" clId="{1E126722-D3AF-42B1-AD4D-07271E8E1D54}" dt="2024-06-15T08:29:53.597" v="124"/>
          <ac:spMkLst>
            <pc:docMk/>
            <pc:sldMk cId="1071382573" sldId="2147472362"/>
            <ac:spMk id="6" creationId="{9BC8024F-26EF-EB30-A49A-F7DD6B6AA11A}"/>
          </ac:spMkLst>
        </pc:spChg>
        <pc:spChg chg="del">
          <ac:chgData name="ARUN KARTHIK ." userId="62a047ea-99a3-445a-a127-bd8840139939" providerId="ADAL" clId="{1E126722-D3AF-42B1-AD4D-07271E8E1D54}" dt="2024-06-15T08:29:21.939" v="84" actId="478"/>
          <ac:spMkLst>
            <pc:docMk/>
            <pc:sldMk cId="1071382573" sldId="2147472362"/>
            <ac:spMk id="7" creationId="{E17DF9D4-97E4-EF03-194A-3D5DF1240FC2}"/>
          </ac:spMkLst>
        </pc:spChg>
        <pc:spChg chg="add">
          <ac:chgData name="ARUN KARTHIK ." userId="62a047ea-99a3-445a-a127-bd8840139939" providerId="ADAL" clId="{1E126722-D3AF-42B1-AD4D-07271E8E1D54}" dt="2024-06-15T08:29:53.597" v="124"/>
          <ac:spMkLst>
            <pc:docMk/>
            <pc:sldMk cId="1071382573" sldId="2147472362"/>
            <ac:spMk id="8" creationId="{D524097D-586A-2015-121E-9B452C840FE4}"/>
          </ac:spMkLst>
        </pc:spChg>
        <pc:spChg chg="add">
          <ac:chgData name="ARUN KARTHIK ." userId="62a047ea-99a3-445a-a127-bd8840139939" providerId="ADAL" clId="{1E126722-D3AF-42B1-AD4D-07271E8E1D54}" dt="2024-06-15T08:29:53.597" v="124"/>
          <ac:spMkLst>
            <pc:docMk/>
            <pc:sldMk cId="1071382573" sldId="2147472362"/>
            <ac:spMk id="9" creationId="{48832EB3-E390-925D-06D0-94EDD91D6429}"/>
          </ac:spMkLst>
        </pc:spChg>
        <pc:spChg chg="add">
          <ac:chgData name="ARUN KARTHIK ." userId="62a047ea-99a3-445a-a127-bd8840139939" providerId="ADAL" clId="{1E126722-D3AF-42B1-AD4D-07271E8E1D54}" dt="2024-06-15T08:29:53.597" v="124"/>
          <ac:spMkLst>
            <pc:docMk/>
            <pc:sldMk cId="1071382573" sldId="2147472362"/>
            <ac:spMk id="10" creationId="{A2BA655A-3B17-3E6D-9B83-D7B2F0356C71}"/>
          </ac:spMkLst>
        </pc:spChg>
        <pc:spChg chg="add">
          <ac:chgData name="ARUN KARTHIK ." userId="62a047ea-99a3-445a-a127-bd8840139939" providerId="ADAL" clId="{1E126722-D3AF-42B1-AD4D-07271E8E1D54}" dt="2024-06-15T08:29:53.597" v="124"/>
          <ac:spMkLst>
            <pc:docMk/>
            <pc:sldMk cId="1071382573" sldId="2147472362"/>
            <ac:spMk id="11" creationId="{41C2A5D2-D634-0B61-06B2-DF28B551AFC7}"/>
          </ac:spMkLst>
        </pc:spChg>
        <pc:spChg chg="add">
          <ac:chgData name="ARUN KARTHIK ." userId="62a047ea-99a3-445a-a127-bd8840139939" providerId="ADAL" clId="{1E126722-D3AF-42B1-AD4D-07271E8E1D54}" dt="2024-06-15T08:29:53.597" v="124"/>
          <ac:spMkLst>
            <pc:docMk/>
            <pc:sldMk cId="1071382573" sldId="2147472362"/>
            <ac:spMk id="12" creationId="{B83CF7EF-A4F1-8202-0F96-B5D10E963C6A}"/>
          </ac:spMkLst>
        </pc:spChg>
        <pc:spChg chg="add">
          <ac:chgData name="ARUN KARTHIK ." userId="62a047ea-99a3-445a-a127-bd8840139939" providerId="ADAL" clId="{1E126722-D3AF-42B1-AD4D-07271E8E1D54}" dt="2024-06-15T08:29:53.597" v="124"/>
          <ac:spMkLst>
            <pc:docMk/>
            <pc:sldMk cId="1071382573" sldId="2147472362"/>
            <ac:spMk id="13" creationId="{C9A0DE9D-F9DE-F5C9-D777-CE336D361E89}"/>
          </ac:spMkLst>
        </pc:spChg>
        <pc:spChg chg="add mod">
          <ac:chgData name="ARUN KARTHIK ." userId="62a047ea-99a3-445a-a127-bd8840139939" providerId="ADAL" clId="{1E126722-D3AF-42B1-AD4D-07271E8E1D54}" dt="2024-06-15T08:32:40.790" v="187" actId="1076"/>
          <ac:spMkLst>
            <pc:docMk/>
            <pc:sldMk cId="1071382573" sldId="2147472362"/>
            <ac:spMk id="15" creationId="{9F472CD6-285F-F4CF-CC1C-3D8DD2004557}"/>
          </ac:spMkLst>
        </pc:spChg>
        <pc:picChg chg="add mod">
          <ac:chgData name="ARUN KARTHIK ." userId="62a047ea-99a3-445a-a127-bd8840139939" providerId="ADAL" clId="{1E126722-D3AF-42B1-AD4D-07271E8E1D54}" dt="2024-06-15T08:33:03.397" v="199" actId="1076"/>
          <ac:picMkLst>
            <pc:docMk/>
            <pc:sldMk cId="1071382573" sldId="2147472362"/>
            <ac:picMk id="17" creationId="{41CEBCEB-8766-429C-24B4-4122E640CB5B}"/>
          </ac:picMkLst>
        </pc:picChg>
        <pc:picChg chg="add mod">
          <ac:chgData name="ARUN KARTHIK ." userId="62a047ea-99a3-445a-a127-bd8840139939" providerId="ADAL" clId="{1E126722-D3AF-42B1-AD4D-07271E8E1D54}" dt="2024-06-15T08:32:57.791" v="197" actId="14100"/>
          <ac:picMkLst>
            <pc:docMk/>
            <pc:sldMk cId="1071382573" sldId="2147472362"/>
            <ac:picMk id="2059" creationId="{8CBE4E32-94AE-BE3A-6531-5CA5848D23C5}"/>
          </ac:picMkLst>
        </pc:picChg>
        <pc:inkChg chg="add">
          <ac:chgData name="ARUN KARTHIK ." userId="62a047ea-99a3-445a-a127-bd8840139939" providerId="ADAL" clId="{1E126722-D3AF-42B1-AD4D-07271E8E1D54}" dt="2024-06-15T09:05:00.388" v="279"/>
          <ac:inkMkLst>
            <pc:docMk/>
            <pc:sldMk cId="1071382573" sldId="2147472362"/>
            <ac:inkMk id="18" creationId="{00D5F1C3-80B9-08B4-9F28-8E348B0BFE4F}"/>
          </ac:inkMkLst>
        </pc:inkChg>
      </pc:sldChg>
      <pc:sldChg chg="del">
        <pc:chgData name="ARUN KARTHIK ." userId="62a047ea-99a3-445a-a127-bd8840139939" providerId="ADAL" clId="{1E126722-D3AF-42B1-AD4D-07271E8E1D54}" dt="2024-06-15T08:27:40.260" v="70" actId="47"/>
        <pc:sldMkLst>
          <pc:docMk/>
          <pc:sldMk cId="2978089624" sldId="2147472362"/>
        </pc:sldMkLst>
      </pc:sldChg>
      <pc:sldChg chg="addSp delSp modSp add mod">
        <pc:chgData name="ARUN KARTHIK ." userId="62a047ea-99a3-445a-a127-bd8840139939" providerId="ADAL" clId="{1E126722-D3AF-42B1-AD4D-07271E8E1D54}" dt="2024-06-15T09:54:31.465" v="405"/>
        <pc:sldMkLst>
          <pc:docMk/>
          <pc:sldMk cId="277764760" sldId="2147472363"/>
        </pc:sldMkLst>
        <pc:spChg chg="add">
          <ac:chgData name="ARUN KARTHIK ." userId="62a047ea-99a3-445a-a127-bd8840139939" providerId="ADAL" clId="{1E126722-D3AF-42B1-AD4D-07271E8E1D54}" dt="2024-06-15T08:31:09.687" v="167"/>
          <ac:spMkLst>
            <pc:docMk/>
            <pc:sldMk cId="277764760" sldId="2147472363"/>
            <ac:spMk id="2" creationId="{6BD87505-4D14-7B28-341F-8645E427E1D6}"/>
          </ac:spMkLst>
        </pc:spChg>
        <pc:spChg chg="add">
          <ac:chgData name="ARUN KARTHIK ." userId="62a047ea-99a3-445a-a127-bd8840139939" providerId="ADAL" clId="{1E126722-D3AF-42B1-AD4D-07271E8E1D54}" dt="2024-06-15T08:31:09.687" v="167"/>
          <ac:spMkLst>
            <pc:docMk/>
            <pc:sldMk cId="277764760" sldId="2147472363"/>
            <ac:spMk id="3" creationId="{600A831B-4BE2-FCDB-AFCC-CC80C0CBBEC3}"/>
          </ac:spMkLst>
        </pc:spChg>
        <pc:spChg chg="add">
          <ac:chgData name="ARUN KARTHIK ." userId="62a047ea-99a3-445a-a127-bd8840139939" providerId="ADAL" clId="{1E126722-D3AF-42B1-AD4D-07271E8E1D54}" dt="2024-06-15T08:31:09.687" v="167"/>
          <ac:spMkLst>
            <pc:docMk/>
            <pc:sldMk cId="277764760" sldId="2147472363"/>
            <ac:spMk id="5" creationId="{DB427492-D66E-9808-7603-5A2F5A6043B5}"/>
          </ac:spMkLst>
        </pc:spChg>
        <pc:spChg chg="add">
          <ac:chgData name="ARUN KARTHIK ." userId="62a047ea-99a3-445a-a127-bd8840139939" providerId="ADAL" clId="{1E126722-D3AF-42B1-AD4D-07271E8E1D54}" dt="2024-06-15T08:31:09.687" v="167"/>
          <ac:spMkLst>
            <pc:docMk/>
            <pc:sldMk cId="277764760" sldId="2147472363"/>
            <ac:spMk id="6" creationId="{D61B2CD1-7E05-1A05-2B13-D2D671687867}"/>
          </ac:spMkLst>
        </pc:spChg>
        <pc:spChg chg="add">
          <ac:chgData name="ARUN KARTHIK ." userId="62a047ea-99a3-445a-a127-bd8840139939" providerId="ADAL" clId="{1E126722-D3AF-42B1-AD4D-07271E8E1D54}" dt="2024-06-15T08:31:09.687" v="167"/>
          <ac:spMkLst>
            <pc:docMk/>
            <pc:sldMk cId="277764760" sldId="2147472363"/>
            <ac:spMk id="7" creationId="{EA340D5E-DE95-8CEF-17EA-AFAF1B732E40}"/>
          </ac:spMkLst>
        </pc:spChg>
        <pc:spChg chg="add">
          <ac:chgData name="ARUN KARTHIK ." userId="62a047ea-99a3-445a-a127-bd8840139939" providerId="ADAL" clId="{1E126722-D3AF-42B1-AD4D-07271E8E1D54}" dt="2024-06-15T08:31:09.687" v="167"/>
          <ac:spMkLst>
            <pc:docMk/>
            <pc:sldMk cId="277764760" sldId="2147472363"/>
            <ac:spMk id="8" creationId="{4248561B-5E8F-4916-0453-EB44E5FD4435}"/>
          </ac:spMkLst>
        </pc:spChg>
        <pc:spChg chg="add">
          <ac:chgData name="ARUN KARTHIK ." userId="62a047ea-99a3-445a-a127-bd8840139939" providerId="ADAL" clId="{1E126722-D3AF-42B1-AD4D-07271E8E1D54}" dt="2024-06-15T08:31:09.687" v="167"/>
          <ac:spMkLst>
            <pc:docMk/>
            <pc:sldMk cId="277764760" sldId="2147472363"/>
            <ac:spMk id="9" creationId="{343BE1BE-AE4B-9AF6-48C9-D31A52A154F4}"/>
          </ac:spMkLst>
        </pc:spChg>
        <pc:spChg chg="add">
          <ac:chgData name="ARUN KARTHIK ." userId="62a047ea-99a3-445a-a127-bd8840139939" providerId="ADAL" clId="{1E126722-D3AF-42B1-AD4D-07271E8E1D54}" dt="2024-06-15T08:31:09.687" v="167"/>
          <ac:spMkLst>
            <pc:docMk/>
            <pc:sldMk cId="277764760" sldId="2147472363"/>
            <ac:spMk id="10" creationId="{684EA505-18D8-C214-99B0-C01FDAD95DD8}"/>
          </ac:spMkLst>
        </pc:spChg>
        <pc:spChg chg="add">
          <ac:chgData name="ARUN KARTHIK ." userId="62a047ea-99a3-445a-a127-bd8840139939" providerId="ADAL" clId="{1E126722-D3AF-42B1-AD4D-07271E8E1D54}" dt="2024-06-15T08:31:09.687" v="167"/>
          <ac:spMkLst>
            <pc:docMk/>
            <pc:sldMk cId="277764760" sldId="2147472363"/>
            <ac:spMk id="11" creationId="{A8282A00-9EBD-E69A-2AC1-8BCABC5FEA8E}"/>
          </ac:spMkLst>
        </pc:spChg>
        <pc:spChg chg="add">
          <ac:chgData name="ARUN KARTHIK ." userId="62a047ea-99a3-445a-a127-bd8840139939" providerId="ADAL" clId="{1E126722-D3AF-42B1-AD4D-07271E8E1D54}" dt="2024-06-15T08:31:09.687" v="167"/>
          <ac:spMkLst>
            <pc:docMk/>
            <pc:sldMk cId="277764760" sldId="2147472363"/>
            <ac:spMk id="12" creationId="{48001491-2212-B9B2-E3B8-2AAAF652D35C}"/>
          </ac:spMkLst>
        </pc:spChg>
        <pc:spChg chg="add">
          <ac:chgData name="ARUN KARTHIK ." userId="62a047ea-99a3-445a-a127-bd8840139939" providerId="ADAL" clId="{1E126722-D3AF-42B1-AD4D-07271E8E1D54}" dt="2024-06-15T08:31:09.687" v="167"/>
          <ac:spMkLst>
            <pc:docMk/>
            <pc:sldMk cId="277764760" sldId="2147472363"/>
            <ac:spMk id="13" creationId="{75DA45D8-884C-AFA7-7752-C5C480969EE3}"/>
          </ac:spMkLst>
        </pc:spChg>
        <pc:spChg chg="del">
          <ac:chgData name="ARUN KARTHIK ." userId="62a047ea-99a3-445a-a127-bd8840139939" providerId="ADAL" clId="{1E126722-D3AF-42B1-AD4D-07271E8E1D54}" dt="2024-06-15T08:30:28.029" v="134" actId="478"/>
          <ac:spMkLst>
            <pc:docMk/>
            <pc:sldMk cId="277764760" sldId="2147472363"/>
            <ac:spMk id="15" creationId="{9F472CD6-285F-F4CF-CC1C-3D8DD2004557}"/>
          </ac:spMkLst>
        </pc:spChg>
        <pc:spChg chg="add mod">
          <ac:chgData name="ARUN KARTHIK ." userId="62a047ea-99a3-445a-a127-bd8840139939" providerId="ADAL" clId="{1E126722-D3AF-42B1-AD4D-07271E8E1D54}" dt="2024-06-15T08:31:17.495" v="169" actId="1076"/>
          <ac:spMkLst>
            <pc:docMk/>
            <pc:sldMk cId="277764760" sldId="2147472363"/>
            <ac:spMk id="16" creationId="{1D4C3D61-4CE9-676C-69CD-853B201571FA}"/>
          </ac:spMkLst>
        </pc:spChg>
        <pc:picChg chg="del">
          <ac:chgData name="ARUN KARTHIK ." userId="62a047ea-99a3-445a-a127-bd8840139939" providerId="ADAL" clId="{1E126722-D3AF-42B1-AD4D-07271E8E1D54}" dt="2024-06-15T08:30:29.578" v="135" actId="478"/>
          <ac:picMkLst>
            <pc:docMk/>
            <pc:sldMk cId="277764760" sldId="2147472363"/>
            <ac:picMk id="17" creationId="{41CEBCEB-8766-429C-24B4-4122E640CB5B}"/>
          </ac:picMkLst>
        </pc:picChg>
        <pc:picChg chg="add mod">
          <ac:chgData name="ARUN KARTHIK ." userId="62a047ea-99a3-445a-a127-bd8840139939" providerId="ADAL" clId="{1E126722-D3AF-42B1-AD4D-07271E8E1D54}" dt="2024-06-15T08:31:30.173" v="173" actId="14100"/>
          <ac:picMkLst>
            <pc:docMk/>
            <pc:sldMk cId="277764760" sldId="2147472363"/>
            <ac:picMk id="19" creationId="{F7B4BDEC-2E7A-3C7D-6668-B122DA72E729}"/>
          </ac:picMkLst>
        </pc:picChg>
        <pc:picChg chg="add mod">
          <ac:chgData name="ARUN KARTHIK ." userId="62a047ea-99a3-445a-a127-bd8840139939" providerId="ADAL" clId="{1E126722-D3AF-42B1-AD4D-07271E8E1D54}" dt="2024-06-15T08:33:22.141" v="204" actId="1076"/>
          <ac:picMkLst>
            <pc:docMk/>
            <pc:sldMk cId="277764760" sldId="2147472363"/>
            <ac:picMk id="10253" creationId="{89E674CE-B29F-D4C6-6FDB-D2BF1ECCBCA6}"/>
          </ac:picMkLst>
        </pc:picChg>
        <pc:inkChg chg="add">
          <ac:chgData name="ARUN KARTHIK ." userId="62a047ea-99a3-445a-a127-bd8840139939" providerId="ADAL" clId="{1E126722-D3AF-42B1-AD4D-07271E8E1D54}" dt="2024-06-15T09:54:31.465" v="405"/>
          <ac:inkMkLst>
            <pc:docMk/>
            <pc:sldMk cId="277764760" sldId="2147472363"/>
            <ac:inkMk id="20" creationId="{FA771081-6643-ADD1-AB35-A17BEF328ACE}"/>
          </ac:inkMkLst>
        </pc:inkChg>
      </pc:sldChg>
      <pc:sldChg chg="del">
        <pc:chgData name="ARUN KARTHIK ." userId="62a047ea-99a3-445a-a127-bd8840139939" providerId="ADAL" clId="{1E126722-D3AF-42B1-AD4D-07271E8E1D54}" dt="2024-06-15T08:27:40.260" v="70" actId="47"/>
        <pc:sldMkLst>
          <pc:docMk/>
          <pc:sldMk cId="2783640296" sldId="2147472363"/>
        </pc:sldMkLst>
      </pc:sldChg>
      <pc:sldChg chg="addSp modSp add mod">
        <pc:chgData name="ARUN KARTHIK ." userId="62a047ea-99a3-445a-a127-bd8840139939" providerId="ADAL" clId="{1E126722-D3AF-42B1-AD4D-07271E8E1D54}" dt="2024-06-15T10:19:59.846" v="407"/>
        <pc:sldMkLst>
          <pc:docMk/>
          <pc:sldMk cId="1903466361" sldId="2147472364"/>
        </pc:sldMkLst>
        <pc:spChg chg="add mod">
          <ac:chgData name="ARUN KARTHIK ." userId="62a047ea-99a3-445a-a127-bd8840139939" providerId="ADAL" clId="{1E126722-D3AF-42B1-AD4D-07271E8E1D54}" dt="2024-06-15T08:31:41.576" v="175" actId="1076"/>
          <ac:spMkLst>
            <pc:docMk/>
            <pc:sldMk cId="1903466361" sldId="2147472364"/>
            <ac:spMk id="3" creationId="{60FED909-1726-4B4C-F2A8-D64BA8F44F6D}"/>
          </ac:spMkLst>
        </pc:spChg>
        <pc:picChg chg="add mod">
          <ac:chgData name="ARUN KARTHIK ." userId="62a047ea-99a3-445a-a127-bd8840139939" providerId="ADAL" clId="{1E126722-D3AF-42B1-AD4D-07271E8E1D54}" dt="2024-06-15T08:34:18.885" v="207" actId="1076"/>
          <ac:picMkLst>
            <pc:docMk/>
            <pc:sldMk cId="1903466361" sldId="2147472364"/>
            <ac:picMk id="9218" creationId="{5538D636-56E5-C5D4-AECD-1CE36F1FB368}"/>
          </ac:picMkLst>
        </pc:picChg>
        <pc:inkChg chg="add">
          <ac:chgData name="ARUN KARTHIK ." userId="62a047ea-99a3-445a-a127-bd8840139939" providerId="ADAL" clId="{1E126722-D3AF-42B1-AD4D-07271E8E1D54}" dt="2024-06-15T10:19:59.846" v="407"/>
          <ac:inkMkLst>
            <pc:docMk/>
            <pc:sldMk cId="1903466361" sldId="2147472364"/>
            <ac:inkMk id="5" creationId="{D5AD6ECD-3912-5F63-BEDE-8E35AFDB06F4}"/>
          </ac:inkMkLst>
        </pc:inkChg>
      </pc:sldChg>
      <pc:sldChg chg="del">
        <pc:chgData name="ARUN KARTHIK ." userId="62a047ea-99a3-445a-a127-bd8840139939" providerId="ADAL" clId="{1E126722-D3AF-42B1-AD4D-07271E8E1D54}" dt="2024-06-15T08:27:40.260" v="70" actId="47"/>
        <pc:sldMkLst>
          <pc:docMk/>
          <pc:sldMk cId="2604963721" sldId="2147472364"/>
        </pc:sldMkLst>
      </pc:sldChg>
      <pc:sldChg chg="addSp delSp modSp add mod">
        <pc:chgData name="ARUN KARTHIK ." userId="62a047ea-99a3-445a-a127-bd8840139939" providerId="ADAL" clId="{1E126722-D3AF-42B1-AD4D-07271E8E1D54}" dt="2024-06-15T10:30:38.344" v="410"/>
        <pc:sldMkLst>
          <pc:docMk/>
          <pc:sldMk cId="770342137" sldId="2147472365"/>
        </pc:sldMkLst>
        <pc:spChg chg="add mod">
          <ac:chgData name="ARUN KARTHIK ." userId="62a047ea-99a3-445a-a127-bd8840139939" providerId="ADAL" clId="{1E126722-D3AF-42B1-AD4D-07271E8E1D54}" dt="2024-06-15T08:31:49.326" v="177" actId="1076"/>
          <ac:spMkLst>
            <pc:docMk/>
            <pc:sldMk cId="770342137" sldId="2147472365"/>
            <ac:spMk id="3" creationId="{B05B7373-3D5B-D42D-2E52-65965E8CD4F5}"/>
          </ac:spMkLst>
        </pc:spChg>
        <pc:spChg chg="add del">
          <ac:chgData name="ARUN KARTHIK ." userId="62a047ea-99a3-445a-a127-bd8840139939" providerId="ADAL" clId="{1E126722-D3AF-42B1-AD4D-07271E8E1D54}" dt="2024-06-15T08:31:54.091" v="179" actId="22"/>
          <ac:spMkLst>
            <pc:docMk/>
            <pc:sldMk cId="770342137" sldId="2147472365"/>
            <ac:spMk id="6" creationId="{B538E548-F5AC-F051-E2F1-C759CE856EEA}"/>
          </ac:spMkLst>
        </pc:spChg>
        <pc:spChg chg="add">
          <ac:chgData name="ARUN KARTHIK ." userId="62a047ea-99a3-445a-a127-bd8840139939" providerId="ADAL" clId="{1E126722-D3AF-42B1-AD4D-07271E8E1D54}" dt="2024-06-15T08:35:37.447" v="215"/>
          <ac:spMkLst>
            <pc:docMk/>
            <pc:sldMk cId="770342137" sldId="2147472365"/>
            <ac:spMk id="7" creationId="{F7AD8690-E47E-1AED-2180-C8B98BCB7FF0}"/>
          </ac:spMkLst>
        </pc:spChg>
        <pc:picChg chg="add mod">
          <ac:chgData name="ARUN KARTHIK ." userId="62a047ea-99a3-445a-a127-bd8840139939" providerId="ADAL" clId="{1E126722-D3AF-42B1-AD4D-07271E8E1D54}" dt="2024-06-15T08:35:42.652" v="222" actId="1076"/>
          <ac:picMkLst>
            <pc:docMk/>
            <pc:sldMk cId="770342137" sldId="2147472365"/>
            <ac:picMk id="8" creationId="{5017360C-1C5C-2BAC-0906-0B34D058DA40}"/>
          </ac:picMkLst>
        </pc:picChg>
        <pc:inkChg chg="add">
          <ac:chgData name="ARUN KARTHIK ." userId="62a047ea-99a3-445a-a127-bd8840139939" providerId="ADAL" clId="{1E126722-D3AF-42B1-AD4D-07271E8E1D54}" dt="2024-06-15T10:30:38.344" v="410"/>
          <ac:inkMkLst>
            <pc:docMk/>
            <pc:sldMk cId="770342137" sldId="2147472365"/>
            <ac:inkMk id="9" creationId="{F71D9FAE-5259-5181-0C7A-45340E3444FB}"/>
          </ac:inkMkLst>
        </pc:inkChg>
      </pc:sldChg>
      <pc:sldChg chg="del">
        <pc:chgData name="ARUN KARTHIK ." userId="62a047ea-99a3-445a-a127-bd8840139939" providerId="ADAL" clId="{1E126722-D3AF-42B1-AD4D-07271E8E1D54}" dt="2024-06-15T08:27:40.260" v="70" actId="47"/>
        <pc:sldMkLst>
          <pc:docMk/>
          <pc:sldMk cId="1223650770" sldId="2147472365"/>
        </pc:sldMkLst>
      </pc:sldChg>
      <pc:sldChg chg="addSp modSp add mod">
        <pc:chgData name="ARUN KARTHIK ." userId="62a047ea-99a3-445a-a127-bd8840139939" providerId="ADAL" clId="{1E126722-D3AF-42B1-AD4D-07271E8E1D54}" dt="2024-06-15T08:37:50.786" v="236" actId="14100"/>
        <pc:sldMkLst>
          <pc:docMk/>
          <pc:sldMk cId="2185375664" sldId="2147472366"/>
        </pc:sldMkLst>
        <pc:spChg chg="add mod">
          <ac:chgData name="ARUN KARTHIK ." userId="62a047ea-99a3-445a-a127-bd8840139939" providerId="ADAL" clId="{1E126722-D3AF-42B1-AD4D-07271E8E1D54}" dt="2024-06-15T08:31:58.087" v="181" actId="1076"/>
          <ac:spMkLst>
            <pc:docMk/>
            <pc:sldMk cId="2185375664" sldId="2147472366"/>
            <ac:spMk id="3" creationId="{4BC6FE88-F2D7-3956-BD23-4BF74407A6B4}"/>
          </ac:spMkLst>
        </pc:spChg>
        <pc:picChg chg="add mod">
          <ac:chgData name="ARUN KARTHIK ." userId="62a047ea-99a3-445a-a127-bd8840139939" providerId="ADAL" clId="{1E126722-D3AF-42B1-AD4D-07271E8E1D54}" dt="2024-06-15T08:37:50.786" v="236" actId="14100"/>
          <ac:picMkLst>
            <pc:docMk/>
            <pc:sldMk cId="2185375664" sldId="2147472366"/>
            <ac:picMk id="7170" creationId="{C5EF556A-821E-87F7-C4EB-B2D42CC5B5A8}"/>
          </ac:picMkLst>
        </pc:picChg>
      </pc:sldChg>
      <pc:sldChg chg="addSp modSp add mod">
        <pc:chgData name="ARUN KARTHIK ." userId="62a047ea-99a3-445a-a127-bd8840139939" providerId="ADAL" clId="{1E126722-D3AF-42B1-AD4D-07271E8E1D54}" dt="2024-06-15T10:30:38.344" v="410"/>
        <pc:sldMkLst>
          <pc:docMk/>
          <pc:sldMk cId="944827065" sldId="2147472367"/>
        </pc:sldMkLst>
        <pc:spChg chg="add mod">
          <ac:chgData name="ARUN KARTHIK ." userId="62a047ea-99a3-445a-a127-bd8840139939" providerId="ADAL" clId="{1E126722-D3AF-42B1-AD4D-07271E8E1D54}" dt="2024-06-15T08:32:13.855" v="183" actId="1076"/>
          <ac:spMkLst>
            <pc:docMk/>
            <pc:sldMk cId="944827065" sldId="2147472367"/>
            <ac:spMk id="3" creationId="{C7D2BC4F-B515-87D1-B166-3FB169CB9D15}"/>
          </ac:spMkLst>
        </pc:spChg>
        <pc:picChg chg="add mod">
          <ac:chgData name="ARUN KARTHIK ." userId="62a047ea-99a3-445a-a127-bd8840139939" providerId="ADAL" clId="{1E126722-D3AF-42B1-AD4D-07271E8E1D54}" dt="2024-06-15T08:38:29.450" v="245" actId="167"/>
          <ac:picMkLst>
            <pc:docMk/>
            <pc:sldMk cId="944827065" sldId="2147472367"/>
            <ac:picMk id="6146" creationId="{E3904855-6E8F-D783-A589-FBB7306DBD7C}"/>
          </ac:picMkLst>
        </pc:picChg>
        <pc:inkChg chg="add">
          <ac:chgData name="ARUN KARTHIK ." userId="62a047ea-99a3-445a-a127-bd8840139939" providerId="ADAL" clId="{1E126722-D3AF-42B1-AD4D-07271E8E1D54}" dt="2024-06-15T10:30:38.344" v="410"/>
          <ac:inkMkLst>
            <pc:docMk/>
            <pc:sldMk cId="944827065" sldId="2147472367"/>
            <ac:inkMk id="5" creationId="{5A0B1C68-EC79-A4C4-C484-A8DB515D804A}"/>
          </ac:inkMkLst>
        </pc:inkChg>
      </pc:sldChg>
      <pc:sldChg chg="addSp modSp add mod">
        <pc:chgData name="ARUN KARTHIK ." userId="62a047ea-99a3-445a-a127-bd8840139939" providerId="ADAL" clId="{1E126722-D3AF-42B1-AD4D-07271E8E1D54}" dt="2024-06-15T08:39:09.630" v="249" actId="14100"/>
        <pc:sldMkLst>
          <pc:docMk/>
          <pc:sldMk cId="3252232318" sldId="2147472368"/>
        </pc:sldMkLst>
        <pc:spChg chg="add mod">
          <ac:chgData name="ARUN KARTHIK ." userId="62a047ea-99a3-445a-a127-bd8840139939" providerId="ADAL" clId="{1E126722-D3AF-42B1-AD4D-07271E8E1D54}" dt="2024-06-15T08:32:26.456" v="186" actId="14100"/>
          <ac:spMkLst>
            <pc:docMk/>
            <pc:sldMk cId="3252232318" sldId="2147472368"/>
            <ac:spMk id="3" creationId="{F53852C7-FBED-DCC4-DD44-4BE6C19DE9B1}"/>
          </ac:spMkLst>
        </pc:spChg>
        <pc:picChg chg="add mod">
          <ac:chgData name="ARUN KARTHIK ." userId="62a047ea-99a3-445a-a127-bd8840139939" providerId="ADAL" clId="{1E126722-D3AF-42B1-AD4D-07271E8E1D54}" dt="2024-06-15T08:39:09.630" v="249" actId="14100"/>
          <ac:picMkLst>
            <pc:docMk/>
            <pc:sldMk cId="3252232318" sldId="2147472368"/>
            <ac:picMk id="5122" creationId="{E962E530-9446-64C6-51C5-1D7F0B228B08}"/>
          </ac:picMkLst>
        </pc:picChg>
      </pc:sldChg>
      <pc:sldChg chg="add">
        <pc:chgData name="ARUN KARTHIK ." userId="62a047ea-99a3-445a-a127-bd8840139939" providerId="ADAL" clId="{1E126722-D3AF-42B1-AD4D-07271E8E1D54}" dt="2024-06-15T08:30:32.137" v="141"/>
        <pc:sldMkLst>
          <pc:docMk/>
          <pc:sldMk cId="1725510741" sldId="2147472369"/>
        </pc:sldMkLst>
      </pc:sldChg>
      <pc:sldChg chg="add">
        <pc:chgData name="ARUN KARTHIK ." userId="62a047ea-99a3-445a-a127-bd8840139939" providerId="ADAL" clId="{1E126722-D3AF-42B1-AD4D-07271E8E1D54}" dt="2024-06-15T08:30:32.276" v="142"/>
        <pc:sldMkLst>
          <pc:docMk/>
          <pc:sldMk cId="2918518219" sldId="2147472370"/>
        </pc:sldMkLst>
      </pc:sldChg>
      <pc:sldChg chg="addSp delSp modSp add">
        <pc:chgData name="ARUN KARTHIK ." userId="62a047ea-99a3-445a-a127-bd8840139939" providerId="ADAL" clId="{1E126722-D3AF-42B1-AD4D-07271E8E1D54}" dt="2024-06-15T10:19:59.846" v="407"/>
        <pc:sldMkLst>
          <pc:docMk/>
          <pc:sldMk cId="1540426061" sldId="2147472371"/>
        </pc:sldMkLst>
        <pc:picChg chg="del">
          <ac:chgData name="ARUN KARTHIK ." userId="62a047ea-99a3-445a-a127-bd8840139939" providerId="ADAL" clId="{1E126722-D3AF-42B1-AD4D-07271E8E1D54}" dt="2024-06-15T08:34:34.222" v="209" actId="478"/>
          <ac:picMkLst>
            <pc:docMk/>
            <pc:sldMk cId="1540426061" sldId="2147472371"/>
            <ac:picMk id="9218" creationId="{5538D636-56E5-C5D4-AECD-1CE36F1FB368}"/>
          </ac:picMkLst>
        </pc:picChg>
        <pc:picChg chg="add mod">
          <ac:chgData name="ARUN KARTHIK ." userId="62a047ea-99a3-445a-a127-bd8840139939" providerId="ADAL" clId="{1E126722-D3AF-42B1-AD4D-07271E8E1D54}" dt="2024-06-15T08:34:39.529" v="214" actId="167"/>
          <ac:picMkLst>
            <pc:docMk/>
            <pc:sldMk cId="1540426061" sldId="2147472371"/>
            <ac:picMk id="11266" creationId="{3F1E1D50-ABA3-00FD-E68C-865F742E4ADD}"/>
          </ac:picMkLst>
        </pc:picChg>
        <pc:inkChg chg="add">
          <ac:chgData name="ARUN KARTHIK ." userId="62a047ea-99a3-445a-a127-bd8840139939" providerId="ADAL" clId="{1E126722-D3AF-42B1-AD4D-07271E8E1D54}" dt="2024-06-15T10:19:59.846" v="407"/>
          <ac:inkMkLst>
            <pc:docMk/>
            <pc:sldMk cId="1540426061" sldId="2147472371"/>
            <ac:inkMk id="2" creationId="{25C989B6-3B24-8E63-9BDA-1E64753A3E80}"/>
          </ac:inkMkLst>
        </pc:inkChg>
      </pc:sldChg>
      <pc:sldChg chg="addSp delSp modSp add mod">
        <pc:chgData name="ARUN KARTHIK ." userId="62a047ea-99a3-445a-a127-bd8840139939" providerId="ADAL" clId="{1E126722-D3AF-42B1-AD4D-07271E8E1D54}" dt="2024-06-15T08:40:11.197" v="266" actId="1076"/>
        <pc:sldMkLst>
          <pc:docMk/>
          <pc:sldMk cId="2111280575" sldId="2147472372"/>
        </pc:sldMkLst>
        <pc:picChg chg="add mod">
          <ac:chgData name="ARUN KARTHIK ." userId="62a047ea-99a3-445a-a127-bd8840139939" providerId="ADAL" clId="{1E126722-D3AF-42B1-AD4D-07271E8E1D54}" dt="2024-06-15T08:40:11.197" v="266" actId="1076"/>
          <ac:picMkLst>
            <pc:docMk/>
            <pc:sldMk cId="2111280575" sldId="2147472372"/>
            <ac:picMk id="5" creationId="{51880A62-B314-6693-5083-45B7A2BBF8FB}"/>
          </ac:picMkLst>
        </pc:picChg>
        <pc:picChg chg="del">
          <ac:chgData name="ARUN KARTHIK ." userId="62a047ea-99a3-445a-a127-bd8840139939" providerId="ADAL" clId="{1E126722-D3AF-42B1-AD4D-07271E8E1D54}" dt="2024-06-15T08:39:51.572" v="251" actId="478"/>
          <ac:picMkLst>
            <pc:docMk/>
            <pc:sldMk cId="2111280575" sldId="2147472372"/>
            <ac:picMk id="5122" creationId="{E962E530-9446-64C6-51C5-1D7F0B228B08}"/>
          </ac:picMkLst>
        </pc:picChg>
      </pc:sldChg>
      <pc:sldChg chg="addSp delSp modSp add mod">
        <pc:chgData name="ARUN KARTHIK ." userId="62a047ea-99a3-445a-a127-bd8840139939" providerId="ADAL" clId="{1E126722-D3AF-42B1-AD4D-07271E8E1D54}" dt="2024-06-15T08:40:43.437" v="275" actId="1076"/>
        <pc:sldMkLst>
          <pc:docMk/>
          <pc:sldMk cId="3976756508" sldId="2147472373"/>
        </pc:sldMkLst>
        <pc:picChg chg="del">
          <ac:chgData name="ARUN KARTHIK ." userId="62a047ea-99a3-445a-a127-bd8840139939" providerId="ADAL" clId="{1E126722-D3AF-42B1-AD4D-07271E8E1D54}" dt="2024-06-15T08:40:34.788" v="268" actId="478"/>
          <ac:picMkLst>
            <pc:docMk/>
            <pc:sldMk cId="3976756508" sldId="2147472373"/>
            <ac:picMk id="5" creationId="{51880A62-B314-6693-5083-45B7A2BBF8FB}"/>
          </ac:picMkLst>
        </pc:picChg>
        <pc:picChg chg="add mod">
          <ac:chgData name="ARUN KARTHIK ." userId="62a047ea-99a3-445a-a127-bd8840139939" providerId="ADAL" clId="{1E126722-D3AF-42B1-AD4D-07271E8E1D54}" dt="2024-06-15T08:40:43.437" v="275" actId="1076"/>
          <ac:picMkLst>
            <pc:docMk/>
            <pc:sldMk cId="3976756508" sldId="2147472373"/>
            <ac:picMk id="12290" creationId="{563A630D-5474-0B7B-82AD-139AFA80E955}"/>
          </ac:picMkLst>
        </pc:picChg>
      </pc:sldChg>
      <pc:sldChg chg="addSp new">
        <pc:chgData name="ARUN KARTHIK ." userId="62a047ea-99a3-445a-a127-bd8840139939" providerId="ADAL" clId="{1E126722-D3AF-42B1-AD4D-07271E8E1D54}" dt="2024-06-15T08:59:36.576" v="277"/>
        <pc:sldMkLst>
          <pc:docMk/>
          <pc:sldMk cId="941017616" sldId="2147472374"/>
        </pc:sldMkLst>
        <pc:inkChg chg="add">
          <ac:chgData name="ARUN KARTHIK ." userId="62a047ea-99a3-445a-a127-bd8840139939" providerId="ADAL" clId="{1E126722-D3AF-42B1-AD4D-07271E8E1D54}" dt="2024-06-15T08:59:36.576" v="277"/>
          <ac:inkMkLst>
            <pc:docMk/>
            <pc:sldMk cId="941017616" sldId="2147472374"/>
            <ac:inkMk id="3" creationId="{564618D6-649F-6AB9-10EB-BA6209211CDA}"/>
          </ac:inkMkLst>
        </pc:inkChg>
      </pc:sldChg>
      <pc:sldChg chg="addSp new">
        <pc:chgData name="ARUN KARTHIK ." userId="62a047ea-99a3-445a-a127-bd8840139939" providerId="ADAL" clId="{1E126722-D3AF-42B1-AD4D-07271E8E1D54}" dt="2024-06-15T09:05:00.388" v="279"/>
        <pc:sldMkLst>
          <pc:docMk/>
          <pc:sldMk cId="1855895382" sldId="2147472375"/>
        </pc:sldMkLst>
        <pc:inkChg chg="add">
          <ac:chgData name="ARUN KARTHIK ." userId="62a047ea-99a3-445a-a127-bd8840139939" providerId="ADAL" clId="{1E126722-D3AF-42B1-AD4D-07271E8E1D54}" dt="2024-06-15T09:05:00.388" v="279"/>
          <ac:inkMkLst>
            <pc:docMk/>
            <pc:sldMk cId="1855895382" sldId="2147472375"/>
            <ac:inkMk id="3" creationId="{4BC575DB-47EF-55B7-F729-141B325C960D}"/>
          </ac:inkMkLst>
        </pc:inkChg>
      </pc:sldChg>
      <pc:sldChg chg="addSp modSp new">
        <pc:chgData name="ARUN KARTHIK ." userId="62a047ea-99a3-445a-a127-bd8840139939" providerId="ADAL" clId="{1E126722-D3AF-42B1-AD4D-07271E8E1D54}" dt="2024-06-15T09:07:18.055" v="287"/>
        <pc:sldMkLst>
          <pc:docMk/>
          <pc:sldMk cId="1843801971" sldId="2147472376"/>
        </pc:sldMkLst>
        <pc:picChg chg="add mod">
          <ac:chgData name="ARUN KARTHIK ." userId="62a047ea-99a3-445a-a127-bd8840139939" providerId="ADAL" clId="{1E126722-D3AF-42B1-AD4D-07271E8E1D54}" dt="2024-06-15T09:05:05.169" v="286" actId="14100"/>
          <ac:picMkLst>
            <pc:docMk/>
            <pc:sldMk cId="1843801971" sldId="2147472376"/>
            <ac:picMk id="3" creationId="{8CBE4E32-94AE-BE3A-6531-5CA5848D23C5}"/>
          </ac:picMkLst>
        </pc:picChg>
        <pc:inkChg chg="add">
          <ac:chgData name="ARUN KARTHIK ." userId="62a047ea-99a3-445a-a127-bd8840139939" providerId="ADAL" clId="{1E126722-D3AF-42B1-AD4D-07271E8E1D54}" dt="2024-06-15T09:07:18.055" v="287"/>
          <ac:inkMkLst>
            <pc:docMk/>
            <pc:sldMk cId="1843801971" sldId="2147472376"/>
            <ac:inkMk id="4" creationId="{E53DA133-6E98-B91E-D41C-D1E244393E09}"/>
          </ac:inkMkLst>
        </pc:inkChg>
      </pc:sldChg>
      <pc:sldChg chg="addSp modSp new mod">
        <pc:chgData name="ARUN KARTHIK ." userId="62a047ea-99a3-445a-a127-bd8840139939" providerId="ADAL" clId="{1E126722-D3AF-42B1-AD4D-07271E8E1D54}" dt="2024-06-15T09:08:10.979" v="298" actId="1076"/>
        <pc:sldMkLst>
          <pc:docMk/>
          <pc:sldMk cId="1577339389" sldId="2147472377"/>
        </pc:sldMkLst>
        <pc:spChg chg="add mod">
          <ac:chgData name="ARUN KARTHIK ." userId="62a047ea-99a3-445a-a127-bd8840139939" providerId="ADAL" clId="{1E126722-D3AF-42B1-AD4D-07271E8E1D54}" dt="2024-06-15T09:08:10.979" v="298" actId="1076"/>
          <ac:spMkLst>
            <pc:docMk/>
            <pc:sldMk cId="1577339389" sldId="2147472377"/>
            <ac:spMk id="4" creationId="{704D4280-49B8-9FE4-E7CE-18845DF496BB}"/>
          </ac:spMkLst>
        </pc:spChg>
        <pc:picChg chg="add mod">
          <ac:chgData name="ARUN KARTHIK ." userId="62a047ea-99a3-445a-a127-bd8840139939" providerId="ADAL" clId="{1E126722-D3AF-42B1-AD4D-07271E8E1D54}" dt="2024-06-15T09:07:28.579" v="290" actId="732"/>
          <ac:picMkLst>
            <pc:docMk/>
            <pc:sldMk cId="1577339389" sldId="2147472377"/>
            <ac:picMk id="3" creationId="{5902FCBF-3962-F7FE-DF87-12C7626AD749}"/>
          </ac:picMkLst>
        </pc:picChg>
      </pc:sldChg>
      <pc:sldChg chg="addSp delSp modSp new mod">
        <pc:chgData name="ARUN KARTHIK ." userId="62a047ea-99a3-445a-a127-bd8840139939" providerId="ADAL" clId="{1E126722-D3AF-42B1-AD4D-07271E8E1D54}" dt="2024-06-15T09:23:20.131" v="383" actId="1582"/>
        <pc:sldMkLst>
          <pc:docMk/>
          <pc:sldMk cId="3995010085" sldId="2147472378"/>
        </pc:sldMkLst>
        <pc:spChg chg="del">
          <ac:chgData name="ARUN KARTHIK ." userId="62a047ea-99a3-445a-a127-bd8840139939" providerId="ADAL" clId="{1E126722-D3AF-42B1-AD4D-07271E8E1D54}" dt="2024-06-15T09:13:11.604" v="300" actId="478"/>
          <ac:spMkLst>
            <pc:docMk/>
            <pc:sldMk cId="3995010085" sldId="2147472378"/>
            <ac:spMk id="2" creationId="{8715156D-069E-A5DA-C5E7-C4DA722C5FFC}"/>
          </ac:spMkLst>
        </pc:spChg>
        <pc:spChg chg="add del">
          <ac:chgData name="ARUN KARTHIK ." userId="62a047ea-99a3-445a-a127-bd8840139939" providerId="ADAL" clId="{1E126722-D3AF-42B1-AD4D-07271E8E1D54}" dt="2024-06-15T09:17:47.979" v="323" actId="478"/>
          <ac:spMkLst>
            <pc:docMk/>
            <pc:sldMk cId="3995010085" sldId="2147472378"/>
            <ac:spMk id="10" creationId="{9F1B0386-E06E-E0D3-17D9-CD12D049DA3D}"/>
          </ac:spMkLst>
        </pc:spChg>
        <pc:spChg chg="add mod">
          <ac:chgData name="ARUN KARTHIK ." userId="62a047ea-99a3-445a-a127-bd8840139939" providerId="ADAL" clId="{1E126722-D3AF-42B1-AD4D-07271E8E1D54}" dt="2024-06-15T09:19:50.391" v="364" actId="207"/>
          <ac:spMkLst>
            <pc:docMk/>
            <pc:sldMk cId="3995010085" sldId="2147472378"/>
            <ac:spMk id="28" creationId="{3F079085-4105-A3BA-24DA-D5E786590206}"/>
          </ac:spMkLst>
        </pc:spChg>
        <pc:graphicFrameChg chg="add mod">
          <ac:chgData name="ARUN KARTHIK ." userId="62a047ea-99a3-445a-a127-bd8840139939" providerId="ADAL" clId="{1E126722-D3AF-42B1-AD4D-07271E8E1D54}" dt="2024-06-15T09:13:14.184" v="303"/>
          <ac:graphicFrameMkLst>
            <pc:docMk/>
            <pc:sldMk cId="3995010085" sldId="2147472378"/>
            <ac:graphicFrameMk id="3" creationId="{8AADC400-533E-8489-AED9-BDCB43F2FD06}"/>
          </ac:graphicFrameMkLst>
        </pc:graphicFrameChg>
        <pc:graphicFrameChg chg="add mod">
          <ac:chgData name="ARUN KARTHIK ." userId="62a047ea-99a3-445a-a127-bd8840139939" providerId="ADAL" clId="{1E126722-D3AF-42B1-AD4D-07271E8E1D54}" dt="2024-06-15T09:16:29.910" v="313"/>
          <ac:graphicFrameMkLst>
            <pc:docMk/>
            <pc:sldMk cId="3995010085" sldId="2147472378"/>
            <ac:graphicFrameMk id="6" creationId="{8AADC400-533E-8489-AED9-BDCB43F2FD06}"/>
          </ac:graphicFrameMkLst>
        </pc:graphicFrameChg>
        <pc:graphicFrameChg chg="add mod">
          <ac:chgData name="ARUN KARTHIK ." userId="62a047ea-99a3-445a-a127-bd8840139939" providerId="ADAL" clId="{1E126722-D3AF-42B1-AD4D-07271E8E1D54}" dt="2024-06-15T09:16:35.819" v="317"/>
          <ac:graphicFrameMkLst>
            <pc:docMk/>
            <pc:sldMk cId="3995010085" sldId="2147472378"/>
            <ac:graphicFrameMk id="7" creationId="{8AADC400-533E-8489-AED9-BDCB43F2FD06}"/>
          </ac:graphicFrameMkLst>
        </pc:graphicFrameChg>
        <pc:picChg chg="add del mod">
          <ac:chgData name="ARUN KARTHIK ." userId="62a047ea-99a3-445a-a127-bd8840139939" providerId="ADAL" clId="{1E126722-D3AF-42B1-AD4D-07271E8E1D54}" dt="2024-06-15T09:16:33.524" v="314" actId="478"/>
          <ac:picMkLst>
            <pc:docMk/>
            <pc:sldMk cId="3995010085" sldId="2147472378"/>
            <ac:picMk id="4" creationId="{68866CA3-5206-670C-FA4D-C73FECCAA3C7}"/>
          </ac:picMkLst>
        </pc:picChg>
        <pc:picChg chg="add mod">
          <ac:chgData name="ARUN KARTHIK ." userId="62a047ea-99a3-445a-a127-bd8840139939" providerId="ADAL" clId="{1E126722-D3AF-42B1-AD4D-07271E8E1D54}" dt="2024-06-15T09:16:40.210" v="320" actId="14100"/>
          <ac:picMkLst>
            <pc:docMk/>
            <pc:sldMk cId="3995010085" sldId="2147472378"/>
            <ac:picMk id="8" creationId="{62178C8C-5DEA-F8D6-ACFD-9289F9D09920}"/>
          </ac:picMkLst>
        </pc:picChg>
        <pc:inkChg chg="add">
          <ac:chgData name="ARUN KARTHIK ." userId="62a047ea-99a3-445a-a127-bd8840139939" providerId="ADAL" clId="{1E126722-D3AF-42B1-AD4D-07271E8E1D54}" dt="2024-06-15T09:15:09.758" v="310"/>
          <ac:inkMkLst>
            <pc:docMk/>
            <pc:sldMk cId="3995010085" sldId="2147472378"/>
            <ac:inkMk id="5" creationId="{1A274946-3BD0-0AB4-BE0C-57254D3DA6FF}"/>
          </ac:inkMkLst>
        </pc:inkChg>
        <pc:inkChg chg="add del">
          <ac:chgData name="ARUN KARTHIK ." userId="62a047ea-99a3-445a-a127-bd8840139939" providerId="ADAL" clId="{1E126722-D3AF-42B1-AD4D-07271E8E1D54}" dt="2024-06-15T09:19:19.613" v="351" actId="478"/>
          <ac:inkMkLst>
            <pc:docMk/>
            <pc:sldMk cId="3995010085" sldId="2147472378"/>
            <ac:inkMk id="9" creationId="{711ADBF6-8F2A-18FF-9512-26FCE4E80BEC}"/>
          </ac:inkMkLst>
        </pc:inkChg>
        <pc:inkChg chg="add del">
          <ac:chgData name="ARUN KARTHIK ." userId="62a047ea-99a3-445a-a127-bd8840139939" providerId="ADAL" clId="{1E126722-D3AF-42B1-AD4D-07271E8E1D54}" dt="2024-06-15T09:19:20.397" v="352" actId="478"/>
          <ac:inkMkLst>
            <pc:docMk/>
            <pc:sldMk cId="3995010085" sldId="2147472378"/>
            <ac:inkMk id="27" creationId="{4DCA9FBA-B6A2-D277-E9FE-2D38CEA33E61}"/>
          </ac:inkMkLst>
        </pc:inkChg>
        <pc:inkChg chg="add">
          <ac:chgData name="ARUN KARTHIK ." userId="62a047ea-99a3-445a-a127-bd8840139939" providerId="ADAL" clId="{1E126722-D3AF-42B1-AD4D-07271E8E1D54}" dt="2024-06-15T09:22:19.458" v="365"/>
          <ac:inkMkLst>
            <pc:docMk/>
            <pc:sldMk cId="3995010085" sldId="2147472378"/>
            <ac:inkMk id="29" creationId="{AADDA470-83CF-828D-72B0-285F759CFD6B}"/>
          </ac:inkMkLst>
        </pc:inkChg>
        <pc:cxnChg chg="add mod">
          <ac:chgData name="ARUN KARTHIK ." userId="62a047ea-99a3-445a-a127-bd8840139939" providerId="ADAL" clId="{1E126722-D3AF-42B1-AD4D-07271E8E1D54}" dt="2024-06-15T09:18:07.025" v="328" actId="1076"/>
          <ac:cxnSpMkLst>
            <pc:docMk/>
            <pc:sldMk cId="3995010085" sldId="2147472378"/>
            <ac:cxnSpMk id="12" creationId="{4C955A0B-EC59-9A6C-FC6D-DD1DE9C2F15C}"/>
          </ac:cxnSpMkLst>
        </pc:cxnChg>
        <pc:cxnChg chg="add mod">
          <ac:chgData name="ARUN KARTHIK ." userId="62a047ea-99a3-445a-a127-bd8840139939" providerId="ADAL" clId="{1E126722-D3AF-42B1-AD4D-07271E8E1D54}" dt="2024-06-15T09:18:14.146" v="331" actId="14100"/>
          <ac:cxnSpMkLst>
            <pc:docMk/>
            <pc:sldMk cId="3995010085" sldId="2147472378"/>
            <ac:cxnSpMk id="14" creationId="{46B4CBCF-5CFB-4644-14DE-389F80C0944F}"/>
          </ac:cxnSpMkLst>
        </pc:cxnChg>
        <pc:cxnChg chg="add mod">
          <ac:chgData name="ARUN KARTHIK ." userId="62a047ea-99a3-445a-a127-bd8840139939" providerId="ADAL" clId="{1E126722-D3AF-42B1-AD4D-07271E8E1D54}" dt="2024-06-15T09:18:19.834" v="334" actId="14100"/>
          <ac:cxnSpMkLst>
            <pc:docMk/>
            <pc:sldMk cId="3995010085" sldId="2147472378"/>
            <ac:cxnSpMk id="16" creationId="{9E7E7F44-0F00-E6D3-0C24-8E0B4E3DD45D}"/>
          </ac:cxnSpMkLst>
        </pc:cxnChg>
        <pc:cxnChg chg="add mod">
          <ac:chgData name="ARUN KARTHIK ." userId="62a047ea-99a3-445a-a127-bd8840139939" providerId="ADAL" clId="{1E126722-D3AF-42B1-AD4D-07271E8E1D54}" dt="2024-06-15T09:18:23.517" v="336" actId="1076"/>
          <ac:cxnSpMkLst>
            <pc:docMk/>
            <pc:sldMk cId="3995010085" sldId="2147472378"/>
            <ac:cxnSpMk id="18" creationId="{802EBC65-9A23-4950-588D-CE3C20264E5C}"/>
          </ac:cxnSpMkLst>
        </pc:cxnChg>
        <pc:cxnChg chg="add mod">
          <ac:chgData name="ARUN KARTHIK ." userId="62a047ea-99a3-445a-a127-bd8840139939" providerId="ADAL" clId="{1E126722-D3AF-42B1-AD4D-07271E8E1D54}" dt="2024-06-15T09:18:29.194" v="339" actId="14100"/>
          <ac:cxnSpMkLst>
            <pc:docMk/>
            <pc:sldMk cId="3995010085" sldId="2147472378"/>
            <ac:cxnSpMk id="19" creationId="{7CE9C432-CCC5-EB14-A6AC-9D95B16A0119}"/>
          </ac:cxnSpMkLst>
        </pc:cxnChg>
        <pc:cxnChg chg="add del mod">
          <ac:chgData name="ARUN KARTHIK ." userId="62a047ea-99a3-445a-a127-bd8840139939" providerId="ADAL" clId="{1E126722-D3AF-42B1-AD4D-07271E8E1D54}" dt="2024-06-15T09:18:37.386" v="343" actId="478"/>
          <ac:cxnSpMkLst>
            <pc:docMk/>
            <pc:sldMk cId="3995010085" sldId="2147472378"/>
            <ac:cxnSpMk id="21" creationId="{44F55528-1BFC-4E0F-AE6D-D975A7D4111B}"/>
          </ac:cxnSpMkLst>
        </pc:cxnChg>
        <pc:cxnChg chg="add mod">
          <ac:chgData name="ARUN KARTHIK ." userId="62a047ea-99a3-445a-a127-bd8840139939" providerId="ADAL" clId="{1E126722-D3AF-42B1-AD4D-07271E8E1D54}" dt="2024-06-15T09:18:44.458" v="346" actId="14100"/>
          <ac:cxnSpMkLst>
            <pc:docMk/>
            <pc:sldMk cId="3995010085" sldId="2147472378"/>
            <ac:cxnSpMk id="23" creationId="{A230D499-E1DB-A340-F369-447524572E8F}"/>
          </ac:cxnSpMkLst>
        </pc:cxnChg>
        <pc:cxnChg chg="add mod">
          <ac:chgData name="ARUN KARTHIK ." userId="62a047ea-99a3-445a-a127-bd8840139939" providerId="ADAL" clId="{1E126722-D3AF-42B1-AD4D-07271E8E1D54}" dt="2024-06-15T09:18:48.945" v="349" actId="14100"/>
          <ac:cxnSpMkLst>
            <pc:docMk/>
            <pc:sldMk cId="3995010085" sldId="2147472378"/>
            <ac:cxnSpMk id="25" creationId="{A158EF34-9BBE-E35F-7FB3-4B0E15076EA6}"/>
          </ac:cxnSpMkLst>
        </pc:cxnChg>
        <pc:cxnChg chg="add mod">
          <ac:chgData name="ARUN KARTHIK ." userId="62a047ea-99a3-445a-a127-bd8840139939" providerId="ADAL" clId="{1E126722-D3AF-42B1-AD4D-07271E8E1D54}" dt="2024-06-15T09:23:20.131" v="383" actId="1582"/>
          <ac:cxnSpMkLst>
            <pc:docMk/>
            <pc:sldMk cId="3995010085" sldId="2147472378"/>
            <ac:cxnSpMk id="31" creationId="{2E1CE81E-F117-8FE2-8BF0-B617B1BB2CA7}"/>
          </ac:cxnSpMkLst>
        </pc:cxnChg>
      </pc:sldChg>
      <pc:sldChg chg="addSp delSp modSp add mod">
        <pc:chgData name="ARUN KARTHIK ." userId="62a047ea-99a3-445a-a127-bd8840139939" providerId="ADAL" clId="{1E126722-D3AF-42B1-AD4D-07271E8E1D54}" dt="2024-06-15T09:26:24.430" v="402"/>
        <pc:sldMkLst>
          <pc:docMk/>
          <pc:sldMk cId="113361996" sldId="2147472379"/>
        </pc:sldMkLst>
        <pc:spChg chg="del">
          <ac:chgData name="ARUN KARTHIK ." userId="62a047ea-99a3-445a-a127-bd8840139939" providerId="ADAL" clId="{1E126722-D3AF-42B1-AD4D-07271E8E1D54}" dt="2024-06-15T09:22:31.652" v="367" actId="478"/>
          <ac:spMkLst>
            <pc:docMk/>
            <pc:sldMk cId="113361996" sldId="2147472379"/>
            <ac:spMk id="28" creationId="{3F079085-4105-A3BA-24DA-D5E786590206}"/>
          </ac:spMkLst>
        </pc:spChg>
        <pc:graphicFrameChg chg="add del mod">
          <ac:chgData name="ARUN KARTHIK ." userId="62a047ea-99a3-445a-a127-bd8840139939" providerId="ADAL" clId="{1E126722-D3AF-42B1-AD4D-07271E8E1D54}" dt="2024-06-15T09:22:58.793" v="371" actId="478"/>
          <ac:graphicFrameMkLst>
            <pc:docMk/>
            <pc:sldMk cId="113361996" sldId="2147472379"/>
            <ac:graphicFrameMk id="2" creationId="{8AADC400-533E-8489-AED9-BDCB43F2FD06}"/>
          </ac:graphicFrameMkLst>
        </pc:graphicFrameChg>
        <pc:graphicFrameChg chg="add mod">
          <ac:chgData name="ARUN KARTHIK ." userId="62a047ea-99a3-445a-a127-bd8840139939" providerId="ADAL" clId="{1E126722-D3AF-42B1-AD4D-07271E8E1D54}" dt="2024-06-15T09:23:02.216" v="374"/>
          <ac:graphicFrameMkLst>
            <pc:docMk/>
            <pc:sldMk cId="113361996" sldId="2147472379"/>
            <ac:graphicFrameMk id="3" creationId="{8AADC400-533E-8489-AED9-BDCB43F2FD06}"/>
          </ac:graphicFrameMkLst>
        </pc:graphicFrameChg>
        <pc:picChg chg="add mod">
          <ac:chgData name="ARUN KARTHIK ." userId="62a047ea-99a3-445a-a127-bd8840139939" providerId="ADAL" clId="{1E126722-D3AF-42B1-AD4D-07271E8E1D54}" dt="2024-06-15T09:23:04.593" v="381" actId="14100"/>
          <ac:picMkLst>
            <pc:docMk/>
            <pc:sldMk cId="113361996" sldId="2147472379"/>
            <ac:picMk id="4" creationId="{E18AED50-AD70-A769-4FCC-6C642D3880B1}"/>
          </ac:picMkLst>
        </pc:picChg>
        <pc:picChg chg="del">
          <ac:chgData name="ARUN KARTHIK ." userId="62a047ea-99a3-445a-a127-bd8840139939" providerId="ADAL" clId="{1E126722-D3AF-42B1-AD4D-07271E8E1D54}" dt="2024-06-15T09:22:42.249" v="368" actId="478"/>
          <ac:picMkLst>
            <pc:docMk/>
            <pc:sldMk cId="113361996" sldId="2147472379"/>
            <ac:picMk id="8" creationId="{62178C8C-5DEA-F8D6-ACFD-9289F9D09920}"/>
          </ac:picMkLst>
        </pc:picChg>
        <pc:inkChg chg="del">
          <ac:chgData name="ARUN KARTHIK ." userId="62a047ea-99a3-445a-a127-bd8840139939" providerId="ADAL" clId="{1E126722-D3AF-42B1-AD4D-07271E8E1D54}" dt="2024-06-15T09:22:31.652" v="367" actId="478"/>
          <ac:inkMkLst>
            <pc:docMk/>
            <pc:sldMk cId="113361996" sldId="2147472379"/>
            <ac:inkMk id="5" creationId="{1A274946-3BD0-0AB4-BE0C-57254D3DA6FF}"/>
          </ac:inkMkLst>
        </pc:inkChg>
        <pc:inkChg chg="add">
          <ac:chgData name="ARUN KARTHIK ." userId="62a047ea-99a3-445a-a127-bd8840139939" providerId="ADAL" clId="{1E126722-D3AF-42B1-AD4D-07271E8E1D54}" dt="2024-06-15T09:24:23.615" v="388"/>
          <ac:inkMkLst>
            <pc:docMk/>
            <pc:sldMk cId="113361996" sldId="2147472379"/>
            <ac:inkMk id="10" creationId="{8FC972A1-2BDC-7AF0-5338-41ECA47F5FFA}"/>
          </ac:inkMkLst>
        </pc:inkChg>
        <pc:inkChg chg="add">
          <ac:chgData name="ARUN KARTHIK ." userId="62a047ea-99a3-445a-a127-bd8840139939" providerId="ADAL" clId="{1E126722-D3AF-42B1-AD4D-07271E8E1D54}" dt="2024-06-15T09:26:24.430" v="402"/>
          <ac:inkMkLst>
            <pc:docMk/>
            <pc:sldMk cId="113361996" sldId="2147472379"/>
            <ac:inkMk id="11" creationId="{29FE83BE-2810-2004-CADF-BBD9A9A00A51}"/>
          </ac:inkMkLst>
        </pc:inkChg>
        <pc:inkChg chg="del">
          <ac:chgData name="ARUN KARTHIK ." userId="62a047ea-99a3-445a-a127-bd8840139939" providerId="ADAL" clId="{1E126722-D3AF-42B1-AD4D-07271E8E1D54}" dt="2024-06-15T09:22:31.652" v="367" actId="478"/>
          <ac:inkMkLst>
            <pc:docMk/>
            <pc:sldMk cId="113361996" sldId="2147472379"/>
            <ac:inkMk id="29" creationId="{AADDA470-83CF-828D-72B0-285F759CFD6B}"/>
          </ac:inkMkLst>
        </pc:inkChg>
        <pc:cxnChg chg="add mod">
          <ac:chgData name="ARUN KARTHIK ." userId="62a047ea-99a3-445a-a127-bd8840139939" providerId="ADAL" clId="{1E126722-D3AF-42B1-AD4D-07271E8E1D54}" dt="2024-06-15T09:23:30.415" v="387" actId="208"/>
          <ac:cxnSpMkLst>
            <pc:docMk/>
            <pc:sldMk cId="113361996" sldId="2147472379"/>
            <ac:cxnSpMk id="6" creationId="{A1B038D3-D381-A7A0-71A3-7645909FE59A}"/>
          </ac:cxnSpMkLst>
        </pc:cxnChg>
        <pc:cxnChg chg="del">
          <ac:chgData name="ARUN KARTHIK ." userId="62a047ea-99a3-445a-a127-bd8840139939" providerId="ADAL" clId="{1E126722-D3AF-42B1-AD4D-07271E8E1D54}" dt="2024-06-15T09:22:31.652" v="367" actId="478"/>
          <ac:cxnSpMkLst>
            <pc:docMk/>
            <pc:sldMk cId="113361996" sldId="2147472379"/>
            <ac:cxnSpMk id="12" creationId="{4C955A0B-EC59-9A6C-FC6D-DD1DE9C2F15C}"/>
          </ac:cxnSpMkLst>
        </pc:cxnChg>
        <pc:cxnChg chg="del">
          <ac:chgData name="ARUN KARTHIK ." userId="62a047ea-99a3-445a-a127-bd8840139939" providerId="ADAL" clId="{1E126722-D3AF-42B1-AD4D-07271E8E1D54}" dt="2024-06-15T09:22:31.652" v="367" actId="478"/>
          <ac:cxnSpMkLst>
            <pc:docMk/>
            <pc:sldMk cId="113361996" sldId="2147472379"/>
            <ac:cxnSpMk id="14" creationId="{46B4CBCF-5CFB-4644-14DE-389F80C0944F}"/>
          </ac:cxnSpMkLst>
        </pc:cxnChg>
        <pc:cxnChg chg="del">
          <ac:chgData name="ARUN KARTHIK ." userId="62a047ea-99a3-445a-a127-bd8840139939" providerId="ADAL" clId="{1E126722-D3AF-42B1-AD4D-07271E8E1D54}" dt="2024-06-15T09:22:31.652" v="367" actId="478"/>
          <ac:cxnSpMkLst>
            <pc:docMk/>
            <pc:sldMk cId="113361996" sldId="2147472379"/>
            <ac:cxnSpMk id="16" creationId="{9E7E7F44-0F00-E6D3-0C24-8E0B4E3DD45D}"/>
          </ac:cxnSpMkLst>
        </pc:cxnChg>
        <pc:cxnChg chg="del">
          <ac:chgData name="ARUN KARTHIK ." userId="62a047ea-99a3-445a-a127-bd8840139939" providerId="ADAL" clId="{1E126722-D3AF-42B1-AD4D-07271E8E1D54}" dt="2024-06-15T09:22:31.652" v="367" actId="478"/>
          <ac:cxnSpMkLst>
            <pc:docMk/>
            <pc:sldMk cId="113361996" sldId="2147472379"/>
            <ac:cxnSpMk id="18" creationId="{802EBC65-9A23-4950-588D-CE3C20264E5C}"/>
          </ac:cxnSpMkLst>
        </pc:cxnChg>
        <pc:cxnChg chg="del">
          <ac:chgData name="ARUN KARTHIK ." userId="62a047ea-99a3-445a-a127-bd8840139939" providerId="ADAL" clId="{1E126722-D3AF-42B1-AD4D-07271E8E1D54}" dt="2024-06-15T09:22:31.652" v="367" actId="478"/>
          <ac:cxnSpMkLst>
            <pc:docMk/>
            <pc:sldMk cId="113361996" sldId="2147472379"/>
            <ac:cxnSpMk id="19" creationId="{7CE9C432-CCC5-EB14-A6AC-9D95B16A0119}"/>
          </ac:cxnSpMkLst>
        </pc:cxnChg>
        <pc:cxnChg chg="del">
          <ac:chgData name="ARUN KARTHIK ." userId="62a047ea-99a3-445a-a127-bd8840139939" providerId="ADAL" clId="{1E126722-D3AF-42B1-AD4D-07271E8E1D54}" dt="2024-06-15T09:22:31.652" v="367" actId="478"/>
          <ac:cxnSpMkLst>
            <pc:docMk/>
            <pc:sldMk cId="113361996" sldId="2147472379"/>
            <ac:cxnSpMk id="23" creationId="{A230D499-E1DB-A340-F369-447524572E8F}"/>
          </ac:cxnSpMkLst>
        </pc:cxnChg>
        <pc:cxnChg chg="del">
          <ac:chgData name="ARUN KARTHIK ." userId="62a047ea-99a3-445a-a127-bd8840139939" providerId="ADAL" clId="{1E126722-D3AF-42B1-AD4D-07271E8E1D54}" dt="2024-06-15T09:22:31.652" v="367" actId="478"/>
          <ac:cxnSpMkLst>
            <pc:docMk/>
            <pc:sldMk cId="113361996" sldId="2147472379"/>
            <ac:cxnSpMk id="25" creationId="{A158EF34-9BBE-E35F-7FB3-4B0E15076EA6}"/>
          </ac:cxnSpMkLst>
        </pc:cxnChg>
      </pc:sldChg>
      <pc:sldChg chg="addSp delSp modSp add mod">
        <pc:chgData name="ARUN KARTHIK ." userId="62a047ea-99a3-445a-a127-bd8840139939" providerId="ADAL" clId="{1E126722-D3AF-42B1-AD4D-07271E8E1D54}" dt="2024-06-15T09:25:31.961" v="401"/>
        <pc:sldMkLst>
          <pc:docMk/>
          <pc:sldMk cId="2195800177" sldId="2147472380"/>
        </pc:sldMkLst>
        <pc:inkChg chg="add">
          <ac:chgData name="ARUN KARTHIK ." userId="62a047ea-99a3-445a-a127-bd8840139939" providerId="ADAL" clId="{1E126722-D3AF-42B1-AD4D-07271E8E1D54}" dt="2024-06-15T09:25:31.961" v="401"/>
          <ac:inkMkLst>
            <pc:docMk/>
            <pc:sldMk cId="2195800177" sldId="2147472380"/>
            <ac:inkMk id="2" creationId="{76ABBDDA-B0FD-23D2-C98B-F045C4D0D87E}"/>
          </ac:inkMkLst>
        </pc:inkChg>
        <pc:inkChg chg="del">
          <ac:chgData name="ARUN KARTHIK ." userId="62a047ea-99a3-445a-a127-bd8840139939" providerId="ADAL" clId="{1E126722-D3AF-42B1-AD4D-07271E8E1D54}" dt="2024-06-15T09:24:27.574" v="390" actId="478"/>
          <ac:inkMkLst>
            <pc:docMk/>
            <pc:sldMk cId="2195800177" sldId="2147472380"/>
            <ac:inkMk id="10" creationId="{8FC972A1-2BDC-7AF0-5338-41ECA47F5FFA}"/>
          </ac:inkMkLst>
        </pc:inkChg>
        <pc:cxnChg chg="mod">
          <ac:chgData name="ARUN KARTHIK ." userId="62a047ea-99a3-445a-a127-bd8840139939" providerId="ADAL" clId="{1E126722-D3AF-42B1-AD4D-07271E8E1D54}" dt="2024-06-15T09:24:39.999" v="400" actId="688"/>
          <ac:cxnSpMkLst>
            <pc:docMk/>
            <pc:sldMk cId="2195800177" sldId="2147472380"/>
            <ac:cxnSpMk id="6" creationId="{A1B038D3-D381-A7A0-71A3-7645909FE59A}"/>
          </ac:cxnSpMkLst>
        </pc:cxnChg>
      </pc:sldChg>
      <pc:sldChg chg="addSp new">
        <pc:chgData name="ARUN KARTHIK ." userId="62a047ea-99a3-445a-a127-bd8840139939" providerId="ADAL" clId="{1E126722-D3AF-42B1-AD4D-07271E8E1D54}" dt="2024-06-15T09:36:53.045" v="404"/>
        <pc:sldMkLst>
          <pc:docMk/>
          <pc:sldMk cId="3475647193" sldId="2147472381"/>
        </pc:sldMkLst>
        <pc:inkChg chg="add">
          <ac:chgData name="ARUN KARTHIK ." userId="62a047ea-99a3-445a-a127-bd8840139939" providerId="ADAL" clId="{1E126722-D3AF-42B1-AD4D-07271E8E1D54}" dt="2024-06-15T09:36:53.045" v="404"/>
          <ac:inkMkLst>
            <pc:docMk/>
            <pc:sldMk cId="3475647193" sldId="2147472381"/>
            <ac:inkMk id="3" creationId="{944ABD78-869C-466B-28A5-828A665B5777}"/>
          </ac:inkMkLst>
        </pc:inkChg>
      </pc:sldChg>
      <pc:sldChg chg="addSp new">
        <pc:chgData name="ARUN KARTHIK ." userId="62a047ea-99a3-445a-a127-bd8840139939" providerId="ADAL" clId="{1E126722-D3AF-42B1-AD4D-07271E8E1D54}" dt="2024-06-15T10:19:59.846" v="407"/>
        <pc:sldMkLst>
          <pc:docMk/>
          <pc:sldMk cId="4191511362" sldId="2147472382"/>
        </pc:sldMkLst>
        <pc:inkChg chg="add">
          <ac:chgData name="ARUN KARTHIK ." userId="62a047ea-99a3-445a-a127-bd8840139939" providerId="ADAL" clId="{1E126722-D3AF-42B1-AD4D-07271E8E1D54}" dt="2024-06-15T10:19:59.846" v="407"/>
          <ac:inkMkLst>
            <pc:docMk/>
            <pc:sldMk cId="4191511362" sldId="2147472382"/>
            <ac:inkMk id="3" creationId="{4A1405CB-0092-611F-8016-D0B12D57CA0F}"/>
          </ac:inkMkLst>
        </pc:inkChg>
      </pc:sldChg>
      <pc:sldChg chg="addSp delSp add mod">
        <pc:chgData name="ARUN KARTHIK ." userId="62a047ea-99a3-445a-a127-bd8840139939" providerId="ADAL" clId="{1E126722-D3AF-42B1-AD4D-07271E8E1D54}" dt="2024-06-15T10:30:38.344" v="410"/>
        <pc:sldMkLst>
          <pc:docMk/>
          <pc:sldMk cId="3105783908" sldId="2147472383"/>
        </pc:sldMkLst>
        <pc:inkChg chg="del">
          <ac:chgData name="ARUN KARTHIK ." userId="62a047ea-99a3-445a-a127-bd8840139939" providerId="ADAL" clId="{1E126722-D3AF-42B1-AD4D-07271E8E1D54}" dt="2024-06-15T10:20:04.050" v="409" actId="478"/>
          <ac:inkMkLst>
            <pc:docMk/>
            <pc:sldMk cId="3105783908" sldId="2147472383"/>
            <ac:inkMk id="2" creationId="{25C989B6-3B24-8E63-9BDA-1E64753A3E80}"/>
          </ac:inkMkLst>
        </pc:inkChg>
        <pc:inkChg chg="add">
          <ac:chgData name="ARUN KARTHIK ." userId="62a047ea-99a3-445a-a127-bd8840139939" providerId="ADAL" clId="{1E126722-D3AF-42B1-AD4D-07271E8E1D54}" dt="2024-06-15T10:30:38.344" v="410"/>
          <ac:inkMkLst>
            <pc:docMk/>
            <pc:sldMk cId="3105783908" sldId="2147472383"/>
            <ac:inkMk id="5" creationId="{5F76E6B8-CFA4-040C-88DC-106CCC7708DF}"/>
          </ac:inkMkLst>
        </pc:inkChg>
      </pc:sldChg>
    </pc:docChg>
  </pc:docChgLst>
  <pc:docChgLst>
    <pc:chgData name="ARUN KARTHIK ." userId="62a047ea-99a3-445a-a127-bd8840139939" providerId="ADAL" clId="{C2903D19-D351-4C50-9190-1EA97962501C}"/>
    <pc:docChg chg="undo custSel addSld modSld">
      <pc:chgData name="ARUN KARTHIK ." userId="62a047ea-99a3-445a-a127-bd8840139939" providerId="ADAL" clId="{C2903D19-D351-4C50-9190-1EA97962501C}" dt="2023-10-28T05:51:10.571" v="26" actId="20577"/>
      <pc:docMkLst>
        <pc:docMk/>
      </pc:docMkLst>
      <pc:sldChg chg="modSp mod">
        <pc:chgData name="ARUN KARTHIK ." userId="62a047ea-99a3-445a-a127-bd8840139939" providerId="ADAL" clId="{C2903D19-D351-4C50-9190-1EA97962501C}" dt="2023-10-28T05:07:07.026" v="0" actId="6549"/>
        <pc:sldMkLst>
          <pc:docMk/>
          <pc:sldMk cId="2961716487" sldId="2147472329"/>
        </pc:sldMkLst>
        <pc:spChg chg="mod">
          <ac:chgData name="ARUN KARTHIK ." userId="62a047ea-99a3-445a-a127-bd8840139939" providerId="ADAL" clId="{C2903D19-D351-4C50-9190-1EA97962501C}" dt="2023-10-28T05:07:07.026" v="0" actId="6549"/>
          <ac:spMkLst>
            <pc:docMk/>
            <pc:sldMk cId="2961716487" sldId="2147472329"/>
            <ac:spMk id="28" creationId="{9FADBFC4-4DA0-C263-6F29-3CC3A449ACE0}"/>
          </ac:spMkLst>
        </pc:spChg>
      </pc:sldChg>
      <pc:sldChg chg="modSp mod">
        <pc:chgData name="ARUN KARTHIK ." userId="62a047ea-99a3-445a-a127-bd8840139939" providerId="ADAL" clId="{C2903D19-D351-4C50-9190-1EA97962501C}" dt="2023-10-28T05:51:10.571" v="26" actId="20577"/>
        <pc:sldMkLst>
          <pc:docMk/>
          <pc:sldMk cId="3091053289" sldId="2147472346"/>
        </pc:sldMkLst>
        <pc:spChg chg="mod">
          <ac:chgData name="ARUN KARTHIK ." userId="62a047ea-99a3-445a-a127-bd8840139939" providerId="ADAL" clId="{C2903D19-D351-4C50-9190-1EA97962501C}" dt="2023-10-28T05:51:10.571" v="26" actId="20577"/>
          <ac:spMkLst>
            <pc:docMk/>
            <pc:sldMk cId="3091053289" sldId="2147472346"/>
            <ac:spMk id="3" creationId="{4D7BA62C-7679-EAC8-FB9C-4D5410C517E9}"/>
          </ac:spMkLst>
        </pc:spChg>
      </pc:sldChg>
      <pc:sldChg chg="addSp delSp modSp add mod">
        <pc:chgData name="ARUN KARTHIK ." userId="62a047ea-99a3-445a-a127-bd8840139939" providerId="ADAL" clId="{C2903D19-D351-4C50-9190-1EA97962501C}" dt="2023-10-28T05:41:16.157" v="25"/>
        <pc:sldMkLst>
          <pc:docMk/>
          <pc:sldMk cId="2978089624" sldId="2147472362"/>
        </pc:sldMkLst>
        <pc:spChg chg="add del">
          <ac:chgData name="ARUN KARTHIK ." userId="62a047ea-99a3-445a-a127-bd8840139939" providerId="ADAL" clId="{C2903D19-D351-4C50-9190-1EA97962501C}" dt="2023-10-28T05:17:09.928" v="4" actId="22"/>
          <ac:spMkLst>
            <pc:docMk/>
            <pc:sldMk cId="2978089624" sldId="2147472362"/>
            <ac:spMk id="3" creationId="{502B9D31-64F4-EAFE-85D0-FAB3C627DB39}"/>
          </ac:spMkLst>
        </pc:spChg>
        <pc:picChg chg="del">
          <ac:chgData name="ARUN KARTHIK ." userId="62a047ea-99a3-445a-a127-bd8840139939" providerId="ADAL" clId="{C2903D19-D351-4C50-9190-1EA97962501C}" dt="2023-10-28T05:17:08.661" v="2" actId="478"/>
          <ac:picMkLst>
            <pc:docMk/>
            <pc:sldMk cId="2978089624" sldId="2147472362"/>
            <ac:picMk id="6" creationId="{90C39ADA-961A-B3F8-E3E7-C4C4829E27B9}"/>
          </ac:picMkLst>
        </pc:picChg>
        <pc:picChg chg="add mod">
          <ac:chgData name="ARUN KARTHIK ." userId="62a047ea-99a3-445a-a127-bd8840139939" providerId="ADAL" clId="{C2903D19-D351-4C50-9190-1EA97962501C}" dt="2023-10-28T05:32:22.832" v="19" actId="1076"/>
          <ac:picMkLst>
            <pc:docMk/>
            <pc:sldMk cId="2978089624" sldId="2147472362"/>
            <ac:picMk id="7" creationId="{AE7F08C5-A33B-ACB6-A981-8D89D8B68C8B}"/>
          </ac:picMkLst>
        </pc:picChg>
        <pc:picChg chg="add mod">
          <ac:chgData name="ARUN KARTHIK ." userId="62a047ea-99a3-445a-a127-bd8840139939" providerId="ADAL" clId="{C2903D19-D351-4C50-9190-1EA97962501C}" dt="2023-10-28T05:18:13.920" v="14" actId="1076"/>
          <ac:picMkLst>
            <pc:docMk/>
            <pc:sldMk cId="2978089624" sldId="2147472362"/>
            <ac:picMk id="9" creationId="{7C2D9016-87E4-278B-B8DC-DF5434A5CA6A}"/>
          </ac:picMkLst>
        </pc:picChg>
        <pc:picChg chg="add mod">
          <ac:chgData name="ARUN KARTHIK ." userId="62a047ea-99a3-445a-a127-bd8840139939" providerId="ADAL" clId="{C2903D19-D351-4C50-9190-1EA97962501C}" dt="2023-10-28T05:32:27.480" v="22" actId="14100"/>
          <ac:picMkLst>
            <pc:docMk/>
            <pc:sldMk cId="2978089624" sldId="2147472362"/>
            <ac:picMk id="12" creationId="{E828CF62-C792-8240-69EA-9783F2B50170}"/>
          </ac:picMkLst>
        </pc:picChg>
        <pc:inkChg chg="add del">
          <ac:chgData name="ARUN KARTHIK ." userId="62a047ea-99a3-445a-a127-bd8840139939" providerId="ADAL" clId="{C2903D19-D351-4C50-9190-1EA97962501C}" dt="2023-10-28T05:32:24.411" v="20" actId="478"/>
          <ac:inkMkLst>
            <pc:docMk/>
            <pc:sldMk cId="2978089624" sldId="2147472362"/>
            <ac:inkMk id="10" creationId="{ABCDEC07-9CEB-F0E8-652D-5CBCCBD65BC5}"/>
          </ac:inkMkLst>
        </pc:inkChg>
        <pc:inkChg chg="add del">
          <ac:chgData name="ARUN KARTHIK ." userId="62a047ea-99a3-445a-a127-bd8840139939" providerId="ADAL" clId="{C2903D19-D351-4C50-9190-1EA97962501C}" dt="2023-10-28T05:32:33.973" v="24" actId="478"/>
          <ac:inkMkLst>
            <pc:docMk/>
            <pc:sldMk cId="2978089624" sldId="2147472362"/>
            <ac:inkMk id="13" creationId="{1FF7CA4D-5FB0-EFD5-EDAD-94D62B2F6A71}"/>
          </ac:inkMkLst>
        </pc:inkChg>
        <pc:inkChg chg="add">
          <ac:chgData name="ARUN KARTHIK ." userId="62a047ea-99a3-445a-a127-bd8840139939" providerId="ADAL" clId="{C2903D19-D351-4C50-9190-1EA97962501C}" dt="2023-10-28T05:41:16.157" v="25"/>
          <ac:inkMkLst>
            <pc:docMk/>
            <pc:sldMk cId="2978089624" sldId="2147472362"/>
            <ac:inkMk id="14" creationId="{2E4EB0CF-C944-8475-1FDD-6B2558DF2F15}"/>
          </ac:inkMkLst>
        </pc:inkChg>
      </pc:sldChg>
    </pc:docChg>
  </pc:docChgLst>
  <pc:docChgLst>
    <pc:chgData name="ARUN KARTHIK ." userId="62a047ea-99a3-445a-a127-bd8840139939" providerId="ADAL" clId="{9B7F336A-8864-4AD2-B676-87EF0E6FCA20}"/>
    <pc:docChg chg="undo custSel addSld delSld modSld">
      <pc:chgData name="ARUN KARTHIK ." userId="62a047ea-99a3-445a-a127-bd8840139939" providerId="ADAL" clId="{9B7F336A-8864-4AD2-B676-87EF0E6FCA20}" dt="2024-08-30T10:17:21.243" v="216" actId="1076"/>
      <pc:docMkLst>
        <pc:docMk/>
      </pc:docMkLst>
      <pc:sldChg chg="modSp mod">
        <pc:chgData name="ARUN KARTHIK ." userId="62a047ea-99a3-445a-a127-bd8840139939" providerId="ADAL" clId="{9B7F336A-8864-4AD2-B676-87EF0E6FCA20}" dt="2024-08-30T08:30:01.955" v="46" actId="20577"/>
        <pc:sldMkLst>
          <pc:docMk/>
          <pc:sldMk cId="2487991735" sldId="256"/>
        </pc:sldMkLst>
        <pc:spChg chg="mod">
          <ac:chgData name="ARUN KARTHIK ." userId="62a047ea-99a3-445a-a127-bd8840139939" providerId="ADAL" clId="{9B7F336A-8864-4AD2-B676-87EF0E6FCA20}" dt="2024-08-30T08:30:01.955" v="46" actId="20577"/>
          <ac:spMkLst>
            <pc:docMk/>
            <pc:sldMk cId="2487991735" sldId="256"/>
            <ac:spMk id="2" creationId="{C66BF95F-ED5D-7D14-004F-BB3F773AACDB}"/>
          </ac:spMkLst>
        </pc:spChg>
        <pc:spChg chg="mod">
          <ac:chgData name="ARUN KARTHIK ." userId="62a047ea-99a3-445a-a127-bd8840139939" providerId="ADAL" clId="{9B7F336A-8864-4AD2-B676-87EF0E6FCA20}" dt="2024-08-30T08:28:29.798" v="2" actId="20577"/>
          <ac:spMkLst>
            <pc:docMk/>
            <pc:sldMk cId="2487991735" sldId="256"/>
            <ac:spMk id="3" creationId="{E2E3432E-C589-ADB8-601E-60B423644398}"/>
          </ac:spMkLst>
        </pc:spChg>
      </pc:sldChg>
      <pc:sldChg chg="add del">
        <pc:chgData name="ARUN KARTHIK ." userId="62a047ea-99a3-445a-a127-bd8840139939" providerId="ADAL" clId="{9B7F336A-8864-4AD2-B676-87EF0E6FCA20}" dt="2024-08-30T08:28:39.379" v="9" actId="47"/>
        <pc:sldMkLst>
          <pc:docMk/>
          <pc:sldMk cId="0" sldId="257"/>
        </pc:sldMkLst>
      </pc:sldChg>
      <pc:sldChg chg="addSp add">
        <pc:chgData name="ARUN KARTHIK ." userId="62a047ea-99a3-445a-a127-bd8840139939" providerId="ADAL" clId="{9B7F336A-8864-4AD2-B676-87EF0E6FCA20}" dt="2024-08-30T08:59:51.893" v="94"/>
        <pc:sldMkLst>
          <pc:docMk/>
          <pc:sldMk cId="0" sldId="258"/>
        </pc:sldMkLst>
        <pc:inkChg chg="add">
          <ac:chgData name="ARUN KARTHIK ." userId="62a047ea-99a3-445a-a127-bd8840139939" providerId="ADAL" clId="{9B7F336A-8864-4AD2-B676-87EF0E6FCA20}" dt="2024-08-30T08:59:51.893" v="94"/>
          <ac:inkMkLst>
            <pc:docMk/>
            <pc:sldMk cId="0" sldId="258"/>
            <ac:inkMk id="4" creationId="{7DA16EAF-4F91-E8D2-7C0C-90E0BCBD7551}"/>
          </ac:inkMkLst>
        </pc:inkChg>
      </pc:sldChg>
      <pc:sldChg chg="add">
        <pc:chgData name="ARUN KARTHIK ." userId="62a047ea-99a3-445a-a127-bd8840139939" providerId="ADAL" clId="{9B7F336A-8864-4AD2-B676-87EF0E6FCA20}" dt="2024-08-30T08:28:36.936" v="3"/>
        <pc:sldMkLst>
          <pc:docMk/>
          <pc:sldMk cId="0" sldId="259"/>
        </pc:sldMkLst>
      </pc:sldChg>
      <pc:sldChg chg="addSp modSp add mod">
        <pc:chgData name="ARUN KARTHIK ." userId="62a047ea-99a3-445a-a127-bd8840139939" providerId="ADAL" clId="{9B7F336A-8864-4AD2-B676-87EF0E6FCA20}" dt="2024-08-30T10:09:29.392" v="188"/>
        <pc:sldMkLst>
          <pc:docMk/>
          <pc:sldMk cId="0" sldId="260"/>
        </pc:sldMkLst>
        <pc:spChg chg="mod">
          <ac:chgData name="ARUN KARTHIK ." userId="62a047ea-99a3-445a-a127-bd8840139939" providerId="ADAL" clId="{9B7F336A-8864-4AD2-B676-87EF0E6FCA20}" dt="2024-08-30T08:28:37.011" v="4" actId="27636"/>
          <ac:spMkLst>
            <pc:docMk/>
            <pc:sldMk cId="0" sldId="260"/>
            <ac:spMk id="2" creationId="{00000000-0000-0000-0000-000000000000}"/>
          </ac:spMkLst>
        </pc:spChg>
        <pc:inkChg chg="add">
          <ac:chgData name="ARUN KARTHIK ." userId="62a047ea-99a3-445a-a127-bd8840139939" providerId="ADAL" clId="{9B7F336A-8864-4AD2-B676-87EF0E6FCA20}" dt="2024-08-30T10:09:29.392" v="188"/>
          <ac:inkMkLst>
            <pc:docMk/>
            <pc:sldMk cId="0" sldId="260"/>
            <ac:inkMk id="4" creationId="{2D18245E-41F1-E050-7C18-F2815AD224EC}"/>
          </ac:inkMkLst>
        </pc:inkChg>
      </pc:sldChg>
      <pc:sldChg chg="addSp add">
        <pc:chgData name="ARUN KARTHIK ." userId="62a047ea-99a3-445a-a127-bd8840139939" providerId="ADAL" clId="{9B7F336A-8864-4AD2-B676-87EF0E6FCA20}" dt="2024-08-30T10:09:29.392" v="188"/>
        <pc:sldMkLst>
          <pc:docMk/>
          <pc:sldMk cId="0" sldId="261"/>
        </pc:sldMkLst>
        <pc:inkChg chg="add">
          <ac:chgData name="ARUN KARTHIK ." userId="62a047ea-99a3-445a-a127-bd8840139939" providerId="ADAL" clId="{9B7F336A-8864-4AD2-B676-87EF0E6FCA20}" dt="2024-08-30T10:09:29.392" v="188"/>
          <ac:inkMkLst>
            <pc:docMk/>
            <pc:sldMk cId="0" sldId="261"/>
            <ac:inkMk id="4" creationId="{3106DFC2-6C03-8AD6-947B-E165E4259CF4}"/>
          </ac:inkMkLst>
        </pc:inkChg>
      </pc:sldChg>
      <pc:sldChg chg="addSp add">
        <pc:chgData name="ARUN KARTHIK ." userId="62a047ea-99a3-445a-a127-bd8840139939" providerId="ADAL" clId="{9B7F336A-8864-4AD2-B676-87EF0E6FCA20}" dt="2024-08-30T10:09:29.392" v="188"/>
        <pc:sldMkLst>
          <pc:docMk/>
          <pc:sldMk cId="0" sldId="262"/>
        </pc:sldMkLst>
        <pc:inkChg chg="add">
          <ac:chgData name="ARUN KARTHIK ." userId="62a047ea-99a3-445a-a127-bd8840139939" providerId="ADAL" clId="{9B7F336A-8864-4AD2-B676-87EF0E6FCA20}" dt="2024-08-30T10:09:29.392" v="188"/>
          <ac:inkMkLst>
            <pc:docMk/>
            <pc:sldMk cId="0" sldId="262"/>
            <ac:inkMk id="4" creationId="{18633D66-166A-EF18-3E06-49B2A68FF74F}"/>
          </ac:inkMkLst>
        </pc:inkChg>
      </pc:sldChg>
      <pc:sldChg chg="addSp add">
        <pc:chgData name="ARUN KARTHIK ." userId="62a047ea-99a3-445a-a127-bd8840139939" providerId="ADAL" clId="{9B7F336A-8864-4AD2-B676-87EF0E6FCA20}" dt="2024-08-30T10:09:29.392" v="188"/>
        <pc:sldMkLst>
          <pc:docMk/>
          <pc:sldMk cId="0" sldId="263"/>
        </pc:sldMkLst>
        <pc:inkChg chg="add">
          <ac:chgData name="ARUN KARTHIK ." userId="62a047ea-99a3-445a-a127-bd8840139939" providerId="ADAL" clId="{9B7F336A-8864-4AD2-B676-87EF0E6FCA20}" dt="2024-08-30T10:09:29.392" v="188"/>
          <ac:inkMkLst>
            <pc:docMk/>
            <pc:sldMk cId="0" sldId="263"/>
            <ac:inkMk id="4" creationId="{84E520DE-E9EA-0C9A-233F-AE1665EFB7CD}"/>
          </ac:inkMkLst>
        </pc:inkChg>
      </pc:sldChg>
      <pc:sldChg chg="add">
        <pc:chgData name="ARUN KARTHIK ." userId="62a047ea-99a3-445a-a127-bd8840139939" providerId="ADAL" clId="{9B7F336A-8864-4AD2-B676-87EF0E6FCA20}" dt="2024-08-30T08:28:36.936" v="3"/>
        <pc:sldMkLst>
          <pc:docMk/>
          <pc:sldMk cId="0" sldId="264"/>
        </pc:sldMkLst>
      </pc:sldChg>
      <pc:sldChg chg="add">
        <pc:chgData name="ARUN KARTHIK ." userId="62a047ea-99a3-445a-a127-bd8840139939" providerId="ADAL" clId="{9B7F336A-8864-4AD2-B676-87EF0E6FCA20}" dt="2024-08-30T08:28:36.936" v="3"/>
        <pc:sldMkLst>
          <pc:docMk/>
          <pc:sldMk cId="0" sldId="265"/>
        </pc:sldMkLst>
      </pc:sldChg>
      <pc:sldChg chg="modSp add mod">
        <pc:chgData name="ARUN KARTHIK ." userId="62a047ea-99a3-445a-a127-bd8840139939" providerId="ADAL" clId="{9B7F336A-8864-4AD2-B676-87EF0E6FCA20}" dt="2024-08-30T08:28:37.028" v="5" actId="27636"/>
        <pc:sldMkLst>
          <pc:docMk/>
          <pc:sldMk cId="0" sldId="266"/>
        </pc:sldMkLst>
        <pc:spChg chg="mod">
          <ac:chgData name="ARUN KARTHIK ." userId="62a047ea-99a3-445a-a127-bd8840139939" providerId="ADAL" clId="{9B7F336A-8864-4AD2-B676-87EF0E6FCA20}" dt="2024-08-30T08:28:37.028" v="5" actId="27636"/>
          <ac:spMkLst>
            <pc:docMk/>
            <pc:sldMk cId="0" sldId="266"/>
            <ac:spMk id="3" creationId="{00000000-0000-0000-0000-000000000000}"/>
          </ac:spMkLst>
        </pc:spChg>
      </pc:sldChg>
      <pc:sldChg chg="modSp add mod">
        <pc:chgData name="ARUN KARTHIK ." userId="62a047ea-99a3-445a-a127-bd8840139939" providerId="ADAL" clId="{9B7F336A-8864-4AD2-B676-87EF0E6FCA20}" dt="2024-08-30T08:28:37.038" v="6" actId="27636"/>
        <pc:sldMkLst>
          <pc:docMk/>
          <pc:sldMk cId="0" sldId="267"/>
        </pc:sldMkLst>
        <pc:spChg chg="mod">
          <ac:chgData name="ARUN KARTHIK ." userId="62a047ea-99a3-445a-a127-bd8840139939" providerId="ADAL" clId="{9B7F336A-8864-4AD2-B676-87EF0E6FCA20}" dt="2024-08-30T08:28:37.038" v="6" actId="27636"/>
          <ac:spMkLst>
            <pc:docMk/>
            <pc:sldMk cId="0" sldId="267"/>
            <ac:spMk id="3" creationId="{00000000-0000-0000-0000-000000000000}"/>
          </ac:spMkLst>
        </pc:spChg>
      </pc:sldChg>
      <pc:sldChg chg="modSp add mod">
        <pc:chgData name="ARUN KARTHIK ." userId="62a047ea-99a3-445a-a127-bd8840139939" providerId="ADAL" clId="{9B7F336A-8864-4AD2-B676-87EF0E6FCA20}" dt="2024-08-30T08:28:37.044" v="7" actId="27636"/>
        <pc:sldMkLst>
          <pc:docMk/>
          <pc:sldMk cId="0" sldId="268"/>
        </pc:sldMkLst>
        <pc:spChg chg="mod">
          <ac:chgData name="ARUN KARTHIK ." userId="62a047ea-99a3-445a-a127-bd8840139939" providerId="ADAL" clId="{9B7F336A-8864-4AD2-B676-87EF0E6FCA20}" dt="2024-08-30T08:28:37.044" v="7" actId="27636"/>
          <ac:spMkLst>
            <pc:docMk/>
            <pc:sldMk cId="0" sldId="268"/>
            <ac:spMk id="3" creationId="{00000000-0000-0000-0000-000000000000}"/>
          </ac:spMkLst>
        </pc:spChg>
      </pc:sldChg>
      <pc:sldChg chg="modSp add mod">
        <pc:chgData name="ARUN KARTHIK ." userId="62a047ea-99a3-445a-a127-bd8840139939" providerId="ADAL" clId="{9B7F336A-8864-4AD2-B676-87EF0E6FCA20}" dt="2024-08-30T08:28:37.051" v="8" actId="27636"/>
        <pc:sldMkLst>
          <pc:docMk/>
          <pc:sldMk cId="0" sldId="269"/>
        </pc:sldMkLst>
        <pc:spChg chg="mod">
          <ac:chgData name="ARUN KARTHIK ." userId="62a047ea-99a3-445a-a127-bd8840139939" providerId="ADAL" clId="{9B7F336A-8864-4AD2-B676-87EF0E6FCA20}" dt="2024-08-30T08:28:37.051" v="8" actId="27636"/>
          <ac:spMkLst>
            <pc:docMk/>
            <pc:sldMk cId="0" sldId="269"/>
            <ac:spMk id="3" creationId="{00000000-0000-0000-0000-000000000000}"/>
          </ac:spMkLst>
        </pc:spChg>
      </pc:sldChg>
      <pc:sldChg chg="add">
        <pc:chgData name="ARUN KARTHIK ." userId="62a047ea-99a3-445a-a127-bd8840139939" providerId="ADAL" clId="{9B7F336A-8864-4AD2-B676-87EF0E6FCA20}" dt="2024-08-30T08:31:34.914" v="47"/>
        <pc:sldMkLst>
          <pc:docMk/>
          <pc:sldMk cId="0" sldId="293"/>
        </pc:sldMkLst>
      </pc:sldChg>
      <pc:sldChg chg="add">
        <pc:chgData name="ARUN KARTHIK ." userId="62a047ea-99a3-445a-a127-bd8840139939" providerId="ADAL" clId="{9B7F336A-8864-4AD2-B676-87EF0E6FCA20}" dt="2024-08-30T08:31:34.914" v="47"/>
        <pc:sldMkLst>
          <pc:docMk/>
          <pc:sldMk cId="0" sldId="294"/>
        </pc:sldMkLst>
      </pc:sldChg>
      <pc:sldChg chg="add">
        <pc:chgData name="ARUN KARTHIK ." userId="62a047ea-99a3-445a-a127-bd8840139939" providerId="ADAL" clId="{9B7F336A-8864-4AD2-B676-87EF0E6FCA20}" dt="2024-08-30T08:31:34.914" v="47"/>
        <pc:sldMkLst>
          <pc:docMk/>
          <pc:sldMk cId="0" sldId="295"/>
        </pc:sldMkLst>
      </pc:sldChg>
      <pc:sldChg chg="add">
        <pc:chgData name="ARUN KARTHIK ." userId="62a047ea-99a3-445a-a127-bd8840139939" providerId="ADAL" clId="{9B7F336A-8864-4AD2-B676-87EF0E6FCA20}" dt="2024-08-30T08:31:34.914" v="47"/>
        <pc:sldMkLst>
          <pc:docMk/>
          <pc:sldMk cId="0" sldId="296"/>
        </pc:sldMkLst>
      </pc:sldChg>
      <pc:sldChg chg="add">
        <pc:chgData name="ARUN KARTHIK ." userId="62a047ea-99a3-445a-a127-bd8840139939" providerId="ADAL" clId="{9B7F336A-8864-4AD2-B676-87EF0E6FCA20}" dt="2024-08-30T08:31:34.914" v="47"/>
        <pc:sldMkLst>
          <pc:docMk/>
          <pc:sldMk cId="0" sldId="298"/>
        </pc:sldMkLst>
      </pc:sldChg>
      <pc:sldChg chg="add">
        <pc:chgData name="ARUN KARTHIK ." userId="62a047ea-99a3-445a-a127-bd8840139939" providerId="ADAL" clId="{9B7F336A-8864-4AD2-B676-87EF0E6FCA20}" dt="2024-08-30T08:31:34.914" v="47"/>
        <pc:sldMkLst>
          <pc:docMk/>
          <pc:sldMk cId="0" sldId="301"/>
        </pc:sldMkLst>
      </pc:sldChg>
      <pc:sldChg chg="add">
        <pc:chgData name="ARUN KARTHIK ." userId="62a047ea-99a3-445a-a127-bd8840139939" providerId="ADAL" clId="{9B7F336A-8864-4AD2-B676-87EF0E6FCA20}" dt="2024-08-30T08:31:34.914" v="47"/>
        <pc:sldMkLst>
          <pc:docMk/>
          <pc:sldMk cId="0" sldId="304"/>
        </pc:sldMkLst>
      </pc:sldChg>
      <pc:sldChg chg="add">
        <pc:chgData name="ARUN KARTHIK ." userId="62a047ea-99a3-445a-a127-bd8840139939" providerId="ADAL" clId="{9B7F336A-8864-4AD2-B676-87EF0E6FCA20}" dt="2024-08-30T08:31:34.914" v="47"/>
        <pc:sldMkLst>
          <pc:docMk/>
          <pc:sldMk cId="0" sldId="309"/>
        </pc:sldMkLst>
      </pc:sldChg>
      <pc:sldChg chg="add">
        <pc:chgData name="ARUN KARTHIK ." userId="62a047ea-99a3-445a-a127-bd8840139939" providerId="ADAL" clId="{9B7F336A-8864-4AD2-B676-87EF0E6FCA20}" dt="2024-08-30T08:31:34.914" v="47"/>
        <pc:sldMkLst>
          <pc:docMk/>
          <pc:sldMk cId="0" sldId="314"/>
        </pc:sldMkLst>
      </pc:sldChg>
      <pc:sldChg chg="add">
        <pc:chgData name="ARUN KARTHIK ." userId="62a047ea-99a3-445a-a127-bd8840139939" providerId="ADAL" clId="{9B7F336A-8864-4AD2-B676-87EF0E6FCA20}" dt="2024-08-30T08:31:34.914" v="47"/>
        <pc:sldMkLst>
          <pc:docMk/>
          <pc:sldMk cId="0" sldId="317"/>
        </pc:sldMkLst>
      </pc:sldChg>
      <pc:sldChg chg="add">
        <pc:chgData name="ARUN KARTHIK ." userId="62a047ea-99a3-445a-a127-bd8840139939" providerId="ADAL" clId="{9B7F336A-8864-4AD2-B676-87EF0E6FCA20}" dt="2024-08-30T08:31:34.914" v="47"/>
        <pc:sldMkLst>
          <pc:docMk/>
          <pc:sldMk cId="0" sldId="331"/>
        </pc:sldMkLst>
      </pc:sldChg>
      <pc:sldChg chg="add">
        <pc:chgData name="ARUN KARTHIK ." userId="62a047ea-99a3-445a-a127-bd8840139939" providerId="ADAL" clId="{9B7F336A-8864-4AD2-B676-87EF0E6FCA20}" dt="2024-08-30T08:31:34.914" v="47"/>
        <pc:sldMkLst>
          <pc:docMk/>
          <pc:sldMk cId="0" sldId="347"/>
        </pc:sldMkLst>
      </pc:sldChg>
      <pc:sldChg chg="add">
        <pc:chgData name="ARUN KARTHIK ." userId="62a047ea-99a3-445a-a127-bd8840139939" providerId="ADAL" clId="{9B7F336A-8864-4AD2-B676-87EF0E6FCA20}" dt="2024-08-30T08:31:34.914" v="47"/>
        <pc:sldMkLst>
          <pc:docMk/>
          <pc:sldMk cId="0" sldId="348"/>
        </pc:sldMkLst>
      </pc:sldChg>
      <pc:sldChg chg="add">
        <pc:chgData name="ARUN KARTHIK ." userId="62a047ea-99a3-445a-a127-bd8840139939" providerId="ADAL" clId="{9B7F336A-8864-4AD2-B676-87EF0E6FCA20}" dt="2024-08-30T08:31:34.914" v="47"/>
        <pc:sldMkLst>
          <pc:docMk/>
          <pc:sldMk cId="0" sldId="349"/>
        </pc:sldMkLst>
      </pc:sldChg>
      <pc:sldChg chg="addSp add">
        <pc:chgData name="ARUN KARTHIK ." userId="62a047ea-99a3-445a-a127-bd8840139939" providerId="ADAL" clId="{9B7F336A-8864-4AD2-B676-87EF0E6FCA20}" dt="2024-08-30T10:09:29.392" v="188"/>
        <pc:sldMkLst>
          <pc:docMk/>
          <pc:sldMk cId="0" sldId="368"/>
        </pc:sldMkLst>
        <pc:inkChg chg="add">
          <ac:chgData name="ARUN KARTHIK ." userId="62a047ea-99a3-445a-a127-bd8840139939" providerId="ADAL" clId="{9B7F336A-8864-4AD2-B676-87EF0E6FCA20}" dt="2024-08-30T10:09:29.392" v="188"/>
          <ac:inkMkLst>
            <pc:docMk/>
            <pc:sldMk cId="0" sldId="368"/>
            <ac:inkMk id="2" creationId="{A29EFFFA-8AF4-4CC1-63D1-4D2F1989E4FE}"/>
          </ac:inkMkLst>
        </pc:inkChg>
      </pc:sldChg>
      <pc:sldChg chg="addSp add">
        <pc:chgData name="ARUN KARTHIK ." userId="62a047ea-99a3-445a-a127-bd8840139939" providerId="ADAL" clId="{9B7F336A-8864-4AD2-B676-87EF0E6FCA20}" dt="2024-08-30T10:09:29.392" v="188"/>
        <pc:sldMkLst>
          <pc:docMk/>
          <pc:sldMk cId="0" sldId="369"/>
        </pc:sldMkLst>
        <pc:inkChg chg="add">
          <ac:chgData name="ARUN KARTHIK ." userId="62a047ea-99a3-445a-a127-bd8840139939" providerId="ADAL" clId="{9B7F336A-8864-4AD2-B676-87EF0E6FCA20}" dt="2024-08-30T10:09:29.392" v="188"/>
          <ac:inkMkLst>
            <pc:docMk/>
            <pc:sldMk cId="0" sldId="369"/>
            <ac:inkMk id="2" creationId="{DBD77FFB-A918-ACAF-BADB-C73FCA3F517D}"/>
          </ac:inkMkLst>
        </pc:inkChg>
      </pc:sldChg>
      <pc:sldChg chg="add">
        <pc:chgData name="ARUN KARTHIK ." userId="62a047ea-99a3-445a-a127-bd8840139939" providerId="ADAL" clId="{9B7F336A-8864-4AD2-B676-87EF0E6FCA20}" dt="2024-08-30T08:31:34.914" v="47"/>
        <pc:sldMkLst>
          <pc:docMk/>
          <pc:sldMk cId="0" sldId="370"/>
        </pc:sldMkLst>
      </pc:sldChg>
      <pc:sldChg chg="addSp add">
        <pc:chgData name="ARUN KARTHIK ." userId="62a047ea-99a3-445a-a127-bd8840139939" providerId="ADAL" clId="{9B7F336A-8864-4AD2-B676-87EF0E6FCA20}" dt="2024-08-30T10:09:29.392" v="188"/>
        <pc:sldMkLst>
          <pc:docMk/>
          <pc:sldMk cId="0" sldId="371"/>
        </pc:sldMkLst>
        <pc:inkChg chg="add">
          <ac:chgData name="ARUN KARTHIK ." userId="62a047ea-99a3-445a-a127-bd8840139939" providerId="ADAL" clId="{9B7F336A-8864-4AD2-B676-87EF0E6FCA20}" dt="2024-08-30T10:09:29.392" v="188"/>
          <ac:inkMkLst>
            <pc:docMk/>
            <pc:sldMk cId="0" sldId="371"/>
            <ac:inkMk id="2" creationId="{7B7EADD0-93EB-4586-99A6-33B86FBB7F8F}"/>
          </ac:inkMkLst>
        </pc:inkChg>
      </pc:sldChg>
      <pc:sldChg chg="add">
        <pc:chgData name="ARUN KARTHIK ." userId="62a047ea-99a3-445a-a127-bd8840139939" providerId="ADAL" clId="{9B7F336A-8864-4AD2-B676-87EF0E6FCA20}" dt="2024-08-30T08:31:34.914" v="47"/>
        <pc:sldMkLst>
          <pc:docMk/>
          <pc:sldMk cId="0" sldId="372"/>
        </pc:sldMkLst>
      </pc:sldChg>
      <pc:sldChg chg="add">
        <pc:chgData name="ARUN KARTHIK ." userId="62a047ea-99a3-445a-a127-bd8840139939" providerId="ADAL" clId="{9B7F336A-8864-4AD2-B676-87EF0E6FCA20}" dt="2024-08-30T08:31:34.914" v="47"/>
        <pc:sldMkLst>
          <pc:docMk/>
          <pc:sldMk cId="0" sldId="373"/>
        </pc:sldMkLst>
      </pc:sldChg>
      <pc:sldChg chg="addSp delSp modSp new mod">
        <pc:chgData name="ARUN KARTHIK ." userId="62a047ea-99a3-445a-a127-bd8840139939" providerId="ADAL" clId="{9B7F336A-8864-4AD2-B676-87EF0E6FCA20}" dt="2024-08-30T08:34:14.374" v="63" actId="1076"/>
        <pc:sldMkLst>
          <pc:docMk/>
          <pc:sldMk cId="3586635636" sldId="374"/>
        </pc:sldMkLst>
        <pc:spChg chg="del">
          <ac:chgData name="ARUN KARTHIK ." userId="62a047ea-99a3-445a-a127-bd8840139939" providerId="ADAL" clId="{9B7F336A-8864-4AD2-B676-87EF0E6FCA20}" dt="2024-08-30T08:33:12.391" v="49" actId="478"/>
          <ac:spMkLst>
            <pc:docMk/>
            <pc:sldMk cId="3586635636" sldId="374"/>
            <ac:spMk id="2" creationId="{A04D2EFB-C6D3-2332-C68A-A18B3EEB7996}"/>
          </ac:spMkLst>
        </pc:spChg>
        <pc:spChg chg="del">
          <ac:chgData name="ARUN KARTHIK ." userId="62a047ea-99a3-445a-a127-bd8840139939" providerId="ADAL" clId="{9B7F336A-8864-4AD2-B676-87EF0E6FCA20}" dt="2024-08-30T08:33:12.391" v="49" actId="478"/>
          <ac:spMkLst>
            <pc:docMk/>
            <pc:sldMk cId="3586635636" sldId="374"/>
            <ac:spMk id="3" creationId="{6ECE4A81-8B7E-A36A-9BE3-A006C69A736C}"/>
          </ac:spMkLst>
        </pc:spChg>
        <pc:picChg chg="add mod">
          <ac:chgData name="ARUN KARTHIK ." userId="62a047ea-99a3-445a-a127-bd8840139939" providerId="ADAL" clId="{9B7F336A-8864-4AD2-B676-87EF0E6FCA20}" dt="2024-08-30T08:34:12.631" v="62" actId="1076"/>
          <ac:picMkLst>
            <pc:docMk/>
            <pc:sldMk cId="3586635636" sldId="374"/>
            <ac:picMk id="1026" creationId="{3D692D07-E83C-8906-6A35-57DCD18D0835}"/>
          </ac:picMkLst>
        </pc:picChg>
        <pc:picChg chg="add mod">
          <ac:chgData name="ARUN KARTHIK ." userId="62a047ea-99a3-445a-a127-bd8840139939" providerId="ADAL" clId="{9B7F336A-8864-4AD2-B676-87EF0E6FCA20}" dt="2024-08-30T08:34:14.374" v="63" actId="1076"/>
          <ac:picMkLst>
            <pc:docMk/>
            <pc:sldMk cId="3586635636" sldId="374"/>
            <ac:picMk id="1028" creationId="{396236EC-A4F9-5C2B-B5ED-1CB8A7701992}"/>
          </ac:picMkLst>
        </pc:picChg>
      </pc:sldChg>
      <pc:sldChg chg="addSp delSp modSp new mod">
        <pc:chgData name="ARUN KARTHIK ." userId="62a047ea-99a3-445a-a127-bd8840139939" providerId="ADAL" clId="{9B7F336A-8864-4AD2-B676-87EF0E6FCA20}" dt="2024-08-30T08:37:11.617" v="76" actId="14100"/>
        <pc:sldMkLst>
          <pc:docMk/>
          <pc:sldMk cId="622226362" sldId="375"/>
        </pc:sldMkLst>
        <pc:spChg chg="del">
          <ac:chgData name="ARUN KARTHIK ." userId="62a047ea-99a3-445a-a127-bd8840139939" providerId="ADAL" clId="{9B7F336A-8864-4AD2-B676-87EF0E6FCA20}" dt="2024-08-30T08:35:41.747" v="65" actId="478"/>
          <ac:spMkLst>
            <pc:docMk/>
            <pc:sldMk cId="622226362" sldId="375"/>
            <ac:spMk id="2" creationId="{A83916CB-8A54-BB58-EB92-03694A4824B4}"/>
          </ac:spMkLst>
        </pc:spChg>
        <pc:spChg chg="del">
          <ac:chgData name="ARUN KARTHIK ." userId="62a047ea-99a3-445a-a127-bd8840139939" providerId="ADAL" clId="{9B7F336A-8864-4AD2-B676-87EF0E6FCA20}" dt="2024-08-30T08:35:41.747" v="65" actId="478"/>
          <ac:spMkLst>
            <pc:docMk/>
            <pc:sldMk cId="622226362" sldId="375"/>
            <ac:spMk id="3" creationId="{2C64D560-55CE-D410-0D1F-27D31BABF1DB}"/>
          </ac:spMkLst>
        </pc:spChg>
        <pc:picChg chg="add mod">
          <ac:chgData name="ARUN KARTHIK ." userId="62a047ea-99a3-445a-a127-bd8840139939" providerId="ADAL" clId="{9B7F336A-8864-4AD2-B676-87EF0E6FCA20}" dt="2024-08-30T08:37:11.617" v="76" actId="14100"/>
          <ac:picMkLst>
            <pc:docMk/>
            <pc:sldMk cId="622226362" sldId="375"/>
            <ac:picMk id="22530" creationId="{37333056-993B-314B-151C-1F7502BD97CD}"/>
          </ac:picMkLst>
        </pc:picChg>
      </pc:sldChg>
      <pc:sldChg chg="addSp delSp modSp add mod">
        <pc:chgData name="ARUN KARTHIK ." userId="62a047ea-99a3-445a-a127-bd8840139939" providerId="ADAL" clId="{9B7F336A-8864-4AD2-B676-87EF0E6FCA20}" dt="2024-08-30T09:22:42.464" v="186"/>
        <pc:sldMkLst>
          <pc:docMk/>
          <pc:sldMk cId="574314217" sldId="376"/>
        </pc:sldMkLst>
        <pc:graphicFrameChg chg="add mod modGraphic">
          <ac:chgData name="ARUN KARTHIK ." userId="62a047ea-99a3-445a-a127-bd8840139939" providerId="ADAL" clId="{9B7F336A-8864-4AD2-B676-87EF0E6FCA20}" dt="2024-08-30T08:38:23.280" v="91" actId="403"/>
          <ac:graphicFrameMkLst>
            <pc:docMk/>
            <pc:sldMk cId="574314217" sldId="376"/>
            <ac:graphicFrameMk id="2" creationId="{8D390FB0-1646-2D67-2C5C-8636C56AD156}"/>
          </ac:graphicFrameMkLst>
        </pc:graphicFrameChg>
        <pc:picChg chg="del">
          <ac:chgData name="ARUN KARTHIK ." userId="62a047ea-99a3-445a-a127-bd8840139939" providerId="ADAL" clId="{9B7F336A-8864-4AD2-B676-87EF0E6FCA20}" dt="2024-08-30T08:37:15.307" v="78" actId="478"/>
          <ac:picMkLst>
            <pc:docMk/>
            <pc:sldMk cId="574314217" sldId="376"/>
            <ac:picMk id="22530" creationId="{37333056-993B-314B-151C-1F7502BD97CD}"/>
          </ac:picMkLst>
        </pc:picChg>
        <pc:inkChg chg="add">
          <ac:chgData name="ARUN KARTHIK ." userId="62a047ea-99a3-445a-a127-bd8840139939" providerId="ADAL" clId="{9B7F336A-8864-4AD2-B676-87EF0E6FCA20}" dt="2024-08-30T09:22:42.464" v="186"/>
          <ac:inkMkLst>
            <pc:docMk/>
            <pc:sldMk cId="574314217" sldId="376"/>
            <ac:inkMk id="3" creationId="{EC2E57D0-61AD-16AD-66F6-304A90272DC7}"/>
          </ac:inkMkLst>
        </pc:inkChg>
      </pc:sldChg>
      <pc:sldChg chg="addSp delSp new mod">
        <pc:chgData name="ARUN KARTHIK ." userId="62a047ea-99a3-445a-a127-bd8840139939" providerId="ADAL" clId="{9B7F336A-8864-4AD2-B676-87EF0E6FCA20}" dt="2024-08-30T08:59:51.893" v="94"/>
        <pc:sldMkLst>
          <pc:docMk/>
          <pc:sldMk cId="3971593077" sldId="377"/>
        </pc:sldMkLst>
        <pc:spChg chg="del">
          <ac:chgData name="ARUN KARTHIK ." userId="62a047ea-99a3-445a-a127-bd8840139939" providerId="ADAL" clId="{9B7F336A-8864-4AD2-B676-87EF0E6FCA20}" dt="2024-08-30T08:43:02.741" v="93" actId="478"/>
          <ac:spMkLst>
            <pc:docMk/>
            <pc:sldMk cId="3971593077" sldId="377"/>
            <ac:spMk id="2" creationId="{25AEB061-9C07-C5F3-2A20-CECF82CB5E58}"/>
          </ac:spMkLst>
        </pc:spChg>
        <pc:spChg chg="del">
          <ac:chgData name="ARUN KARTHIK ." userId="62a047ea-99a3-445a-a127-bd8840139939" providerId="ADAL" clId="{9B7F336A-8864-4AD2-B676-87EF0E6FCA20}" dt="2024-08-30T08:43:02.741" v="93" actId="478"/>
          <ac:spMkLst>
            <pc:docMk/>
            <pc:sldMk cId="3971593077" sldId="377"/>
            <ac:spMk id="3" creationId="{CCE84280-52B6-3E11-EE6A-3801369858E6}"/>
          </ac:spMkLst>
        </pc:spChg>
        <pc:inkChg chg="add">
          <ac:chgData name="ARUN KARTHIK ." userId="62a047ea-99a3-445a-a127-bd8840139939" providerId="ADAL" clId="{9B7F336A-8864-4AD2-B676-87EF0E6FCA20}" dt="2024-08-30T08:59:51.893" v="94"/>
          <ac:inkMkLst>
            <pc:docMk/>
            <pc:sldMk cId="3971593077" sldId="377"/>
            <ac:inkMk id="4" creationId="{06475831-F6F8-F03A-C2CD-D36306D21FE1}"/>
          </ac:inkMkLst>
        </pc:inkChg>
      </pc:sldChg>
      <pc:sldChg chg="addSp delSp modSp new mod">
        <pc:chgData name="ARUN KARTHIK ." userId="62a047ea-99a3-445a-a127-bd8840139939" providerId="ADAL" clId="{9B7F336A-8864-4AD2-B676-87EF0E6FCA20}" dt="2024-08-30T09:11:48.215" v="176"/>
        <pc:sldMkLst>
          <pc:docMk/>
          <pc:sldMk cId="3848968646" sldId="378"/>
        </pc:sldMkLst>
        <pc:spChg chg="del">
          <ac:chgData name="ARUN KARTHIK ." userId="62a047ea-99a3-445a-a127-bd8840139939" providerId="ADAL" clId="{9B7F336A-8864-4AD2-B676-87EF0E6FCA20}" dt="2024-08-30T08:59:55.071" v="96" actId="478"/>
          <ac:spMkLst>
            <pc:docMk/>
            <pc:sldMk cId="3848968646" sldId="378"/>
            <ac:spMk id="2" creationId="{8724EDA2-D84D-6E35-53E3-A2E69832D881}"/>
          </ac:spMkLst>
        </pc:spChg>
        <pc:spChg chg="del">
          <ac:chgData name="ARUN KARTHIK ." userId="62a047ea-99a3-445a-a127-bd8840139939" providerId="ADAL" clId="{9B7F336A-8864-4AD2-B676-87EF0E6FCA20}" dt="2024-08-30T08:59:55.071" v="96" actId="478"/>
          <ac:spMkLst>
            <pc:docMk/>
            <pc:sldMk cId="3848968646" sldId="378"/>
            <ac:spMk id="3" creationId="{2B6BA026-78F0-9430-BC89-3BB30007BBAA}"/>
          </ac:spMkLst>
        </pc:spChg>
        <pc:picChg chg="add mod">
          <ac:chgData name="ARUN KARTHIK ." userId="62a047ea-99a3-445a-a127-bd8840139939" providerId="ADAL" clId="{9B7F336A-8864-4AD2-B676-87EF0E6FCA20}" dt="2024-08-30T09:04:01.097" v="175" actId="1035"/>
          <ac:picMkLst>
            <pc:docMk/>
            <pc:sldMk cId="3848968646" sldId="378"/>
            <ac:picMk id="24578" creationId="{97DDF5AC-4A21-4464-21E2-25467DD1F0F1}"/>
          </ac:picMkLst>
        </pc:picChg>
        <pc:inkChg chg="add">
          <ac:chgData name="ARUN KARTHIK ." userId="62a047ea-99a3-445a-a127-bd8840139939" providerId="ADAL" clId="{9B7F336A-8864-4AD2-B676-87EF0E6FCA20}" dt="2024-08-30T09:03:21.993" v="97"/>
          <ac:inkMkLst>
            <pc:docMk/>
            <pc:sldMk cId="3848968646" sldId="378"/>
            <ac:inkMk id="4" creationId="{880FA091-D97C-F786-30E1-F3497BFE8C73}"/>
          </ac:inkMkLst>
        </pc:inkChg>
        <pc:inkChg chg="add">
          <ac:chgData name="ARUN KARTHIK ." userId="62a047ea-99a3-445a-a127-bd8840139939" providerId="ADAL" clId="{9B7F336A-8864-4AD2-B676-87EF0E6FCA20}" dt="2024-08-30T09:11:48.215" v="176"/>
          <ac:inkMkLst>
            <pc:docMk/>
            <pc:sldMk cId="3848968646" sldId="378"/>
            <ac:inkMk id="5" creationId="{CC7ABB4F-F6AD-17B1-65AB-C1D598CA8FAF}"/>
          </ac:inkMkLst>
        </pc:inkChg>
      </pc:sldChg>
      <pc:sldChg chg="addSp delSp modSp new mod">
        <pc:chgData name="ARUN KARTHIK ." userId="62a047ea-99a3-445a-a127-bd8840139939" providerId="ADAL" clId="{9B7F336A-8864-4AD2-B676-87EF0E6FCA20}" dt="2024-08-30T09:20:54.102" v="184"/>
        <pc:sldMkLst>
          <pc:docMk/>
          <pc:sldMk cId="4110749473" sldId="379"/>
        </pc:sldMkLst>
        <pc:spChg chg="del">
          <ac:chgData name="ARUN KARTHIK ." userId="62a047ea-99a3-445a-a127-bd8840139939" providerId="ADAL" clId="{9B7F336A-8864-4AD2-B676-87EF0E6FCA20}" dt="2024-08-30T09:11:50.805" v="178" actId="478"/>
          <ac:spMkLst>
            <pc:docMk/>
            <pc:sldMk cId="4110749473" sldId="379"/>
            <ac:spMk id="2" creationId="{FAA99CAE-95A3-0C37-A132-8EC5B63CE58F}"/>
          </ac:spMkLst>
        </pc:spChg>
        <pc:spChg chg="del">
          <ac:chgData name="ARUN KARTHIK ." userId="62a047ea-99a3-445a-a127-bd8840139939" providerId="ADAL" clId="{9B7F336A-8864-4AD2-B676-87EF0E6FCA20}" dt="2024-08-30T09:11:50.805" v="178" actId="478"/>
          <ac:spMkLst>
            <pc:docMk/>
            <pc:sldMk cId="4110749473" sldId="379"/>
            <ac:spMk id="3" creationId="{3453D87D-2E83-2A72-06C4-92F356AC2560}"/>
          </ac:spMkLst>
        </pc:spChg>
        <pc:picChg chg="add mod">
          <ac:chgData name="ARUN KARTHIK ." userId="62a047ea-99a3-445a-a127-bd8840139939" providerId="ADAL" clId="{9B7F336A-8864-4AD2-B676-87EF0E6FCA20}" dt="2024-08-30T09:15:58.968" v="183" actId="1076"/>
          <ac:picMkLst>
            <pc:docMk/>
            <pc:sldMk cId="4110749473" sldId="379"/>
            <ac:picMk id="25602" creationId="{B162E268-67AF-25B7-0394-E8B21B1B21ED}"/>
          </ac:picMkLst>
        </pc:picChg>
        <pc:inkChg chg="add">
          <ac:chgData name="ARUN KARTHIK ." userId="62a047ea-99a3-445a-a127-bd8840139939" providerId="ADAL" clId="{9B7F336A-8864-4AD2-B676-87EF0E6FCA20}" dt="2024-08-30T09:15:54.214" v="179"/>
          <ac:inkMkLst>
            <pc:docMk/>
            <pc:sldMk cId="4110749473" sldId="379"/>
            <ac:inkMk id="4" creationId="{B9F224FE-4340-5C40-68DA-CA1F79E8E6FA}"/>
          </ac:inkMkLst>
        </pc:inkChg>
        <pc:inkChg chg="add">
          <ac:chgData name="ARUN KARTHIK ." userId="62a047ea-99a3-445a-a127-bd8840139939" providerId="ADAL" clId="{9B7F336A-8864-4AD2-B676-87EF0E6FCA20}" dt="2024-08-30T09:20:54.102" v="184"/>
          <ac:inkMkLst>
            <pc:docMk/>
            <pc:sldMk cId="4110749473" sldId="379"/>
            <ac:inkMk id="5" creationId="{4B9D7324-FB45-E38D-85EC-27B43CCB47BA}"/>
          </ac:inkMkLst>
        </pc:inkChg>
      </pc:sldChg>
      <pc:sldChg chg="addSp new">
        <pc:chgData name="ARUN KARTHIK ." userId="62a047ea-99a3-445a-a127-bd8840139939" providerId="ADAL" clId="{9B7F336A-8864-4AD2-B676-87EF0E6FCA20}" dt="2024-08-30T09:22:42.464" v="186"/>
        <pc:sldMkLst>
          <pc:docMk/>
          <pc:sldMk cId="2282893680" sldId="380"/>
        </pc:sldMkLst>
        <pc:inkChg chg="add">
          <ac:chgData name="ARUN KARTHIK ." userId="62a047ea-99a3-445a-a127-bd8840139939" providerId="ADAL" clId="{9B7F336A-8864-4AD2-B676-87EF0E6FCA20}" dt="2024-08-30T09:22:42.464" v="186"/>
          <ac:inkMkLst>
            <pc:docMk/>
            <pc:sldMk cId="2282893680" sldId="380"/>
            <ac:inkMk id="4" creationId="{201A053F-0585-7A43-700C-891EB4571396}"/>
          </ac:inkMkLst>
        </pc:inkChg>
      </pc:sldChg>
      <pc:sldChg chg="addSp new">
        <pc:chgData name="ARUN KARTHIK ." userId="62a047ea-99a3-445a-a127-bd8840139939" providerId="ADAL" clId="{9B7F336A-8864-4AD2-B676-87EF0E6FCA20}" dt="2024-08-30T10:09:29.392" v="188"/>
        <pc:sldMkLst>
          <pc:docMk/>
          <pc:sldMk cId="2749357090" sldId="381"/>
        </pc:sldMkLst>
        <pc:inkChg chg="add">
          <ac:chgData name="ARUN KARTHIK ." userId="62a047ea-99a3-445a-a127-bd8840139939" providerId="ADAL" clId="{9B7F336A-8864-4AD2-B676-87EF0E6FCA20}" dt="2024-08-30T10:09:29.392" v="188"/>
          <ac:inkMkLst>
            <pc:docMk/>
            <pc:sldMk cId="2749357090" sldId="381"/>
            <ac:inkMk id="4" creationId="{67B09013-811C-2ADA-1022-0E23F7BAB3AC}"/>
          </ac:inkMkLst>
        </pc:inkChg>
      </pc:sldChg>
      <pc:sldChg chg="addSp delSp modSp new mod">
        <pc:chgData name="ARUN KARTHIK ." userId="62a047ea-99a3-445a-a127-bd8840139939" providerId="ADAL" clId="{9B7F336A-8864-4AD2-B676-87EF0E6FCA20}" dt="2024-08-30T10:17:21.243" v="216" actId="1076"/>
        <pc:sldMkLst>
          <pc:docMk/>
          <pc:sldMk cId="788845732" sldId="382"/>
        </pc:sldMkLst>
        <pc:spChg chg="del">
          <ac:chgData name="ARUN KARTHIK ." userId="62a047ea-99a3-445a-a127-bd8840139939" providerId="ADAL" clId="{9B7F336A-8864-4AD2-B676-87EF0E6FCA20}" dt="2024-08-30T10:13:14.185" v="190" actId="478"/>
          <ac:spMkLst>
            <pc:docMk/>
            <pc:sldMk cId="788845732" sldId="382"/>
            <ac:spMk id="2" creationId="{D84E9E4B-F8EF-EB03-336A-E3CCC05248AD}"/>
          </ac:spMkLst>
        </pc:spChg>
        <pc:spChg chg="del">
          <ac:chgData name="ARUN KARTHIK ." userId="62a047ea-99a3-445a-a127-bd8840139939" providerId="ADAL" clId="{9B7F336A-8864-4AD2-B676-87EF0E6FCA20}" dt="2024-08-30T10:13:14.185" v="190" actId="478"/>
          <ac:spMkLst>
            <pc:docMk/>
            <pc:sldMk cId="788845732" sldId="382"/>
            <ac:spMk id="3" creationId="{A1C03451-6D9D-C6F8-414A-29337570016B}"/>
          </ac:spMkLst>
        </pc:spChg>
        <pc:picChg chg="add mod">
          <ac:chgData name="ARUN KARTHIK ." userId="62a047ea-99a3-445a-a127-bd8840139939" providerId="ADAL" clId="{9B7F336A-8864-4AD2-B676-87EF0E6FCA20}" dt="2024-08-30T10:13:21.351" v="200" actId="1076"/>
          <ac:picMkLst>
            <pc:docMk/>
            <pc:sldMk cId="788845732" sldId="382"/>
            <ac:picMk id="5" creationId="{2FEEDA4E-2035-3F26-693A-7C3180A776F8}"/>
          </ac:picMkLst>
        </pc:picChg>
        <pc:picChg chg="add mod modCrop">
          <ac:chgData name="ARUN KARTHIK ." userId="62a047ea-99a3-445a-a127-bd8840139939" providerId="ADAL" clId="{9B7F336A-8864-4AD2-B676-87EF0E6FCA20}" dt="2024-08-30T10:15:56.937" v="213" actId="1076"/>
          <ac:picMkLst>
            <pc:docMk/>
            <pc:sldMk cId="788845732" sldId="382"/>
            <ac:picMk id="6" creationId="{0F5886A0-E412-C6C8-B292-7B10238330F8}"/>
          </ac:picMkLst>
        </pc:picChg>
        <pc:picChg chg="add mod">
          <ac:chgData name="ARUN KARTHIK ." userId="62a047ea-99a3-445a-a127-bd8840139939" providerId="ADAL" clId="{9B7F336A-8864-4AD2-B676-87EF0E6FCA20}" dt="2024-08-30T10:17:21.243" v="216" actId="1076"/>
          <ac:picMkLst>
            <pc:docMk/>
            <pc:sldMk cId="788845732" sldId="382"/>
            <ac:picMk id="7" creationId="{F0941F08-CBB1-24A8-52AC-3350E39DB64E}"/>
          </ac:picMkLst>
        </pc:picChg>
      </pc:sldChg>
      <pc:sldChg chg="del">
        <pc:chgData name="ARUN KARTHIK ." userId="62a047ea-99a3-445a-a127-bd8840139939" providerId="ADAL" clId="{9B7F336A-8864-4AD2-B676-87EF0E6FCA20}" dt="2024-08-30T08:28:24.949" v="0" actId="47"/>
        <pc:sldMkLst>
          <pc:docMk/>
          <pc:sldMk cId="4252618562" sldId="2147472361"/>
        </pc:sldMkLst>
      </pc:sldChg>
      <pc:sldChg chg="del">
        <pc:chgData name="ARUN KARTHIK ." userId="62a047ea-99a3-445a-a127-bd8840139939" providerId="ADAL" clId="{9B7F336A-8864-4AD2-B676-87EF0E6FCA20}" dt="2024-08-30T08:28:24.949" v="0" actId="47"/>
        <pc:sldMkLst>
          <pc:docMk/>
          <pc:sldMk cId="421474102" sldId="2147472362"/>
        </pc:sldMkLst>
      </pc:sldChg>
      <pc:sldChg chg="del">
        <pc:chgData name="ARUN KARTHIK ." userId="62a047ea-99a3-445a-a127-bd8840139939" providerId="ADAL" clId="{9B7F336A-8864-4AD2-B676-87EF0E6FCA20}" dt="2024-08-30T08:28:24.949" v="0" actId="47"/>
        <pc:sldMkLst>
          <pc:docMk/>
          <pc:sldMk cId="4168721080" sldId="2147472363"/>
        </pc:sldMkLst>
      </pc:sldChg>
      <pc:sldChg chg="del">
        <pc:chgData name="ARUN KARTHIK ." userId="62a047ea-99a3-445a-a127-bd8840139939" providerId="ADAL" clId="{9B7F336A-8864-4AD2-B676-87EF0E6FCA20}" dt="2024-08-30T08:28:24.949" v="0" actId="47"/>
        <pc:sldMkLst>
          <pc:docMk/>
          <pc:sldMk cId="3044103150" sldId="2147472364"/>
        </pc:sldMkLst>
      </pc:sldChg>
      <pc:sldChg chg="del">
        <pc:chgData name="ARUN KARTHIK ." userId="62a047ea-99a3-445a-a127-bd8840139939" providerId="ADAL" clId="{9B7F336A-8864-4AD2-B676-87EF0E6FCA20}" dt="2024-08-30T08:28:24.949" v="0" actId="47"/>
        <pc:sldMkLst>
          <pc:docMk/>
          <pc:sldMk cId="3970995464" sldId="2147472365"/>
        </pc:sldMkLst>
      </pc:sldChg>
      <pc:sldChg chg="del">
        <pc:chgData name="ARUN KARTHIK ." userId="62a047ea-99a3-445a-a127-bd8840139939" providerId="ADAL" clId="{9B7F336A-8864-4AD2-B676-87EF0E6FCA20}" dt="2024-08-30T08:28:24.949" v="0" actId="47"/>
        <pc:sldMkLst>
          <pc:docMk/>
          <pc:sldMk cId="3543518052" sldId="2147472366"/>
        </pc:sldMkLst>
      </pc:sldChg>
      <pc:sldChg chg="del">
        <pc:chgData name="ARUN KARTHIK ." userId="62a047ea-99a3-445a-a127-bd8840139939" providerId="ADAL" clId="{9B7F336A-8864-4AD2-B676-87EF0E6FCA20}" dt="2024-08-30T08:28:24.949" v="0" actId="47"/>
        <pc:sldMkLst>
          <pc:docMk/>
          <pc:sldMk cId="2620553551" sldId="2147472367"/>
        </pc:sldMkLst>
      </pc:sldChg>
      <pc:sldChg chg="del">
        <pc:chgData name="ARUN KARTHIK ." userId="62a047ea-99a3-445a-a127-bd8840139939" providerId="ADAL" clId="{9B7F336A-8864-4AD2-B676-87EF0E6FCA20}" dt="2024-08-30T08:28:24.949" v="0" actId="47"/>
        <pc:sldMkLst>
          <pc:docMk/>
          <pc:sldMk cId="1819371886" sldId="2147472368"/>
        </pc:sldMkLst>
      </pc:sldChg>
      <pc:sldChg chg="del">
        <pc:chgData name="ARUN KARTHIK ." userId="62a047ea-99a3-445a-a127-bd8840139939" providerId="ADAL" clId="{9B7F336A-8864-4AD2-B676-87EF0E6FCA20}" dt="2024-08-30T08:28:24.949" v="0" actId="47"/>
        <pc:sldMkLst>
          <pc:docMk/>
          <pc:sldMk cId="2548683965" sldId="2147472369"/>
        </pc:sldMkLst>
      </pc:sldChg>
      <pc:sldChg chg="del">
        <pc:chgData name="ARUN KARTHIK ." userId="62a047ea-99a3-445a-a127-bd8840139939" providerId="ADAL" clId="{9B7F336A-8864-4AD2-B676-87EF0E6FCA20}" dt="2024-08-30T08:28:24.949" v="0" actId="47"/>
        <pc:sldMkLst>
          <pc:docMk/>
          <pc:sldMk cId="4111662257" sldId="2147472370"/>
        </pc:sldMkLst>
      </pc:sldChg>
      <pc:sldChg chg="del">
        <pc:chgData name="ARUN KARTHIK ." userId="62a047ea-99a3-445a-a127-bd8840139939" providerId="ADAL" clId="{9B7F336A-8864-4AD2-B676-87EF0E6FCA20}" dt="2024-08-30T08:28:24.949" v="0" actId="47"/>
        <pc:sldMkLst>
          <pc:docMk/>
          <pc:sldMk cId="1142262224" sldId="2147472371"/>
        </pc:sldMkLst>
      </pc:sldChg>
      <pc:sldChg chg="del">
        <pc:chgData name="ARUN KARTHIK ." userId="62a047ea-99a3-445a-a127-bd8840139939" providerId="ADAL" clId="{9B7F336A-8864-4AD2-B676-87EF0E6FCA20}" dt="2024-08-30T08:28:24.949" v="0" actId="47"/>
        <pc:sldMkLst>
          <pc:docMk/>
          <pc:sldMk cId="777166991" sldId="2147472372"/>
        </pc:sldMkLst>
      </pc:sldChg>
      <pc:sldChg chg="del">
        <pc:chgData name="ARUN KARTHIK ." userId="62a047ea-99a3-445a-a127-bd8840139939" providerId="ADAL" clId="{9B7F336A-8864-4AD2-B676-87EF0E6FCA20}" dt="2024-08-30T08:28:24.949" v="0" actId="47"/>
        <pc:sldMkLst>
          <pc:docMk/>
          <pc:sldMk cId="266761057" sldId="2147472373"/>
        </pc:sldMkLst>
      </pc:sldChg>
      <pc:sldChg chg="del">
        <pc:chgData name="ARUN KARTHIK ." userId="62a047ea-99a3-445a-a127-bd8840139939" providerId="ADAL" clId="{9B7F336A-8864-4AD2-B676-87EF0E6FCA20}" dt="2024-08-30T08:28:24.949" v="0" actId="47"/>
        <pc:sldMkLst>
          <pc:docMk/>
          <pc:sldMk cId="1355072385" sldId="2147472374"/>
        </pc:sldMkLst>
      </pc:sldChg>
      <pc:sldChg chg="del">
        <pc:chgData name="ARUN KARTHIK ." userId="62a047ea-99a3-445a-a127-bd8840139939" providerId="ADAL" clId="{9B7F336A-8864-4AD2-B676-87EF0E6FCA20}" dt="2024-08-30T08:28:24.949" v="0" actId="47"/>
        <pc:sldMkLst>
          <pc:docMk/>
          <pc:sldMk cId="2487719019" sldId="2147472375"/>
        </pc:sldMkLst>
      </pc:sldChg>
      <pc:sldChg chg="del">
        <pc:chgData name="ARUN KARTHIK ." userId="62a047ea-99a3-445a-a127-bd8840139939" providerId="ADAL" clId="{9B7F336A-8864-4AD2-B676-87EF0E6FCA20}" dt="2024-08-30T08:28:24.949" v="0" actId="47"/>
        <pc:sldMkLst>
          <pc:docMk/>
          <pc:sldMk cId="3089551357" sldId="2147472376"/>
        </pc:sldMkLst>
      </pc:sldChg>
      <pc:sldChg chg="del">
        <pc:chgData name="ARUN KARTHIK ." userId="62a047ea-99a3-445a-a127-bd8840139939" providerId="ADAL" clId="{9B7F336A-8864-4AD2-B676-87EF0E6FCA20}" dt="2024-08-30T08:28:24.949" v="0" actId="47"/>
        <pc:sldMkLst>
          <pc:docMk/>
          <pc:sldMk cId="1975002370" sldId="2147472377"/>
        </pc:sldMkLst>
      </pc:sldChg>
      <pc:sldChg chg="del">
        <pc:chgData name="ARUN KARTHIK ." userId="62a047ea-99a3-445a-a127-bd8840139939" providerId="ADAL" clId="{9B7F336A-8864-4AD2-B676-87EF0E6FCA20}" dt="2024-08-30T08:28:24.949" v="0" actId="47"/>
        <pc:sldMkLst>
          <pc:docMk/>
          <pc:sldMk cId="794081513" sldId="2147472378"/>
        </pc:sldMkLst>
      </pc:sldChg>
      <pc:sldChg chg="del">
        <pc:chgData name="ARUN KARTHIK ." userId="62a047ea-99a3-445a-a127-bd8840139939" providerId="ADAL" clId="{9B7F336A-8864-4AD2-B676-87EF0E6FCA20}" dt="2024-08-30T08:28:24.949" v="0" actId="47"/>
        <pc:sldMkLst>
          <pc:docMk/>
          <pc:sldMk cId="3802152035" sldId="2147472379"/>
        </pc:sldMkLst>
      </pc:sldChg>
      <pc:sldChg chg="del">
        <pc:chgData name="ARUN KARTHIK ." userId="62a047ea-99a3-445a-a127-bd8840139939" providerId="ADAL" clId="{9B7F336A-8864-4AD2-B676-87EF0E6FCA20}" dt="2024-08-30T08:28:24.949" v="0" actId="47"/>
        <pc:sldMkLst>
          <pc:docMk/>
          <pc:sldMk cId="3477615367" sldId="2147472380"/>
        </pc:sldMkLst>
      </pc:sldChg>
      <pc:sldChg chg="del">
        <pc:chgData name="ARUN KARTHIK ." userId="62a047ea-99a3-445a-a127-bd8840139939" providerId="ADAL" clId="{9B7F336A-8864-4AD2-B676-87EF0E6FCA20}" dt="2024-08-30T08:28:24.949" v="0" actId="47"/>
        <pc:sldMkLst>
          <pc:docMk/>
          <pc:sldMk cId="57703861" sldId="2147472381"/>
        </pc:sldMkLst>
      </pc:sldChg>
      <pc:sldChg chg="del">
        <pc:chgData name="ARUN KARTHIK ." userId="62a047ea-99a3-445a-a127-bd8840139939" providerId="ADAL" clId="{9B7F336A-8864-4AD2-B676-87EF0E6FCA20}" dt="2024-08-30T08:28:24.949" v="0" actId="47"/>
        <pc:sldMkLst>
          <pc:docMk/>
          <pc:sldMk cId="2031889850" sldId="2147472382"/>
        </pc:sldMkLst>
      </pc:sldChg>
      <pc:sldChg chg="del">
        <pc:chgData name="ARUN KARTHIK ." userId="62a047ea-99a3-445a-a127-bd8840139939" providerId="ADAL" clId="{9B7F336A-8864-4AD2-B676-87EF0E6FCA20}" dt="2024-08-30T08:28:24.949" v="0" actId="47"/>
        <pc:sldMkLst>
          <pc:docMk/>
          <pc:sldMk cId="3700146145" sldId="2147472383"/>
        </pc:sldMkLst>
      </pc:sldChg>
      <pc:sldChg chg="del">
        <pc:chgData name="ARUN KARTHIK ." userId="62a047ea-99a3-445a-a127-bd8840139939" providerId="ADAL" clId="{9B7F336A-8864-4AD2-B676-87EF0E6FCA20}" dt="2024-08-30T08:28:24.949" v="0" actId="47"/>
        <pc:sldMkLst>
          <pc:docMk/>
          <pc:sldMk cId="3268246114" sldId="2147472384"/>
        </pc:sldMkLst>
      </pc:sldChg>
      <pc:sldChg chg="del">
        <pc:chgData name="ARUN KARTHIK ." userId="62a047ea-99a3-445a-a127-bd8840139939" providerId="ADAL" clId="{9B7F336A-8864-4AD2-B676-87EF0E6FCA20}" dt="2024-08-30T08:28:24.949" v="0" actId="47"/>
        <pc:sldMkLst>
          <pc:docMk/>
          <pc:sldMk cId="3640789840" sldId="2147472385"/>
        </pc:sldMkLst>
      </pc:sldChg>
      <pc:sldChg chg="del">
        <pc:chgData name="ARUN KARTHIK ." userId="62a047ea-99a3-445a-a127-bd8840139939" providerId="ADAL" clId="{9B7F336A-8864-4AD2-B676-87EF0E6FCA20}" dt="2024-08-30T08:28:24.949" v="0" actId="47"/>
        <pc:sldMkLst>
          <pc:docMk/>
          <pc:sldMk cId="3478306711" sldId="2147472386"/>
        </pc:sldMkLst>
      </pc:sldChg>
      <pc:sldChg chg="del">
        <pc:chgData name="ARUN KARTHIK ." userId="62a047ea-99a3-445a-a127-bd8840139939" providerId="ADAL" clId="{9B7F336A-8864-4AD2-B676-87EF0E6FCA20}" dt="2024-08-30T08:28:24.949" v="0" actId="47"/>
        <pc:sldMkLst>
          <pc:docMk/>
          <pc:sldMk cId="2588407438" sldId="2147472387"/>
        </pc:sldMkLst>
      </pc:sldChg>
      <pc:sldChg chg="del">
        <pc:chgData name="ARUN KARTHIK ." userId="62a047ea-99a3-445a-a127-bd8840139939" providerId="ADAL" clId="{9B7F336A-8864-4AD2-B676-87EF0E6FCA20}" dt="2024-08-30T08:28:24.949" v="0" actId="47"/>
        <pc:sldMkLst>
          <pc:docMk/>
          <pc:sldMk cId="1909346952" sldId="2147472388"/>
        </pc:sldMkLst>
      </pc:sldChg>
      <pc:sldChg chg="del">
        <pc:chgData name="ARUN KARTHIK ." userId="62a047ea-99a3-445a-a127-bd8840139939" providerId="ADAL" clId="{9B7F336A-8864-4AD2-B676-87EF0E6FCA20}" dt="2024-08-30T08:28:24.949" v="0" actId="47"/>
        <pc:sldMkLst>
          <pc:docMk/>
          <pc:sldMk cId="3540831262" sldId="2147472389"/>
        </pc:sldMkLst>
      </pc:sldChg>
      <pc:sldChg chg="del">
        <pc:chgData name="ARUN KARTHIK ." userId="62a047ea-99a3-445a-a127-bd8840139939" providerId="ADAL" clId="{9B7F336A-8864-4AD2-B676-87EF0E6FCA20}" dt="2024-08-30T08:28:24.949" v="0" actId="47"/>
        <pc:sldMkLst>
          <pc:docMk/>
          <pc:sldMk cId="2312948770" sldId="2147472390"/>
        </pc:sldMkLst>
      </pc:sldChg>
      <pc:sldChg chg="del">
        <pc:chgData name="ARUN KARTHIK ." userId="62a047ea-99a3-445a-a127-bd8840139939" providerId="ADAL" clId="{9B7F336A-8864-4AD2-B676-87EF0E6FCA20}" dt="2024-08-30T08:28:24.949" v="0" actId="47"/>
        <pc:sldMkLst>
          <pc:docMk/>
          <pc:sldMk cId="2113927364" sldId="2147472391"/>
        </pc:sldMkLst>
      </pc:sldChg>
      <pc:sldChg chg="del">
        <pc:chgData name="ARUN KARTHIK ." userId="62a047ea-99a3-445a-a127-bd8840139939" providerId="ADAL" clId="{9B7F336A-8864-4AD2-B676-87EF0E6FCA20}" dt="2024-08-30T08:28:24.949" v="0" actId="47"/>
        <pc:sldMkLst>
          <pc:docMk/>
          <pc:sldMk cId="474539182" sldId="2147472392"/>
        </pc:sldMkLst>
      </pc:sldChg>
      <pc:sldChg chg="del">
        <pc:chgData name="ARUN KARTHIK ." userId="62a047ea-99a3-445a-a127-bd8840139939" providerId="ADAL" clId="{9B7F336A-8864-4AD2-B676-87EF0E6FCA20}" dt="2024-08-30T08:28:24.949" v="0" actId="47"/>
        <pc:sldMkLst>
          <pc:docMk/>
          <pc:sldMk cId="1453361288" sldId="2147472393"/>
        </pc:sldMkLst>
      </pc:sldChg>
      <pc:sldChg chg="del">
        <pc:chgData name="ARUN KARTHIK ." userId="62a047ea-99a3-445a-a127-bd8840139939" providerId="ADAL" clId="{9B7F336A-8864-4AD2-B676-87EF0E6FCA20}" dt="2024-08-30T08:28:24.949" v="0" actId="47"/>
        <pc:sldMkLst>
          <pc:docMk/>
          <pc:sldMk cId="1236470835" sldId="2147472394"/>
        </pc:sldMkLst>
      </pc:sldChg>
      <pc:sldChg chg="del">
        <pc:chgData name="ARUN KARTHIK ." userId="62a047ea-99a3-445a-a127-bd8840139939" providerId="ADAL" clId="{9B7F336A-8864-4AD2-B676-87EF0E6FCA20}" dt="2024-08-30T08:28:24.949" v="0" actId="47"/>
        <pc:sldMkLst>
          <pc:docMk/>
          <pc:sldMk cId="2746148965" sldId="2147472395"/>
        </pc:sldMkLst>
      </pc:sldChg>
      <pc:sldChg chg="del">
        <pc:chgData name="ARUN KARTHIK ." userId="62a047ea-99a3-445a-a127-bd8840139939" providerId="ADAL" clId="{9B7F336A-8864-4AD2-B676-87EF0E6FCA20}" dt="2024-08-30T08:28:24.949" v="0" actId="47"/>
        <pc:sldMkLst>
          <pc:docMk/>
          <pc:sldMk cId="2066472572" sldId="2147472396"/>
        </pc:sldMkLst>
      </pc:sldChg>
      <pc:sldChg chg="del">
        <pc:chgData name="ARUN KARTHIK ." userId="62a047ea-99a3-445a-a127-bd8840139939" providerId="ADAL" clId="{9B7F336A-8864-4AD2-B676-87EF0E6FCA20}" dt="2024-08-30T08:28:24.949" v="0" actId="47"/>
        <pc:sldMkLst>
          <pc:docMk/>
          <pc:sldMk cId="1869701847" sldId="2147472397"/>
        </pc:sldMkLst>
      </pc:sldChg>
      <pc:sldChg chg="del">
        <pc:chgData name="ARUN KARTHIK ." userId="62a047ea-99a3-445a-a127-bd8840139939" providerId="ADAL" clId="{9B7F336A-8864-4AD2-B676-87EF0E6FCA20}" dt="2024-08-30T08:28:24.949" v="0" actId="47"/>
        <pc:sldMkLst>
          <pc:docMk/>
          <pc:sldMk cId="1117156583" sldId="2147472398"/>
        </pc:sldMkLst>
      </pc:sldChg>
      <pc:sldChg chg="del">
        <pc:chgData name="ARUN KARTHIK ." userId="62a047ea-99a3-445a-a127-bd8840139939" providerId="ADAL" clId="{9B7F336A-8864-4AD2-B676-87EF0E6FCA20}" dt="2024-08-30T08:28:24.949" v="0" actId="47"/>
        <pc:sldMkLst>
          <pc:docMk/>
          <pc:sldMk cId="1895799069" sldId="2147472399"/>
        </pc:sldMkLst>
      </pc:sldChg>
      <pc:sldChg chg="del">
        <pc:chgData name="ARUN KARTHIK ." userId="62a047ea-99a3-445a-a127-bd8840139939" providerId="ADAL" clId="{9B7F336A-8864-4AD2-B676-87EF0E6FCA20}" dt="2024-08-30T08:28:24.949" v="0" actId="47"/>
        <pc:sldMkLst>
          <pc:docMk/>
          <pc:sldMk cId="540911146" sldId="2147472400"/>
        </pc:sldMkLst>
      </pc:sldChg>
      <pc:sldChg chg="del">
        <pc:chgData name="ARUN KARTHIK ." userId="62a047ea-99a3-445a-a127-bd8840139939" providerId="ADAL" clId="{9B7F336A-8864-4AD2-B676-87EF0E6FCA20}" dt="2024-08-30T08:28:24.949" v="0" actId="47"/>
        <pc:sldMkLst>
          <pc:docMk/>
          <pc:sldMk cId="3253799392" sldId="2147472401"/>
        </pc:sldMkLst>
      </pc:sldChg>
      <pc:sldChg chg="del">
        <pc:chgData name="ARUN KARTHIK ." userId="62a047ea-99a3-445a-a127-bd8840139939" providerId="ADAL" clId="{9B7F336A-8864-4AD2-B676-87EF0E6FCA20}" dt="2024-08-30T08:28:24.949" v="0" actId="47"/>
        <pc:sldMkLst>
          <pc:docMk/>
          <pc:sldMk cId="961111815" sldId="2147472402"/>
        </pc:sldMkLst>
      </pc:sldChg>
      <pc:sldChg chg="del">
        <pc:chgData name="ARUN KARTHIK ." userId="62a047ea-99a3-445a-a127-bd8840139939" providerId="ADAL" clId="{9B7F336A-8864-4AD2-B676-87EF0E6FCA20}" dt="2024-08-30T08:28:24.949" v="0" actId="47"/>
        <pc:sldMkLst>
          <pc:docMk/>
          <pc:sldMk cId="96506259" sldId="2147472403"/>
        </pc:sldMkLst>
      </pc:sldChg>
      <pc:sldChg chg="del">
        <pc:chgData name="ARUN KARTHIK ." userId="62a047ea-99a3-445a-a127-bd8840139939" providerId="ADAL" clId="{9B7F336A-8864-4AD2-B676-87EF0E6FCA20}" dt="2024-08-30T08:28:24.949" v="0" actId="47"/>
        <pc:sldMkLst>
          <pc:docMk/>
          <pc:sldMk cId="1668372818" sldId="2147472404"/>
        </pc:sldMkLst>
      </pc:sldChg>
      <pc:sldChg chg="del">
        <pc:chgData name="ARUN KARTHIK ." userId="62a047ea-99a3-445a-a127-bd8840139939" providerId="ADAL" clId="{9B7F336A-8864-4AD2-B676-87EF0E6FCA20}" dt="2024-08-30T08:28:24.949" v="0" actId="47"/>
        <pc:sldMkLst>
          <pc:docMk/>
          <pc:sldMk cId="1399068448" sldId="2147472405"/>
        </pc:sldMkLst>
      </pc:sldChg>
      <pc:sldChg chg="del">
        <pc:chgData name="ARUN KARTHIK ." userId="62a047ea-99a3-445a-a127-bd8840139939" providerId="ADAL" clId="{9B7F336A-8864-4AD2-B676-87EF0E6FCA20}" dt="2024-08-30T08:28:24.949" v="0" actId="47"/>
        <pc:sldMkLst>
          <pc:docMk/>
          <pc:sldMk cId="2736853935" sldId="2147472406"/>
        </pc:sldMkLst>
      </pc:sldChg>
      <pc:sldChg chg="del">
        <pc:chgData name="ARUN KARTHIK ." userId="62a047ea-99a3-445a-a127-bd8840139939" providerId="ADAL" clId="{9B7F336A-8864-4AD2-B676-87EF0E6FCA20}" dt="2024-08-30T08:28:24.949" v="0" actId="47"/>
        <pc:sldMkLst>
          <pc:docMk/>
          <pc:sldMk cId="2167753590" sldId="2147472407"/>
        </pc:sldMkLst>
      </pc:sldChg>
      <pc:sldChg chg="del">
        <pc:chgData name="ARUN KARTHIK ." userId="62a047ea-99a3-445a-a127-bd8840139939" providerId="ADAL" clId="{9B7F336A-8864-4AD2-B676-87EF0E6FCA20}" dt="2024-08-30T08:28:24.949" v="0" actId="47"/>
        <pc:sldMkLst>
          <pc:docMk/>
          <pc:sldMk cId="804197851" sldId="2147472408"/>
        </pc:sldMkLst>
      </pc:sldChg>
      <pc:sldChg chg="del">
        <pc:chgData name="ARUN KARTHIK ." userId="62a047ea-99a3-445a-a127-bd8840139939" providerId="ADAL" clId="{9B7F336A-8864-4AD2-B676-87EF0E6FCA20}" dt="2024-08-30T08:28:24.949" v="0" actId="47"/>
        <pc:sldMkLst>
          <pc:docMk/>
          <pc:sldMk cId="2364980166" sldId="2147472409"/>
        </pc:sldMkLst>
      </pc:sldChg>
      <pc:sldChg chg="del">
        <pc:chgData name="ARUN KARTHIK ." userId="62a047ea-99a3-445a-a127-bd8840139939" providerId="ADAL" clId="{9B7F336A-8864-4AD2-B676-87EF0E6FCA20}" dt="2024-08-30T08:28:24.949" v="0" actId="47"/>
        <pc:sldMkLst>
          <pc:docMk/>
          <pc:sldMk cId="2041477310" sldId="2147472410"/>
        </pc:sldMkLst>
      </pc:sldChg>
    </pc:docChg>
  </pc:docChgLst>
  <pc:docChgLst>
    <pc:chgData name="ARUN KARTHIK ." userId="62a047ea-99a3-445a-a127-bd8840139939" providerId="ADAL" clId="{681553B4-56ED-45EF-8511-39EE08122294}"/>
    <pc:docChg chg="custSel addSld modSld">
      <pc:chgData name="ARUN KARTHIK ." userId="62a047ea-99a3-445a-a127-bd8840139939" providerId="ADAL" clId="{681553B4-56ED-45EF-8511-39EE08122294}" dt="2024-06-09T12:01:25.687" v="302" actId="478"/>
      <pc:docMkLst>
        <pc:docMk/>
      </pc:docMkLst>
      <pc:sldChg chg="addSp mod">
        <pc:chgData name="ARUN KARTHIK ." userId="62a047ea-99a3-445a-a127-bd8840139939" providerId="ADAL" clId="{681553B4-56ED-45EF-8511-39EE08122294}" dt="2024-06-09T11:45:26.553" v="171" actId="11529"/>
        <pc:sldMkLst>
          <pc:docMk/>
          <pc:sldMk cId="2161333238" sldId="2147472331"/>
        </pc:sldMkLst>
        <pc:spChg chg="add">
          <ac:chgData name="ARUN KARTHIK ." userId="62a047ea-99a3-445a-a127-bd8840139939" providerId="ADAL" clId="{681553B4-56ED-45EF-8511-39EE08122294}" dt="2024-06-09T11:45:26.553" v="171" actId="11529"/>
          <ac:spMkLst>
            <pc:docMk/>
            <pc:sldMk cId="2161333238" sldId="2147472331"/>
            <ac:spMk id="2" creationId="{AFFC9EAD-8E1E-F2FB-27ED-0DA4E772B5A9}"/>
          </ac:spMkLst>
        </pc:spChg>
      </pc:sldChg>
      <pc:sldChg chg="addSp delSp modSp new mod">
        <pc:chgData name="ARUN KARTHIK ." userId="62a047ea-99a3-445a-a127-bd8840139939" providerId="ADAL" clId="{681553B4-56ED-45EF-8511-39EE08122294}" dt="2024-06-09T11:26:48.707" v="170" actId="197"/>
        <pc:sldMkLst>
          <pc:docMk/>
          <pc:sldMk cId="2783640296" sldId="2147472363"/>
        </pc:sldMkLst>
        <pc:spChg chg="del">
          <ac:chgData name="ARUN KARTHIK ." userId="62a047ea-99a3-445a-a127-bd8840139939" providerId="ADAL" clId="{681553B4-56ED-45EF-8511-39EE08122294}" dt="2024-06-09T10:52:31.677" v="1" actId="478"/>
          <ac:spMkLst>
            <pc:docMk/>
            <pc:sldMk cId="2783640296" sldId="2147472363"/>
            <ac:spMk id="2" creationId="{8C52F98F-2A22-AC58-651E-23A10117A592}"/>
          </ac:spMkLst>
        </pc:spChg>
        <pc:spChg chg="add mod">
          <ac:chgData name="ARUN KARTHIK ." userId="62a047ea-99a3-445a-a127-bd8840139939" providerId="ADAL" clId="{681553B4-56ED-45EF-8511-39EE08122294}" dt="2024-06-09T10:58:27.974" v="95" actId="20577"/>
          <ac:spMkLst>
            <pc:docMk/>
            <pc:sldMk cId="2783640296" sldId="2147472363"/>
            <ac:spMk id="3" creationId="{2888D1EE-9CEC-6B82-24AA-793C16A1E76F}"/>
          </ac:spMkLst>
        </pc:spChg>
        <pc:spChg chg="add del">
          <ac:chgData name="ARUN KARTHIK ." userId="62a047ea-99a3-445a-a127-bd8840139939" providerId="ADAL" clId="{681553B4-56ED-45EF-8511-39EE08122294}" dt="2024-06-09T10:54:56.865" v="24" actId="478"/>
          <ac:spMkLst>
            <pc:docMk/>
            <pc:sldMk cId="2783640296" sldId="2147472363"/>
            <ac:spMk id="7" creationId="{D9319D44-708E-4054-99D0-42CD8244F627}"/>
          </ac:spMkLst>
        </pc:spChg>
        <pc:spChg chg="add del mod">
          <ac:chgData name="ARUN KARTHIK ." userId="62a047ea-99a3-445a-a127-bd8840139939" providerId="ADAL" clId="{681553B4-56ED-45EF-8511-39EE08122294}" dt="2024-06-09T10:55:40.713" v="43" actId="478"/>
          <ac:spMkLst>
            <pc:docMk/>
            <pc:sldMk cId="2783640296" sldId="2147472363"/>
            <ac:spMk id="16" creationId="{467B275A-9FE0-62D5-E0E2-1F6A1BD6BA83}"/>
          </ac:spMkLst>
        </pc:spChg>
        <pc:spChg chg="add mod">
          <ac:chgData name="ARUN KARTHIK ." userId="62a047ea-99a3-445a-a127-bd8840139939" providerId="ADAL" clId="{681553B4-56ED-45EF-8511-39EE08122294}" dt="2024-06-09T10:58:32.494" v="106" actId="20577"/>
          <ac:spMkLst>
            <pc:docMk/>
            <pc:sldMk cId="2783640296" sldId="2147472363"/>
            <ac:spMk id="17" creationId="{E4686F14-A9B2-8247-8D34-5947D56AC274}"/>
          </ac:spMkLst>
        </pc:spChg>
        <pc:spChg chg="add mod">
          <ac:chgData name="ARUN KARTHIK ." userId="62a047ea-99a3-445a-a127-bd8840139939" providerId="ADAL" clId="{681553B4-56ED-45EF-8511-39EE08122294}" dt="2024-06-09T11:00:26.972" v="110" actId="20577"/>
          <ac:spMkLst>
            <pc:docMk/>
            <pc:sldMk cId="2783640296" sldId="2147472363"/>
            <ac:spMk id="20" creationId="{07537B7B-EB27-EEB5-35C5-F2AD01A98DF9}"/>
          </ac:spMkLst>
        </pc:spChg>
        <pc:spChg chg="add mod">
          <ac:chgData name="ARUN KARTHIK ." userId="62a047ea-99a3-445a-a127-bd8840139939" providerId="ADAL" clId="{681553B4-56ED-45EF-8511-39EE08122294}" dt="2024-06-09T11:00:32.545" v="112" actId="1076"/>
          <ac:spMkLst>
            <pc:docMk/>
            <pc:sldMk cId="2783640296" sldId="2147472363"/>
            <ac:spMk id="21" creationId="{1CF23612-71B0-939F-9686-3A17537A2FDD}"/>
          </ac:spMkLst>
        </pc:spChg>
        <pc:spChg chg="add mod">
          <ac:chgData name="ARUN KARTHIK ." userId="62a047ea-99a3-445a-a127-bd8840139939" providerId="ADAL" clId="{681553B4-56ED-45EF-8511-39EE08122294}" dt="2024-06-09T11:00:36.112" v="114" actId="1076"/>
          <ac:spMkLst>
            <pc:docMk/>
            <pc:sldMk cId="2783640296" sldId="2147472363"/>
            <ac:spMk id="22" creationId="{2B0EF21D-0C49-A518-6BA8-95704123BF11}"/>
          </ac:spMkLst>
        </pc:spChg>
        <pc:spChg chg="add mod">
          <ac:chgData name="ARUN KARTHIK ." userId="62a047ea-99a3-445a-a127-bd8840139939" providerId="ADAL" clId="{681553B4-56ED-45EF-8511-39EE08122294}" dt="2024-06-09T11:00:41.210" v="119" actId="20577"/>
          <ac:spMkLst>
            <pc:docMk/>
            <pc:sldMk cId="2783640296" sldId="2147472363"/>
            <ac:spMk id="23" creationId="{A00EDFF4-A98C-E8CC-9DB9-6ABBC0C382BE}"/>
          </ac:spMkLst>
        </pc:spChg>
        <pc:spChg chg="add mod">
          <ac:chgData name="ARUN KARTHIK ." userId="62a047ea-99a3-445a-a127-bd8840139939" providerId="ADAL" clId="{681553B4-56ED-45EF-8511-39EE08122294}" dt="2024-06-09T11:00:45.273" v="121" actId="1076"/>
          <ac:spMkLst>
            <pc:docMk/>
            <pc:sldMk cId="2783640296" sldId="2147472363"/>
            <ac:spMk id="24" creationId="{AED1A8BE-FFE5-B390-C2EA-B7D4B93B3662}"/>
          </ac:spMkLst>
        </pc:spChg>
        <pc:spChg chg="add mod">
          <ac:chgData name="ARUN KARTHIK ." userId="62a047ea-99a3-445a-a127-bd8840139939" providerId="ADAL" clId="{681553B4-56ED-45EF-8511-39EE08122294}" dt="2024-06-09T11:00:49.296" v="123" actId="1076"/>
          <ac:spMkLst>
            <pc:docMk/>
            <pc:sldMk cId="2783640296" sldId="2147472363"/>
            <ac:spMk id="25" creationId="{F1A5D738-35CF-A015-6347-EA9FB21EEBB9}"/>
          </ac:spMkLst>
        </pc:spChg>
        <pc:spChg chg="add">
          <ac:chgData name="ARUN KARTHIK ." userId="62a047ea-99a3-445a-a127-bd8840139939" providerId="ADAL" clId="{681553B4-56ED-45EF-8511-39EE08122294}" dt="2024-06-09T11:26:28.081" v="165" actId="11529"/>
          <ac:spMkLst>
            <pc:docMk/>
            <pc:sldMk cId="2783640296" sldId="2147472363"/>
            <ac:spMk id="28" creationId="{5B29DD52-2537-68F4-6E12-BEBCD41E345A}"/>
          </ac:spMkLst>
        </pc:spChg>
        <pc:spChg chg="add mod">
          <ac:chgData name="ARUN KARTHIK ." userId="62a047ea-99a3-445a-a127-bd8840139939" providerId="ADAL" clId="{681553B4-56ED-45EF-8511-39EE08122294}" dt="2024-06-09T11:26:48.707" v="170" actId="197"/>
          <ac:spMkLst>
            <pc:docMk/>
            <pc:sldMk cId="2783640296" sldId="2147472363"/>
            <ac:spMk id="30" creationId="{3E969EE6-257B-6CA2-97B8-9B2B2F773BF1}"/>
          </ac:spMkLst>
        </pc:spChg>
        <pc:picChg chg="add mod">
          <ac:chgData name="ARUN KARTHIK ." userId="62a047ea-99a3-445a-a127-bd8840139939" providerId="ADAL" clId="{681553B4-56ED-45EF-8511-39EE08122294}" dt="2024-06-09T10:54:35.285" v="18" actId="1076"/>
          <ac:picMkLst>
            <pc:docMk/>
            <pc:sldMk cId="2783640296" sldId="2147472363"/>
            <ac:picMk id="4" creationId="{0BE38357-3181-D1EA-2D4E-CC8C1669B6A8}"/>
          </ac:picMkLst>
        </pc:picChg>
        <pc:picChg chg="add mod">
          <ac:chgData name="ARUN KARTHIK ." userId="62a047ea-99a3-445a-a127-bd8840139939" providerId="ADAL" clId="{681553B4-56ED-45EF-8511-39EE08122294}" dt="2024-06-09T10:54:39.102" v="21" actId="1076"/>
          <ac:picMkLst>
            <pc:docMk/>
            <pc:sldMk cId="2783640296" sldId="2147472363"/>
            <ac:picMk id="5" creationId="{A971EDD5-6DD7-B00B-2372-20D01D5AECB6}"/>
          </ac:picMkLst>
        </pc:picChg>
        <pc:picChg chg="add mod">
          <ac:chgData name="ARUN KARTHIK ." userId="62a047ea-99a3-445a-a127-bd8840139939" providerId="ADAL" clId="{681553B4-56ED-45EF-8511-39EE08122294}" dt="2024-06-09T10:54:42.346" v="22" actId="571"/>
          <ac:picMkLst>
            <pc:docMk/>
            <pc:sldMk cId="2783640296" sldId="2147472363"/>
            <ac:picMk id="6" creationId="{5F58322A-AEDB-BAC0-1BEA-3BAF942856BE}"/>
          </ac:picMkLst>
        </pc:picChg>
        <pc:picChg chg="add mod">
          <ac:chgData name="ARUN KARTHIK ." userId="62a047ea-99a3-445a-a127-bd8840139939" providerId="ADAL" clId="{681553B4-56ED-45EF-8511-39EE08122294}" dt="2024-06-09T11:17:18.955" v="156" actId="1076"/>
          <ac:picMkLst>
            <pc:docMk/>
            <pc:sldMk cId="2783640296" sldId="2147472363"/>
            <ac:picMk id="26" creationId="{2900D3DA-F83F-8424-5396-F2CBC27D21ED}"/>
          </ac:picMkLst>
        </pc:picChg>
        <pc:picChg chg="add mod">
          <ac:chgData name="ARUN KARTHIK ." userId="62a047ea-99a3-445a-a127-bd8840139939" providerId="ADAL" clId="{681553B4-56ED-45EF-8511-39EE08122294}" dt="2024-06-09T11:26:19.504" v="164" actId="1076"/>
          <ac:picMkLst>
            <pc:docMk/>
            <pc:sldMk cId="2783640296" sldId="2147472363"/>
            <ac:picMk id="27" creationId="{75FC2C22-D9F6-F0F8-23A6-AF2A7A9D3380}"/>
          </ac:picMkLst>
        </pc:picChg>
        <pc:picChg chg="add mod">
          <ac:chgData name="ARUN KARTHIK ." userId="62a047ea-99a3-445a-a127-bd8840139939" providerId="ADAL" clId="{681553B4-56ED-45EF-8511-39EE08122294}" dt="2024-06-09T11:26:36.652" v="167" actId="1076"/>
          <ac:picMkLst>
            <pc:docMk/>
            <pc:sldMk cId="2783640296" sldId="2147472363"/>
            <ac:picMk id="29" creationId="{A85F5C86-AA3C-60A5-666F-F79C3E9A762C}"/>
          </ac:picMkLst>
        </pc:picChg>
        <pc:picChg chg="add del mod">
          <ac:chgData name="ARUN KARTHIK ." userId="62a047ea-99a3-445a-a127-bd8840139939" providerId="ADAL" clId="{681553B4-56ED-45EF-8511-39EE08122294}" dt="2024-06-09T10:54:36.364" v="19" actId="478"/>
          <ac:picMkLst>
            <pc:docMk/>
            <pc:sldMk cId="2783640296" sldId="2147472363"/>
            <ac:picMk id="1026" creationId="{4FD342F5-7BA8-E7E1-6FA2-6A8626BBCDD5}"/>
          </ac:picMkLst>
        </pc:picChg>
        <pc:picChg chg="add mod">
          <ac:chgData name="ARUN KARTHIK ." userId="62a047ea-99a3-445a-a127-bd8840139939" providerId="ADAL" clId="{681553B4-56ED-45EF-8511-39EE08122294}" dt="2024-06-09T10:57:47.633" v="86" actId="167"/>
          <ac:picMkLst>
            <pc:docMk/>
            <pc:sldMk cId="2783640296" sldId="2147472363"/>
            <ac:picMk id="1028" creationId="{ACA59ECC-AC71-5F96-9600-38801363F9C1}"/>
          </ac:picMkLst>
        </pc:picChg>
        <pc:picChg chg="add del mod">
          <ac:chgData name="ARUN KARTHIK ." userId="62a047ea-99a3-445a-a127-bd8840139939" providerId="ADAL" clId="{681553B4-56ED-45EF-8511-39EE08122294}" dt="2024-06-09T11:02:06.253" v="139" actId="478"/>
          <ac:picMkLst>
            <pc:docMk/>
            <pc:sldMk cId="2783640296" sldId="2147472363"/>
            <ac:picMk id="1030" creationId="{97D370C9-0AFE-09D6-B4CD-F10D82CB5FC8}"/>
          </ac:picMkLst>
        </pc:picChg>
        <pc:picChg chg="add mod">
          <ac:chgData name="ARUN KARTHIK ." userId="62a047ea-99a3-445a-a127-bd8840139939" providerId="ADAL" clId="{681553B4-56ED-45EF-8511-39EE08122294}" dt="2024-06-09T11:02:21.846" v="154" actId="1076"/>
          <ac:picMkLst>
            <pc:docMk/>
            <pc:sldMk cId="2783640296" sldId="2147472363"/>
            <ac:picMk id="1032" creationId="{B61E4433-6EBF-6AE2-A8D6-AE3A948CEC0A}"/>
          </ac:picMkLst>
        </pc:picChg>
        <pc:cxnChg chg="add">
          <ac:chgData name="ARUN KARTHIK ." userId="62a047ea-99a3-445a-a127-bd8840139939" providerId="ADAL" clId="{681553B4-56ED-45EF-8511-39EE08122294}" dt="2024-06-09T10:55:03.526" v="25" actId="11529"/>
          <ac:cxnSpMkLst>
            <pc:docMk/>
            <pc:sldMk cId="2783640296" sldId="2147472363"/>
            <ac:cxnSpMk id="9" creationId="{0EFED336-BF0F-1991-F602-06439C558086}"/>
          </ac:cxnSpMkLst>
        </pc:cxnChg>
        <pc:cxnChg chg="add mod">
          <ac:chgData name="ARUN KARTHIK ." userId="62a047ea-99a3-445a-a127-bd8840139939" providerId="ADAL" clId="{681553B4-56ED-45EF-8511-39EE08122294}" dt="2024-06-09T10:55:19.920" v="37" actId="14100"/>
          <ac:cxnSpMkLst>
            <pc:docMk/>
            <pc:sldMk cId="2783640296" sldId="2147472363"/>
            <ac:cxnSpMk id="10" creationId="{E7B6086F-64CF-E28E-EE64-12E5123DEF73}"/>
          </ac:cxnSpMkLst>
        </pc:cxnChg>
        <pc:cxnChg chg="add mod">
          <ac:chgData name="ARUN KARTHIK ." userId="62a047ea-99a3-445a-a127-bd8840139939" providerId="ADAL" clId="{681553B4-56ED-45EF-8511-39EE08122294}" dt="2024-06-09T10:55:28.520" v="40" actId="14100"/>
          <ac:cxnSpMkLst>
            <pc:docMk/>
            <pc:sldMk cId="2783640296" sldId="2147472363"/>
            <ac:cxnSpMk id="13" creationId="{651965FB-52FB-C065-1B28-7538B23CBAEA}"/>
          </ac:cxnSpMkLst>
        </pc:cxnChg>
        <pc:cxnChg chg="add">
          <ac:chgData name="ARUN KARTHIK ." userId="62a047ea-99a3-445a-a127-bd8840139939" providerId="ADAL" clId="{681553B4-56ED-45EF-8511-39EE08122294}" dt="2024-06-09T10:56:10.421" v="56" actId="11529"/>
          <ac:cxnSpMkLst>
            <pc:docMk/>
            <pc:sldMk cId="2783640296" sldId="2147472363"/>
            <ac:cxnSpMk id="19" creationId="{4AB92462-0534-DA0E-1C96-B013875853B0}"/>
          </ac:cxnSpMkLst>
        </pc:cxnChg>
      </pc:sldChg>
      <pc:sldChg chg="addSp delSp modSp add mod">
        <pc:chgData name="ARUN KARTHIK ." userId="62a047ea-99a3-445a-a127-bd8840139939" providerId="ADAL" clId="{681553B4-56ED-45EF-8511-39EE08122294}" dt="2024-06-09T11:54:35.267" v="292" actId="20577"/>
        <pc:sldMkLst>
          <pc:docMk/>
          <pc:sldMk cId="2604963721" sldId="2147472364"/>
        </pc:sldMkLst>
        <pc:spChg chg="add mod">
          <ac:chgData name="ARUN KARTHIK ." userId="62a047ea-99a3-445a-a127-bd8840139939" providerId="ADAL" clId="{681553B4-56ED-45EF-8511-39EE08122294}" dt="2024-06-09T11:54:26.936" v="264" actId="20577"/>
          <ac:spMkLst>
            <pc:docMk/>
            <pc:sldMk cId="2604963721" sldId="2147472364"/>
            <ac:spMk id="2" creationId="{F7FF3DAD-6826-F3D3-0712-13199319DAE5}"/>
          </ac:spMkLst>
        </pc:spChg>
        <pc:spChg chg="add mod">
          <ac:chgData name="ARUN KARTHIK ." userId="62a047ea-99a3-445a-a127-bd8840139939" providerId="ADAL" clId="{681553B4-56ED-45EF-8511-39EE08122294}" dt="2024-06-09T11:54:30.940" v="276" actId="20577"/>
          <ac:spMkLst>
            <pc:docMk/>
            <pc:sldMk cId="2604963721" sldId="2147472364"/>
            <ac:spMk id="3" creationId="{17F67903-54C1-0A14-7445-AFD1F6610132}"/>
          </ac:spMkLst>
        </pc:spChg>
        <pc:spChg chg="mod">
          <ac:chgData name="ARUN KARTHIK ." userId="62a047ea-99a3-445a-a127-bd8840139939" providerId="ADAL" clId="{681553B4-56ED-45EF-8511-39EE08122294}" dt="2024-06-09T11:51:55.486" v="201" actId="20577"/>
          <ac:spMkLst>
            <pc:docMk/>
            <pc:sldMk cId="2604963721" sldId="2147472364"/>
            <ac:spMk id="4" creationId="{B005B3F8-E38A-C389-2B2E-1BBC6C382B91}"/>
          </ac:spMkLst>
        </pc:spChg>
        <pc:spChg chg="add mod">
          <ac:chgData name="ARUN KARTHIK ." userId="62a047ea-99a3-445a-a127-bd8840139939" providerId="ADAL" clId="{681553B4-56ED-45EF-8511-39EE08122294}" dt="2024-06-09T11:54:35.267" v="292" actId="20577"/>
          <ac:spMkLst>
            <pc:docMk/>
            <pc:sldMk cId="2604963721" sldId="2147472364"/>
            <ac:spMk id="5" creationId="{0B7A8D6D-12F8-04DA-7480-B55BB19F5A1E}"/>
          </ac:spMkLst>
        </pc:spChg>
        <pc:picChg chg="add mod">
          <ac:chgData name="ARUN KARTHIK ." userId="62a047ea-99a3-445a-a127-bd8840139939" providerId="ADAL" clId="{681553B4-56ED-45EF-8511-39EE08122294}" dt="2024-06-09T11:52:53.764" v="241" actId="1076"/>
          <ac:picMkLst>
            <pc:docMk/>
            <pc:sldMk cId="2604963721" sldId="2147472364"/>
            <ac:picMk id="7" creationId="{CF9AE830-FECC-9E14-9699-F83A7540344C}"/>
          </ac:picMkLst>
        </pc:picChg>
        <pc:picChg chg="add mod">
          <ac:chgData name="ARUN KARTHIK ." userId="62a047ea-99a3-445a-a127-bd8840139939" providerId="ADAL" clId="{681553B4-56ED-45EF-8511-39EE08122294}" dt="2024-06-09T11:52:56.365" v="243" actId="1076"/>
          <ac:picMkLst>
            <pc:docMk/>
            <pc:sldMk cId="2604963721" sldId="2147472364"/>
            <ac:picMk id="8" creationId="{121C4B96-075D-64D9-10EA-C4F2FB089C5D}"/>
          </ac:picMkLst>
        </pc:picChg>
        <pc:picChg chg="add mod">
          <ac:chgData name="ARUN KARTHIK ." userId="62a047ea-99a3-445a-a127-bd8840139939" providerId="ADAL" clId="{681553B4-56ED-45EF-8511-39EE08122294}" dt="2024-06-09T11:53:00.192" v="245" actId="1076"/>
          <ac:picMkLst>
            <pc:docMk/>
            <pc:sldMk cId="2604963721" sldId="2147472364"/>
            <ac:picMk id="9" creationId="{522388AD-2108-3E71-5731-02A76F9B29AB}"/>
          </ac:picMkLst>
        </pc:picChg>
        <pc:picChg chg="del">
          <ac:chgData name="ARUN KARTHIK ." userId="62a047ea-99a3-445a-a127-bd8840139939" providerId="ADAL" clId="{681553B4-56ED-45EF-8511-39EE08122294}" dt="2024-06-09T11:51:47.906" v="173" actId="478"/>
          <ac:picMkLst>
            <pc:docMk/>
            <pc:sldMk cId="2604963721" sldId="2147472364"/>
            <ac:picMk id="6146" creationId="{EDCC7EB9-9FB0-1E8C-AE22-DDF63C51B0EF}"/>
          </ac:picMkLst>
        </pc:picChg>
      </pc:sldChg>
      <pc:sldChg chg="addSp delSp modSp add mod">
        <pc:chgData name="ARUN KARTHIK ." userId="62a047ea-99a3-445a-a127-bd8840139939" providerId="ADAL" clId="{681553B4-56ED-45EF-8511-39EE08122294}" dt="2024-06-09T12:01:25.687" v="302" actId="478"/>
        <pc:sldMkLst>
          <pc:docMk/>
          <pc:sldMk cId="1223650770" sldId="2147472365"/>
        </pc:sldMkLst>
        <pc:picChg chg="add mod">
          <ac:chgData name="ARUN KARTHIK ." userId="62a047ea-99a3-445a-a127-bd8840139939" providerId="ADAL" clId="{681553B4-56ED-45EF-8511-39EE08122294}" dt="2024-06-09T11:57:09.504" v="295" actId="1076"/>
          <ac:picMkLst>
            <pc:docMk/>
            <pc:sldMk cId="1223650770" sldId="2147472365"/>
            <ac:picMk id="7" creationId="{B9B53291-749C-4004-301B-A4D8885F96D8}"/>
          </ac:picMkLst>
        </pc:picChg>
        <pc:picChg chg="add mod">
          <ac:chgData name="ARUN KARTHIK ." userId="62a047ea-99a3-445a-a127-bd8840139939" providerId="ADAL" clId="{681553B4-56ED-45EF-8511-39EE08122294}" dt="2024-06-09T11:57:29.520" v="297" actId="1076"/>
          <ac:picMkLst>
            <pc:docMk/>
            <pc:sldMk cId="1223650770" sldId="2147472365"/>
            <ac:picMk id="11" creationId="{E367EFA1-5D0D-8C10-8542-435E69A6645A}"/>
          </ac:picMkLst>
        </pc:picChg>
        <pc:picChg chg="add mod">
          <ac:chgData name="ARUN KARTHIK ." userId="62a047ea-99a3-445a-a127-bd8840139939" providerId="ADAL" clId="{681553B4-56ED-45EF-8511-39EE08122294}" dt="2024-06-09T11:57:33.983" v="299" actId="1076"/>
          <ac:picMkLst>
            <pc:docMk/>
            <pc:sldMk cId="1223650770" sldId="2147472365"/>
            <ac:picMk id="12" creationId="{770A4203-4E3A-80C3-3E9D-3A78A5F8757D}"/>
          </ac:picMkLst>
        </pc:picChg>
        <pc:picChg chg="add mod">
          <ac:chgData name="ARUN KARTHIK ." userId="62a047ea-99a3-445a-a127-bd8840139939" providerId="ADAL" clId="{681553B4-56ED-45EF-8511-39EE08122294}" dt="2024-06-09T11:57:37.695" v="301" actId="1076"/>
          <ac:picMkLst>
            <pc:docMk/>
            <pc:sldMk cId="1223650770" sldId="2147472365"/>
            <ac:picMk id="14" creationId="{B17D879C-1C46-E065-7C47-E439904819D0}"/>
          </ac:picMkLst>
        </pc:picChg>
        <pc:picChg chg="del">
          <ac:chgData name="ARUN KARTHIK ." userId="62a047ea-99a3-445a-a127-bd8840139939" providerId="ADAL" clId="{681553B4-56ED-45EF-8511-39EE08122294}" dt="2024-06-09T12:01:25.687" v="302" actId="478"/>
          <ac:picMkLst>
            <pc:docMk/>
            <pc:sldMk cId="1223650770" sldId="2147472365"/>
            <ac:picMk id="26" creationId="{2900D3DA-F83F-8424-5396-F2CBC27D21ED}"/>
          </ac:picMkLst>
        </pc:picChg>
      </pc:sldChg>
    </pc:docChg>
  </pc:docChgLst>
  <pc:docChgLst>
    <pc:chgData name="ARUN KARTHIK ." userId="62a047ea-99a3-445a-a127-bd8840139939" providerId="ADAL" clId="{76D99538-AB8E-4316-A70E-453D1C117969}"/>
    <pc:docChg chg="undo custSel addSld delSld modSld">
      <pc:chgData name="ARUN KARTHIK ." userId="62a047ea-99a3-445a-a127-bd8840139939" providerId="ADAL" clId="{76D99538-AB8E-4316-A70E-453D1C117969}" dt="2024-08-01T16:57:58.861" v="401" actId="20577"/>
      <pc:docMkLst>
        <pc:docMk/>
      </pc:docMkLst>
      <pc:sldChg chg="delSp modSp mod">
        <pc:chgData name="ARUN KARTHIK ." userId="62a047ea-99a3-445a-a127-bd8840139939" providerId="ADAL" clId="{76D99538-AB8E-4316-A70E-453D1C117969}" dt="2024-08-01T16:57:58.861" v="401" actId="20577"/>
        <pc:sldMkLst>
          <pc:docMk/>
          <pc:sldMk cId="2487991735" sldId="256"/>
        </pc:sldMkLst>
        <pc:spChg chg="mod">
          <ac:chgData name="ARUN KARTHIK ." userId="62a047ea-99a3-445a-a127-bd8840139939" providerId="ADAL" clId="{76D99538-AB8E-4316-A70E-453D1C117969}" dt="2024-07-20T06:08:06.230" v="40" actId="20577"/>
          <ac:spMkLst>
            <pc:docMk/>
            <pc:sldMk cId="2487991735" sldId="256"/>
            <ac:spMk id="2" creationId="{C66BF95F-ED5D-7D14-004F-BB3F773AACDB}"/>
          </ac:spMkLst>
        </pc:spChg>
        <pc:spChg chg="mod">
          <ac:chgData name="ARUN KARTHIK ." userId="62a047ea-99a3-445a-a127-bd8840139939" providerId="ADAL" clId="{76D99538-AB8E-4316-A70E-453D1C117969}" dt="2024-08-01T16:57:58.861" v="401" actId="20577"/>
          <ac:spMkLst>
            <pc:docMk/>
            <pc:sldMk cId="2487991735" sldId="256"/>
            <ac:spMk id="3" creationId="{E2E3432E-C589-ADB8-601E-60B423644398}"/>
          </ac:spMkLst>
        </pc:spChg>
        <pc:inkChg chg="del">
          <ac:chgData name="ARUN KARTHIK ." userId="62a047ea-99a3-445a-a127-bd8840139939" providerId="ADAL" clId="{76D99538-AB8E-4316-A70E-453D1C117969}" dt="2024-07-20T06:07:51.122" v="0" actId="478"/>
          <ac:inkMkLst>
            <pc:docMk/>
            <pc:sldMk cId="2487991735" sldId="256"/>
            <ac:inkMk id="4" creationId="{265A7DCD-AAA8-57C7-1E6C-5F35731ED90A}"/>
          </ac:inkMkLst>
        </pc:inkChg>
      </pc:sldChg>
      <pc:sldChg chg="del">
        <pc:chgData name="ARUN KARTHIK ." userId="62a047ea-99a3-445a-a127-bd8840139939" providerId="ADAL" clId="{76D99538-AB8E-4316-A70E-453D1C117969}" dt="2024-07-20T06:08:14.225" v="43" actId="47"/>
        <pc:sldMkLst>
          <pc:docMk/>
          <pc:sldMk cId="2093432532" sldId="257"/>
        </pc:sldMkLst>
      </pc:sldChg>
      <pc:sldChg chg="addSp add">
        <pc:chgData name="ARUN KARTHIK ." userId="62a047ea-99a3-445a-a127-bd8840139939" providerId="ADAL" clId="{76D99538-AB8E-4316-A70E-453D1C117969}" dt="2024-07-20T07:28:56.740" v="174"/>
        <pc:sldMkLst>
          <pc:docMk/>
          <pc:sldMk cId="0" sldId="261"/>
        </pc:sldMkLst>
        <pc:inkChg chg="add">
          <ac:chgData name="ARUN KARTHIK ." userId="62a047ea-99a3-445a-a127-bd8840139939" providerId="ADAL" clId="{76D99538-AB8E-4316-A70E-453D1C117969}" dt="2024-07-20T07:28:56.740" v="174"/>
          <ac:inkMkLst>
            <pc:docMk/>
            <pc:sldMk cId="0" sldId="261"/>
            <ac:inkMk id="4" creationId="{77DFBCED-299E-EBA1-DE96-CD347DFC9C8F}"/>
          </ac:inkMkLst>
        </pc:inkChg>
      </pc:sldChg>
      <pc:sldChg chg="add">
        <pc:chgData name="ARUN KARTHIK ." userId="62a047ea-99a3-445a-a127-bd8840139939" providerId="ADAL" clId="{76D99538-AB8E-4316-A70E-453D1C117969}" dt="2024-07-20T06:09:52.658" v="110"/>
        <pc:sldMkLst>
          <pc:docMk/>
          <pc:sldMk cId="0" sldId="262"/>
        </pc:sldMkLst>
      </pc:sldChg>
      <pc:sldChg chg="addSp add">
        <pc:chgData name="ARUN KARTHIK ." userId="62a047ea-99a3-445a-a127-bd8840139939" providerId="ADAL" clId="{76D99538-AB8E-4316-A70E-453D1C117969}" dt="2024-07-20T07:51:35.239" v="190"/>
        <pc:sldMkLst>
          <pc:docMk/>
          <pc:sldMk cId="0" sldId="263"/>
        </pc:sldMkLst>
        <pc:inkChg chg="add">
          <ac:chgData name="ARUN KARTHIK ." userId="62a047ea-99a3-445a-a127-bd8840139939" providerId="ADAL" clId="{76D99538-AB8E-4316-A70E-453D1C117969}" dt="2024-07-20T07:28:56.740" v="174"/>
          <ac:inkMkLst>
            <pc:docMk/>
            <pc:sldMk cId="0" sldId="263"/>
            <ac:inkMk id="4" creationId="{D6E9BD48-48CB-1CC2-4B0E-5E609834F5F9}"/>
          </ac:inkMkLst>
        </pc:inkChg>
        <pc:inkChg chg="add">
          <ac:chgData name="ARUN KARTHIK ." userId="62a047ea-99a3-445a-a127-bd8840139939" providerId="ADAL" clId="{76D99538-AB8E-4316-A70E-453D1C117969}" dt="2024-07-20T07:51:35.239" v="190"/>
          <ac:inkMkLst>
            <pc:docMk/>
            <pc:sldMk cId="0" sldId="263"/>
            <ac:inkMk id="5" creationId="{B3B5A6A5-DE4F-FE63-53DF-F2DBFA844AF6}"/>
          </ac:inkMkLst>
        </pc:inkChg>
      </pc:sldChg>
      <pc:sldChg chg="addSp add">
        <pc:chgData name="ARUN KARTHIK ." userId="62a047ea-99a3-445a-a127-bd8840139939" providerId="ADAL" clId="{76D99538-AB8E-4316-A70E-453D1C117969}" dt="2024-07-20T07:51:35.239" v="190"/>
        <pc:sldMkLst>
          <pc:docMk/>
          <pc:sldMk cId="0" sldId="264"/>
        </pc:sldMkLst>
        <pc:inkChg chg="add">
          <ac:chgData name="ARUN KARTHIK ." userId="62a047ea-99a3-445a-a127-bd8840139939" providerId="ADAL" clId="{76D99538-AB8E-4316-A70E-453D1C117969}" dt="2024-07-20T07:51:35.239" v="190"/>
          <ac:inkMkLst>
            <pc:docMk/>
            <pc:sldMk cId="0" sldId="264"/>
            <ac:inkMk id="4" creationId="{F7BEC1E0-3A6D-831E-39A7-9A15F4AE01B3}"/>
          </ac:inkMkLst>
        </pc:inkChg>
      </pc:sldChg>
      <pc:sldChg chg="add">
        <pc:chgData name="ARUN KARTHIK ." userId="62a047ea-99a3-445a-a127-bd8840139939" providerId="ADAL" clId="{76D99538-AB8E-4316-A70E-453D1C117969}" dt="2024-07-20T06:09:52.658" v="110"/>
        <pc:sldMkLst>
          <pc:docMk/>
          <pc:sldMk cId="0" sldId="265"/>
        </pc:sldMkLst>
      </pc:sldChg>
      <pc:sldChg chg="add">
        <pc:chgData name="ARUN KARTHIK ." userId="62a047ea-99a3-445a-a127-bd8840139939" providerId="ADAL" clId="{76D99538-AB8E-4316-A70E-453D1C117969}" dt="2024-07-20T06:09:52.658" v="110"/>
        <pc:sldMkLst>
          <pc:docMk/>
          <pc:sldMk cId="0" sldId="266"/>
        </pc:sldMkLst>
      </pc:sldChg>
      <pc:sldChg chg="del">
        <pc:chgData name="ARUN KARTHIK ." userId="62a047ea-99a3-445a-a127-bd8840139939" providerId="ADAL" clId="{76D99538-AB8E-4316-A70E-453D1C117969}" dt="2024-07-20T06:10:22.627" v="139" actId="47"/>
        <pc:sldMkLst>
          <pc:docMk/>
          <pc:sldMk cId="2255416091" sldId="2147472317"/>
        </pc:sldMkLst>
      </pc:sldChg>
      <pc:sldChg chg="delSp modSp mod">
        <pc:chgData name="ARUN KARTHIK ." userId="62a047ea-99a3-445a-a127-bd8840139939" providerId="ADAL" clId="{76D99538-AB8E-4316-A70E-453D1C117969}" dt="2024-07-20T06:08:28.107" v="45"/>
        <pc:sldMkLst>
          <pc:docMk/>
          <pc:sldMk cId="4252618562" sldId="2147472361"/>
        </pc:sldMkLst>
        <pc:spChg chg="mod">
          <ac:chgData name="ARUN KARTHIK ." userId="62a047ea-99a3-445a-a127-bd8840139939" providerId="ADAL" clId="{76D99538-AB8E-4316-A70E-453D1C117969}" dt="2024-07-20T06:08:28.107" v="45"/>
          <ac:spMkLst>
            <pc:docMk/>
            <pc:sldMk cId="4252618562" sldId="2147472361"/>
            <ac:spMk id="4" creationId="{2E53661C-9CC3-5F1E-ADF3-BD58580D1974}"/>
          </ac:spMkLst>
        </pc:spChg>
        <pc:inkChg chg="del">
          <ac:chgData name="ARUN KARTHIK ." userId="62a047ea-99a3-445a-a127-bd8840139939" providerId="ADAL" clId="{76D99538-AB8E-4316-A70E-453D1C117969}" dt="2024-07-20T06:08:20.243" v="44" actId="478"/>
          <ac:inkMkLst>
            <pc:docMk/>
            <pc:sldMk cId="4252618562" sldId="2147472361"/>
            <ac:inkMk id="6" creationId="{67F37D56-574C-B085-12E0-A841F9A6C14E}"/>
          </ac:inkMkLst>
        </pc:inkChg>
      </pc:sldChg>
      <pc:sldChg chg="delSp new del mod">
        <pc:chgData name="ARUN KARTHIK ." userId="62a047ea-99a3-445a-a127-bd8840139939" providerId="ADAL" clId="{76D99538-AB8E-4316-A70E-453D1C117969}" dt="2024-08-01T16:48:11.417" v="399" actId="47"/>
        <pc:sldMkLst>
          <pc:docMk/>
          <pc:sldMk cId="1434405566" sldId="2147472362"/>
        </pc:sldMkLst>
        <pc:spChg chg="del">
          <ac:chgData name="ARUN KARTHIK ." userId="62a047ea-99a3-445a-a127-bd8840139939" providerId="ADAL" clId="{76D99538-AB8E-4316-A70E-453D1C117969}" dt="2024-07-20T06:08:42.676" v="57" actId="478"/>
          <ac:spMkLst>
            <pc:docMk/>
            <pc:sldMk cId="1434405566" sldId="2147472362"/>
            <ac:spMk id="2" creationId="{6BB5B6A6-3101-DDB9-EE1F-5937DF09FCC2}"/>
          </ac:spMkLst>
        </pc:spChg>
        <pc:spChg chg="del">
          <ac:chgData name="ARUN KARTHIK ." userId="62a047ea-99a3-445a-a127-bd8840139939" providerId="ADAL" clId="{76D99538-AB8E-4316-A70E-453D1C117969}" dt="2024-07-20T06:08:42.676" v="57" actId="478"/>
          <ac:spMkLst>
            <pc:docMk/>
            <pc:sldMk cId="1434405566" sldId="2147472362"/>
            <ac:spMk id="3" creationId="{121A6A0A-E06B-FFB2-66FC-D108E19B09E7}"/>
          </ac:spMkLst>
        </pc:spChg>
      </pc:sldChg>
      <pc:sldChg chg="del">
        <pc:chgData name="ARUN KARTHIK ." userId="62a047ea-99a3-445a-a127-bd8840139939" providerId="ADAL" clId="{76D99538-AB8E-4316-A70E-453D1C117969}" dt="2024-07-20T06:08:35.579" v="46" actId="47"/>
        <pc:sldMkLst>
          <pc:docMk/>
          <pc:sldMk cId="2378067692" sldId="2147472362"/>
        </pc:sldMkLst>
      </pc:sldChg>
      <pc:sldChg chg="del">
        <pc:chgData name="ARUN KARTHIK ." userId="62a047ea-99a3-445a-a127-bd8840139939" providerId="ADAL" clId="{76D99538-AB8E-4316-A70E-453D1C117969}" dt="2024-07-20T06:08:35.757" v="47" actId="47"/>
        <pc:sldMkLst>
          <pc:docMk/>
          <pc:sldMk cId="1979480180" sldId="2147472363"/>
        </pc:sldMkLst>
      </pc:sldChg>
      <pc:sldChg chg="addSp modSp add mod">
        <pc:chgData name="ARUN KARTHIK ." userId="62a047ea-99a3-445a-a127-bd8840139939" providerId="ADAL" clId="{76D99538-AB8E-4316-A70E-453D1C117969}" dt="2024-07-20T06:27:34.633" v="140"/>
        <pc:sldMkLst>
          <pc:docMk/>
          <pc:sldMk cId="2476927650" sldId="2147472363"/>
        </pc:sldMkLst>
        <pc:spChg chg="mod">
          <ac:chgData name="ARUN KARTHIK ." userId="62a047ea-99a3-445a-a127-bd8840139939" providerId="ADAL" clId="{76D99538-AB8E-4316-A70E-453D1C117969}" dt="2024-07-20T06:08:58.520" v="84"/>
          <ac:spMkLst>
            <pc:docMk/>
            <pc:sldMk cId="2476927650" sldId="2147472363"/>
            <ac:spMk id="4" creationId="{2E53661C-9CC3-5F1E-ADF3-BD58580D1974}"/>
          </ac:spMkLst>
        </pc:spChg>
        <pc:spChg chg="mod">
          <ac:chgData name="ARUN KARTHIK ." userId="62a047ea-99a3-445a-a127-bd8840139939" providerId="ADAL" clId="{76D99538-AB8E-4316-A70E-453D1C117969}" dt="2024-07-20T06:08:50.118" v="81" actId="20577"/>
          <ac:spMkLst>
            <pc:docMk/>
            <pc:sldMk cId="2476927650" sldId="2147472363"/>
            <ac:spMk id="64" creationId="{8E6CA7E4-5B79-B61A-FB5D-161F977625FD}"/>
          </ac:spMkLst>
        </pc:spChg>
        <pc:inkChg chg="add">
          <ac:chgData name="ARUN KARTHIK ." userId="62a047ea-99a3-445a-a127-bd8840139939" providerId="ADAL" clId="{76D99538-AB8E-4316-A70E-453D1C117969}" dt="2024-07-20T06:27:34.633" v="140"/>
          <ac:inkMkLst>
            <pc:docMk/>
            <pc:sldMk cId="2476927650" sldId="2147472363"/>
            <ac:inkMk id="2" creationId="{158ACD92-5338-5746-E10F-A94B595C56A5}"/>
          </ac:inkMkLst>
        </pc:inkChg>
      </pc:sldChg>
      <pc:sldChg chg="addSp modSp add mod">
        <pc:chgData name="ARUN KARTHIK ." userId="62a047ea-99a3-445a-a127-bd8840139939" providerId="ADAL" clId="{76D99538-AB8E-4316-A70E-453D1C117969}" dt="2024-07-20T06:41:50.446" v="147"/>
        <pc:sldMkLst>
          <pc:docMk/>
          <pc:sldMk cId="22200761" sldId="2147472364"/>
        </pc:sldMkLst>
        <pc:spChg chg="mod">
          <ac:chgData name="ARUN KARTHIK ." userId="62a047ea-99a3-445a-a127-bd8840139939" providerId="ADAL" clId="{76D99538-AB8E-4316-A70E-453D1C117969}" dt="2024-07-20T06:10:11.524" v="138" actId="20577"/>
          <ac:spMkLst>
            <pc:docMk/>
            <pc:sldMk cId="22200761" sldId="2147472364"/>
            <ac:spMk id="4" creationId="{2E53661C-9CC3-5F1E-ADF3-BD58580D1974}"/>
          </ac:spMkLst>
        </pc:spChg>
        <pc:spChg chg="mod">
          <ac:chgData name="ARUN KARTHIK ." userId="62a047ea-99a3-445a-a127-bd8840139939" providerId="ADAL" clId="{76D99538-AB8E-4316-A70E-453D1C117969}" dt="2024-07-20T06:09:34.063" v="108"/>
          <ac:spMkLst>
            <pc:docMk/>
            <pc:sldMk cId="22200761" sldId="2147472364"/>
            <ac:spMk id="64" creationId="{8E6CA7E4-5B79-B61A-FB5D-161F977625FD}"/>
          </ac:spMkLst>
        </pc:spChg>
        <pc:inkChg chg="add">
          <ac:chgData name="ARUN KARTHIK ." userId="62a047ea-99a3-445a-a127-bd8840139939" providerId="ADAL" clId="{76D99538-AB8E-4316-A70E-453D1C117969}" dt="2024-07-20T06:27:34.633" v="140"/>
          <ac:inkMkLst>
            <pc:docMk/>
            <pc:sldMk cId="22200761" sldId="2147472364"/>
            <ac:inkMk id="2" creationId="{17510AE7-8F60-A59F-D3F3-48D2456E97F2}"/>
          </ac:inkMkLst>
        </pc:inkChg>
        <pc:inkChg chg="add">
          <ac:chgData name="ARUN KARTHIK ." userId="62a047ea-99a3-445a-a127-bd8840139939" providerId="ADAL" clId="{76D99538-AB8E-4316-A70E-453D1C117969}" dt="2024-07-20T06:41:50.446" v="147"/>
          <ac:inkMkLst>
            <pc:docMk/>
            <pc:sldMk cId="22200761" sldId="2147472364"/>
            <ac:inkMk id="3" creationId="{2D1E5389-B0B6-8241-A8A1-FEC18DADA8DA}"/>
          </ac:inkMkLst>
        </pc:inkChg>
      </pc:sldChg>
      <pc:sldChg chg="del">
        <pc:chgData name="ARUN KARTHIK ." userId="62a047ea-99a3-445a-a127-bd8840139939" providerId="ADAL" clId="{76D99538-AB8E-4316-A70E-453D1C117969}" dt="2024-07-20T06:08:35.905" v="48" actId="47"/>
        <pc:sldMkLst>
          <pc:docMk/>
          <pc:sldMk cId="1357403730" sldId="2147472364"/>
        </pc:sldMkLst>
      </pc:sldChg>
      <pc:sldChg chg="addSp delSp add mod">
        <pc:chgData name="ARUN KARTHIK ." userId="62a047ea-99a3-445a-a127-bd8840139939" providerId="ADAL" clId="{76D99538-AB8E-4316-A70E-453D1C117969}" dt="2024-07-20T06:09:06.025" v="88" actId="478"/>
        <pc:sldMkLst>
          <pc:docMk/>
          <pc:sldMk cId="410898500" sldId="2147472365"/>
        </pc:sldMkLst>
        <pc:spChg chg="add del">
          <ac:chgData name="ARUN KARTHIK ." userId="62a047ea-99a3-445a-a127-bd8840139939" providerId="ADAL" clId="{76D99538-AB8E-4316-A70E-453D1C117969}" dt="2024-07-20T06:09:06.025" v="88" actId="478"/>
          <ac:spMkLst>
            <pc:docMk/>
            <pc:sldMk cId="410898500" sldId="2147472365"/>
            <ac:spMk id="4" creationId="{2E53661C-9CC3-5F1E-ADF3-BD58580D1974}"/>
          </ac:spMkLst>
        </pc:spChg>
      </pc:sldChg>
      <pc:sldChg chg="del">
        <pc:chgData name="ARUN KARTHIK ." userId="62a047ea-99a3-445a-a127-bd8840139939" providerId="ADAL" clId="{76D99538-AB8E-4316-A70E-453D1C117969}" dt="2024-07-20T06:08:36.089" v="49" actId="47"/>
        <pc:sldMkLst>
          <pc:docMk/>
          <pc:sldMk cId="1305049055" sldId="2147472365"/>
        </pc:sldMkLst>
      </pc:sldChg>
      <pc:sldChg chg="del">
        <pc:chgData name="ARUN KARTHIK ." userId="62a047ea-99a3-445a-a127-bd8840139939" providerId="ADAL" clId="{76D99538-AB8E-4316-A70E-453D1C117969}" dt="2024-07-20T06:08:36.262" v="50" actId="47"/>
        <pc:sldMkLst>
          <pc:docMk/>
          <pc:sldMk cId="3399735016" sldId="2147472366"/>
        </pc:sldMkLst>
      </pc:sldChg>
      <pc:sldChg chg="add">
        <pc:chgData name="ARUN KARTHIK ." userId="62a047ea-99a3-445a-a127-bd8840139939" providerId="ADAL" clId="{76D99538-AB8E-4316-A70E-453D1C117969}" dt="2024-07-20T06:09:52.658" v="110"/>
        <pc:sldMkLst>
          <pc:docMk/>
          <pc:sldMk cId="3543518052" sldId="2147472366"/>
        </pc:sldMkLst>
      </pc:sldChg>
      <pc:sldChg chg="del">
        <pc:chgData name="ARUN KARTHIK ." userId="62a047ea-99a3-445a-a127-bd8840139939" providerId="ADAL" clId="{76D99538-AB8E-4316-A70E-453D1C117969}" dt="2024-07-20T06:08:36.487" v="51" actId="47"/>
        <pc:sldMkLst>
          <pc:docMk/>
          <pc:sldMk cId="1099779584" sldId="2147472367"/>
        </pc:sldMkLst>
      </pc:sldChg>
      <pc:sldChg chg="addSp delSp modSp add mod">
        <pc:chgData name="ARUN KARTHIK ." userId="62a047ea-99a3-445a-a127-bd8840139939" providerId="ADAL" clId="{76D99538-AB8E-4316-A70E-453D1C117969}" dt="2024-07-20T06:41:50.446" v="147"/>
        <pc:sldMkLst>
          <pc:docMk/>
          <pc:sldMk cId="4102070013" sldId="2147472367"/>
        </pc:sldMkLst>
        <pc:spChg chg="mod">
          <ac:chgData name="ARUN KARTHIK ." userId="62a047ea-99a3-445a-a127-bd8840139939" providerId="ADAL" clId="{76D99538-AB8E-4316-A70E-453D1C117969}" dt="2024-07-20T06:27:42.872" v="143" actId="20577"/>
          <ac:spMkLst>
            <pc:docMk/>
            <pc:sldMk cId="4102070013" sldId="2147472367"/>
            <ac:spMk id="4" creationId="{2E53661C-9CC3-5F1E-ADF3-BD58580D1974}"/>
          </ac:spMkLst>
        </pc:spChg>
        <pc:inkChg chg="del">
          <ac:chgData name="ARUN KARTHIK ." userId="62a047ea-99a3-445a-a127-bd8840139939" providerId="ADAL" clId="{76D99538-AB8E-4316-A70E-453D1C117969}" dt="2024-07-20T06:27:44.897" v="144" actId="478"/>
          <ac:inkMkLst>
            <pc:docMk/>
            <pc:sldMk cId="4102070013" sldId="2147472367"/>
            <ac:inkMk id="2" creationId="{17510AE7-8F60-A59F-D3F3-48D2456E97F2}"/>
          </ac:inkMkLst>
        </pc:inkChg>
        <pc:inkChg chg="add">
          <ac:chgData name="ARUN KARTHIK ." userId="62a047ea-99a3-445a-a127-bd8840139939" providerId="ADAL" clId="{76D99538-AB8E-4316-A70E-453D1C117969}" dt="2024-07-20T06:36:08.837" v="145"/>
          <ac:inkMkLst>
            <pc:docMk/>
            <pc:sldMk cId="4102070013" sldId="2147472367"/>
            <ac:inkMk id="3" creationId="{D36AAC3A-C4BC-224E-1B42-98D541D2C015}"/>
          </ac:inkMkLst>
        </pc:inkChg>
        <pc:inkChg chg="add">
          <ac:chgData name="ARUN KARTHIK ." userId="62a047ea-99a3-445a-a127-bd8840139939" providerId="ADAL" clId="{76D99538-AB8E-4316-A70E-453D1C117969}" dt="2024-07-20T06:41:50.446" v="147"/>
          <ac:inkMkLst>
            <pc:docMk/>
            <pc:sldMk cId="4102070013" sldId="2147472367"/>
            <ac:inkMk id="5" creationId="{93542FEE-950A-3180-8E16-D750DCFFCE2F}"/>
          </ac:inkMkLst>
        </pc:inkChg>
      </pc:sldChg>
      <pc:sldChg chg="addSp new">
        <pc:chgData name="ARUN KARTHIK ." userId="62a047ea-99a3-445a-a127-bd8840139939" providerId="ADAL" clId="{76D99538-AB8E-4316-A70E-453D1C117969}" dt="2024-07-20T06:41:50.446" v="147"/>
        <pc:sldMkLst>
          <pc:docMk/>
          <pc:sldMk cId="3553816635" sldId="2147472368"/>
        </pc:sldMkLst>
        <pc:inkChg chg="add">
          <ac:chgData name="ARUN KARTHIK ." userId="62a047ea-99a3-445a-a127-bd8840139939" providerId="ADAL" clId="{76D99538-AB8E-4316-A70E-453D1C117969}" dt="2024-07-20T06:41:50.446" v="147"/>
          <ac:inkMkLst>
            <pc:docMk/>
            <pc:sldMk cId="3553816635" sldId="2147472368"/>
            <ac:inkMk id="4" creationId="{DAA965DF-068B-A921-1247-BAC5EB1AE7B0}"/>
          </ac:inkMkLst>
        </pc:inkChg>
      </pc:sldChg>
      <pc:sldChg chg="del">
        <pc:chgData name="ARUN KARTHIK ." userId="62a047ea-99a3-445a-a127-bd8840139939" providerId="ADAL" clId="{76D99538-AB8E-4316-A70E-453D1C117969}" dt="2024-07-20T06:08:36.660" v="52" actId="47"/>
        <pc:sldMkLst>
          <pc:docMk/>
          <pc:sldMk cId="4254276041" sldId="2147472368"/>
        </pc:sldMkLst>
      </pc:sldChg>
      <pc:sldChg chg="del">
        <pc:chgData name="ARUN KARTHIK ." userId="62a047ea-99a3-445a-a127-bd8840139939" providerId="ADAL" clId="{76D99538-AB8E-4316-A70E-453D1C117969}" dt="2024-07-20T06:08:36.839" v="53" actId="47"/>
        <pc:sldMkLst>
          <pc:docMk/>
          <pc:sldMk cId="3028363073" sldId="2147472369"/>
        </pc:sldMkLst>
      </pc:sldChg>
      <pc:sldChg chg="addSp delSp modSp add mod">
        <pc:chgData name="ARUN KARTHIK ." userId="62a047ea-99a3-445a-a127-bd8840139939" providerId="ADAL" clId="{76D99538-AB8E-4316-A70E-453D1C117969}" dt="2024-07-20T07:07:16.978" v="170"/>
        <pc:sldMkLst>
          <pc:docMk/>
          <pc:sldMk cId="3141558004" sldId="2147472369"/>
        </pc:sldMkLst>
        <pc:spChg chg="mod">
          <ac:chgData name="ARUN KARTHIK ." userId="62a047ea-99a3-445a-a127-bd8840139939" providerId="ADAL" clId="{76D99538-AB8E-4316-A70E-453D1C117969}" dt="2024-07-20T06:42:05.106" v="155" actId="20577"/>
          <ac:spMkLst>
            <pc:docMk/>
            <pc:sldMk cId="3141558004" sldId="2147472369"/>
            <ac:spMk id="4" creationId="{2E53661C-9CC3-5F1E-ADF3-BD58580D1974}"/>
          </ac:spMkLst>
        </pc:spChg>
        <pc:inkChg chg="del">
          <ac:chgData name="ARUN KARTHIK ." userId="62a047ea-99a3-445a-a127-bd8840139939" providerId="ADAL" clId="{76D99538-AB8E-4316-A70E-453D1C117969}" dt="2024-07-20T06:41:57.009" v="149" actId="478"/>
          <ac:inkMkLst>
            <pc:docMk/>
            <pc:sldMk cId="3141558004" sldId="2147472369"/>
            <ac:inkMk id="2" creationId="{17510AE7-8F60-A59F-D3F3-48D2456E97F2}"/>
          </ac:inkMkLst>
        </pc:inkChg>
        <pc:inkChg chg="del">
          <ac:chgData name="ARUN KARTHIK ." userId="62a047ea-99a3-445a-a127-bd8840139939" providerId="ADAL" clId="{76D99538-AB8E-4316-A70E-453D1C117969}" dt="2024-07-20T06:41:59.483" v="150" actId="478"/>
          <ac:inkMkLst>
            <pc:docMk/>
            <pc:sldMk cId="3141558004" sldId="2147472369"/>
            <ac:inkMk id="3" creationId="{2D1E5389-B0B6-8241-A8A1-FEC18DADA8DA}"/>
          </ac:inkMkLst>
        </pc:inkChg>
        <pc:inkChg chg="add">
          <ac:chgData name="ARUN KARTHIK ." userId="62a047ea-99a3-445a-a127-bd8840139939" providerId="ADAL" clId="{76D99538-AB8E-4316-A70E-453D1C117969}" dt="2024-07-20T06:49:13.729" v="156"/>
          <ac:inkMkLst>
            <pc:docMk/>
            <pc:sldMk cId="3141558004" sldId="2147472369"/>
            <ac:inkMk id="5" creationId="{B50B209B-A785-CCF0-B505-5D885E89C125}"/>
          </ac:inkMkLst>
        </pc:inkChg>
        <pc:inkChg chg="add">
          <ac:chgData name="ARUN KARTHIK ." userId="62a047ea-99a3-445a-a127-bd8840139939" providerId="ADAL" clId="{76D99538-AB8E-4316-A70E-453D1C117969}" dt="2024-07-20T07:07:16.978" v="170"/>
          <ac:inkMkLst>
            <pc:docMk/>
            <pc:sldMk cId="3141558004" sldId="2147472369"/>
            <ac:inkMk id="6" creationId="{8DDA46F0-B9BB-FEDD-10CE-C3B3601556EC}"/>
          </ac:inkMkLst>
        </pc:inkChg>
      </pc:sldChg>
      <pc:sldChg chg="addSp delSp modSp new mod">
        <pc:chgData name="ARUN KARTHIK ." userId="62a047ea-99a3-445a-a127-bd8840139939" providerId="ADAL" clId="{76D99538-AB8E-4316-A70E-453D1C117969}" dt="2024-07-20T07:07:16.978" v="170"/>
        <pc:sldMkLst>
          <pc:docMk/>
          <pc:sldMk cId="1472615096" sldId="2147472370"/>
        </pc:sldMkLst>
        <pc:spChg chg="del">
          <ac:chgData name="ARUN KARTHIK ." userId="62a047ea-99a3-445a-a127-bd8840139939" providerId="ADAL" clId="{76D99538-AB8E-4316-A70E-453D1C117969}" dt="2024-07-20T06:49:16.814" v="158" actId="478"/>
          <ac:spMkLst>
            <pc:docMk/>
            <pc:sldMk cId="1472615096" sldId="2147472370"/>
            <ac:spMk id="2" creationId="{E6886FF0-71F4-1CC3-51AA-598D48577C8E}"/>
          </ac:spMkLst>
        </pc:spChg>
        <pc:spChg chg="del">
          <ac:chgData name="ARUN KARTHIK ." userId="62a047ea-99a3-445a-a127-bd8840139939" providerId="ADAL" clId="{76D99538-AB8E-4316-A70E-453D1C117969}" dt="2024-07-20T06:49:16.814" v="158" actId="478"/>
          <ac:spMkLst>
            <pc:docMk/>
            <pc:sldMk cId="1472615096" sldId="2147472370"/>
            <ac:spMk id="3" creationId="{6E13D68A-AA6A-499E-CDC8-47171C79CB15}"/>
          </ac:spMkLst>
        </pc:spChg>
        <pc:picChg chg="add mod">
          <ac:chgData name="ARUN KARTHIK ." userId="62a047ea-99a3-445a-a127-bd8840139939" providerId="ADAL" clId="{76D99538-AB8E-4316-A70E-453D1C117969}" dt="2024-07-20T06:49:44.005" v="169" actId="14100"/>
          <ac:picMkLst>
            <pc:docMk/>
            <pc:sldMk cId="1472615096" sldId="2147472370"/>
            <ac:picMk id="1026" creationId="{2E68A253-4AE4-380A-7624-EA497046506E}"/>
          </ac:picMkLst>
        </pc:picChg>
        <pc:inkChg chg="add">
          <ac:chgData name="ARUN KARTHIK ." userId="62a047ea-99a3-445a-a127-bd8840139939" providerId="ADAL" clId="{76D99538-AB8E-4316-A70E-453D1C117969}" dt="2024-07-20T07:07:16.978" v="170"/>
          <ac:inkMkLst>
            <pc:docMk/>
            <pc:sldMk cId="1472615096" sldId="2147472370"/>
            <ac:inkMk id="4" creationId="{A6EA75FF-1DE0-2437-00EA-741D501EC718}"/>
          </ac:inkMkLst>
        </pc:inkChg>
      </pc:sldChg>
      <pc:sldChg chg="del">
        <pc:chgData name="ARUN KARTHIK ." userId="62a047ea-99a3-445a-a127-bd8840139939" providerId="ADAL" clId="{76D99538-AB8E-4316-A70E-453D1C117969}" dt="2024-07-20T06:08:37.061" v="54" actId="47"/>
        <pc:sldMkLst>
          <pc:docMk/>
          <pc:sldMk cId="2980261896" sldId="2147472370"/>
        </pc:sldMkLst>
      </pc:sldChg>
      <pc:sldChg chg="addSp new">
        <pc:chgData name="ARUN KARTHIK ." userId="62a047ea-99a3-445a-a127-bd8840139939" providerId="ADAL" clId="{76D99538-AB8E-4316-A70E-453D1C117969}" dt="2024-07-20T07:13:48.139" v="173"/>
        <pc:sldMkLst>
          <pc:docMk/>
          <pc:sldMk cId="1401197912" sldId="2147472371"/>
        </pc:sldMkLst>
        <pc:inkChg chg="add">
          <ac:chgData name="ARUN KARTHIK ." userId="62a047ea-99a3-445a-a127-bd8840139939" providerId="ADAL" clId="{76D99538-AB8E-4316-A70E-453D1C117969}" dt="2024-07-20T07:12:04.410" v="172"/>
          <ac:inkMkLst>
            <pc:docMk/>
            <pc:sldMk cId="1401197912" sldId="2147472371"/>
            <ac:inkMk id="4" creationId="{37B24635-2308-8877-989E-F8BF3A2145B5}"/>
          </ac:inkMkLst>
        </pc:inkChg>
        <pc:inkChg chg="add">
          <ac:chgData name="ARUN KARTHIK ." userId="62a047ea-99a3-445a-a127-bd8840139939" providerId="ADAL" clId="{76D99538-AB8E-4316-A70E-453D1C117969}" dt="2024-07-20T07:13:48.139" v="173"/>
          <ac:inkMkLst>
            <pc:docMk/>
            <pc:sldMk cId="1401197912" sldId="2147472371"/>
            <ac:inkMk id="5" creationId="{14805A5E-2B12-FFD8-8C06-5211C216DDF6}"/>
          </ac:inkMkLst>
        </pc:inkChg>
      </pc:sldChg>
      <pc:sldChg chg="del">
        <pc:chgData name="ARUN KARTHIK ." userId="62a047ea-99a3-445a-a127-bd8840139939" providerId="ADAL" clId="{76D99538-AB8E-4316-A70E-453D1C117969}" dt="2024-07-20T06:08:37.319" v="55" actId="47"/>
        <pc:sldMkLst>
          <pc:docMk/>
          <pc:sldMk cId="2544381468" sldId="2147472371"/>
        </pc:sldMkLst>
      </pc:sldChg>
      <pc:sldChg chg="addSp modSp new mod">
        <pc:chgData name="ARUN KARTHIK ." userId="62a047ea-99a3-445a-a127-bd8840139939" providerId="ADAL" clId="{76D99538-AB8E-4316-A70E-453D1C117969}" dt="2024-07-20T07:31:23.921" v="178"/>
        <pc:sldMkLst>
          <pc:docMk/>
          <pc:sldMk cId="3125410914" sldId="2147472372"/>
        </pc:sldMkLst>
        <pc:graphicFrameChg chg="add mod">
          <ac:chgData name="ARUN KARTHIK ." userId="62a047ea-99a3-445a-a127-bd8840139939" providerId="ADAL" clId="{76D99538-AB8E-4316-A70E-453D1C117969}" dt="2024-07-20T07:28:58.366" v="177"/>
          <ac:graphicFrameMkLst>
            <pc:docMk/>
            <pc:sldMk cId="3125410914" sldId="2147472372"/>
            <ac:graphicFrameMk id="4" creationId="{D8729D27-5F33-F7E4-78DB-4897F14E3BA1}"/>
          </ac:graphicFrameMkLst>
        </pc:graphicFrameChg>
        <pc:inkChg chg="add">
          <ac:chgData name="ARUN KARTHIK ." userId="62a047ea-99a3-445a-a127-bd8840139939" providerId="ADAL" clId="{76D99538-AB8E-4316-A70E-453D1C117969}" dt="2024-07-20T07:31:23.921" v="178"/>
          <ac:inkMkLst>
            <pc:docMk/>
            <pc:sldMk cId="3125410914" sldId="2147472372"/>
            <ac:inkMk id="5" creationId="{4D21D687-34EC-B73C-5559-FF461252C043}"/>
          </ac:inkMkLst>
        </pc:inkChg>
      </pc:sldChg>
      <pc:sldChg chg="addSp delSp add mod">
        <pc:chgData name="ARUN KARTHIK ." userId="62a047ea-99a3-445a-a127-bd8840139939" providerId="ADAL" clId="{76D99538-AB8E-4316-A70E-453D1C117969}" dt="2024-07-20T07:51:35.239" v="190"/>
        <pc:sldMkLst>
          <pc:docMk/>
          <pc:sldMk cId="2428253262" sldId="2147472373"/>
        </pc:sldMkLst>
        <pc:inkChg chg="del">
          <ac:chgData name="ARUN KARTHIK ." userId="62a047ea-99a3-445a-a127-bd8840139939" providerId="ADAL" clId="{76D99538-AB8E-4316-A70E-453D1C117969}" dt="2024-07-20T07:31:28.136" v="180" actId="478"/>
          <ac:inkMkLst>
            <pc:docMk/>
            <pc:sldMk cId="2428253262" sldId="2147472373"/>
            <ac:inkMk id="5" creationId="{4D21D687-34EC-B73C-5559-FF461252C043}"/>
          </ac:inkMkLst>
        </pc:inkChg>
        <pc:inkChg chg="add">
          <ac:chgData name="ARUN KARTHIK ." userId="62a047ea-99a3-445a-a127-bd8840139939" providerId="ADAL" clId="{76D99538-AB8E-4316-A70E-453D1C117969}" dt="2024-07-20T07:35:00.178" v="181"/>
          <ac:inkMkLst>
            <pc:docMk/>
            <pc:sldMk cId="2428253262" sldId="2147472373"/>
            <ac:inkMk id="6" creationId="{49BDCEC6-0710-7DD6-1F0C-632171B90623}"/>
          </ac:inkMkLst>
        </pc:inkChg>
        <pc:inkChg chg="add">
          <ac:chgData name="ARUN KARTHIK ." userId="62a047ea-99a3-445a-a127-bd8840139939" providerId="ADAL" clId="{76D99538-AB8E-4316-A70E-453D1C117969}" dt="2024-07-20T07:51:35.239" v="190"/>
          <ac:inkMkLst>
            <pc:docMk/>
            <pc:sldMk cId="2428253262" sldId="2147472373"/>
            <ac:inkMk id="7" creationId="{8AF15916-95F6-CB56-7F0F-C68B8021BAF3}"/>
          </ac:inkMkLst>
        </pc:inkChg>
      </pc:sldChg>
      <pc:sldChg chg="addSp delSp add mod">
        <pc:chgData name="ARUN KARTHIK ." userId="62a047ea-99a3-445a-a127-bd8840139939" providerId="ADAL" clId="{76D99538-AB8E-4316-A70E-453D1C117969}" dt="2024-07-20T07:51:35.239" v="190"/>
        <pc:sldMkLst>
          <pc:docMk/>
          <pc:sldMk cId="2481192230" sldId="2147472374"/>
        </pc:sldMkLst>
        <pc:inkChg chg="del">
          <ac:chgData name="ARUN KARTHIK ." userId="62a047ea-99a3-445a-a127-bd8840139939" providerId="ADAL" clId="{76D99538-AB8E-4316-A70E-453D1C117969}" dt="2024-07-20T07:35:07.203" v="183" actId="478"/>
          <ac:inkMkLst>
            <pc:docMk/>
            <pc:sldMk cId="2481192230" sldId="2147472374"/>
            <ac:inkMk id="5" creationId="{4D21D687-34EC-B73C-5559-FF461252C043}"/>
          </ac:inkMkLst>
        </pc:inkChg>
        <pc:inkChg chg="add">
          <ac:chgData name="ARUN KARTHIK ." userId="62a047ea-99a3-445a-a127-bd8840139939" providerId="ADAL" clId="{76D99538-AB8E-4316-A70E-453D1C117969}" dt="2024-07-20T07:39:46.088" v="184"/>
          <ac:inkMkLst>
            <pc:docMk/>
            <pc:sldMk cId="2481192230" sldId="2147472374"/>
            <ac:inkMk id="6" creationId="{CFF19BBD-8BB3-45CA-37A7-732718E211A7}"/>
          </ac:inkMkLst>
        </pc:inkChg>
        <pc:inkChg chg="add">
          <ac:chgData name="ARUN KARTHIK ." userId="62a047ea-99a3-445a-a127-bd8840139939" providerId="ADAL" clId="{76D99538-AB8E-4316-A70E-453D1C117969}" dt="2024-07-20T07:51:35.239" v="190"/>
          <ac:inkMkLst>
            <pc:docMk/>
            <pc:sldMk cId="2481192230" sldId="2147472374"/>
            <ac:inkMk id="7" creationId="{63CE6D7C-23E5-2BF7-7504-F1F0BC28654A}"/>
          </ac:inkMkLst>
        </pc:inkChg>
      </pc:sldChg>
      <pc:sldChg chg="addSp new mod">
        <pc:chgData name="ARUN KARTHIK ." userId="62a047ea-99a3-445a-a127-bd8840139939" providerId="ADAL" clId="{76D99538-AB8E-4316-A70E-453D1C117969}" dt="2024-07-20T07:42:34.064" v="187"/>
        <pc:sldMkLst>
          <pc:docMk/>
          <pc:sldMk cId="2449063953" sldId="2147472375"/>
        </pc:sldMkLst>
        <pc:picChg chg="add">
          <ac:chgData name="ARUN KARTHIK ." userId="62a047ea-99a3-445a-a127-bd8840139939" providerId="ADAL" clId="{76D99538-AB8E-4316-A70E-453D1C117969}" dt="2024-07-20T07:39:47.690" v="186" actId="22"/>
          <ac:picMkLst>
            <pc:docMk/>
            <pc:sldMk cId="2449063953" sldId="2147472375"/>
            <ac:picMk id="5" creationId="{636F0F83-0C31-9732-4570-B92F5C71A91C}"/>
          </ac:picMkLst>
        </pc:picChg>
        <pc:inkChg chg="add">
          <ac:chgData name="ARUN KARTHIK ." userId="62a047ea-99a3-445a-a127-bd8840139939" providerId="ADAL" clId="{76D99538-AB8E-4316-A70E-453D1C117969}" dt="2024-07-20T07:42:34.064" v="187"/>
          <ac:inkMkLst>
            <pc:docMk/>
            <pc:sldMk cId="2449063953" sldId="2147472375"/>
            <ac:inkMk id="6" creationId="{04CE8E80-C8BB-D9DB-C470-1BDB54BCE0F9}"/>
          </ac:inkMkLst>
        </pc:inkChg>
      </pc:sldChg>
      <pc:sldChg chg="addSp delSp add mod">
        <pc:chgData name="ARUN KARTHIK ." userId="62a047ea-99a3-445a-a127-bd8840139939" providerId="ADAL" clId="{76D99538-AB8E-4316-A70E-453D1C117969}" dt="2024-07-20T07:51:35.239" v="190"/>
        <pc:sldMkLst>
          <pc:docMk/>
          <pc:sldMk cId="920283376" sldId="2147472376"/>
        </pc:sldMkLst>
        <pc:inkChg chg="add">
          <ac:chgData name="ARUN KARTHIK ." userId="62a047ea-99a3-445a-a127-bd8840139939" providerId="ADAL" clId="{76D99538-AB8E-4316-A70E-453D1C117969}" dt="2024-07-20T07:51:35.239" v="190"/>
          <ac:inkMkLst>
            <pc:docMk/>
            <pc:sldMk cId="920283376" sldId="2147472376"/>
            <ac:inkMk id="5" creationId="{27BFF0BB-DED3-D6FF-4883-AF28DCA85FD8}"/>
          </ac:inkMkLst>
        </pc:inkChg>
        <pc:inkChg chg="del">
          <ac:chgData name="ARUN KARTHIK ." userId="62a047ea-99a3-445a-a127-bd8840139939" providerId="ADAL" clId="{76D99538-AB8E-4316-A70E-453D1C117969}" dt="2024-07-20T07:42:42.810" v="189" actId="478"/>
          <ac:inkMkLst>
            <pc:docMk/>
            <pc:sldMk cId="920283376" sldId="2147472376"/>
            <ac:inkMk id="6" creationId="{CFF19BBD-8BB3-45CA-37A7-732718E211A7}"/>
          </ac:inkMkLst>
        </pc:inkChg>
      </pc:sldChg>
      <pc:sldChg chg="addSp delSp modSp new mod">
        <pc:chgData name="ARUN KARTHIK ." userId="62a047ea-99a3-445a-a127-bd8840139939" providerId="ADAL" clId="{76D99538-AB8E-4316-A70E-453D1C117969}" dt="2024-07-20T08:05:27.465" v="398" actId="1076"/>
        <pc:sldMkLst>
          <pc:docMk/>
          <pc:sldMk cId="3357857050" sldId="2147472377"/>
        </pc:sldMkLst>
        <pc:spChg chg="del">
          <ac:chgData name="ARUN KARTHIK ." userId="62a047ea-99a3-445a-a127-bd8840139939" providerId="ADAL" clId="{76D99538-AB8E-4316-A70E-453D1C117969}" dt="2024-07-20T07:51:38.650" v="192" actId="478"/>
          <ac:spMkLst>
            <pc:docMk/>
            <pc:sldMk cId="3357857050" sldId="2147472377"/>
            <ac:spMk id="2" creationId="{506915DA-6CC8-E673-B48A-B60ABEF2262A}"/>
          </ac:spMkLst>
        </pc:spChg>
        <pc:spChg chg="del">
          <ac:chgData name="ARUN KARTHIK ." userId="62a047ea-99a3-445a-a127-bd8840139939" providerId="ADAL" clId="{76D99538-AB8E-4316-A70E-453D1C117969}" dt="2024-07-20T07:51:38.650" v="192" actId="478"/>
          <ac:spMkLst>
            <pc:docMk/>
            <pc:sldMk cId="3357857050" sldId="2147472377"/>
            <ac:spMk id="3" creationId="{6472624C-94EF-0383-C9CD-1D3BA0351493}"/>
          </ac:spMkLst>
        </pc:spChg>
        <pc:spChg chg="add mod">
          <ac:chgData name="ARUN KARTHIK ." userId="62a047ea-99a3-445a-a127-bd8840139939" providerId="ADAL" clId="{76D99538-AB8E-4316-A70E-453D1C117969}" dt="2024-07-20T07:52:42.791" v="217" actId="1076"/>
          <ac:spMkLst>
            <pc:docMk/>
            <pc:sldMk cId="3357857050" sldId="2147472377"/>
            <ac:spMk id="4" creationId="{9C6B59A3-E20F-E5A9-260F-2F9DD6658BB2}"/>
          </ac:spMkLst>
        </pc:spChg>
        <pc:spChg chg="add mod">
          <ac:chgData name="ARUN KARTHIK ." userId="62a047ea-99a3-445a-a127-bd8840139939" providerId="ADAL" clId="{76D99538-AB8E-4316-A70E-453D1C117969}" dt="2024-07-20T08:01:54.326" v="395" actId="20577"/>
          <ac:spMkLst>
            <pc:docMk/>
            <pc:sldMk cId="3357857050" sldId="2147472377"/>
            <ac:spMk id="10" creationId="{3F6B65B0-D246-A403-5FA6-B1FDC9C5C667}"/>
          </ac:spMkLst>
        </pc:spChg>
        <pc:spChg chg="add mod">
          <ac:chgData name="ARUN KARTHIK ." userId="62a047ea-99a3-445a-a127-bd8840139939" providerId="ADAL" clId="{76D99538-AB8E-4316-A70E-453D1C117969}" dt="2024-07-20T07:55:11.930" v="331" actId="20577"/>
          <ac:spMkLst>
            <pc:docMk/>
            <pc:sldMk cId="3357857050" sldId="2147472377"/>
            <ac:spMk id="11" creationId="{F681E054-E193-42FF-7402-D47ED59C83D1}"/>
          </ac:spMkLst>
        </pc:spChg>
        <pc:spChg chg="add mod">
          <ac:chgData name="ARUN KARTHIK ." userId="62a047ea-99a3-445a-a127-bd8840139939" providerId="ADAL" clId="{76D99538-AB8E-4316-A70E-453D1C117969}" dt="2024-07-20T07:54:31.636" v="300" actId="207"/>
          <ac:spMkLst>
            <pc:docMk/>
            <pc:sldMk cId="3357857050" sldId="2147472377"/>
            <ac:spMk id="12" creationId="{9F5DF623-5D29-54E9-ACD1-525A869A8C56}"/>
          </ac:spMkLst>
        </pc:spChg>
        <pc:spChg chg="add mod">
          <ac:chgData name="ARUN KARTHIK ." userId="62a047ea-99a3-445a-a127-bd8840139939" providerId="ADAL" clId="{76D99538-AB8E-4316-A70E-453D1C117969}" dt="2024-07-20T07:54:47.973" v="319" actId="1076"/>
          <ac:spMkLst>
            <pc:docMk/>
            <pc:sldMk cId="3357857050" sldId="2147472377"/>
            <ac:spMk id="13" creationId="{5446C81C-91F0-7CD5-D59C-EEEA1FEA1555}"/>
          </ac:spMkLst>
        </pc:spChg>
        <pc:spChg chg="add mod">
          <ac:chgData name="ARUN KARTHIK ." userId="62a047ea-99a3-445a-a127-bd8840139939" providerId="ADAL" clId="{76D99538-AB8E-4316-A70E-453D1C117969}" dt="2024-07-20T07:54:46.838" v="318" actId="1076"/>
          <ac:spMkLst>
            <pc:docMk/>
            <pc:sldMk cId="3357857050" sldId="2147472377"/>
            <ac:spMk id="14" creationId="{6807D98E-8CDC-B9CC-9618-7E088CAC7077}"/>
          </ac:spMkLst>
        </pc:spChg>
        <pc:spChg chg="add mod">
          <ac:chgData name="ARUN KARTHIK ." userId="62a047ea-99a3-445a-a127-bd8840139939" providerId="ADAL" clId="{76D99538-AB8E-4316-A70E-453D1C117969}" dt="2024-07-20T07:54:45.654" v="317" actId="1076"/>
          <ac:spMkLst>
            <pc:docMk/>
            <pc:sldMk cId="3357857050" sldId="2147472377"/>
            <ac:spMk id="15" creationId="{B7AA8E19-9CCD-DA4E-75C6-DEDE306D4D34}"/>
          </ac:spMkLst>
        </pc:spChg>
        <pc:spChg chg="add mod">
          <ac:chgData name="ARUN KARTHIK ." userId="62a047ea-99a3-445a-a127-bd8840139939" providerId="ADAL" clId="{76D99538-AB8E-4316-A70E-453D1C117969}" dt="2024-07-20T07:54:44.721" v="316" actId="1076"/>
          <ac:spMkLst>
            <pc:docMk/>
            <pc:sldMk cId="3357857050" sldId="2147472377"/>
            <ac:spMk id="16" creationId="{8B102A5D-6631-EE53-A7D1-B682DB67D183}"/>
          </ac:spMkLst>
        </pc:spChg>
        <pc:spChg chg="add mod">
          <ac:chgData name="ARUN KARTHIK ." userId="62a047ea-99a3-445a-a127-bd8840139939" providerId="ADAL" clId="{76D99538-AB8E-4316-A70E-453D1C117969}" dt="2024-07-20T07:54:43.677" v="315" actId="1076"/>
          <ac:spMkLst>
            <pc:docMk/>
            <pc:sldMk cId="3357857050" sldId="2147472377"/>
            <ac:spMk id="17" creationId="{F7CB9502-4F4C-DFC2-386E-1F2BB5E71D5D}"/>
          </ac:spMkLst>
        </pc:spChg>
        <pc:spChg chg="add mod">
          <ac:chgData name="ARUN KARTHIK ." userId="62a047ea-99a3-445a-a127-bd8840139939" providerId="ADAL" clId="{76D99538-AB8E-4316-A70E-453D1C117969}" dt="2024-07-20T07:54:42.765" v="314" actId="1076"/>
          <ac:spMkLst>
            <pc:docMk/>
            <pc:sldMk cId="3357857050" sldId="2147472377"/>
            <ac:spMk id="18" creationId="{89C3A2B4-E1D4-55E6-3818-B4A51E63E1CF}"/>
          </ac:spMkLst>
        </pc:spChg>
        <pc:spChg chg="add mod">
          <ac:chgData name="ARUN KARTHIK ." userId="62a047ea-99a3-445a-a127-bd8840139939" providerId="ADAL" clId="{76D99538-AB8E-4316-A70E-453D1C117969}" dt="2024-07-20T07:54:41.810" v="313" actId="1076"/>
          <ac:spMkLst>
            <pc:docMk/>
            <pc:sldMk cId="3357857050" sldId="2147472377"/>
            <ac:spMk id="19" creationId="{BBF7D05B-3C2E-4DA7-6B76-DD73EC54B0B2}"/>
          </ac:spMkLst>
        </pc:spChg>
        <pc:spChg chg="add mod">
          <ac:chgData name="ARUN KARTHIK ." userId="62a047ea-99a3-445a-a127-bd8840139939" providerId="ADAL" clId="{76D99538-AB8E-4316-A70E-453D1C117969}" dt="2024-07-20T07:54:40.768" v="312" actId="1076"/>
          <ac:spMkLst>
            <pc:docMk/>
            <pc:sldMk cId="3357857050" sldId="2147472377"/>
            <ac:spMk id="20" creationId="{55DEEAAC-8C2D-694A-A786-33538F84E50E}"/>
          </ac:spMkLst>
        </pc:spChg>
        <pc:spChg chg="add mod">
          <ac:chgData name="ARUN KARTHIK ." userId="62a047ea-99a3-445a-a127-bd8840139939" providerId="ADAL" clId="{76D99538-AB8E-4316-A70E-453D1C117969}" dt="2024-07-20T07:54:37.357" v="311" actId="1076"/>
          <ac:spMkLst>
            <pc:docMk/>
            <pc:sldMk cId="3357857050" sldId="2147472377"/>
            <ac:spMk id="21" creationId="{8E260102-84DA-5790-0FCB-88921A075689}"/>
          </ac:spMkLst>
        </pc:spChg>
        <pc:spChg chg="add mod">
          <ac:chgData name="ARUN KARTHIK ." userId="62a047ea-99a3-445a-a127-bd8840139939" providerId="ADAL" clId="{76D99538-AB8E-4316-A70E-453D1C117969}" dt="2024-07-20T07:54:51.440" v="321" actId="1076"/>
          <ac:spMkLst>
            <pc:docMk/>
            <pc:sldMk cId="3357857050" sldId="2147472377"/>
            <ac:spMk id="22" creationId="{FA93CF28-8434-5C60-28E3-88EDAFBF8318}"/>
          </ac:spMkLst>
        </pc:spChg>
        <pc:spChg chg="add mod">
          <ac:chgData name="ARUN KARTHIK ." userId="62a047ea-99a3-445a-a127-bd8840139939" providerId="ADAL" clId="{76D99538-AB8E-4316-A70E-453D1C117969}" dt="2024-07-20T07:54:53.469" v="323" actId="1076"/>
          <ac:spMkLst>
            <pc:docMk/>
            <pc:sldMk cId="3357857050" sldId="2147472377"/>
            <ac:spMk id="23" creationId="{650FA395-ECB9-730B-47BB-3805E0201F4A}"/>
          </ac:spMkLst>
        </pc:spChg>
        <pc:spChg chg="add mod">
          <ac:chgData name="ARUN KARTHIK ." userId="62a047ea-99a3-445a-a127-bd8840139939" providerId="ADAL" clId="{76D99538-AB8E-4316-A70E-453D1C117969}" dt="2024-07-20T07:54:55.538" v="325" actId="1076"/>
          <ac:spMkLst>
            <pc:docMk/>
            <pc:sldMk cId="3357857050" sldId="2147472377"/>
            <ac:spMk id="24" creationId="{6965D05A-CC11-A240-2F4C-4A93855EF773}"/>
          </ac:spMkLst>
        </pc:spChg>
        <pc:spChg chg="add mod">
          <ac:chgData name="ARUN KARTHIK ." userId="62a047ea-99a3-445a-a127-bd8840139939" providerId="ADAL" clId="{76D99538-AB8E-4316-A70E-453D1C117969}" dt="2024-07-20T07:55:01.162" v="327" actId="1076"/>
          <ac:spMkLst>
            <pc:docMk/>
            <pc:sldMk cId="3357857050" sldId="2147472377"/>
            <ac:spMk id="25" creationId="{E28513B1-51D0-6866-1B5C-A79DEB7454A5}"/>
          </ac:spMkLst>
        </pc:spChg>
        <pc:spChg chg="add mod">
          <ac:chgData name="ARUN KARTHIK ." userId="62a047ea-99a3-445a-a127-bd8840139939" providerId="ADAL" clId="{76D99538-AB8E-4316-A70E-453D1C117969}" dt="2024-07-20T07:55:03.368" v="329" actId="1076"/>
          <ac:spMkLst>
            <pc:docMk/>
            <pc:sldMk cId="3357857050" sldId="2147472377"/>
            <ac:spMk id="26" creationId="{D773B645-0F00-449F-EF3C-819808F134E7}"/>
          </ac:spMkLst>
        </pc:spChg>
        <pc:picChg chg="add del mod">
          <ac:chgData name="ARUN KARTHIK ." userId="62a047ea-99a3-445a-a127-bd8840139939" providerId="ADAL" clId="{76D99538-AB8E-4316-A70E-453D1C117969}" dt="2024-07-20T07:58:39.397" v="359" actId="1076"/>
          <ac:picMkLst>
            <pc:docMk/>
            <pc:sldMk cId="3357857050" sldId="2147472377"/>
            <ac:picMk id="5" creationId="{AF7A365E-30C4-A024-D458-FCA59929E691}"/>
          </ac:picMkLst>
        </pc:picChg>
        <pc:picChg chg="add mod">
          <ac:chgData name="ARUN KARTHIK ." userId="62a047ea-99a3-445a-a127-bd8840139939" providerId="ADAL" clId="{76D99538-AB8E-4316-A70E-453D1C117969}" dt="2024-07-20T07:58:41.860" v="360" actId="1076"/>
          <ac:picMkLst>
            <pc:docMk/>
            <pc:sldMk cId="3357857050" sldId="2147472377"/>
            <ac:picMk id="6" creationId="{699254E0-5F4D-0E89-1FC0-FCA89417569A}"/>
          </ac:picMkLst>
        </pc:picChg>
        <pc:picChg chg="add del mod">
          <ac:chgData name="ARUN KARTHIK ." userId="62a047ea-99a3-445a-a127-bd8840139939" providerId="ADAL" clId="{76D99538-AB8E-4316-A70E-453D1C117969}" dt="2024-07-20T07:52:32.418" v="211" actId="478"/>
          <ac:picMkLst>
            <pc:docMk/>
            <pc:sldMk cId="3357857050" sldId="2147472377"/>
            <ac:picMk id="7" creationId="{55AED62E-CE32-3C84-C089-F7215DE855D6}"/>
          </ac:picMkLst>
        </pc:picChg>
        <pc:picChg chg="add del mod">
          <ac:chgData name="ARUN KARTHIK ." userId="62a047ea-99a3-445a-a127-bd8840139939" providerId="ADAL" clId="{76D99538-AB8E-4316-A70E-453D1C117969}" dt="2024-07-20T07:52:31.463" v="210" actId="478"/>
          <ac:picMkLst>
            <pc:docMk/>
            <pc:sldMk cId="3357857050" sldId="2147472377"/>
            <ac:picMk id="8" creationId="{290433E9-F1EF-8B99-0303-A2287550C0C3}"/>
          </ac:picMkLst>
        </pc:picChg>
        <pc:picChg chg="add mod">
          <ac:chgData name="ARUN KARTHIK ." userId="62a047ea-99a3-445a-a127-bd8840139939" providerId="ADAL" clId="{76D99538-AB8E-4316-A70E-453D1C117969}" dt="2024-07-20T08:05:27.465" v="398" actId="1076"/>
          <ac:picMkLst>
            <pc:docMk/>
            <pc:sldMk cId="3357857050" sldId="2147472377"/>
            <ac:picMk id="9" creationId="{08DB43F2-E177-8994-14E5-072951511E24}"/>
          </ac:picMkLst>
        </pc:picChg>
        <pc:picChg chg="add mod">
          <ac:chgData name="ARUN KARTHIK ." userId="62a047ea-99a3-445a-a127-bd8840139939" providerId="ADAL" clId="{76D99538-AB8E-4316-A70E-453D1C117969}" dt="2024-07-20T07:58:37.043" v="358" actId="1076"/>
          <ac:picMkLst>
            <pc:docMk/>
            <pc:sldMk cId="3357857050" sldId="2147472377"/>
            <ac:picMk id="2050" creationId="{FBD886E1-68AC-84C2-9324-3AD3CC41148E}"/>
          </ac:picMkLst>
        </pc:picChg>
        <pc:inkChg chg="add del">
          <ac:chgData name="ARUN KARTHIK ." userId="62a047ea-99a3-445a-a127-bd8840139939" providerId="ADAL" clId="{76D99538-AB8E-4316-A70E-453D1C117969}" dt="2024-07-20T07:56:04.705" v="339" actId="478"/>
          <ac:inkMkLst>
            <pc:docMk/>
            <pc:sldMk cId="3357857050" sldId="2147472377"/>
            <ac:inkMk id="27" creationId="{C03EA4F4-F121-A4CA-1FA2-FDB9699A2A24}"/>
          </ac:inkMkLst>
        </pc:inkChg>
        <pc:inkChg chg="add">
          <ac:chgData name="ARUN KARTHIK ." userId="62a047ea-99a3-445a-a127-bd8840139939" providerId="ADAL" clId="{76D99538-AB8E-4316-A70E-453D1C117969}" dt="2024-07-20T07:56:27.464" v="340"/>
          <ac:inkMkLst>
            <pc:docMk/>
            <pc:sldMk cId="3357857050" sldId="2147472377"/>
            <ac:inkMk id="28" creationId="{84482E87-DEE3-6164-8870-CD4783042B36}"/>
          </ac:inkMkLst>
        </pc:inkChg>
        <pc:inkChg chg="add">
          <ac:chgData name="ARUN KARTHIK ." userId="62a047ea-99a3-445a-a127-bd8840139939" providerId="ADAL" clId="{76D99538-AB8E-4316-A70E-453D1C117969}" dt="2024-07-20T07:58:34.172" v="357"/>
          <ac:inkMkLst>
            <pc:docMk/>
            <pc:sldMk cId="3357857050" sldId="2147472377"/>
            <ac:inkMk id="29" creationId="{24B0BDDE-8E3E-BF42-A4AF-4EE80A4DAA19}"/>
          </ac:inkMkLst>
        </pc:inkChg>
        <pc:inkChg chg="add">
          <ac:chgData name="ARUN KARTHIK ." userId="62a047ea-99a3-445a-a127-bd8840139939" providerId="ADAL" clId="{76D99538-AB8E-4316-A70E-453D1C117969}" dt="2024-07-20T08:01:20.468" v="362"/>
          <ac:inkMkLst>
            <pc:docMk/>
            <pc:sldMk cId="3357857050" sldId="2147472377"/>
            <ac:inkMk id="30" creationId="{24D4AA34-6DBE-AF72-A8A9-061A5020D255}"/>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06.513"/>
    </inkml:context>
    <inkml:brush xml:id="br0">
      <inkml:brushProperty name="width" value="0.025" units="cm"/>
      <inkml:brushProperty name="height" value="0.025" units="cm"/>
      <inkml:brushProperty name="color" value="#E71224"/>
    </inkml:brush>
  </inkml:definitions>
  <inkml:trace contextRef="#ctx0" brushRef="#br0">151 4993 24575,'-24'0'0,"15"1"0,-1-1 0,0 0 0,0-1 0,1 0 0,-1 0 0,-11-4 0,18 4 0,1 0 0,-1 0 0,0-1 0,1 1 0,-1-1 0,1 1 0,0-1 0,0 0 0,-1 0 0,1 0 0,0-1 0,1 1 0,-1 0 0,0-1 0,1 1 0,-1-1 0,1 1 0,0-1 0,0 0 0,0 0 0,0 1 0,0-1 0,1 0 0,-1 0 0,1-4 0,-4-39 0,5-79 0,1 52 0,1 16 0,13-70 0,-4 47 0,5-24 0,35-112 0,-27 121 0,-22 81 0,134-460 0,14 119 0,-21 52 0,34-47 0,-108 241 0,12-30 0,106-203 0,-24 51 0,126-208 0,-243 449 0,99-154 0,-123 186 0,-1 0 0,-1-1 0,0 0 0,6-28 0,-8 24 0,2 0 0,15-34 0,-12 37 0,-4 10 0,-1 0 0,0-1 0,0 0 0,-1 0 0,-1 0 0,0 0 0,0 0 0,1-17 0,-3 20 0,0 0 0,1 0 0,0 0 0,0 1 0,1-1 0,0 1 0,0 0 0,9-13 0,-8 12 0,0 1 0,0-1 0,0 0 0,-1 0 0,0-1 0,-1 1 0,2-11 0,-3 9 0,1 0 0,1 1 0,6-17 0,-6 17 0,0 0 0,0 0 0,-1 0 0,2-17 0,-4-129 241,-1 70-1847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12.321"/>
    </inkml:context>
    <inkml:brush xml:id="br0">
      <inkml:brushProperty name="width" value="0.025" units="cm"/>
      <inkml:brushProperty name="height" value="0.025" units="cm"/>
      <inkml:brushProperty name="color" value="#E71224"/>
    </inkml:brush>
  </inkml:definitions>
  <inkml:trace contextRef="#ctx0" brushRef="#br0">1 617 24327,'7736'-614'0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10.821"/>
    </inkml:context>
    <inkml:brush xml:id="br0">
      <inkml:brushProperty name="width" value="0.025" units="cm"/>
      <inkml:brushProperty name="height" value="0.025" units="cm"/>
      <inkml:brushProperty name="color" value="#E71224"/>
    </inkml:brush>
  </inkml:definitions>
  <inkml:trace contextRef="#ctx0" brushRef="#br0">1 1 24575,'5'23'0,"2"-11"0,0 0 0,1-1 0,17 19 0,3 4 0,67 81 0,-37-47 0,-2-4 0,3-2 0,80 65 0,-73-72 0,277 243 0,18 78 0,-317-327 0,90 93 0,-103-110 0,0 2 0,27 41 0,47 82 0,-12-16 0,-89-135 0,88 116 0,-73-98 0,2-2 0,48 40 0,-24-27 0,95 81 0,-109-86 0,-1 1 0,2-2 0,55 40 0,-31-28 0,60 56 0,-53-42 0,35 26 0,165 154 0,-214-183 0,79 62 0,-44-54 0,144 79 0,-209-128 0,153 101 0,-79-49 0,-84-57 0,131 91 0,-118-80 0,-2 1 0,0 0 0,-1 2 0,20 26 0,-25-29 0,1-1 0,1-1 0,20 16 0,-25-22 0,12 8-1365,-16-13-5461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29.481"/>
    </inkml:context>
    <inkml:brush xml:id="br0">
      <inkml:brushProperty name="width" value="0.025" units="cm"/>
      <inkml:brushProperty name="height" value="0.025" units="cm"/>
      <inkml:brushProperty name="color" value="#E71224"/>
    </inkml:brush>
  </inkml:definitions>
  <inkml:trace contextRef="#ctx0" brushRef="#br0">0 26 24575,'10'0'0,"18"0"0,49-5 0,66-1 0,44 0 0,9 1 0,-8 2 0,-22 5 0,-28 3 0,-34 6 0,-29 1 0,-22-2 0,-20-3-8191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30.513"/>
    </inkml:context>
    <inkml:brush xml:id="br0">
      <inkml:brushProperty name="width" value="0.025" units="cm"/>
      <inkml:brushProperty name="height" value="0.025" units="cm"/>
      <inkml:brushProperty name="color" value="#E71224"/>
    </inkml:brush>
  </inkml:definitions>
  <inkml:trace contextRef="#ctx0" brushRef="#br0">0 0 24575,'0'10'0,"0"28"0,0 58 0,0 36 0,0 17 0,0 17 0,0-9 0,0-17 0,0-23 0,0-20 0,0-28-8191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32.354"/>
    </inkml:context>
    <inkml:brush xml:id="br0">
      <inkml:brushProperty name="width" value="0.025" units="cm"/>
      <inkml:brushProperty name="height" value="0.025" units="cm"/>
      <inkml:brushProperty name="color" value="#E71224"/>
    </inkml:brush>
  </inkml:definitions>
  <inkml:trace contextRef="#ctx0" brushRef="#br0">0 273 24575,'7'1'0,"0"0"0,0 0 0,0-1 0,9 0 0,26 2 0,-10 7 0,-1 1 0,0 1 0,0 2 0,-2 1 0,1 1 0,-2 2 0,0 1 0,-1 1 0,-1 1 0,-1 1 0,28 31 0,-42-38 0,0 0 0,-1 1 0,0 0 0,-1 1 0,-1 0 0,-1 1 0,10 30 0,-16-40 0,1 0 0,-1-1 0,-1 1 0,1 0 0,-1 0 0,0 0 0,-1 0 0,1 0 0,-1 0 0,-1 0 0,1 0 0,-1 0 0,-1-1 0,-5 12 0,2-5 0,0 0 0,-1-1 0,-1 0 0,0-1 0,0 1 0,-15 13 0,15-18 0,1-1 0,-1-1 0,0 1 0,0-1 0,0-1 0,-1 1 0,-9 2 0,13-5 0,-1 0 0,0 0 0,1 0 0,-1-1 0,0 0 0,0 0 0,0-1 0,0 0 0,1 0 0,-1 0 0,0-1 0,-9-1 0,14 1 0,0 0 0,0 1 0,-1-1 0,1 0 0,0 0 0,1 0 0,-1 0 0,0 0 0,0 0 0,0 0 0,0 0 0,1 0 0,-1-1 0,1 1 0,-1 0 0,1 0 0,-1-1 0,1 1 0,0 0 0,-1-1 0,1 1 0,0 0 0,0-1 0,0 1 0,0 0 0,0-1 0,1-1 0,5-41 0,-5 43 0,8-36 0,3 1 0,1 0 0,26-52 0,66-96 0,-16 29 0,-71 121 0,1 0 0,35-46 0,-50 76 0,-1-2 0,0 1 0,0 0 0,3-9 0,12-20 0,-7 21-341,0 1 0,0-1-1,21-15 1,-8 9-6485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34.396"/>
    </inkml:context>
    <inkml:brush xml:id="br0">
      <inkml:brushProperty name="width" value="0.025" units="cm"/>
      <inkml:brushProperty name="height" value="0.025" units="cm"/>
      <inkml:brushProperty name="color" value="#E71224"/>
    </inkml:brush>
  </inkml:definitions>
  <inkml:trace contextRef="#ctx0" brushRef="#br0">262 721 24575,'19'-1'0,"-1"-1"0,1 0 0,-1-1 0,0-1 0,0-1 0,18-8 0,103-49 0,-100 43 0,-24 12 0,56-27 0,87-56 0,-153 87 0,-1 0 0,0-1 0,1 1 0,-2-1 0,1 0 0,0 0 0,-1-1 0,6-7 0,-9 10 0,1 1 0,0 0 0,-1-1 0,1 1 0,-1 0 0,0-1 0,1 1 0,-1 0 0,0-1 0,0 1 0,0-1 0,0 1 0,0 0 0,0-1 0,0 1 0,0-1 0,0 1 0,-1 0 0,1-1 0,-1 1 0,1 0 0,-1-1 0,1 1 0,-1 0 0,0 0 0,0-1 0,0 1 0,0 0 0,1 0 0,-1 0 0,-1 0 0,1 0 0,0 0 0,0 1 0,0-1 0,0 0 0,-1 0 0,-1 0 0,-5-3 0,0 1 0,0 0 0,-1 1 0,1 0 0,-1 0 0,1 1 0,-1 0 0,1 0 0,-1 1 0,1 0 0,-1 1 0,-11 1 0,2 2 0,-1 0 0,1 1 0,0 0 0,-27 14 0,-15 12 0,2 3 0,1 2 0,-99 84 0,124-92 0,1 2 0,1 1 0,1 2 0,-30 44 0,45-56 0,1 0 0,0 1 0,2 0 0,1 1 0,1 1 0,0-1 0,2 1 0,-7 42 0,13-56 0,0 1 0,1-1 0,0 0 0,0 0 0,1 1 0,1-1 0,-1 0 0,2 0 0,-1 0 0,2 0 0,-1 0 0,1-1 0,1 0 0,-1 0 0,13 17 0,-8-16 0,0 1 0,1-1 0,0-1 0,0 0 0,1 0 0,0-1 0,1 0 0,0-1 0,0-1 0,1 1 0,17 5 0,-5-5 0,0 0 0,1-2 0,-1 0 0,1-2 0,0-1 0,0-1 0,0-1 0,46-6 0,-22-2 0,-1-2 0,0-2 0,75-30 0,-96 30 0,0-1 0,-1-1 0,49-35 0,-33 15 0,51-51 0,-73 63 0,-1-1 0,-1 0 0,23-38 0,39-83 0,-60 105 0,-6 18 0,-14 20 0,-1 1 0,0 0 0,1-1 0,-1 1 0,0 0 0,1-1 0,-1 1 0,1 0 0,-1-1 0,0 1 0,1 0 0,-1 0 0,1 0 0,-1 0 0,1-1 0,-1 1 0,1 0 0,-1 0 0,1 0 0,-1 0 0,1 0 0,-1 0 0,1 0 0,-1 0 0,1 0 0,-1 0 0,1 1 0,-1-1 0,1 0 0,-1 0 0,0 0 0,1 1 0,-1-1 0,1 0 0,-1 0 0,1 1 0,-1-1 0,0 0 0,1 1 0,-1-1 0,0 0 0,1 1 0,-1-1 0,0 1 0,0-1 0,1 1 0,-1-1 0,0 0 0,0 2 0,6 11 0,-1 0 0,0 1 0,-1 0 0,-1 0 0,0 0 0,1 17 0,0 91 0,-4-97 0,-1 30 0,-1-35 0,2-1 0,0 1 0,1 0 0,5 28 0,-6-47 0,1 0 0,-1-1 0,0 1 0,0-1 0,0 1 0,0 0 0,0-1 0,1 1 0,-1-1 0,0 1 0,1-1 0,-1 1 0,0-1 0,1 1 0,-1-1 0,1 1 0,-1-1 0,0 1 0,1-1 0,-1 0 0,1 1 0,-1-1 0,1 0 0,0 1 0,-1-1 0,1 0 0,-1 0 0,1 1 0,-1-1 0,1 0 0,0 0 0,-1 0 0,1 0 0,0 0 0,-1 0 0,1 0 0,-1 0 0,1 0 0,0 0 0,-1 0 0,1-1 0,-1 1 0,1 0 0,0 0 0,-1-1 0,1 1 0,0-1 0,4-2 0,0 0 0,0-1 0,0 0 0,5-5 0,-1 1 0,27-24 0,-1-3 0,55-69 0,47-90 0,-4 6 0,-116 166 0,38-38 0,-50 55 0,1 0 0,-1 1 0,1 0 0,0-1 0,0 2 0,1-1 0,-1 1 0,1 0 0,-1 0 0,1 1 0,0 0 0,13-3 0,-17 6 0,0-1 0,0 0 0,0 0 0,0 1 0,0 0 0,0 0 0,0 0 0,-1 0 0,1 0 0,0 0 0,0 1 0,-1-1 0,1 1 0,-1 0 0,1 0 0,-1 0 0,0 0 0,0 0 0,3 4 0,5 6 0,-1 0 0,12 23 0,-16-27 0,9 17 0,-2 1 0,-1 0 0,13 43 0,14 87 0,-33-134 0,11 71 0,7 162 0,-22-226 0,1-1 0,2 0 0,1 0 0,1 0 0,1-1 0,14 33 0,-17-51 0,0 0 0,1-1 0,0 1 0,1-1 0,0-1 0,0 1 0,1-1 0,-1 0 0,11 8 0,-10-10 0,-1-1 0,1 0 0,1 0 0,-1-1 0,0 1 0,1-2 0,0 1 0,-1-1 0,1 0 0,0-1 0,0 0 0,14 1 0,3-3 0,0-1 0,0 0 0,-1-2 0,1-1 0,37-12 0,115-55 0,-129 48 0,-2-1 0,0-3 0,-2-2 0,-1-2 0,50-47 0,-17 3 0,107-136 0,-151 172 0,29-51 0,-52 75 0,0 0 0,-1-1 0,-1 0 0,-1 0 0,0-1 0,5-28 0,-10 43 0,-1 1 0,0-1 0,0 0 0,1 1 0,-1-1 0,-1 0 0,1 0 0,0 1 0,-1-1 0,1 1 0,-1-1 0,0 0 0,0 1 0,-2-5 0,2 6 0,0-1 0,0 1 0,-1 0 0,1 1 0,0-1 0,0 0 0,0 0 0,-1 0 0,1 1 0,0-1 0,-1 1 0,1-1 0,0 1 0,-1-1 0,1 1 0,-1 0 0,1 0 0,-1 0 0,1 0 0,-1 0 0,1 0 0,-1 0 0,1 0 0,-1 0 0,1 1 0,0-1 0,-1 1 0,-1 0 0,-8 3 0,0 1 0,1 0 0,0 0 0,-1 1 0,2 1 0,-1 0 0,1 0 0,0 0 0,-10 12 0,-5 7 0,-36 51 0,27-28 0,3 0 0,-34 74 0,49-86 0,0 0 0,3 1 0,1 1 0,-8 53 0,16-73 0,1 0 0,1 0 0,2 23 0,0-35 0,-1 0 0,2 0 0,-1 0 0,1 0 0,0 0 0,0 0 0,1-1 0,-1 1 0,2-1 0,-1 0 0,9 12 0,-10-16 0,1 1 0,-1-1 0,1 0 0,0 0 0,0 0 0,0 0 0,1-1 0,-1 1 0,0-1 0,0 0 0,1 1 0,-1-2 0,1 1 0,-1 0 0,1-1 0,-1 1 0,1-1 0,0 0 0,-1 0 0,1-1 0,-1 1 0,1-1 0,-1 0 0,5-1 0,3-1 0,-1-1 0,1 0 0,0 0 0,-1-1 0,0-1 0,13-9 0,-7 3 0,-2-1 0,0 0 0,0-1 0,-2 0 0,0-1 0,20-32 0,-8 5 0,30-72 0,-24 36 0,-4-1 0,31-163 0,-2-171 0,-37 260 0,-3 63 0,-9 63 0,-2 0 0,0-1 0,-1-51 0,-9 92 0,-13 78 0,-13 165 0,25-181 0,-23 188 0,-13 142 0,34-273 0,10 140 0,11-146 0,-9-108 0,0-1 0,1 0 0,1 0 0,1 0 0,8 16 0,-13-31 0,0 1 0,0-1 0,1 1 0,-1-1 0,1 0 0,-1 0 0,1 0 0,0 0 0,0 0 0,0 0 0,0 0 0,0 0 0,0-1 0,1 1 0,-1-1 0,0 0 0,1 1 0,-1-1 0,1 0 0,2 0 0,0-1 0,-1 1 0,0-2 0,0 1 0,0 0 0,0-1 0,0 0 0,0 0 0,0 0 0,0 0 0,0-1 0,-1 1 0,1-1 0,4-3 0,46-28 0,-2-3 0,-2-2 0,-1-2 0,56-61 0,145-169 258,-108 112-1881,-86 97-5203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35.200"/>
    </inkml:context>
    <inkml:brush xml:id="br0">
      <inkml:brushProperty name="width" value="0.025" units="cm"/>
      <inkml:brushProperty name="height" value="0.025" units="cm"/>
      <inkml:brushProperty name="color" value="#E71224"/>
    </inkml:brush>
  </inkml:definitions>
  <inkml:trace contextRef="#ctx0" brushRef="#br0">1 557 24575,'29'-5'0,"10"-3"0,1 1 0,44 0 0,-32 2 0,599-25 0,-330 21 0,818-27-660,795-56 660,149-135 0,-1480 138 0,3 47 0,-124 61 0,-345-5 0,214 14 0,-217-14 0,-101-8 0,-1-2 0,1-2 0,0 0 0,43-5 0,95-19-705,-136 20-6121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44.084"/>
    </inkml:context>
    <inkml:brush xml:id="br0">
      <inkml:brushProperty name="width" value="0.025" units="cm"/>
      <inkml:brushProperty name="height" value="0.025" units="cm"/>
      <inkml:brushProperty name="color" value="#E71224"/>
    </inkml:brush>
  </inkml:definitions>
  <inkml:trace contextRef="#ctx0" brushRef="#br0">0 4794 24575,'1'-24'0,"2"14"0,0 0 0,0 0 0,1 0 0,0 0 0,1 0 0,0 1 0,1-1 0,0 1 0,0 1 0,12-13 0,10-7 0,47-38 0,-35 32 0,153-138 0,244-203 0,-232 212-2733,122-93-2698,-15 21 5284,536-395-527,-657 487 674,180-122 0,-92 98 0,187-125 0,-123 30 0,224-156 0,423-236 0,-788 530-194,350-158 0,-505 260 1202,-23 10 57,0 1-1,1 1 1,0 1 0,52-12 0,-60 20-6215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0:59:46.378"/>
    </inkml:context>
    <inkml:brush xml:id="br0">
      <inkml:brushProperty name="width" value="0.025" units="cm"/>
      <inkml:brushProperty name="height" value="0.025" units="cm"/>
      <inkml:brushProperty name="color" value="#E71224"/>
    </inkml:brush>
  </inkml:definitions>
  <inkml:trace contextRef="#ctx0" brushRef="#br0">0 1 24575,'1'9'0,"0"1"0,1-1 0,0 0 0,0 0 0,1 1 0,0-2 0,1 1 0,6 12 0,43 66 0,-21-44 0,3-1 0,57 54 0,21 23 0,189 295 0,-182-241 0,-25-32 0,80 107 0,246 200 0,-365-393 0,-4-8 0,72 51 0,-34-29 0,649 477 0,-691-515 0,2-2 0,97 42 0,-97-50 0,-2 2 0,-1 2 0,0 2 0,-3 2 0,0 2 0,-2 2 0,52 52 0,107 102 0,-114-114 0,-12-10 0,84 54 0,-4-1 0,-147-109 0,144 138 0,-96-87 0,0 10-1365,-50-60-5461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04.821"/>
    </inkml:context>
    <inkml:brush xml:id="br0">
      <inkml:brushProperty name="width" value="0.025" units="cm"/>
      <inkml:brushProperty name="height" value="0.025" units="cm"/>
      <inkml:brushProperty name="color" value="#E71224"/>
    </inkml:brush>
  </inkml:definitions>
  <inkml:trace contextRef="#ctx0" brushRef="#br0">614 1 24575,'-12'23'0,"-2"10"0,-62 165 0,-116 623 0,86 19 0,53-308 0,-16 198 0,40-374 0,-4 70 0,23-252 0,-10 368 0,21-390 0,-1-150 21,0-1-69,0 0 1,0 0-1,0 0 0,-1 0 0,1 0 0,0 0 1,1 0-1,-1 0 0,0 0 0,0 0 0,0 0 1,1 0-1,-1 0 0,0 0 0,1 0 0,-1 0 1,1 0-1,-1 0 0,1-1 0,-1 1 0,1 0 1,-1 0-1,1-1 0,0 1 0,0 0 0,-1-1 1,1 1-1,1 0 0,4 0-6778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05.606"/>
    </inkml:context>
    <inkml:brush xml:id="br0">
      <inkml:brushProperty name="width" value="0.025" units="cm"/>
      <inkml:brushProperty name="height" value="0.025" units="cm"/>
      <inkml:brushProperty name="color" value="#E71224"/>
    </inkml:brush>
  </inkml:definitions>
  <inkml:trace contextRef="#ctx0" brushRef="#br0">687 238 24575,'-3'0'0,"-1"0"0,0 0 0,1 0 0,-1 1 0,0-1 0,1 1 0,-1 0 0,1 0 0,0 0 0,-7 4 0,-32 20 0,33-19 0,-46 33 0,-76 70 0,-43 58 0,90-84 0,45-40 0,27-29 0,-1-1 0,0 0 0,-1-1 0,-23 17 0,23-21 0,10-8 0,17-18 0,-5 8 0,52-62 0,70-63 0,78-54 0,13-14 0,-50 41 0,-169 160 0,-1 0 0,1 1 0,-1-1 0,1 1 0,0 0 0,-1-1 0,1 1 0,0 0 0,0 0 0,0 0 0,0 0 0,0 1 0,0-1 0,0 0 0,0 1 0,0 0 0,1-1 0,-1 1 0,0 0 0,0 0 0,0 0 0,0 0 0,0 1 0,4 0 0,-2 0 0,0 1 0,-1 1 0,1-1 0,-1 0 0,1 1 0,-1 0 0,0-1 0,0 2 0,0-1 0,0 0 0,3 5 0,11 17 0,-2 2 0,0 0 0,13 33 0,-23-48 0,10 29 0,-1 1 0,14 72 0,-21-82 0,0 4-682,3 66-1,-9-75-6143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06.443"/>
    </inkml:context>
    <inkml:brush xml:id="br0">
      <inkml:brushProperty name="width" value="0.025" units="cm"/>
      <inkml:brushProperty name="height" value="0.025" units="cm"/>
      <inkml:brushProperty name="color" value="#E71224"/>
    </inkml:brush>
  </inkml:definitions>
  <inkml:trace contextRef="#ctx0" brushRef="#br0">0 139 24575,'1'27'0,"2"-1"0,0 1 0,2-1 0,0 0 0,14 36 0,1-9 0,40 76 0,90 121 0,-147-246 0,-1 0 0,1-1 0,0 1 0,0 0 0,1-1 0,-1 0 0,1 0 0,-1 0 0,1 0 0,6 3 0,-8-5 0,0-1 0,0 1 0,0 0 0,0-1 0,1 0 0,-1 1 0,0-1 0,0 0 0,1 0 0,-1 0 0,0 0 0,0-1 0,1 1 0,-1-1 0,0 1 0,0-1 0,0 0 0,0 1 0,0-1 0,0-1 0,0 1 0,0 0 0,3-3 0,16-14 0,0 0 0,-1-2 0,-2-1 0,32-44 0,-7 10 0,244-327 0,-267 354 0,1 1 0,37-37 0,-42 50 0,1 0 0,0 1 0,1 0 0,0 2 0,22-11 0,-36 20-97,0 0-1,1 1 1,-1-1-1,0 1 1,1 0-1,-1 1 1,1-1-1,-1 1 1,1 0-1,-1 0 1,1 0-1,-1 1 0,8 1 1,9 3-6729</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08.253"/>
    </inkml:context>
    <inkml:brush xml:id="br0">
      <inkml:brushProperty name="width" value="0.025" units="cm"/>
      <inkml:brushProperty name="height" value="0.025" units="cm"/>
      <inkml:brushProperty name="color" value="#E71224"/>
    </inkml:brush>
  </inkml:definitions>
  <inkml:trace contextRef="#ctx0" brushRef="#br0">648 0 24575,'-1'1'0,"0"0"0,0 1 0,0-1 0,0 0 0,0 0 0,0 0 0,0 1 0,1-1 0,-1 0 0,0 1 0,1-1 0,-1 3 0,-21 62 0,-24 138 0,28-113 0,-114 388 0,-35-11 0,133-377 0,-160 451 0,188-524 0,1 0 0,1 0 0,-3 30 0,6-42 0,1-1 0,0 1 0,0 0 0,0-1 0,1 1 0,0 0 0,0-1 0,0 1 0,1-1 0,0 0 0,0 1 0,0-1 0,1 0 0,-1 0 0,8 8 0,-2-4 0,0-1 0,1 0 0,0-1 0,0 0 0,0-1 0,1 0 0,0 0 0,1-1 0,-1 0 0,1-1 0,0 0 0,0-1 0,22 4 0,8-1 0,0-3 0,65-2 0,-62-2 0,68-3 0,118-19 0,110-38 0,544-66 0,-422 102 0,5 26 0,-225 1 0,564-13 0,-1-46 0,-462 17 8,330-34 4,1 27-122,-435 38-246,826-17 260,-54 28 96,-972 0 132,66 11 0,-70-6-39,0-3-1,41 1 1,-75-4-93,-5 2 0,-9 4 0,-30 4 0,-1-1 0,-80 7 0,59-10 0,-47 4 0,-1-4 0,-219-17 0,200-5 0,1-6 0,-156-45 0,263 60 0,1-1 0,-1-2 0,1 0 0,1-2 0,0 0 0,0-1 0,1-1 0,-27-23 0,39 29 0,7 7 0,1-1 0,-1 0 0,1 0 0,-1 0 0,1 0 0,-1 0 0,1-1 0,0 1 0,0 0 0,-2-3 0,3 4 0,0-1 0,0 1 0,0 0 0,0 0 0,1-1 0,-1 1 0,0 0 0,0 0 0,0-1 0,0 1 0,1 0 0,-1 0 0,0-1 0,0 1 0,0 0 0,1 0 0,-1 0 0,0 0 0,0-1 0,1 1 0,-1 0 0,0 0 0,1 0 0,-1 0 0,0 0 0,0 0 0,1 0 0,-1 0 0,0 0 0,1 0 0,-1 0 0,0 0 0,0 0 0,1 0 0,-1 0 0,0 0 0,1 0 0,13 0 0,5 3 0,0 2 0,-1-1 0,1 2 0,22 10 0,69 39 0,-66-29 0,-1 2 0,51 41 0,70 78 0,21 48 0,-54-54 0,-127-138 0,-1 0 0,1 1 0,-1-1 0,0 1 0,0 0 0,-1-1 0,1 1 0,-1 0 0,0 0 0,0 1 0,0-1 0,0 0 0,-1 1 0,0-1 0,0 1 0,0 0 0,-1-1 0,1 1 0,-1-1 0,0 1 0,0 0 0,-1-1 0,1 1 0,-1 0 0,-2 5 0,-6 19 0,-1 1 0,-26 47 0,-37 53 0,38-72 0,-1 0 0,-3-2 0,-3-1 0,-50 52 0,89-104-195,0 0 0,-1 0 0,1 0 0,-1 0 0,1-1 0,-8 5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09.134"/>
    </inkml:context>
    <inkml:brush xml:id="br0">
      <inkml:brushProperty name="width" value="0.025" units="cm"/>
      <inkml:brushProperty name="height" value="0.025" units="cm"/>
      <inkml:brushProperty name="color" value="#E71224"/>
    </inkml:brush>
  </inkml:definitions>
  <inkml:trace contextRef="#ctx0" brushRef="#br0">32 1 24575,'-6'24'0,"0"-7"0,-1 20 0,2 0 0,-2 46 0,6 78 0,2-88 0,0-24 0,7 51 0,-5-79 0,1 0 0,0 0 0,2-1 0,1 1 0,8 18 0,-14-37 0,0 0 0,0 0 0,0 0 0,0 0 0,0 0 0,0 0 0,1-1 0,-1 1 0,1 0 0,-1-1 0,1 1 0,-1-1 0,1 0 0,0 1 0,0-1 0,0 0 0,0 0 0,0 0 0,0 0 0,0-1 0,0 1 0,0 0 0,0-1 0,0 1 0,0-1 0,1 0 0,-1 0 0,0 0 0,0 0 0,0 0 0,1-1 0,2 0 0,6-2 0,-1-1 0,0 0 0,0-1 0,-1 0 0,14-9 0,4-2 0,165-100 0,-185 111 0,1 1 0,0 0 0,1 0 0,-1 0 0,1 1 0,-1 0 0,1 1 0,0 0 0,0 0 0,0 1 0,0 0 0,0 1 0,1 0 0,-1 0 0,0 1 0,0 0 0,0 1 0,0 0 0,0 0 0,-1 1 0,1 0 0,-1 0 0,12 7 0,-15-8 0,15 9 0,1-2 0,0 0 0,41 10 0,-54-18 0,0 0 0,0-1 0,0 0 0,0 0 0,0-1 0,0 0 0,0-1 0,12-3 0,7-4 0,26-13 0,-33 14 0,0-2 0,0 0 0,-1-2 0,-1 0 0,0-1 0,0 0 0,-2-2 0,29-29 0,1-12 0,41-63 0,-74 101 0,12-22 0,24-50 0,-34 62 0,-8 18-1365,1 3-5461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09.410"/>
    </inkml:context>
    <inkml:brush xml:id="br0">
      <inkml:brushProperty name="width" value="0.025" units="cm"/>
      <inkml:brushProperty name="height" value="0.025" units="cm"/>
      <inkml:brushProperty name="color" value="#E71224"/>
    </inkml:brush>
  </inkml:definitions>
  <inkml:trace contextRef="#ctx0" brushRef="#br0">346 0 24575,'-6'147'0,"-39"221"0,-147 648 0,188-997 0,-88 439 0,89-441-151,1 1-1,1-1 0,0 1 0,1-1 1,1 0-1,1 1 0,0-1 1,9 33-1,1-22-6674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0.035"/>
    </inkml:context>
    <inkml:brush xml:id="br0">
      <inkml:brushProperty name="width" value="0.025" units="cm"/>
      <inkml:brushProperty name="height" value="0.025" units="cm"/>
      <inkml:brushProperty name="color" value="#E71224"/>
    </inkml:brush>
  </inkml:definitions>
  <inkml:trace contextRef="#ctx0" brushRef="#br0">1 322 24575,'23'-5'0,"5"-5"0,35-9 0,0 1 0,150-61 0,98-30 0,-106 39 0,-193 67 0,1 0 0,19-1 0,-2 3 0,-54 6 0,0 2 0,1 0 0,0 2 0,0 0 0,-38 23 0,51-25 0,1 0 0,0 1 0,0 0 0,1 0 0,0 1 0,1 0 0,-12 18 0,-37 76 0,53-96 0,-13 31 0,2 1 0,2 0 0,-12 73 0,17-79 0,-19 135 0,11-67 0,10-60-455,2-1 0,1 47 0,3-72-6371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5.005"/>
    </inkml:context>
    <inkml:brush xml:id="br0">
      <inkml:brushProperty name="width" value="0.025" units="cm"/>
      <inkml:brushProperty name="height" value="0.025" units="cm"/>
      <inkml:brushProperty name="color" value="#E71224"/>
    </inkml:brush>
  </inkml:definitions>
  <inkml:trace contextRef="#ctx0" brushRef="#br0">1537 495 24575,'0'-23'0,"0"18"0,1-14 0,-1 0 0,-1-1 0,0 1 0,-2 0 0,0 0 0,-1 1 0,-12-36 0,9 39 0,0 1 0,0 0 0,-2 0 0,1 1 0,-2 0 0,0 0 0,0 1 0,-1 0 0,-1 1 0,0 0 0,0 1 0,-1 0 0,-1 1 0,1 1 0,-1 0 0,-16-6 0,-11-4 0,0 3 0,-78-20 0,102 31 0,0 2 0,0-1 0,0 2 0,0 1 0,0 0 0,0 1 0,0 0 0,0 2 0,0 0 0,-21 7 0,13-1 0,0 2 0,1 1 0,0 0 0,1 2 0,1 1 0,0 0 0,-25 25 0,31-25 0,1 0 0,0 1 0,1 1 0,1 1 0,1 0 0,1 0 0,0 1 0,1 0 0,-10 28 0,18-39 0,-1 1 0,1-1 0,0 1 0,1-1 0,0 1 0,0-1 0,1 1 0,0-1 0,1 1 0,0 0 0,2 8 0,0-4 0,2-1 0,-1 0 0,1-1 0,1 1 0,0-1 0,14 18 0,2 0 0,2-2 0,1 0 0,43 34 0,28 29 0,141 193 0,-229-273 0,0 0 0,-1 1 0,-1 0 0,0 1 0,0-1 0,-1 1 0,-1 0 0,0 0 0,-1 1 0,0-1 0,-1 1 0,0 0 0,-1-1 0,0 1 0,-1 0 0,0 0 0,-2 0 0,-2 15 0,-2-3 0,-2 0 0,-1-1 0,0 0 0,-23 39 0,-64 84 0,77-123 0,-1 0 0,-1-1 0,-1-1 0,0-1 0,-2-1 0,-1-2 0,0 0 0,-1-1 0,-51 23 0,42-25 0,0-2 0,-1-2 0,0-1 0,-1-1 0,0-2 0,-1-2 0,-62 0 0,74-5 0,1-1 0,0-2 0,0 0 0,1-2 0,-1 0 0,1-2 0,0-1 0,1-1 0,0-1 0,-27-15 0,23 13-1365,16 9-5461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5.851"/>
    </inkml:context>
    <inkml:brush xml:id="br0">
      <inkml:brushProperty name="width" value="0.025" units="cm"/>
      <inkml:brushProperty name="height" value="0.025" units="cm"/>
      <inkml:brushProperty name="color" value="#E71224"/>
    </inkml:brush>
  </inkml:definitions>
  <inkml:trace contextRef="#ctx0" brushRef="#br0">0 529 24575,'3'1'0,"0"-1"0,0 1 0,-1-1 0,1 0 0,0 0 0,0 0 0,5-1 0,0 0 0,19 0 0,0-2 0,51-12 0,-38 6 0,-24 5 0,0-1 0,0 0 0,-1-2 0,0 0 0,0 0 0,0-2 0,-1 0 0,-1 0 0,1-1 0,-1-1 0,16-18 0,-3 1 0,-1-2 0,-1 0 0,36-64 0,-48 74 0,-2-1 0,10-25 0,-17 38 0,-1 0 0,0 0 0,0 0 0,-1 0 0,1 0 0,-2 0 0,1 0 0,-1 0 0,-2-14 0,2 20 0,-1 1 0,1 0 0,-1-1 0,1 1 0,-1 0 0,0 0 0,1-1 0,-1 1 0,0 0 0,0 0 0,0 0 0,0 0 0,0 0 0,0 0 0,0 0 0,0 0 0,0 1 0,0-1 0,-1 0 0,1 1 0,0-1 0,-1 0 0,1 1 0,0 0 0,-1-1 0,1 1 0,0 0 0,-1 0 0,1 0 0,-1 0 0,1 0 0,-1 0 0,1 0 0,0 0 0,-1 0 0,1 1 0,-2 0 0,-4 0 0,1 1 0,0 0 0,0 0 0,0 0 0,0 1 0,0 0 0,-5 3 0,3 0 0,0 1 0,1 0 0,0 0 0,0 1 0,0 0 0,1 0 0,0 0 0,-8 16 0,-1 8 0,-14 40 0,9-23 0,13-33 0,1 0 0,1 1 0,0 0 0,1 0 0,1 0 0,0 0 0,1 0 0,1 0 0,1 1 0,0-1 0,2 1 0,0-1 0,0 0 0,2 0 0,9 29 0,-7-30 0,44 106 0,-42-106 0,1-1 0,0 0 0,1 0 0,0-1 0,19 19 0,0-6 0,1-1 0,2-2 0,0 0 0,2-3 0,0-1 0,55 24 0,-2 1-1365,-73-38-5461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6.957"/>
    </inkml:context>
    <inkml:brush xml:id="br0">
      <inkml:brushProperty name="width" value="0.025" units="cm"/>
      <inkml:brushProperty name="height" value="0.025" units="cm"/>
      <inkml:brushProperty name="color" value="#E71224"/>
    </inkml:brush>
  </inkml:definitions>
  <inkml:trace contextRef="#ctx0" brushRef="#br0">531 664 24575,'-19'-18'0,"-8"-9"0,14 12 0,-1 1 0,-1 1 0,-29-22 0,39 32 0,1 1 0,-1-1 0,0 1 0,0 0 0,1 0 0,-1 0 0,0 1 0,-1 0 0,1 0 0,0 0 0,0 1 0,0-1 0,-1 1 0,1 1 0,0-1 0,0 1 0,-1 0 0,1 0 0,-7 2 0,-18 9 0,0 1 0,-55 32 0,69-35 0,0 1 0,1 1 0,0 0 0,1 1 0,0 0 0,-15 21 0,26-30 0,0 0 0,0 0 0,0 1 0,1-1 0,0 0 0,0 1 0,0 0 0,0-1 0,1 1 0,0 0 0,0 0 0,0 0 0,0 0 0,1 0 0,0 0 0,1 7 0,-1-11 0,0-1 0,0 1 0,0-1 0,0 1 0,0 0 0,1-1 0,-1 1 0,0-1 0,0 1 0,1-1 0,-1 1 0,0-1 0,1 0 0,-1 1 0,1-1 0,-1 1 0,0-1 0,1 0 0,-1 1 0,1-1 0,-1 0 0,1 1 0,-1-1 0,1 0 0,-1 0 0,1 0 0,0 1 0,0-1 0,0 0 0,1 0 0,-1 0 0,1-1 0,-1 1 0,1 0 0,-1-1 0,1 1 0,-1-1 0,1 1 0,-1-1 0,2 0 0,35-28 0,-33 25 0,23-21 0,41-50 0,-21 23 0,-46 49 0,0 1 0,0 0 0,0 0 0,1 0 0,-1 0 0,1 0 0,0 0 0,-1 1 0,1-1 0,0 1 0,0 0 0,0 0 0,0 0 0,0 0 0,0 0 0,0 1 0,1-1 0,-1 1 0,0 0 0,0 0 0,0 0 0,0 0 0,1 1 0,-1-1 0,0 1 0,0 0 0,4 2 0,-1 0 0,0 0 0,1 1 0,-2 0 0,1 0 0,0 0 0,-1 1 0,0 0 0,0 0 0,0 0 0,-1 1 0,7 10 0,0 2 0,1-1 0,1 0 0,1 0 0,23 22 0,-30-33 0,1 0 0,-1-1 0,1 0 0,0-1 0,0 0 0,0 0 0,0 0 0,1-1 0,-1 0 0,1-1 0,0 0 0,0-1 0,13 2 0,-1-3 0,-1 0 0,0-1 0,1-1 0,-1 0 0,0-2 0,0-1 0,-1 0 0,31-13 0,-25 6 0,0 0 0,-1-2 0,-1-1 0,0 0 0,34-33 0,-16 8 0,-2-3 0,-3-1 0,-1-1 0,-2-2 0,40-77 0,-66 112 0,23-41 0,-3-2 0,24-66 0,-45 107 0,7-21 0,-12 34 0,-1 0 0,1 0 0,-1 0 0,0 0 0,0 0 0,1 0 0,-1 0 0,0 0 0,0 0 0,0 0 0,0 0 0,0 0 0,-1 0 0,1 0 0,0 0 0,0 0 0,-1 0 0,1 0 0,-1 0 0,1 0 0,-1 0 0,1 0 0,-1 0 0,-1-1 0,1 1 0,0 1 0,1 0 0,-1 0 0,0 0 0,0-1 0,0 1 0,0 0 0,0 0 0,0 0 0,0 0 0,0 1 0,0-1 0,0 0 0,0 0 0,0 1 0,0-1 0,0 0 0,0 1 0,0-1 0,0 1 0,0-1 0,0 1 0,1-1 0,-2 2 0,-21 17 0,23-19 0,-12 13 0,0 1 0,1 0 0,0 1 0,1 0 0,1 1 0,1 0 0,0 0 0,1 0 0,-8 29 0,3-2 0,2 1 0,-7 76 0,14-79 0,2 0 0,2 0 0,1 0 0,2 0 0,2-1 0,14 54 0,11 15 0,81 195 0,-107-293 0,74 184 0,-71-170 0,-2-1 0,0 1 0,-2 0 0,-1 0 0,-1 1 0,-1 30 0,-3-18 0,-2 0 0,-2-1 0,-1 0 0,-22 67 0,22-85 0,-1 0 0,0 0 0,-2-1 0,0 0 0,-1-1 0,-1 0 0,-1-1 0,0 0 0,-1-1 0,-25 21 0,-14 2 0,-2-1 0,-2-3 0,-70 30 0,124-62 0,0-1 0,1 1 0,-2-1 0,1 0 0,0 0 0,0 0 0,0 0 0,0-1 0,-1 1 0,1-1 0,0 0 0,-7-1 0,9 1 0,0-1 0,-1 1 0,1-1 0,-1 0 0,1 0 0,0 0 0,0 0 0,-1 0 0,1 0 0,0 0 0,0 0 0,0 0 0,0 0 0,0-1 0,1 1 0,-1 0 0,0-1 0,1 1 0,-1-1 0,0 1 0,1-1 0,0 1 0,-1-1 0,1 1 0,0-1 0,0 1 0,0-1 0,0-3 0,0-8-80,1-1 0,0 1-1,0-1 1,2 1 0,0-1-1,0 1 1,1 0 0,1 0-1,0 1 1,1-1 0,0 1 0,1 0-1,0 1 1,1 0 0,0 0-1,11-11 1,6-2-6746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8.974"/>
    </inkml:context>
    <inkml:brush xml:id="br0">
      <inkml:brushProperty name="width" value="0.025" units="cm"/>
      <inkml:brushProperty name="height" value="0.025" units="cm"/>
      <inkml:brushProperty name="color" value="#E71224"/>
    </inkml:brush>
  </inkml:definitions>
  <inkml:trace contextRef="#ctx0" brushRef="#br0">130 1987 24575,'0'0'0,"-1"0"0,1 0 0,0 0 0,-1 0 0,1 0 0,-1 0 0,1 0 0,-1 0 0,1 0 0,-1 0 0,1 0 0,-1 0 0,1 0 0,-1 0 0,1 0 0,-1 1 0,1-1 0,0 0 0,-1 0 0,1 1 0,-1-1 0,1 0 0,0 1 0,-1-1 0,1 0 0,0 1 0,-1-1 0,1 0 0,0 1 0,0-1 0,-1 1 0,1-1 0,0 0 0,0 2 0,-10 14 0,7-3 0,0 0 0,1 1 0,1-1 0,0 0 0,0 1 0,3 23 0,2-5 0,13 52 0,-13-69 0,1 1 0,12 28 0,-15-41 0,0 1 0,0 0 0,0-1 0,0 0 0,0 1 0,1-1 0,-1 0 0,1 0 0,0 0 0,0 0 0,0-1 0,0 1 0,1-1 0,-1 0 0,0 0 0,1 0 0,4 1 0,-7-3 0,1 0 0,-1 0 0,0 0 0,1 0 0,-1 0 0,0 0 0,1-1 0,-1 1 0,0-1 0,0 1 0,1-1 0,-1 1 0,0-1 0,0 0 0,0 1 0,0-1 0,0 0 0,0 0 0,0 0 0,0 0 0,0 0 0,0 0 0,0 0 0,-1 0 0,1 0 0,0-1 0,0-1 0,18-40 0,-16 34 0,1-4 0,-1 0 0,0 0 0,-1 0 0,-1 0 0,0 0 0,-1 0 0,0-1 0,0 1 0,-2 0 0,0 0 0,0 0 0,-6-15 0,3 9 0,-2-1 0,0 2 0,-2-1 0,0 1 0,0 0 0,-2 1 0,-17-22 0,20 31 0,0 0 0,-1 1 0,0 0 0,0 0 0,0 1 0,-1 1 0,0-1 0,0 2 0,0-1 0,-1 1 0,0 1 0,0 0 0,-13-2 0,23 5 0,1-1 0,-1 1 0,0 0 0,0 0 0,0-1 0,0 1 0,0-1 0,1 1 0,-1-1 0,0 1 0,0-1 0,1 1 0,-1-1 0,0 0 0,1 1 0,-1-1 0,1 0 0,-1 0 0,1 1 0,-1-1 0,1 0 0,-1 0 0,1 0 0,0 0 0,-1 0 0,1 0 0,0 1 0,0-1 0,0 0 0,0 0 0,0 0 0,0 0 0,0 0 0,0 0 0,0 0 0,0 0 0,0 0 0,1 0 0,-1 1 0,0-1 0,1 0 0,-1 0 0,1 0 0,0-1 0,3-7 0,1-1 0,0 1 0,9-11 0,-6 9 0,158-237 0,-125 194 0,2 1 0,70-65 0,-96 103 0,1 1 0,0 0 0,1 1 0,25-13 0,-35 21 0,0 1 0,1 0 0,-1 1 0,1 0 0,0 0 0,0 1 0,0 0 0,0 1 0,0 0 0,0 1 0,19 1 0,-27-1 0,1 1 0,0 0 0,-1 0 0,1 0 0,0 0 0,-1 0 0,1 0 0,-1 1 0,0 0 0,1-1 0,-1 1 0,0 0 0,0 0 0,0 0 0,0 0 0,-1 0 0,1 0 0,0 1 0,1 4 0,3 4 0,-1 0 0,-1 1 0,4 14 0,-7-23 0,14 56 0,-3 1 0,-2 0 0,2 76 0,-11 187 0,-3-199 0,1 68 0,0-191 0,1 0 0,0 1 0,0-1 0,0 0 0,0 0 0,1 0 0,-1 1 0,0-1 0,0 0 0,1 0 0,-1 0 0,1 0 0,-1 0 0,1 2 0,0-3 0,-1 0 0,0 0 0,1 0 0,-1 0 0,0 0 0,0 1 0,1-1 0,-1 0 0,0 0 0,1 0 0,-1 0 0,0 0 0,1-1 0,-1 1 0,0 0 0,1 0 0,-1 0 0,0 0 0,1 0 0,-1 0 0,0 0 0,0-1 0,1 1 0,-1 0 0,0 0 0,0 0 0,1-1 0,-1 1 0,0 0 0,0 0 0,0 0 0,1-1 0,21-32 0,-17 25 0,254-410 0,-159 277 0,-96 136 0,1 0 0,0 0 0,0 0 0,1 1 0,0-1 0,-1 1 0,1 1 0,1-1 0,-1 1 0,11-4 0,-14 6 0,-1 0 0,0 1 0,0-1 0,1 1 0,-1-1 0,0 1 0,1 0 0,-1 0 0,1 0 0,-1 0 0,0 0 0,1 1 0,-1-1 0,0 1 0,1-1 0,-1 1 0,0 0 0,0 0 0,1 0 0,-1 0 0,0 0 0,0 1 0,0-1 0,-1 1 0,1-1 0,0 1 0,0 0 0,-1-1 0,1 1 0,-1 0 0,0 0 0,1 0 0,-1 0 0,0 1 0,1 1 0,5 16 0,0-1 0,-1 2 0,-1-1 0,-1 0 0,2 27 0,0 109 0,-6-118 0,1 16 0,-1 28 0,15 112 0,-11-159 0,-3-19 0,7 31 0,-7-43 0,0 0 0,0 0 0,1-1 0,-1 1 0,1-1 0,0 1 0,0-1 0,0 1 0,0-1 0,1 0 0,-1 0 0,7 5 0,-7-7 0,0 1 0,0-1 0,0 0 0,1 0 0,-1 0 0,0-1 0,0 1 0,1-1 0,-1 1 0,1-1 0,-1 0 0,1 0 0,-1 0 0,0 0 0,1 0 0,-1 0 0,1-1 0,-1 1 0,0-1 0,1 0 0,-1 1 0,0-1 0,0 0 0,1 0 0,2-3 0,6-3 0,1 0 0,-2-1 0,14-12 0,-18 15 0,54-50 0,93-108 0,-116 117 0,-2-1 0,-2-2 0,31-64 0,-61 107 0,-1 0 0,0 0 0,0-1 0,0 1 0,-1 0 0,0-1 0,0 1 0,-1-10 0,1 15 0,-1-1 0,0 1 0,0-1 0,0 1 0,-1 0 0,1-1 0,0 1 0,0 0 0,-1 0 0,1-1 0,-1 1 0,1 0 0,-1 0 0,1-1 0,-1 1 0,0 0 0,0 0 0,1 0 0,-1 0 0,0 0 0,0 0 0,0 0 0,0 0 0,0 1 0,0-1 0,-1 0 0,1 1 0,0-1 0,0 0 0,0 1 0,-1-1 0,1 1 0,0 0 0,-1 0 0,1-1 0,0 1 0,-1 0 0,1 0 0,0 0 0,-1 0 0,1 0 0,0 1 0,-1-1 0,1 0 0,0 1 0,-2-1 0,-7 1 0,19-7 0,3-2 0,-7 3 0,1 1 0,0-1 0,0 1 0,0 0 0,1 1 0,11-6 0,-14 8 0,1 0 0,-1 0 0,1 0 0,-1 0 0,1 1 0,-1 0 0,1 0 0,0 0 0,-1 1 0,1-1 0,-1 1 0,6 1 0,0 2 0,1 0 0,-1 1 0,0 0 0,0 1 0,-1 0 0,17 13 0,-18-12 0,0-1 0,1 0 0,0 0 0,0-1 0,1 0 0,-1 0 0,1-1 0,10 3 0,-11-6 0,0 1 0,-1-1 0,1 0 0,0-1 0,0 0 0,0-1 0,-1 0 0,1 0 0,0-1 0,-1 0 0,1 0 0,-1-1 0,12-5 0,-5 0 0,0-1 0,-1 0 0,0-1 0,-1-1 0,0 0 0,12-14 0,33-37 0,-3-4 0,-3-1 0,80-138 0,-64 78 0,76-200 0,-91 184 0,-6-3 0,-6-2 0,24-178 0,-60 291 0,-2-1 0,-1-45 0,-2 80 0,0-1 0,0 1 0,0 0 0,0 0 0,0 0 0,-1-1 0,1 1 0,0 0 0,0 0 0,-1 0 0,1-1 0,-1 1 0,1 0 0,-1 0 0,0 0 0,1 0 0,-1 0 0,0 0 0,0 0 0,-1-1 0,1 1 0,0 1 0,0 0 0,0-1 0,0 1 0,0 0 0,-1 0 0,1 0 0,0 0 0,0 0 0,0 0 0,0 0 0,0 0 0,0 1 0,0-1 0,0 0 0,0 0 0,0 1 0,0-1 0,-1 1 0,-5 3 0,0 1 0,1-1 0,-1 1 0,1 0 0,-7 8 0,-9 11 0,1 0 0,2 2 0,0 0 0,2 1 0,-18 37 0,-58 153 0,93-216 0,-50 139-252,7 1 1,5 3-1,7 1 0,6 1 0,7 1 1,6 0-1,8 164 0,13-111 127,46 270 0,-49-433 125,2 0 0,1-1 0,15 40 0,-23-73 12,0 0 0,0 0 0,0-1 0,1 1 0,-1 0 0,1-1 0,0 1 0,0-1 0,0 1 0,0-1 0,0 0 0,0 0 0,0 0 0,1 0 1,-1 0-1,5 2 0,-3-3 22,1 0 1,-1 0 0,0-1-1,1 1 1,-1-1-1,1 0 1,-1-1 0,0 1-1,1-1 1,4 0 0,42-7 283,-26 6-91,-1-2-1,0 0 1,0-2 0,0-1 0,25-10-1,-18 0-226,-1 0 0,0-2 0,-1-1 0,-1-1 0,-1-1 0,-1-2 0,-1-1 0,35-45 0,7-21 0,72-132 0,-85 134 0,-36 60 0,-2 2 0,0 0 0,16-39 0,-32 128 0,-2 16 0,3 197 0,-1-273 18,0 0 0,0-1 0,0 1 0,1 0 0,-1 0 0,0 0 0,1-1 0,-1 1 0,1 0 0,0-1 0,0 1 0,0 0 0,-1-1 0,1 1 0,1-1 0,-1 1 0,0-1 0,2 2 0,-2-3-79,0 1 0,0-1 0,0 0 0,0 0 0,0 1 0,1-1 0,-1 0 0,0 0 0,0 0 0,0 0 0,0-1 0,1 1 0,-1 0 0,0 0 0,0-1 0,0 1 0,0 0 0,0-1 1,0 0-1,0 1 0,0-1 0,0 1 0,0-1 0,0 0 0,0 0 0,0 1 0,1-3 0,13-11-6765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9.157"/>
    </inkml:context>
    <inkml:brush xml:id="br0">
      <inkml:brushProperty name="width" value="0.025" units="cm"/>
      <inkml:brushProperty name="height" value="0.025" units="cm"/>
      <inkml:brushProperty name="color" value="#E71224"/>
    </inkml:brush>
  </inkml:definitions>
  <inkml:trace contextRef="#ctx0" brushRef="#br0">0 0 24575,'0'0'0,"0"0"0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19.444"/>
    </inkml:context>
    <inkml:brush xml:id="br0">
      <inkml:brushProperty name="width" value="0.025" units="cm"/>
      <inkml:brushProperty name="height" value="0.025" units="cm"/>
      <inkml:brushProperty name="color" value="#E71224"/>
    </inkml:brush>
  </inkml:definitions>
  <inkml:trace contextRef="#ctx0" brushRef="#br0">18 0 24575,'0'19'0,"0"1491"0,1-1504-136,-1 0-1,-1 0 1,1-1-1,-1 1 1,0 0-1,0-1 1,-1 1-1,1-1 0,-4 8 1,-2-2-6690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20.256"/>
    </inkml:context>
    <inkml:brush xml:id="br0">
      <inkml:brushProperty name="width" value="0.025" units="cm"/>
      <inkml:brushProperty name="height" value="0.025" units="cm"/>
      <inkml:brushProperty name="color" value="#E71224"/>
    </inkml:brush>
  </inkml:definitions>
  <inkml:trace contextRef="#ctx0" brushRef="#br0">1 669 24575,'11'-1'0,"0"-1"0,-1 0 0,1-1 0,0 0 0,-1-1 0,18-8 0,1 0 0,30-13 0,-1-2 0,-1-2 0,-2-3 0,-1-2 0,89-74 0,75-97 0,-76 69 0,-138 132 0,1 0 0,0 0 0,0 0 0,0 1 0,0 0 0,11-5 0,-14 7 0,0 0 0,0 1 0,-1-1 0,1 1 0,0 0 0,0 0 0,0-1 0,0 1 0,-1 0 0,1 1 0,0-1 0,0 0 0,0 0 0,0 1 0,-1-1 0,1 1 0,0 0 0,0-1 0,-1 1 0,1 0 0,0 0 0,-1 0 0,1 0 0,-1 0 0,0 1 0,1-1 0,1 2 0,8 13 0,0 0 0,-1 0 0,-1 1 0,0 1 0,-2-1 0,0 1 0,6 21 0,-4-10 0,25 50 0,-26-63 0,1-1 0,0 0 0,22 25 0,-27-35 0,0-1 0,1 0 0,-1 0 0,1-1 0,0 1 0,1-1 0,-1 0 0,0 0 0,1-1 0,-1 0 0,1 0 0,0 0 0,0-1 0,0 1 0,6-1 0,1 0 0,0 0 0,0-2 0,0 1 0,1-2 0,-1 0 0,17-5 0,75-29 0,-82 26 0,1 1 0,0 1 0,1 1 0,46-7 0,-66 14 0,0 0 0,-1 0 0,1 0 0,0 1 0,-1 0 0,1 0 0,-1 0 0,0 0 0,1 1 0,-1-1 0,0 1 0,0 0 0,0 1 0,0-1 0,0 1 0,0 0 0,-1 0 0,1 0 0,-1 0 0,0 0 0,0 1 0,0 0 0,0-1 0,-1 1 0,0 0 0,4 7 0,3 10 0,-1 0 0,-1 0 0,-1 1 0,5 26 0,-11-44 0,14 76 0,-3 1 0,-4 0 0,-4 0 0,-7 89 0,-8-41 0,-52 233 0,40-263 0,-49 123 0,47-160 0,-2-2 0,-72 114 0,-95 90 0,158-222 0,-1-1 0,-2-2 0,-83 62 0,113-94 0,0 0 0,0-1 0,0 0 0,-1-1 0,-16 6 0,25-10 0,-1-1 0,1 1 0,-1 0 0,0-1 0,1 0 0,-1 1 0,0-1 0,1 0 0,-1-1 0,0 1 0,1 0 0,-1-1 0,1 1 0,-1-1 0,1 0 0,-1 0 0,1 0 0,-1 0 0,1 0 0,0-1 0,-1 1 0,1-1 0,0 1 0,0-1 0,0 0 0,0 0 0,0 0 0,1 0 0,-1 0 0,-1-4 0,-2-2 0,0-1 0,1 0 0,1 0 0,0 0 0,0 0 0,0 0 0,-1-11 0,-4-70 0,7 63 0,-1-64 0,3-1 0,5 1 0,4 0 0,3 1 0,5 0 0,41-126 0,-53 197 0,1-1 0,1 2 0,20-35 0,-23 46 0,0-1 0,0 1 0,1 0 0,0 1 0,1-1 0,-1 1 0,1 0 0,1 1 0,-1 0 0,1 0 0,9-5 0,23-5 0,1 1 0,70-14 0,11-2 0,-63 9 0,0-2 0,78-44 0,104-76 0,-107 61 0,-116 71 0,39-23 0,62-27 0,-98 53 0,-1 0 0,1 1 0,1 1 0,-1 1 0,1 1 0,0 1 0,23 0 0,110 7-1365,-142-4-5461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21.318"/>
    </inkml:context>
    <inkml:brush xml:id="br0">
      <inkml:brushProperty name="width" value="0.025" units="cm"/>
      <inkml:brushProperty name="height" value="0.025" units="cm"/>
      <inkml:brushProperty name="color" value="#E71224"/>
    </inkml:brush>
  </inkml:definitions>
  <inkml:trace contextRef="#ctx0" brushRef="#br0">0 1 24575,'2'2'0,"-1"1"0,1-1 0,-1 1 0,1-1 0,0 0 0,0 0 0,0 0 0,0 0 0,0 0 0,0 0 0,5 2 0,-5-3 0,35 24 0,50 26 0,-46-29 0,9 4 0,1-1 0,2-3 0,88 25 0,-63-28 0,159 17 0,-48-27 0,265-20 0,-90-15 0,239-10 0,-451 39 0,229 32 0,145 56 0,48 8 0,-434-83 0,0-6 0,165-9 0,-166-12 0,146-30 0,133-58 0,-268 58 0,2 7 0,0 7 0,189-10 0,429 49 0,-404 3 0,122-33 0,-2-36 0,301-17 0,-220 70 0,-1 1 0,-3-42 0,-524 36 0,223-24 0,-206 27 0,-1 2 0,96 10 0,-36 9 0,154 42 0,104 37-1365,-318-86-5461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39.511"/>
    </inkml:context>
    <inkml:brush xml:id="br0">
      <inkml:brushProperty name="width" value="0.025" units="cm"/>
      <inkml:brushProperty name="height" value="0.025" units="cm"/>
      <inkml:brushProperty name="color" value="#E71224"/>
    </inkml:brush>
  </inkml:definitions>
  <inkml:trace contextRef="#ctx0" brushRef="#br0">1 2788 24575,'2'0'0,"1"1"0,0-1 0,0 0 0,0 1 0,0-1 0,-1 0 0,1-1 0,3 0 0,6 1 0,16-2 0,54-9 0,-22 1 0,454-43 0,-39 5 0,-328 31 0,681-106 0,39-7-223,-314 56-10,628-144 144,-651 114 87,-472 93 2,819-176 0,-251 33 0,10 36 0,56 51 0,-242 28 0,391-76 0,-222 25 0,383-4 0,-286 20 0,-198 6 0,-293 45 0,248-16 0,-176 27 0,502-84 0,-358 48 0,-114 18 0,-69 5 0,-116 13 0,526-81 91,-616 82 88,-16 3-40,50-5-1,-63 11-138,0-1 0,0-1 0,0-1 0,-1-1 0,29-11 0,-35 12 0,1 0 0,0 0 0,0 2 0,0 0 0,0 1 0,0 1 0,1 0 0,21 3 0,-40-4 0,0 1 0,-1-1 0,1 0 0,-1 1 0,0-1 0,1 1 0,-1 0 0,0-1 0,0 1 0,-3-1 0,-184-53 0,88 29 0,-29-9 0,33 10 0,2-3 0,-119-53 0,171 60 0,0-2 0,-62-43 0,78 46 0,-48-46 0,33 32 0,25 22 0,14 10 0,6 6 0,101 83 0,134 85 0,-109-82 0,27 29 0,-84-63 0,-54-42 0,-1 0 0,-1 2 0,-1 0 0,0 0 0,0 1 0,-2 1 0,-1 1 0,0 0 0,-1 0 0,9 22 0,-15-29 0,-1 0 0,0 1 0,-1 0 0,0 0 0,-1 0 0,0 0 0,-1 0 0,-1 0 0,0 0 0,-1 0 0,0 1 0,-1-1 0,0 0 0,-1-1 0,-1 1 0,0 0 0,-1-1 0,-8 16 0,-4 2 0,-1-1 0,-1 0 0,-29 31 0,-77 71 0,107-114 0,-801 729-2219,625-579-3753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41.172"/>
    </inkml:context>
    <inkml:brush xml:id="br0">
      <inkml:brushProperty name="width" value="0.025" units="cm"/>
      <inkml:brushProperty name="height" value="0.025" units="cm"/>
      <inkml:brushProperty name="color" value="#E71224"/>
    </inkml:brush>
  </inkml:definitions>
  <inkml:trace contextRef="#ctx0" brushRef="#br0">348 6656 24575,'-11'-22'0,"3"6"0,1 0 0,0-1 0,1 1 0,2-1 0,-1-1 0,-3-32 0,3-109 0,5 74 0,-13-172 0,-1-50 0,37-490 0,7 488 0,60-736 0,-86 997 0,12-439 0,-33-104 0,3 319 0,-1-110 0,14-529 0,2 417 0,0 494 0,-1-1 0,0 0 0,0 1 0,0-1 0,0 1 0,0-1 0,0 0 0,0 1 0,0-1 0,0 1 0,-1-1 0,1 0 0,0 1 0,0-1 0,0 1 0,-1-1 0,1 1 0,0-1 0,-1 1 0,1-1 0,0 1 0,-1-1 0,1 1 0,-1-1 0,1 1 0,-1 0 0,1-1 0,-1 1 0,1-1 0,-1 1 0,0 0 0,-1-1 0,1 2 0,0-1 0,-1 0 0,1 0 0,-1 0 0,1 1 0,0-1 0,-1 1 0,1-1 0,0 1 0,-1-1 0,1 1 0,-2 1 0,-7 5 0,0 1 0,-13 13 0,19-17 0,-219 227 0,217-223 0,-22 23 0,26-29 0,0 0 0,0 0 0,0 0 0,0-1 0,0 1 0,0-1 0,0 0 0,-1 1 0,1-1 0,0 0 0,-5 1 0,6-2 0,1 0 0,-1 0 0,1 0 0,-1 0 0,1 0 0,-1 0 0,0-1 0,1 1 0,-1 0 0,1 0 0,-1 0 0,1-1 0,0 1 0,-1 0 0,1-1 0,-1 1 0,1 0 0,-1-1 0,1 1 0,0-1 0,-1 1 0,1 0 0,0-1 0,-1 1 0,1-1 0,0 1 0,0-1 0,0 1 0,-1-1 0,1 1 0,0-1 0,0 0 0,0 1 0,0-1 0,0 1 0,0-1 0,0 1 0,0-1 0,0 1 0,0-1 0,0 1 0,0-1 0,1 0 0,5-28 0,-5 27 0,29-82 0,64-124 0,-86 192 0,97-206 0,-105 221 0,4-9 0,1 0 0,1 0 0,11-15 0,-15 23 0,-1 0 0,1 0 0,-1 0 0,1 0 0,0 1 0,0-1 0,0 1 0,0 0 0,0-1 0,0 1 0,0 0 0,1 0 0,-1 0 0,0 0 0,1 1 0,-1-1 0,0 1 0,1-1 0,-1 1 0,0 0 0,1 0 0,-1 0 0,4 1 0,2 1 0,0 0 0,0 1 0,0 0 0,-1 1 0,0 0 0,1 0 0,-1 1 0,-1-1 0,1 1 0,-1 1 0,8 7 0,9 12 0,27 38 0,-44-55 0,163 231 320,-44-59-2005,-90-132-5141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1.379"/>
    </inkml:context>
    <inkml:brush xml:id="br0">
      <inkml:brushProperty name="width" value="0.025" units="cm"/>
      <inkml:brushProperty name="height" value="0.025" units="cm"/>
      <inkml:brushProperty name="color" value="#E71224"/>
    </inkml:brush>
  </inkml:definitions>
  <inkml:trace contextRef="#ctx0" brushRef="#br0">0 0 24575,'0'23'0,"0"1045"0,1-1029-682,10 64-1,-5-65-6143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1.973"/>
    </inkml:context>
    <inkml:brush xml:id="br0">
      <inkml:brushProperty name="width" value="0.025" units="cm"/>
      <inkml:brushProperty name="height" value="0.025" units="cm"/>
      <inkml:brushProperty name="color" value="#E71224"/>
    </inkml:brush>
  </inkml:definitions>
  <inkml:trace contextRef="#ctx0" brushRef="#br0">31 1 24575,'-1'19'0,"0"-1"0,-6 24 0,-2 9 0,-4 409 0,15-336 0,-2-92-227,2 1-1,1-1 1,2 0-1,1 0 1,18 55-1,-17-68-6598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2.543"/>
    </inkml:context>
    <inkml:brush xml:id="br0">
      <inkml:brushProperty name="width" value="0.025" units="cm"/>
      <inkml:brushProperty name="height" value="0.025" units="cm"/>
      <inkml:brushProperty name="color" value="#E71224"/>
    </inkml:brush>
  </inkml:definitions>
  <inkml:trace contextRef="#ctx0" brushRef="#br0">0 177 24575,'1'-23'0,"1"17"0,-1 1 0,2-1 0,-1 1 0,0 0 0,1 0 0,0 0 0,1 0 0,-1 0 0,1 1 0,0-1 0,0 1 0,0 0 0,0 0 0,9-5 0,-3 2 0,0 1 0,1 0 0,0 0 0,0 1 0,0 1 0,14-4 0,14-2 0,1 1 0,71-5 0,-95 13 0,1 0 0,-1 2 0,0 0 0,0 1 0,0 1 0,0 0 0,0 1 0,-1 1 0,29 12 0,-38-14 0,0 1 0,-1 0 0,1 0 0,-1 1 0,0-1 0,0 1 0,-1 0 0,0 1 0,1-1 0,-2 1 0,1-1 0,-1 1 0,1 0 0,2 10 0,3 8 0,-2 1 0,7 36 0,-11-48 0,1 9 0,-2 0 0,0 0 0,-1 1 0,-4 36 0,-19 91 0,1-22 0,5-20 0,-3 29 0,18-135 0,1 0 0,0 0 0,0-1 0,0 1 0,0 0 0,0 0 0,0 0 0,0-1 0,1 1 0,-1 0 0,0 0 0,1-1 0,0 1 0,-1 0 0,1-1 0,0 1 0,0 0 0,0-1 0,0 0 0,0 1 0,0-1 0,0 1 0,1-1 0,1 2 0,-1-2 0,0-1 0,1 1 0,-1-1 0,0 1 0,0-1 0,0 0 0,1 0 0,-1 0 0,0 0 0,0 0 0,1-1 0,-1 1 0,0-1 0,0 1 0,0-1 0,0 0 0,0 0 0,0 0 0,3-1 0,253-129 0,119-56 0,-366 182-136,-1 1-1,1 1 1,0 0-1,0 0 1,1 1-1,-1 1 1,0 0-1,1 0 0,18 2 1,-19 0-6690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3.411"/>
    </inkml:context>
    <inkml:brush xml:id="br0">
      <inkml:brushProperty name="width" value="0.025" units="cm"/>
      <inkml:brushProperty name="height" value="0.025" units="cm"/>
      <inkml:brushProperty name="color" value="#E71224"/>
    </inkml:brush>
  </inkml:definitions>
  <inkml:trace contextRef="#ctx0" brushRef="#br0">1 1 24575,'0'910'-1365,"0"-861"-5461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3.944"/>
    </inkml:context>
    <inkml:brush xml:id="br0">
      <inkml:brushProperty name="width" value="0.025" units="cm"/>
      <inkml:brushProperty name="height" value="0.025" units="cm"/>
      <inkml:brushProperty name="color" value="#E71224"/>
    </inkml:brush>
  </inkml:definitions>
  <inkml:trace contextRef="#ctx0" brushRef="#br0">0 153 24575,'0'-6'0,"0"0"0,1 0 0,-1 1 0,1-1 0,0 0 0,1 0 0,-1 0 0,1 1 0,0-1 0,1 1 0,-1-1 0,1 1 0,0 0 0,1 0 0,-1 0 0,1 0 0,0 1 0,0 0 0,0-1 0,1 2 0,-1-1 0,1 0 0,0 1 0,0 0 0,0 0 0,1 0 0,-1 1 0,1 0 0,-1 0 0,1 0 0,7-1 0,5-1 0,0 1 0,34-1 0,-45 4 0,0 0 0,1 0 0,-1 1 0,0 0 0,0 0 0,0 1 0,0 0 0,-1 0 0,1 1 0,8 4 0,-12-5 0,0 1 0,0 0 0,0 0 0,0 0 0,-1 0 0,1 0 0,-1 0 0,0 1 0,0-1 0,0 1 0,-1 0 0,1-1 0,-1 1 0,0 0 0,0 0 0,0 0 0,-1 0 0,1 4 0,1 11 0,-2 1 0,-1 25 0,1-43 0,-4 31 0,0-1 0,-2 0 0,-19 58 0,-45 91 0,55-145 0,0-2 0,3-7 0,-11 35 0,21-54 0,0 0 0,0 0 0,1 1 0,0-1 0,0 0 0,1 1 0,0-1 0,1 0 0,1 9 0,-2-15 0,1 0 0,0 0 0,0 0 0,0 0 0,0 0 0,0 0 0,0-1 0,0 1 0,1 0 0,-1-1 0,0 1 0,1-1 0,0 1 0,-1-1 0,1 0 0,0 1 0,3 0 0,38 16 0,-18-9 0,-16-5 0,1 0 0,1-1 0,-1 0 0,0-1 0,1-1 0,-1 1 0,1-1 0,19-2 0,2-1 0,49-12 0,-19 2 0,129-28 342,-155 29-769,-2-1 0,1-1 1,40-24-1,-41 17-6399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4.413"/>
    </inkml:context>
    <inkml:brush xml:id="br0">
      <inkml:brushProperty name="width" value="0.025" units="cm"/>
      <inkml:brushProperty name="height" value="0.025" units="cm"/>
      <inkml:brushProperty name="color" value="#E71224"/>
    </inkml:brush>
  </inkml:definitions>
  <inkml:trace contextRef="#ctx0" brushRef="#br0">0 261 24575,'13'22'0,"-8"-16"0,0 0 0,1 0 0,-1 0 0,1-1 0,1 0 0,-1 0 0,1 0 0,-1-1 0,15 7 0,-15-9 0,0 0 0,1-1 0,-1 1 0,0-1 0,0 0 0,1-1 0,-1 0 0,1 0 0,-1 0 0,0-1 0,1 0 0,-1 0 0,8-3 0,5-2 0,-2 0 0,1-2 0,-1 0 0,0-1 0,0-1 0,-1 0 0,-1-2 0,1 1 0,19-22 0,0-4 0,-2-1 0,38-59 0,-61 82 0,-8 9 0,1 1 0,1 0 0,-1 0 0,1 0 0,7-8 0,-10 12 0,0 1 0,-1 0 0,1-1 0,0 1 0,-1-1 0,1 1 0,0 0 0,-1-1 0,1 1 0,0 0 0,0 0 0,-1 0 0,1-1 0,0 1 0,0 0 0,-1 0 0,1 0 0,0 0 0,0 0 0,1 1 0,-1-1 0,0 1 0,1 0 0,-1 0 0,0-1 0,0 1 0,0 0 0,1 0 0,-1 0 0,0 1 0,0-1 0,-1 0 0,1 0 0,0 0 0,0 1 0,0 0 0,7 17 0,0 1 0,-2-1 0,0 1 0,-2 0 0,0 1 0,2 29 0,-3-22 0,32 281 0,27 179 0,-43-401-1365,-11-54-5461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5.135"/>
    </inkml:context>
    <inkml:brush xml:id="br0">
      <inkml:brushProperty name="width" value="0.025" units="cm"/>
      <inkml:brushProperty name="height" value="0.025" units="cm"/>
      <inkml:brushProperty name="color" value="#E71224"/>
    </inkml:brush>
  </inkml:definitions>
  <inkml:trace contextRef="#ctx0" brushRef="#br0">0 0 24575,'2'22'0,"0"-1"0,1 0 0,2 0 0,12 38 0,-5-20 0,35 138-341,-7 3 0,-8 0-1,16 364 1,-48-486-6485</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5.412"/>
    </inkml:context>
    <inkml:brush xml:id="br0">
      <inkml:brushProperty name="width" value="0.025" units="cm"/>
      <inkml:brushProperty name="height" value="0.025" units="cm"/>
      <inkml:brushProperty name="color" value="#E71224"/>
    </inkml:brush>
  </inkml:definitions>
  <inkml:trace contextRef="#ctx0" brushRef="#br0">1 0 24575,'0'0'0,"0"0"0,0 5 0,0 7 0,5 11 0,1 6 0,6 9 0,0 12 0,-2 8 0,-3 4 0,3 1 0,-1-4 0,-1-14-8191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5.909"/>
    </inkml:context>
    <inkml:brush xml:id="br0">
      <inkml:brushProperty name="width" value="0.025" units="cm"/>
      <inkml:brushProperty name="height" value="0.025" units="cm"/>
      <inkml:brushProperty name="color" value="#E71224"/>
    </inkml:brush>
  </inkml:definitions>
  <inkml:trace contextRef="#ctx0" brushRef="#br0">1 344 24575,'0'-2'0,"1"0"0,0 0 0,0 0 0,0 0 0,1 1 0,-1-1 0,0 0 0,1 0 0,-1 1 0,1-1 0,2-1 0,-4 3 0,54-46 0,1 3 0,2 2 0,119-63 0,-170 101 0,21-12 0,1 0 0,0 2 0,1 1 0,53-14 0,-78 25 0,1 0 0,0 1 0,0 0 0,1 0 0,-1 0 0,0 0 0,0 1 0,-1 0 0,1 0 0,0 0 0,0 1 0,0-1 0,-1 1 0,6 3 0,-4-1 0,0 0 0,0 1 0,0-1 0,-1 1 0,0 0 0,0 0 0,-1 1 0,1-1 0,3 8 0,1 3 0,0 1 0,-1 1 0,-1 0 0,-1 0 0,0 0 0,4 31 0,0 29 0,-4 1 0,-7 129 0,-1-113 0,0 242 0,2-332 0,0 0 0,0 0 0,1-1 0,-1 1 0,1 0 0,0 0 0,0-1 0,1 1 0,-1-1 0,4 7 0,-3-9 0,-1 0 0,1 0 0,0 0 0,0 0 0,0 0 0,0-1 0,0 1 0,0-1 0,0 1 0,1-1 0,-1 0 0,0 0 0,1 0 0,-1 0 0,1 0 0,-1 0 0,1-1 0,0 1 0,-1-1 0,4 0 0,9 1 0,0-1 0,-1-1 0,1 0 0,-1-1 0,29-8 0,71-28 0,257-119-1365,-340 144-5461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6.286"/>
    </inkml:context>
    <inkml:brush xml:id="br0">
      <inkml:brushProperty name="width" value="0.025" units="cm"/>
      <inkml:brushProperty name="height" value="0.025" units="cm"/>
      <inkml:brushProperty name="color" value="#E71224"/>
    </inkml:brush>
  </inkml:definitions>
  <inkml:trace contextRef="#ctx0" brushRef="#br0">0 1 24575,'3'54'0,"3"1"0,20 89 0,2 8 0,-4 358 0,-16-191 0,-7-4-1365,-4-266-5461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6.787"/>
    </inkml:context>
    <inkml:brush xml:id="br0">
      <inkml:brushProperty name="width" value="0.025" units="cm"/>
      <inkml:brushProperty name="height" value="0.025" units="cm"/>
      <inkml:brushProperty name="color" value="#E71224"/>
    </inkml:brush>
  </inkml:definitions>
  <inkml:trace contextRef="#ctx0" brushRef="#br0">0 239 24575,'1'-10'0,"0"1"0,0-1 0,1 1 0,1-1 0,-1 1 0,2 0 0,-1-1 0,1 2 0,0-1 0,1 0 0,0 1 0,1 0 0,0 0 0,12-12 0,-10 11 0,1 0 0,0 1 0,0 0 0,1 1 0,0 0 0,1 0 0,-1 1 0,1 1 0,0 0 0,1 0 0,15-3 0,-17 5 0,0 1 0,0 0 0,0 1 0,1 1 0,-1-1 0,0 1 0,18 3 0,-25-2 0,1 0 0,0 0 0,-1 0 0,1 0 0,-1 1 0,1 0 0,-1-1 0,0 1 0,1 1 0,-1-1 0,0 0 0,0 1 0,-1-1 0,1 1 0,-1 0 0,1 0 0,-1 0 0,0 0 0,0 0 0,0 1 0,0-1 0,-1 1 0,2 4 0,1 6 0,0 1 0,-2 0 0,0 0 0,0 0 0,-1 0 0,-1 0 0,-3 20 0,-2 8 0,-14 53 0,6-46 0,-2-1 0,-24 52 0,-54 89 0,90-183 0,-1-1 0,1 1 0,0 0 0,1 0 0,0 0 0,0 0 0,-1 11 0,2-16 0,1 1 0,0-1 0,1 0 0,-1 1 0,0-1 0,1 0 0,-1 1 0,1-1 0,0 0 0,0 0 0,0 0 0,0 1 0,0-1 0,0 0 0,0 0 0,1-1 0,-1 1 0,1 0 0,-1 0 0,1-1 0,0 1 0,0-1 0,0 1 0,0-1 0,0 0 0,3 2 0,7 2 0,0 0 0,1 0 0,0-2 0,0 1 0,0-2 0,0 1 0,0-2 0,0 0 0,0 0 0,1-2 0,19-2 0,10-3 0,-1-2 0,50-16 0,-36 6-682,81-37-1,-104 40-6143</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7.192"/>
    </inkml:context>
    <inkml:brush xml:id="br0">
      <inkml:brushProperty name="width" value="0.025" units="cm"/>
      <inkml:brushProperty name="height" value="0.025" units="cm"/>
      <inkml:brushProperty name="color" value="#E71224"/>
    </inkml:brush>
  </inkml:definitions>
  <inkml:trace contextRef="#ctx0" brushRef="#br0">0 237 24575,'0'22'0,"1"-17"0,0 0 0,0-1 0,0 1 0,0 0 0,1-1 0,0 1 0,-1-1 0,2 0 0,-1 1 0,0-1 0,1 0 0,0 0 0,0-1 0,0 1 0,1 0 0,-1-1 0,1 0 0,0 0 0,-1 0 0,1 0 0,1-1 0,4 3 0,-1-1 0,-1 0 0,1-1 0,0 1 0,0-2 0,1 1 0,-1-1 0,0 0 0,1-1 0,0 0 0,-1 0 0,17-2 0,-8-2 0,0-1 0,0-1 0,0 0 0,0-2 0,-1 0 0,0 0 0,24-16 0,-17 7 0,0 0 0,-2-1 0,0-2 0,22-24 0,-19 14 0,35-56 0,-15 19 0,-43 64 0,0 0 0,1 1 0,-1-1 0,0 1 0,0-1 0,1 1 0,-1 0 0,1-1 0,-1 1 0,1 0 0,-1 0 0,1 0 0,0 0 0,0 0 0,-1 0 0,1 1 0,0-1 0,3 0 0,-3 1 0,0 0 0,-1 0 0,1 1 0,-1-1 0,0 1 0,1-1 0,-1 1 0,1-1 0,-1 1 0,0 0 0,1 0 0,-1-1 0,0 1 0,0 0 0,0 0 0,1 0 0,-1 0 0,1 3 0,4 4 0,-1 0 0,-1 0 0,1 1 0,-1-1 0,-1 1 0,4 12 0,25 105 0,21 177 0,-49-272 0,33 437-1365,-32-283-5461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0:58.171"/>
    </inkml:context>
    <inkml:brush xml:id="br0">
      <inkml:brushProperty name="width" value="0.025" units="cm"/>
      <inkml:brushProperty name="height" value="0.025" units="cm"/>
      <inkml:brushProperty name="color" value="#E71224"/>
    </inkml:brush>
  </inkml:definitions>
  <inkml:trace contextRef="#ctx0" brushRef="#br0">632 110 24575,'0'6'0,"-1"83"0,-15 111 0,10-159 0,-2 0 0,-2-1 0,-2 0 0,-32 75 0,31-83 0,9-23 0,1 1 0,-1-1 0,0-1 0,-1 1 0,0-1 0,0 1 0,-13 13 0,16-21 0,0 0 0,0 0 0,0 0 0,0 0 0,0-1 0,0 1 0,0 0 0,0-1 0,0 0 0,0 1 0,-1-1 0,1 0 0,0 0 0,0 0 0,0 0 0,0-1 0,0 1 0,-1-1 0,1 1 0,-3-2 0,-44-19 0,40 17 0,-16-11 0,1 0 0,0-1 0,1-1 0,0-1 0,2-1 0,0-2 0,1 0 0,-29-40 0,45 55 0,-1-1 0,2 1 0,-1-1 0,1 0 0,0 0 0,0 0 0,0 0 0,1-1 0,1 1 0,-1-1 0,1 1 0,0-1 0,1 1 0,0-1 0,0 0 0,0 1 0,1-1 0,1 0 0,-1 1 0,1 0 0,0-1 0,1 1 0,0 0 0,4-8 0,3-3 0,1-1 0,2 2 0,-1-1 0,2 2 0,0 0 0,1 0 0,24-18 0,-8 10 0,1 1 0,0 1 0,2 2 0,1 2 0,0 0 0,1 3 0,1 1 0,0 2 0,62-13 0,-33 11 0,0 3 0,96-3 0,-131 13 0,-1 2 0,0 2 0,1 0 0,-1 2 0,-1 1 0,1 2 0,50 20 0,-74-26 0,0 1 0,0 0 0,0 0 0,0 1 0,-1 0 0,1 0 0,-1 0 0,0 1 0,0-1 0,-1 1 0,1 0 0,6 11 0,-9-12 0,0 1 0,0 0 0,0-1 0,-1 1 0,1 0 0,-1 0 0,0 0 0,-1 0 0,1 0 0,-1 0 0,0 0 0,-1 0 0,1 0 0,-1 0 0,0 0 0,0 0 0,0 0 0,-3 5 0,-4 10 0,-1 0 0,-1 0 0,-1-1 0,0-1 0,-15 19 0,-78 82 0,57-73 0,-2-1 0,-2-3 0,-2-3 0,-57 34 0,-241 112 0,261-143 0,-154 48 0,235-87-105,0 0 0,-1-1 0,1 0 0,-1 0 0,1-2 0,-1 1 0,1-1 0,-1 0 0,1-1 0,-1 0 0,1 0 0,-14-5 0,7 0-6721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14.695"/>
    </inkml:context>
    <inkml:brush xml:id="br0">
      <inkml:brushProperty name="width" value="0.025" units="cm"/>
      <inkml:brushProperty name="height" value="0.025" units="cm"/>
      <inkml:brushProperty name="color" value="#E71224"/>
    </inkml:brush>
  </inkml:definitions>
  <inkml:trace contextRef="#ctx0" brushRef="#br0">382 6722 24575,'-23'0'0,"14"-1"0,-1 0 0,1-1 0,0 0 0,0-1 0,-13-5 0,2 1 0,-91-26 0,106 31 0,-1-1 0,1 0 0,0 1 0,0-2 0,0 1 0,0 0 0,1-1 0,-1 0 0,1 0 0,0-1 0,0 1 0,0-1 0,1 0 0,0 0 0,0 0 0,-3-6 0,-5-13 0,0 0 0,-8-29 0,19 52 0,-10-36 0,1 0 0,1 0 0,-2-48 0,4-116 0,11 89 0,5 0 0,28-132 0,78-212 0,63-48 0,31 14 0,-29 106 0,38-91 0,-160 337 0,174-448 0,-206 506 0,277-734 0,-177 536 0,-49 110 0,41-116 0,-104 246 0,17-42 0,23-91 0,-44 106 0,-9 51 0,-1 1 0,2 0 0,0-1 0,1 1 0,0 1 0,0-1 0,10-16 0,-10 21 0,0-1 0,-1 0 0,0 0 0,0 0 0,0-1 0,-2 1 0,1-1 0,-1 1 0,0-1 0,-1 1 0,0-1 0,-2-10 0,3 15 0,-1 0 0,1 0 0,0-1 0,0 1 0,1 0 0,-1 0 0,1 0 0,1 0 0,-1 0 0,0 1 0,1-1 0,6-7 0,5-6 0,27-25 0,-30 32 0,44-38 0,-40 38 0,-1-2 0,0 1 0,17-21 0,-28 29 0,0-1 0,1 0 0,-1 0 0,1 0 0,1 0 0,-1 1 0,1-1 0,-1 1 0,1 1 0,0-1 0,1 1 0,-1-1 0,1 1 0,7-2 0,-8 3-136,-1 1-1,1-1 1,-1 1-1,0-1 1,0-1-1,0 1 1,0 0-1,0-1 0,5-4 1,3-4-6690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16.168"/>
    </inkml:context>
    <inkml:brush xml:id="br0">
      <inkml:brushProperty name="width" value="0.025" units="cm"/>
      <inkml:brushProperty name="height" value="0.025" units="cm"/>
      <inkml:brushProperty name="color" value="#E71224"/>
    </inkml:brush>
  </inkml:definitions>
  <inkml:trace contextRef="#ctx0" brushRef="#br0">0 1 24575,'5'17'0,"19"35"0,2 0 0,40 57 0,-21-36 0,83 137 0,76 216 0,-33-29 0,30-16 0,79 111 0,-150-224 0,23 45 0,-75-171 0,79 149 0,-18-31 0,-107-208 0,2-2 0,75 86 0,-28-41 0,127 198 0,-140-192 0,-23-36 0,3-2 0,80 80 0,-41-64 0,-12-10 0,-42-41 0,44 49 0,165 212 0,-202-246 0,3-2 0,66 48 0,-86-70 0,10 4 0,0-1 0,43 20 0,-3-1 0,-4-3 0,47 31 0,-101-59 0,-1 1 0,0 0 0,-1 1 0,0 1 0,15 19 0,-1-3-1365,-13-15-5461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19.173"/>
    </inkml:context>
    <inkml:brush xml:id="br0">
      <inkml:brushProperty name="width" value="0.025" units="cm"/>
      <inkml:brushProperty name="height" value="0.025" units="cm"/>
      <inkml:brushProperty name="color" value="#E71224"/>
    </inkml:brush>
  </inkml:definitions>
  <inkml:trace contextRef="#ctx0" brushRef="#br0">0 1 24575,'0'0'0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19.661"/>
    </inkml:context>
    <inkml:brush xml:id="br0">
      <inkml:brushProperty name="width" value="0.025" units="cm"/>
      <inkml:brushProperty name="height" value="0.025" units="cm"/>
      <inkml:brushProperty name="color" value="#E71224"/>
    </inkml:brush>
  </inkml:definitions>
  <inkml:trace contextRef="#ctx0" brushRef="#br0">19 1 24575,'0'0'0,"0"0"0,-5 0 0,-2 0 0,1 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20.272"/>
    </inkml:context>
    <inkml:brush xml:id="br0">
      <inkml:brushProperty name="width" value="0.025" units="cm"/>
      <inkml:brushProperty name="height" value="0.025" units="cm"/>
      <inkml:brushProperty name="color" value="#E71224"/>
    </inkml:brush>
  </inkml:definitions>
  <inkml:trace contextRef="#ctx0" brushRef="#br0">1 466 24575,'0'29'0,"11"190"0,-7-183 0,3-1 0,0 0 0,3-1 0,14 38 0,-21-66 0,-1 0 0,1 1 0,0-2 0,1 1 0,0 0 0,0-1 0,0 1 0,0-1 0,1 0 0,6 5 0,-8-8 0,0 0 0,0 0 0,1 0 0,-1-1 0,1 1 0,-1-1 0,1 0 0,-1 0 0,1 0 0,0-1 0,-1 1 0,1-1 0,0 0 0,-1 0 0,1 0 0,0 0 0,0-1 0,-1 1 0,7-3 0,5-2 0,0-1 0,-1-1 0,0 0 0,0-1 0,0-1 0,-1 0 0,0-1 0,15-15 0,-13 12 0,71-63 0,-4-4 0,-3-3 0,97-134 0,-160 195 0,122-156 0,-98 130 0,73-67 0,-99 103 69,0 0-1,1 1 0,0 1 0,32-17 1,-42 25-155,0-1 1,0 1 0,1 1-1,-1-1 1,0 1 0,1 0-1,-1 0 1,1 0 0,-1 1-1,1 0 1,0 0 0,-1 0-1,1 1 1,-1-1 0,1 2-1,-1-1 1,0 0 0,1 1-1,9 5 1,5 6-6741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1:22.575"/>
    </inkml:context>
    <inkml:brush xml:id="br0">
      <inkml:brushProperty name="width" value="0.025" units="cm"/>
      <inkml:brushProperty name="height" value="0.025" units="cm"/>
      <inkml:brushProperty name="color" value="#E71224"/>
    </inkml:brush>
  </inkml:definitions>
  <inkml:trace contextRef="#ctx0" brushRef="#br0">0 1763 24575,'2'20'0,"0"0"0,2-1 0,0 1 0,10 26 0,-9-29 0,4 11 0,1-1 0,1 0 0,1-1 0,1-1 0,2 0 0,24 32 0,-35-52 0,0 0 0,1-1 0,0 1 0,0-1 0,0 0 0,1-1 0,-1 1 0,1-1 0,0 0 0,0-1 0,0 1 0,0-1 0,1 0 0,-1-1 0,0 0 0,1 0 0,-1 0 0,1 0 0,-1-1 0,1 0 0,-1-1 0,10-1 0,2-1 0,-1-1 0,0 0 0,-1-1 0,1-1 0,-1-1 0,0 0 0,21-13 0,3-6 53,-1-2 1,59-54-1,62-80-851,205-267-2662,-22-23 3986,-197 257-781,2 4-339,195-195 0,-252 300 134,-76 74 334,0 0-1,0 2 1,1-1-1,24-10 1,-11 10-1958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16.446"/>
    </inkml:context>
    <inkml:brush xml:id="br0">
      <inkml:brushProperty name="width" value="0.025" units="cm"/>
      <inkml:brushProperty name="height" value="0.025" units="cm"/>
      <inkml:brushProperty name="color" value="#E71224"/>
    </inkml:brush>
  </inkml:definitions>
  <inkml:trace contextRef="#ctx0" brushRef="#br0">849 495 24575,'-1'18'0,"-8"24"0,-2 1 0,-2-2 0,-2 0 0,-22 45 0,4-8 0,-229 614 0,176-460 0,-113 396 0,186-583 0,-125 332 0,127-352 0,7-14 0,0 1 0,0 0 0,2 1 0,-1-1 0,1 0 0,1 1 0,0 0 0,2 17 0,-1-30 0,0 0 0,0 0 0,0 0 0,0 0 0,1-1 0,-1 1 0,0 0 0,0 0 0,0 0 0,0 0 0,1 0 0,-1 0 0,0 0 0,0 0 0,0-1 0,1 1 0,-1 0 0,0 0 0,0 0 0,0 0 0,1 0 0,-1 0 0,0 0 0,0 0 0,0 0 0,1 0 0,-1 0 0,0 1 0,0-1 0,0 0 0,0 0 0,1 0 0,-1 0 0,0 0 0,0 0 0,0 0 0,0 0 0,1 1 0,-1-1 0,0 0 0,0 0 0,0 0 0,0 0 0,0 0 0,0 1 0,1-1 0,-1 0 0,0 0 0,0 0 0,0 1 0,0-1 0,0 0 0,0 0 0,0 0 0,0 1 0,11-21 0,79-210 0,-16-11 0,-59 193 0,138-534 0,-44 157 0,20 7 0,-12 139 0,-54 139 0,12-25 0,-74 164 0,-1 1 0,0 0 0,0-1 0,1 1 0,-1 0 0,0-1 0,1 1 0,-1 0 0,0 0 0,1-1 0,-1 1 0,1 0 0,-1 0 0,0 0 0,1-1 0,-1 1 0,1 0 0,-1 0 0,0 0 0,1 0 0,-1 0 0,1 0 0,-1 0 0,1 0 0,-1 0 0,1 0 0,-1 0 0,0 0 0,1 0 0,-1 0 0,1 0 0,-1 1 0,1-1 0,-1 0 0,0 0 0,1 0 0,-1 1 0,0-1 0,1 0 0,-1 0 0,0 1 0,1-1 0,-1 0 0,0 1 0,1-1 0,-1 1 0,17 17 0,-17-18 0,40 56 0,-3 2 0,53 112 0,-34-61 0,305 630 0,-319-640 0,86 145 0,-92-188 0,2-1 0,2-2 0,82 82 0,-105-118 0,-4-3 0,1 0 0,0-2 0,1 0 0,20 13 0,-33-24 0,0 0 0,1-1 0,-1 1 0,0 0 0,0-1 0,0 1 0,0-1 0,0 0 0,1 0 0,-1 0 0,0 0 0,0 0 0,0-1 0,1 1 0,-1 0 0,0-1 0,0 0 0,0 1 0,0-1 0,0 0 0,0 0 0,0 0 0,0-1 0,0 1 0,-1 0 0,1-1 0,0 1 0,1-2 0,6-7 0,-1 1 0,0-1 0,12-19 0,-14 20 0,45-72 0,68-145 0,15-101 0,135-534 0,-143 317 0,-89 412 0,-35 123-273,1 1 0,-1-1 0,-1 0 0,1-11 0,-1 13-6553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17.134"/>
    </inkml:context>
    <inkml:brush xml:id="br0">
      <inkml:brushProperty name="width" value="0.025" units="cm"/>
      <inkml:brushProperty name="height" value="0.025" units="cm"/>
      <inkml:brushProperty name="color" value="#E71224"/>
    </inkml:brush>
  </inkml:definitions>
  <inkml:trace contextRef="#ctx0" brushRef="#br0">643 123 24575,'-16'1'0,"1"0"0,-1 1 0,1 1 0,-1 0 0,1 1 0,0 1 0,0 1 0,-18 8 0,-47 20 0,-47 22 0,116-50 0,0 1 0,1 0 0,0 1 0,0 0 0,0 0 0,1 1 0,-13 17 0,2 0 0,-29 51 0,29-40 0,1 1 0,-26 78 0,37-86 0,0-1 0,2 1 0,1 0 0,-2 56 0,7-76 0,1 1 0,-1-1 0,2 0 0,-1 1 0,2-1 0,-1 0 0,1 0 0,1 0 0,0-1 0,0 1 0,8 11 0,-9-16 0,1 0 0,0 0 0,0-1 0,1 1 0,-1-1 0,1 0 0,0 0 0,0 0 0,0-1 0,1 0 0,-1 0 0,1 0 0,0 0 0,0-1 0,0 0 0,0-1 0,0 1 0,0-1 0,12 1 0,-4-2 0,1-1 0,-1 0 0,0-1 0,1 0 0,-1-1 0,0-1 0,20-7 0,-8 0 0,-1-1 0,46-28 0,-38 17 0,-2-1 0,0-2 0,-2-1 0,30-35 0,-19 14 0,-3-1 0,31-53 0,-48 67 0,-1-1 0,-1-1 0,15-48 0,-26 63 0,-1 1 0,-1-1 0,-1-1 0,-1 1 0,-1 0 0,-1-1 0,-2-33 0,0 46 0,-1 0 0,0-1 0,0 1 0,-1 0 0,-1 0 0,1 1 0,-2-1 0,-8-15 0,10 20 0,-1 0 0,1 1 0,-1-1 0,0 1 0,0 0 0,-1 0 0,1 0 0,-1 0 0,0 1 0,0 0 0,0 0 0,0 0 0,-1 1 0,1 0 0,-1 0 0,1 0 0,-7-1 0,-23-1 0,0 1 0,-1 2 0,-37 4 0,14-1 0,54-1 25,0 0-1,-1 0 0,1 0 1,0 0-1,0 1 1,0 0-1,0 0 0,0 1 1,0-1-1,0 1 0,1 0 1,0 0-1,-7 6 1,5-3-239,-1 0 1,1 1 0,0-1-1,1 1 1,-1 1 0,2-1-1,-7 11 1,4 0-6613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17.513"/>
    </inkml:context>
    <inkml:brush xml:id="br0">
      <inkml:brushProperty name="width" value="0.025" units="cm"/>
      <inkml:brushProperty name="height" value="0.025" units="cm"/>
      <inkml:brushProperty name="color" value="#E71224"/>
    </inkml:brush>
  </inkml:definitions>
  <inkml:trace contextRef="#ctx0" brushRef="#br0">31 0 24575,'0'25'0,"0"491"0,-1-485 113,-2 0 1,-8 35-1,5-39-681,2 1-1,-1 56 1,5-77-6258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17.728"/>
    </inkml:context>
    <inkml:brush xml:id="br0">
      <inkml:brushProperty name="width" value="0.025" units="cm"/>
      <inkml:brushProperty name="height" value="0.025" units="cm"/>
      <inkml:brushProperty name="color" value="#E71224"/>
    </inkml:brush>
  </inkml:definitions>
  <inkml:trace contextRef="#ctx0" brushRef="#br0">1 1 24575,'0'0'0,"0"0"0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18.574"/>
    </inkml:context>
    <inkml:brush xml:id="br0">
      <inkml:brushProperty name="width" value="0.025" units="cm"/>
      <inkml:brushProperty name="height" value="0.025" units="cm"/>
      <inkml:brushProperty name="color" value="#E71224"/>
    </inkml:brush>
  </inkml:definitions>
  <inkml:trace contextRef="#ctx0" brushRef="#br0">31 1110 24575,'13'-4'0,"0"-1"0,0 0 0,-1-1 0,0-1 0,0 0 0,-1 0 0,0-1 0,0-1 0,18-17 0,2-7 0,43-59 0,-22 21 0,-4-3 0,-3-2 0,-3-1 0,58-156 0,-96 223 0,37-121 0,-37 115 0,-1 0 0,-1 0 0,0 0 0,-1 0 0,0-1 0,-3-20 0,1 33 0,0 0 0,0-1 0,-1 1 0,1 0 0,-1 0 0,0 1 0,0-1 0,0 0 0,-1 1 0,1-1 0,-1 1 0,0 0 0,0 0 0,0 0 0,0 0 0,0 0 0,-1 1 0,1-1 0,-1 1 0,0 0 0,0 0 0,0 0 0,0 1 0,-4-2 0,-7-1 0,0 0 0,1 1 0,-1 0 0,0 2 0,-23-1 0,20 2 0,0 1 0,0 1 0,0 1 0,0 0 0,0 2 0,1 0 0,0 0 0,0 2 0,0 0 0,1 1 0,0 1 0,1 0 0,-1 1 0,2 0 0,0 2 0,0 0 0,1 0 0,0 1 0,1 1 0,1 0 0,0 0 0,1 1 0,0 1 0,2-1 0,0 2 0,-7 19 0,6-14 0,2 0 0,0 1 0,2 0 0,1 0 0,-3 47 0,6-53 0,2 0 0,0 0 0,1 0 0,1-1 0,0 1 0,1-1 0,1 0 0,1 0 0,9 20 0,9 7 0,1-1 0,2-1 0,62 70 0,113 94 0,-75-82 0,-109-105 0,-1 0 0,-1 1 0,-1 1 0,0 0 0,-1 1 0,-2 1 0,0 0 0,-1 1 0,-1 0 0,-2 0 0,9 35 0,-9-21 0,-1 1 0,-3-1 0,0 1 0,-3 44 0,-2-66 0,-1 1 0,0 0 0,-2-1 0,0 1 0,0-1 0,-2 0 0,0 0 0,0-1 0,-2 0 0,0 0 0,-19 26 0,15-26 0,-2 0 0,0 0 0,-1-1 0,0-1 0,-1-1 0,0 0 0,-1-1 0,-22 11 0,16-11 0,0-1 0,-1-1 0,-1-1 0,1-1 0,-1-1 0,-28 2 0,44-7 0,0-1 0,0 0 0,1 0 0,-1-1 0,0 0 0,0-1 0,0 0 0,0 0 0,-13-6 0,18 6 0,-1 0 0,1 0 0,0 0 0,0-1 0,0 1 0,0-1 0,0 0 0,1 0 0,-1-1 0,1 1 0,0-1 0,0 1 0,0-1 0,0 0 0,1 0 0,0 0 0,0-1 0,0 1 0,-2-7 0,1-6-1365,1 0-5461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19.203"/>
    </inkml:context>
    <inkml:brush xml:id="br0">
      <inkml:brushProperty name="width" value="0.025" units="cm"/>
      <inkml:brushProperty name="height" value="0.025" units="cm"/>
      <inkml:brushProperty name="color" value="#E71224"/>
    </inkml:brush>
  </inkml:definitions>
  <inkml:trace contextRef="#ctx0" brushRef="#br0">0 1023 24575,'36'17'0,"-21"-14"0,1-1 0,-1 0 0,1-1 0,0-1 0,-1 0 0,1-1 0,0-1 0,22-5 0,12-5 0,59-23 0,-44 11 0,-2-3 0,70-40 0,-93 42 0,0 0 0,-2-3 0,-2-1 0,37-38 0,68-89 0,-122 130 0,-1-1 0,-1 0 0,-1-1 0,18-46 0,-24 48 0,-1-1 0,-1 0 0,5-31 0,-12 48 0,0 0 0,0-1 0,-1 1 0,0-1 0,-1 1 0,0 0 0,0-1 0,-1 1 0,-1 0 0,0 0 0,-6-16 0,5 20 0,1 1 0,-1 0 0,0-1 0,0 2 0,0-1 0,-1 0 0,0 1 0,0 0 0,0 0 0,0 0 0,-1 1 0,1 0 0,-1 0 0,0 0 0,0 0 0,0 1 0,0 0 0,-13-2 0,0 1 0,-1 0 0,1 1 0,-1 1 0,1 1 0,-21 3 0,10 0 0,1 2 0,-1 2 0,1 0 0,0 2 0,1 1 0,0 1 0,-36 20 0,28-10 0,1 2 0,1 1 0,1 1 0,-53 54 0,62-52 0,1 1 0,1 1 0,1 1 0,2 0 0,-30 65 0,21-26 0,-37 132 0,54-160 0,2 0 0,2 1 0,2 0 0,2 0 0,1 0 0,3 0 0,6 53 0,-4-72 0,2 0 0,0 0 0,2 0 0,0-1 0,1 0 0,2 0 0,0-1 0,1 0 0,1-1 0,1 0 0,1-1 0,1 0 0,0-1 0,26 22 0,-14-18 0,1-1 0,1-2 0,0-1 0,2-1 0,0-2 0,1 0 0,0-3 0,57 15 0,-53-21-23,1-1 1,-1-3-1,1 0 0,49-6 0,-23 2-1228,-45 2-5575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3:20.051"/>
    </inkml:context>
    <inkml:brush xml:id="br0">
      <inkml:brushProperty name="width" value="0.025" units="cm"/>
      <inkml:brushProperty name="height" value="0.025" units="cm"/>
      <inkml:brushProperty name="color" value="#E71224"/>
    </inkml:brush>
  </inkml:definitions>
  <inkml:trace contextRef="#ctx0" brushRef="#br0">1 1 24575,'0'1'0,"0"0"0,1 1 0,-1-1 0,0 0 0,1 0 0,-1 0 0,1 0 0,0 0 0,-1 0 0,1 0 0,0 0 0,0 0 0,-1 0 0,1 0 0,0 0 0,0 0 0,0-1 0,0 1 0,0 0 0,2 0 0,27 14 0,-18-10 0,142 68 0,4-7 0,2-7 0,3-7 0,1-7 0,333 46 0,221-48 0,3-43 0,-358-3 0,482 5-191,546-5-216,-840-11 407,119 0 0,-560 13 0,864-21 0,-11-12 0,0 31 0,-739 3 0,173 1 0,-3 22 0,98 15 0,28 13-1266,-489-47-5061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0.753"/>
    </inkml:context>
    <inkml:brush xml:id="br0">
      <inkml:brushProperty name="width" value="0.025" units="cm"/>
      <inkml:brushProperty name="height" value="0.025" units="cm"/>
      <inkml:brushProperty name="color" value="#E71224"/>
    </inkml:brush>
  </inkml:definitions>
  <inkml:trace contextRef="#ctx0" brushRef="#br0">0 0 24575,'0'0'0,"0"0"0,5 0 0,2 0-8191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5.004"/>
    </inkml:context>
    <inkml:brush xml:id="br0">
      <inkml:brushProperty name="width" value="0.025" units="cm"/>
      <inkml:brushProperty name="height" value="0.025" units="cm"/>
      <inkml:brushProperty name="color" value="#E71224"/>
    </inkml:brush>
  </inkml:definitions>
  <inkml:trace contextRef="#ctx0" brushRef="#br0">1698 550 24575,'-1'-32'0,"-1"0"0,-1 1 0,-2-1 0,-1 1 0,-16-50 0,13 53 0,-1 0 0,-1 1 0,-2 1 0,-28-45 0,34 61 0,0 0 0,-1 0 0,0 1 0,-1 1 0,0 0 0,-1 0 0,1 0 0,-1 1 0,-1 1 0,1-1 0,-1 2 0,0 0 0,0 0 0,-17-4 0,9 4 0,0 1 0,-1 1 0,0 1 0,0 1 0,1 1 0,-1 0 0,0 1 0,-20 5 0,12-1 0,1 2 0,0 2 0,0 0 0,-50 26 0,16 0 0,2 4 0,2 1 0,-90 83 0,84-64 0,2 2 0,3 3 0,3 3 0,3 2 0,3 2 0,3 2 0,-51 110 0,87-160 0,1 0 0,0 1 0,2 0 0,1 0 0,1 1 0,-2 28 0,6-36 0,1-1 0,0 0 0,1 0 0,1 0 0,1 0 0,0 0 0,1 0 0,1 0 0,1-1 0,10 23 0,8 6 0,2-1 0,2-1 0,2-1 0,36 38 0,-3-13 0,98 78 0,-142-128 0,65 53 0,-3 3 0,72 84 0,-128-125 0,-1 1 0,-1 1 0,25 50 0,-35-58 0,-2 2 0,-1 0 0,-1 0 0,-1 1 0,7 45 0,-13-46 0,0 0 0,-2 0 0,-1 0 0,-1 0 0,-2 0 0,-11 46 0,2-28 0,-1-1 0,-3 0 0,-23 43 0,29-66 0,-1-1 0,0 0 0,-2 0 0,0-1 0,-1-1 0,-1-1 0,-1 0 0,0-1 0,-1-1 0,-1 0 0,0-2 0,-1 0 0,-1-1 0,1-1 0,-2-1 0,0-1 0,0-1 0,0 0 0,-45 7 0,36-11 0,-1-2 0,1-1 0,0-1 0,0-1 0,0-2 0,0-1 0,0-2 0,0-1 0,-38-14 0,50 14 0,1-1 0,0 0 0,0-1 0,1-1 0,0-1 0,1 0 0,0-1 0,1-1 0,0 0 0,1-1 0,1-1 0,0 0 0,1-1 0,1 0 0,-17-31 0,24 40 0,1-1 0,0 1 0,0-1 0,0 0 0,1 0 0,0 0 0,1 0 0,0-1 0,0 1 0,1 0 0,0-1 0,0 1 0,1 0 0,0-1 0,1 1 0,-1 0 0,2 0 0,-1 0 0,1 0 0,0 0 0,1 1 0,0 0 0,0-1 0,0 1 0,1 0 0,0 1 0,1-1 0,-1 1 0,1 0 0,0 1 0,1 0 0,7-6 0,15-7-1365,-3 5-5461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5.511"/>
    </inkml:context>
    <inkml:brush xml:id="br0">
      <inkml:brushProperty name="width" value="0.025" units="cm"/>
      <inkml:brushProperty name="height" value="0.025" units="cm"/>
      <inkml:brushProperty name="color" value="#E71224"/>
    </inkml:brush>
  </inkml:definitions>
  <inkml:trace contextRef="#ctx0" brushRef="#br0">793 0 24575,'-1'20'0,"-2"0"0,0 0 0,0-1 0,-12 32 0,5-15 0,-162 572 0,-27-5-1563,44-136 493,21-5 965,100-312 52,-17 170 1,43-255 52,4 1 0,5 109 0,0-168-3,0 1 1,1-1-1,-1 1 0,1-1 1,1 0-1,-1 0 0,1 0 1,7 12-1,-8-17 89,-1 0 0,0 0 0,1 0 0,0 0 0,-1 0 0,1-1 0,0 1 0,0-1 0,0 1 0,0-1 0,0 0 0,0 1 0,0-1 0,1 0 0,-1-1 0,0 1 0,1 0 0,-1-1 0,1 1 0,-1-1 1,0 1-1,1-1 0,-1 0 0,1 0 0,-1-1 0,1 1 0,-1 0 0,0-1 0,1 1 0,3-2 0,15-8-49,0 0 1,-1-1-1,0-1 1,26-20-1,-15 11-24,38-29-240,-2-3-1,-3-3 1,-2-3-1,-3-3 1,64-84-1,-87 98-6598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5.853"/>
    </inkml:context>
    <inkml:brush xml:id="br0">
      <inkml:brushProperty name="width" value="0.025" units="cm"/>
      <inkml:brushProperty name="height" value="0.025" units="cm"/>
      <inkml:brushProperty name="color" value="#E71224"/>
    </inkml:brush>
  </inkml:definitions>
  <inkml:trace contextRef="#ctx0" brushRef="#br0">0 298 24575,'97'1'0,"320"-13"0,-393 9 0,266-32 0,-231 25 0,0-3 0,104-39 0,-134 40 114,0-3 0,43-27 0,46-42-1787,-117 83 1639,23-18-6792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6.511"/>
    </inkml:context>
    <inkml:brush xml:id="br0">
      <inkml:brushProperty name="width" value="0.025" units="cm"/>
      <inkml:brushProperty name="height" value="0.025" units="cm"/>
      <inkml:brushProperty name="color" value="#E71224"/>
    </inkml:brush>
  </inkml:definitions>
  <inkml:trace contextRef="#ctx0" brushRef="#br0">621 83 24575,'-1'0'0,"1"1"0,-1-1 0,0 0 0,0 0 0,1 0 0,-1 0 0,0 0 0,0 1 0,1-2 0,-1 1 0,0 0 0,0 0 0,1 0 0,-1 0 0,0 0 0,0-1 0,1 1 0,-1 0 0,0 0 0,1-1 0,-1 1 0,0-1 0,-16-9 0,-12-12 0,18 13 0,0 1 0,-19-11 0,26 17 0,0 0 0,0 0 0,-1 1 0,1-1 0,-1 1 0,1 0 0,-1 1 0,0-1 0,1 1 0,-1-1 0,-7 2 0,-1 1 0,0 1 0,0 0 0,0 1 0,0 1 0,1 0 0,0 0 0,0 1 0,-21 14 0,6 0 0,1 0 0,-33 34 0,35-30 0,1 1 0,1 1 0,2 0 0,1 2 0,1 0 0,-16 34 0,27-48 0,1 0 0,1 0 0,0 1 0,1 0 0,0-1 0,2 1 0,-1 1 0,2-1 0,0 0 0,1 0 0,0 1 0,2-1 0,-1 0 0,2 0 0,7 25 0,-8-33 0,1-1 0,0 0 0,0 1 0,0-1 0,1-1 0,0 1 0,0-1 0,1 1 0,-1-1 0,1 0 0,0-1 0,10 7 0,-13-9 0,1 0 0,0 0 0,0-1 0,0 0 0,0 1 0,0-1 0,0 0 0,0 0 0,0-1 0,0 1 0,0-1 0,1 0 0,-1 1 0,0-1 0,0-1 0,0 1 0,1 0 0,-1-1 0,0 0 0,0 1 0,0-1 0,0-1 0,0 1 0,0 0 0,0-1 0,0 1 0,-1-1 0,5-4 0,9-9 0,-1-1 0,0-1 0,-2 0 0,0-1 0,12-23 0,-7 13 0,183-288 0,-189 293 0,6-5 0,-18 27 0,0 1 0,0 0 0,0-1 0,1 1 0,-1 0 0,0 0 0,0 0 0,0-1 0,1 1 0,-1 0 0,0 0 0,0 0 0,1 0 0,-1-1 0,0 1 0,0 0 0,1 0 0,-1 0 0,0 0 0,1 0 0,-1 0 0,0 0 0,1 0 0,-1 0 0,0 0 0,0 0 0,1 0 0,-1 0 0,0 0 0,1 0 0,-1 0 0,0 0 0,0 0 0,1 0 0,-1 0 0,0 0 0,1 1 0,-1-1 0,0 0 0,7 14 0,-3 19 0,-3 94 0,-2-74 0,3 0 0,10 69 0,-10-106 0,2-1 0,0 0 0,0 0 0,2 0 0,-1 0 0,2-1 0,0 0 0,1 0 0,1-1 0,0 0 0,0 0 0,15 14 0,-18-21 17,1-1-1,0 1 0,0-1 0,0-1 1,1 1-1,-1-1 0,1 0 0,0-1 1,1 0-1,-1 0 0,0-1 0,1 0 1,-1 0-1,1-1 0,0-1 0,-1 1 1,1-1-1,0 0 0,0-1 0,10-2 1,10-3-359,0-2 1,-1-1 0,0 0-1,42-23 1,-32 13-6485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6.909"/>
    </inkml:context>
    <inkml:brush xml:id="br0">
      <inkml:brushProperty name="width" value="0.025" units="cm"/>
      <inkml:brushProperty name="height" value="0.025" units="cm"/>
      <inkml:brushProperty name="color" value="#E71224"/>
    </inkml:brush>
  </inkml:definitions>
  <inkml:trace contextRef="#ctx0" brushRef="#br0">709 1 24575,'-1'6'0,"0"-1"0,1 1 0,-2 0 0,-2 8 0,-1 7 0,-121 485-273,-20-4-130,84-292 344,-10 29 59,-78 275 0,33 7 0,108-475 36,3 2 1,1-1-1,3 0 0,3 56 0,0-98-17,-1 1-1,1-1 1,1 1-1,-1-1 1,1 0-1,-1 1 1,2-1-1,-1 0 1,0 0-1,1 0 0,0-1 1,0 1-1,1-1 1,6 8-1,-7-9-4,1-1 0,0 1 0,-1-1 0,1 0 0,0 0-1,0 0 1,0 0 0,0-1 0,0 0 0,1 0 0,-1 0-1,0 0 1,1-1 0,-1 1 0,0-1 0,1 0 0,-1 0 0,0-1-1,7-1 1,8-2-14,1-2 0,-2 0 0,1-1 0,-1-1 0,0-1 0,0-1 0,-1 0 0,28-22 0,4-8 0,60-65 0,36-49-1365,-89 92-5461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7.378"/>
    </inkml:context>
    <inkml:brush xml:id="br0">
      <inkml:brushProperty name="width" value="0.025" units="cm"/>
      <inkml:brushProperty name="height" value="0.025" units="cm"/>
      <inkml:brushProperty name="color" value="#E71224"/>
    </inkml:brush>
  </inkml:definitions>
  <inkml:trace contextRef="#ctx0" brushRef="#br0">0 558 24575,'5'-1'0,"-1"1"0,0-1 0,0 0 0,0 0 0,0 0 0,0 0 0,6-4 0,6-1 0,213-75 0,91-33 0,-87 22 0,182-67 0,-363 140 0,83-28 0,-107 39 0,0 1 0,52-6 0,-75 13 0,-1 0 0,0 0 0,0 0 0,0 0 0,0 1 0,1 0 0,-1 0 0,0 0 0,0 0 0,0 1 0,-1-1 0,1 1 0,0 0 0,0 0 0,-1 0 0,0 1 0,1-1 0,-1 1 0,0 0 0,0 0 0,0 0 0,-1 0 0,1 1 0,-1-1 0,1 1 0,-1-1 0,2 7 0,3 8 0,0-1 0,-2 1 0,0 0 0,4 36 0,0 24 0,-4 1 0,-5 92 0,-25 157 0,19-263 0,-60 419 0,9-86 0,34 4 0,23-374 0,0-16 0,0-1 0,0 1 0,4 16 0,1-18-1365,1-6-5461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7.577"/>
    </inkml:context>
    <inkml:brush xml:id="br0">
      <inkml:brushProperty name="width" value="0.025" units="cm"/>
      <inkml:brushProperty name="height" value="0.025" units="cm"/>
      <inkml:brushProperty name="color" value="#E71224"/>
    </inkml:brush>
  </inkml:definitions>
  <inkml:trace contextRef="#ctx0" brushRef="#br0">1 1 24575,'0'0'0,"0"0"0,0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8.597"/>
    </inkml:context>
    <inkml:brush xml:id="br0">
      <inkml:brushProperty name="width" value="0.025" units="cm"/>
      <inkml:brushProperty name="height" value="0.025" units="cm"/>
      <inkml:brushProperty name="color" value="#E71224"/>
    </inkml:brush>
  </inkml:definitions>
  <inkml:trace contextRef="#ctx0" brushRef="#br0">616 147 24575,'-24'0'0,"4"1"0,1 1 0,-1 1 0,1 0 0,0 1 0,-1 1 0,2 1 0,-1 1 0,1 1 0,0 0 0,1 1 0,0 1 0,0 0 0,1 2 0,0 0 0,1 0 0,-16 18 0,8-5 0,2 0 0,0 1 0,2 1 0,0 1 0,2 1 0,2 1 0,0 0 0,-18 56 0,17-31 0,3 0 0,2 1 0,2 0 0,-2 98 0,11-105 0,2 1 0,2-1 0,3 0 0,2 0 0,24 79 0,-29-116 0,1 1 0,0-1 0,0 0 0,1-1 0,1 1 0,0-1 0,17 20 0,-20-27 0,0 0 0,1 0 0,-1 0 0,1-1 0,0 0 0,0 0 0,0 0 0,1 0 0,-1-1 0,1 0 0,-1 0 0,1-1 0,0 1 0,-1-1 0,1 0 0,0-1 0,0 1 0,0-1 0,11-2 0,-11 1 0,0-1 0,1 1 0,-1-2 0,0 1 0,0-1 0,0 0 0,-1 0 0,1 0 0,-1-1 0,1 0 0,-1 0 0,0 0 0,-1-1 0,1 0 0,4-6 0,9-12 0,-2 0 0,15-28 0,-30 50 0,21-43 0,-1 0 0,-3-2 0,-1 0 0,-3-1 0,-1 0 0,-3-1 0,-1 0 0,-3-1 0,0-76 0,-6 108 0,0-1 0,-2 1 0,0 0 0,0-1 0,-2 1 0,0 0 0,-1 0 0,-1 1 0,0 0 0,-2 0 0,1 0 0,-2 1 0,0 0 0,-1 0 0,0 1 0,-1 1 0,-1 0 0,0 0 0,-1 1 0,0 1 0,-1 0 0,0 1 0,-20-11 0,14 10 0,0 2 0,-1 1 0,1 0 0,-2 2 0,1 0 0,-1 1 0,0 2 0,0 0 0,0 1 0,0 1 0,-31 3 0,48-1 0,0 0 0,0-1 0,1 2 0,-1-1 0,0 1 0,-8 3 0,11-4 0,1 0 0,-1-1 0,1 1 0,0 0 0,-1 0 0,1 0 0,0 0 0,0 0 0,0 0 0,0 0 0,0 0 0,0 1 0,0-1 0,0 0 0,0 1 0,1-1 0,-1 1 0,0-1 0,1 0 0,-1 1 0,1-1 0,0 1 0,-1 0 0,1 2 0,0-4 0,0 1 0,0-1 0,1 1 0,-1 0 0,0-1 0,0 1 0,1-1 0,-1 1 0,1-1 0,-1 1 0,0-1 0,1 0 0,-1 1 0,1-1 0,-1 1 0,1-1 0,-1 0 0,1 1 0,-1-1 0,1 0 0,-1 0 0,1 1 0,-1-1 0,1 0 0,0 0 0,-1 0 0,1 0 0,-1 0 0,1 0 0,0 0 0,-1 0 0,1 0 0,-1 0 0,1 0 0,0 0 0,-1 0 0,1 0 0,0-1 0,29-6 0,-27 6 0,97-35 0,181-96 0,-151 68 0,95-40 0,-170 82 0,1 3 0,69-15 0,-110 31 0,0 0 0,0 1 0,0 1 0,0 0 0,1 1 0,-1 1 0,0 0 0,25 6 0,-30-4 0,0 0 0,1 1 0,-1 1 0,-1 0 0,1 0 0,-1 1 0,0 0 0,0 0 0,0 1 0,-1 0 0,0 1 0,12 14 0,-5 0 0,0 0 0,-1 1 0,-1 0 0,-1 1 0,-2 0 0,0 1 0,7 29 0,0 14 0,13 104 0,-19-68 0,-6 1 0,-12 179 0,-52 207 0,48-412 0,-21 88 0,30-153 0,8-20 0,9-25 0,94-223 0,128-286 0,-157 373 0,171-260 0,-241 410 0,1 1 0,1 1 0,1 0 0,0 0 0,1 1 0,26-21 0,-38 34 0,-1 0 0,0 0 0,0 0 0,1 0 0,-1 1 0,0-1 0,1 0 0,-1 1 0,1-1 0,-1 1 0,1-1 0,-1 1 0,1 0 0,-1 0 0,1-1 0,-1 1 0,1 0 0,-1 0 0,1 1 0,-1-1 0,1 0 0,-1 0 0,1 1 0,-1-1 0,1 1 0,-1-1 0,1 1 0,-1 0 0,0 0 0,1-1 0,-1 1 0,0 0 0,0 0 0,0 0 0,1 0 0,-1 1 0,1 0 0,1 4 0,1 0 0,-1 0 0,-1 1 0,1-1 0,-1 0 0,0 1 0,1 11 0,6 39 0,-3 1 0,-1 76 0,-16 117 0,9-220 0,-51 444 0,13-151 0,21 0 0,19-323 0,3 74 0,-2-67 0,0 0 0,0-1 0,1 1 0,0-1 0,0 1 0,1-1 0,4 9 0,-5-14-85,-1 0 0,1 0-1,0 0 1,-1 0 0,1 0-1,0-1 1,0 1 0,0-1-1,0 1 1,0-1 0,1 0-1,-1 0 1,0 0 0,1 0-1,4 1 1,15 3-6741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9.101"/>
    </inkml:context>
    <inkml:brush xml:id="br0">
      <inkml:brushProperty name="width" value="0.025" units="cm"/>
      <inkml:brushProperty name="height" value="0.025" units="cm"/>
      <inkml:brushProperty name="color" value="#E71224"/>
    </inkml:brush>
  </inkml:definitions>
  <inkml:trace contextRef="#ctx0" brushRef="#br0">589 1 24575,'-22'0'0,"16"0"0,0 1 0,0 0 0,0 0 0,0 0 0,0 1 0,0 0 0,1 0 0,-1 0 0,1 1 0,-1 0 0,1 0 0,0 0 0,0 1 0,0-1 0,-4 6 0,-8 7 0,2 1 0,-23 32 0,22-28 0,-47 62 0,4 3 0,-80 157 0,116-196 0,3 1 0,2 1 0,2 0 0,2 2 0,2-1 0,3 2 0,-5 71 0,14-115 0,0 0 0,0 0 0,1 1 0,0-1 0,2 8 0,-2-15 0,-1 0 0,0 0 0,0 0 0,1-1 0,-1 1 0,0 0 0,1 0 0,-1-1 0,0 1 0,1 0 0,-1-1 0,1 1 0,-1-1 0,1 1 0,0 0 0,-1-1 0,1 1 0,0-1 0,-1 0 0,1 1 0,0-1 0,-1 1 0,1-1 0,1 0 0,-1 0 0,1 0 0,-1 0 0,1-1 0,-1 1 0,0-1 0,1 0 0,-1 1 0,1-1 0,-1 0 0,0 1 0,0-1 0,0 0 0,1 0 0,-1 0 0,0 0 0,0-1 0,0 1 0,1-2 0,8-10 0,-1 0 0,0 0 0,-1-1 0,9-22 0,23-67 0,-28 70 0,39-107 0,40-175 0,-89 297 0,-2 13 0,0 1 0,0 0 0,1 0 0,0 0 0,0 0 0,0 0 0,0 0 0,2-4 0,-2 9 0,0 0 0,0 0 0,0 1 0,0-1 0,0 0 0,0 0 0,0 1 0,-1-1 0,1 0 0,0 1 0,-1-1 0,1 1 0,-1 1 0,77 204 0,-56-161 0,1-1 0,41 59 0,-60-99-65,0 0 0,1-1 0,0 1 0,0-1 0,1 0 0,-1 0 0,1-1 0,0 1 0,0-1 0,0 0 0,0 0 0,0 0 0,1-1 0,-1 0 0,1 0 0,0-1 0,-1 1 0,1-1 0,0 0 0,8 0 0,5-2-6761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9.660"/>
    </inkml:context>
    <inkml:brush xml:id="br0">
      <inkml:brushProperty name="width" value="0.025" units="cm"/>
      <inkml:brushProperty name="height" value="0.025" units="cm"/>
      <inkml:brushProperty name="color" value="#E71224"/>
    </inkml:brush>
  </inkml:definitions>
  <inkml:trace contextRef="#ctx0" brushRef="#br0">1 1 24575,'6'0'0,"14"0"0,1 0 0,-1 1 0,1 1 0,-1 1 0,33 9 0,-12 3 0,-2 1 0,0 3 0,-2 1 0,65 45 0,-59-32 0,-1 2 0,-2 2 0,49 56 0,-48-42 0,-3 1 0,-1 2 0,-3 1 0,-3 2 0,-2 2 0,32 91 0,-38-80 0,-4 0 0,-2 1 0,-4 1 0,-3 0 0,2 115 0,-12-138 0,-3 1 0,-15 81 0,13-104 0,-2-1 0,-1 1 0,-1-1 0,-1 0 0,-2-1 0,-17 30 0,28-53 0,-3 3 0,1 0 0,0 0 0,-1 0 0,-6 6 0,9-11 0,1 1 0,-1 0 0,0-1 0,0 1 0,1 0 0,-1-1 0,0 1 0,0-1 0,0 0 0,1 1 0,-1-1 0,0 0 0,0 1 0,0-1 0,0 0 0,0 0 0,0 0 0,0 0 0,0 0 0,0 0 0,0 0 0,0 0 0,0 0 0,0 0 0,1 0 0,-1-1 0,0 1 0,0 0 0,0-1 0,0 1 0,0 0 0,0-1 0,1 1 0,-1-1 0,-1-1 0,-1-1 0,-1-1 0,1 0 0,1 0 0,-1 0 0,0 0 0,1-1 0,0 1 0,0-1 0,0 0 0,1 1 0,0-1 0,-2-9 0,1-7 0,-1-35 0,5-9 0,16-106 0,27-63 0,133-384 0,-165 579 0,23-46 0,-31 75 0,1 0 0,-1 0 0,1 1 0,1 0 0,0 0 0,0 1 0,1-1 0,0 2 0,16-13 0,-21 18 0,-1 0 0,0 1 0,1-1 0,-1 1 0,1 0 0,0 0 0,-1 0 0,1 0 0,0 1 0,0-1 0,0 1 0,0-1 0,-1 1 0,1 0 0,0 0 0,0 1 0,0-1 0,0 0 0,3 2 0,-2 0 0,0-1 0,-1 1 0,1 0 0,0 1 0,-1-1 0,0 1 0,0-1 0,0 1 0,0 0 0,0 0 0,0 0 0,2 4 0,4 8 0,-1 0 0,0 0 0,-1 1 0,0 0 0,5 22 0,-1 6 0,-2 1 0,-2 0 0,-1 0 0,-3 0 0,-2 52 0,-7 7 0,-22 117 0,-21 4 0,17-90 0,30-125-1365,1-5-5461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19.837"/>
    </inkml:context>
    <inkml:brush xml:id="br0">
      <inkml:brushProperty name="width" value="0.025" units="cm"/>
      <inkml:brushProperty name="height" value="0.025" units="cm"/>
      <inkml:brushProperty name="color" value="#E71224"/>
    </inkml:brush>
  </inkml:definitions>
  <inkml:trace contextRef="#ctx0" brushRef="#br0">1 0 24575,'0'0'0,"0"5"0,0 2 0,0-1-8191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20.577"/>
    </inkml:context>
    <inkml:brush xml:id="br0">
      <inkml:brushProperty name="width" value="0.025" units="cm"/>
      <inkml:brushProperty name="height" value="0.025" units="cm"/>
      <inkml:brushProperty name="color" value="#E71224"/>
    </inkml:brush>
  </inkml:definitions>
  <inkml:trace contextRef="#ctx0" brushRef="#br0">56 0 24575,'0'7'0,"7"17"0,19 44 0,-2-6 0,12 60 0,-5 1 0,-5 1 0,18 245 0,-32 389 0,-14-643 0,1 115 0,-1-220 0,-4-17 0,-5-20 0,-168-514 0,169 519 0,-14-24 0,-3-5 0,56 58 0,-22-5 0,1-1 0,-1 1 0,1-2 0,0 1 0,-1-1 0,1 0 0,0-1 0,0 0 0,-1 0 0,1-1 0,-1 0 0,14-5 0,2-3 0,-1-1 0,36-23 0,-6-1 0,-2-2 0,-2-2 0,-2-3 0,45-50 0,-30 21 0,-3-3 0,50-83 0,-98 140 0,17-24 0,-25 39 0,0-1 0,0 1 0,0 0 0,0 0 0,1 0 0,-1 0 0,1 0 0,-1 0 0,1 1 0,-1-1 0,1 1 0,4-2 0,-5 3 0,-1 0 0,0 0 0,1 0 0,-1 0 0,0 0 0,1 0 0,-1 0 0,0 0 0,0 1 0,1-1 0,-1 0 0,0 1 0,0-1 0,1 1 0,-1-1 0,0 1 0,0 0 0,0 0 0,0-1 0,0 1 0,0 0 0,0 0 0,0 0 0,1 1 0,19 32 0,-16-26 0,21 46 0,-2 2 0,33 112 0,-38-106 0,1-2 0,43 85 0,-60-139 0,1 1 0,0-1 0,0 0 0,1 0 0,-1 0 0,8 7 0,-10-12 0,0 1 0,-1-1 0,1 0 0,0 0 0,0 0 0,0 0 0,0 0 0,0 0 0,0 0 0,0-1 0,0 1 0,0-1 0,0 1 0,0-1 0,0 0 0,1 0 0,-1 0 0,0 0 0,0 0 0,0 0 0,0-1 0,0 1 0,1-1 0,-1 0 0,0 1 0,2-2 0,23-17 0,10-6 0,-36 24 0,0 1 0,1-1 0,-1 1 0,1-1 0,-1 1 0,1-1 0,-1 1 0,1 0 0,-1 0 0,1 0 0,-1-1 0,1 2 0,-1-1 0,1 0 0,-1 0 0,1 0 0,-1 1 0,1-1 0,-1 1 0,0-1 0,1 1 0,-1-1 0,2 2 0,4 4 0,1 0 0,-2 1 0,1-1 0,-1 1 0,0 1 0,0-1 0,-1 1 0,6 10 0,31 75 0,-41-90 0,25 70 11,-4 1-1,-2 1 1,12 107-1,9 232-1480,-37-362 1036,13 192-5895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20.912"/>
    </inkml:context>
    <inkml:brush xml:id="br0">
      <inkml:brushProperty name="width" value="0.025" units="cm"/>
      <inkml:brushProperty name="height" value="0.025" units="cm"/>
      <inkml:brushProperty name="color" value="#E71224"/>
    </inkml:brush>
  </inkml:definitions>
  <inkml:trace contextRef="#ctx0" brushRef="#br0">1 1230 24575,'0'-19'0,"0"-4"0,10-287 0,-5 266 0,2 1 0,2 0 0,1 1 0,2 0 0,21-46 0,-23 65 0,1 0 0,1 0 0,0 1 0,2 1 0,1 0 0,1 1 0,0 0 0,2 2 0,0 0 0,1 1 0,0 0 0,2 2 0,25-15 0,128-53 0,-44 24 0,142-63 0,-257 116-227,-1 2-1,1 0 1,1 1-1,-1 0 1,20 0-1,-17 2-6598</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05:22.350"/>
    </inkml:context>
    <inkml:brush xml:id="br0">
      <inkml:brushProperty name="width" value="0.025" units="cm"/>
      <inkml:brushProperty name="height" value="0.025" units="cm"/>
      <inkml:brushProperty name="color" value="#E71224"/>
    </inkml:brush>
  </inkml:definitions>
  <inkml:trace contextRef="#ctx0" brushRef="#br0">1 1026 24575,'7'0'0,"41"-12"0,45-16 0,-18 4 0,568-197-1854,-12-39 0,-611 251 1765,434-179 467,13 36-5297,-286 111 4777,2 7-1,1 8 0,0 8 1,2 9-1,-1 7 0,1 9 1,-1 7-1,350 75 0,63 75 143,-173-42 0,6-27 0,-325-81 0,1-5 0,0-4 0,0-5 0,0-5 0,162-28 0,126-49 0,-2-21 0,299-66 0,-501 140 0,1 8 0,1 8 0,0 9 0,199 21 0,23 27 0,197 11 0,-453-51 0,0-7 0,201-30 0,-165 1 0,165-22 0,-258 44 0,161 4 0,-157 13 0,1 5 0,104 26 0,202 78 0,180 56 0,-507-154 0,1-4 0,0-3 0,1-5 0,0-3 0,87-9 0,102-31 2545,69-5 2766,-230 26-3654,-81 9-1602,66-3-1,-101 11-54,1-1 0,-1 0 0,1 0 0,0 0 0,-1 0 0,1 0 0,0 0 0,-1 0 0,1 0 0,-1-1 0,1 1 0,0 0 0,-1 0 0,1 0 0,-1-1 0,1 1 0,-1 0 0,1 0 0,0-1 0,-1 1 0,0-1 0,1 1 0,-1 0 0,1-1 0,-1 1 0,1-1 0,-1 1 0,1-2 0,-1 2 0,0-1 0,0 0 0,0 0 0,-1 0 0,1 0 0,0 0 0,0 0 0,-1 0 0,1 0 0,0 0 0,-1 0 0,1 0 0,-1 0 0,1 1 0,-1-1 0,0-1 0,-36-35 0,30 30 0,-23-22 0,-2 2 0,-1 1 0,0 1 0,-2 2 0,-1 1 0,-69-30 0,71 36 0,24 11 0,0 0 0,0 0 0,-1 1 0,1 0 0,-1 1 0,0 0 0,0 1 0,0 0 0,-21 0 0,32 5 0,7 3 0,10 5 0,31 5 0,54 11 0,-12-4 0,-80-20 0,0 0 0,-1 1 0,1 0 0,13 8 0,-21-12 0,0 1 0,-1 0 0,1 1 0,0-1 0,-1 0 0,1 0 0,-1 1 0,0-1 0,1 1 0,-1-1 0,0 1 0,0-1 0,0 1 0,0 0 0,0 0 0,0 0 0,0-1 0,-1 1 0,1 0 0,-1 0 0,1 0 0,-1 0 0,0 0 0,0 0 0,0 0 0,0 0 0,0 0 0,0 0 0,-1 0 0,1 0 0,-2 3 0,-3 6 0,-1 0 0,0 0 0,-1-1 0,0 1 0,-1-2 0,0 1 0,-13 11 0,-353 326-3192,248-236 1724,-274 255 103,200-178-801</inkml:trace>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8-30T09:21:56.650"/>
    </inkml:context>
    <inkml:brush xml:id="br0">
      <inkml:brushProperty name="width" value="0.05292" units="cm"/>
      <inkml:brushProperty name="height" value="0.05292" units="cm"/>
      <inkml:brushProperty name="color" value="#FF0000"/>
    </inkml:brush>
  </inkml:definitions>
  <inkml:trace contextRef="#ctx0" brushRef="#br0">3689 2570 155 0,'13'-7'40'16,"-1"-4"105"-16,-3 3-72 15,-1 2-42-15,-3 5 1 16,-3-2-19-16,3 3-10 16,-1 3 25-16,5-2-4 15,4 3 0-15,3 0-3 16,1-2-4-16,4 1 2 16,-1-3-10-16,5 0-1 15,1-3 2-15,1 1-7 16,4-2-1-16,0 3 0 0,-4-3 2 15,0 1 0-15,-5-1-3 16,-7 0-1-16,-5 2 14 16,-6 2-9-16,-4 0 9 15,-4 0-7-15,-1 2-5 16,-4 0 1-16,-6 0-3 16,-8-2 0-16,-6 2-2 15,-6 0 6-15,-8 1-4 16,5 2 0-16,5-1 2 15,2 1-2-15,6-2 0 16,10 0 0-16,3-3 8 16,6 0-8-16,6 0 8 15,0 0 2-15,4-3-10 16,-2 3 8-16,1-2-8 0,4 2 0 16,4-1 3-16,7 1 1 15,7-3-4-15,3 1 0 16,6 2 1-16,-3 2-4 15,-5 1 3-15,-4-2 0 16,-3 4-4-16,-9-4-2 16,-3 4 5-16,-5-5 0 15,-4 1-9-15,0 1 10 16,-3-2-6-16,-3 0 6 16,-8 0-2-16,-9 0 7 15,-6-3-5-15,-11 3 0 16,-2-3 3-16,-3 1-2 15,7 1-1-15,2 1 0 0,11 0-1 16,7-3 4-16,7 3-3 16,9 3 1-16,4-3 2 15,0 0 1-15,2-3-4 16,2 3 1-16,0 0 4 16,5-2-3-16,7-4 4 15,8 2-6-15,5-1 4 16,7-2-5-16,2 3 1 15,-3 2 0-15,-3 2-5 16,-6 2 4-16,-8 0-2 16,-4 0 3-16,-8 0-9 15,-6 0 9-15,-2 1-5 16,0-2-2-16,-2 2 6 0,-1-3 2 16,-13 3 0-16,-7 1 0 15,-4-1 3-15,-6 0 0 16,-5 0-4-16,7-2 1 15,1-1 2-15,8-1 0 16,5 1-1-16,9-3 8 16,3 3-7-16,7-2 9 15,2 2-11-15,3-1 2 16,-3-2-2-16,6-1 1 16,6 1-2-16,9-1 0 15,8-1 2-15,9-1-3 16,6 3 1-16,-3 3-3 0,-5 0-2 15,-9 0 2-15,-9 3-4 16,-9-3 7-16,-7 4-9 16,-4-4 8-16,-2 0-1 15,-2 2-3-15,-3-2 3 16,-9-2 4-16,-8 2-2 16,-12 0 3-16,-6 0-1 15,-5-2 1-15,5 0-3 16,11 0 1-16,8 1 7 15,10-2-8-15,9-1 4 16,6 1-3-16,9-3 3 16,5 0-6-16,8-1 2 15,11-1 0-15,8 4-6 16,3 2 6-16,2 2 0 16,-2 2-2-16,-5 2-1 0,-10-2 2 15,-12 2-4-15,-5 0-4 16,-9-2 7-16,-8-2-7 15,-1 3 5-15,-6-3 3 16,-5 0 2-16,-3 0 3 16,-3 1-4-16,0-1 1 15,1-1-3-15,7 1 2 16,6-3-8-16,-2-1-23 16,2 2-62-16,1 0-83 15</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0:44.175"/>
    </inkml:context>
    <inkml:brush xml:id="br0">
      <inkml:brushProperty name="width" value="0.025" units="cm"/>
      <inkml:brushProperty name="height" value="0.025" units="cm"/>
      <inkml:brushProperty name="color" value="#E71224"/>
    </inkml:brush>
  </inkml:definitions>
  <inkml:trace contextRef="#ctx0" brushRef="#br0">0 1 24575,'129'133'0,"477"464"0,-590-581 0,-4-2 0,1-2 0,0 0 0,1 0 0,0-1 0,1-1 0,18 9 0,-31-18 0,1 1 0,-1-1 0,1-1 0,0 1 0,0 0 0,-1-1 0,1 1 0,0-1 0,0 0 0,0 0 0,-1 0 0,1 0 0,0 0 0,0-1 0,0 1 0,-1-1 0,1 0 0,3-1 0,-1-1 0,-1 1 0,0-1 0,1-1 0,-1 1 0,0-1 0,-1 1 0,1-1 0,0 0 0,4-8 0,6-9 0,-1-1 0,-1 0 0,11-30 0,24-76 0,-8 8 0,-5-2 0,26-180 0,-74 421 0,-44 261 0,5-93 0,52-285 0,-1 13 0,0 0 0,-2 0 0,-7 22 0,9-34 0,1 1 0,-1-1 0,1 0 0,-1 0 0,0 0 0,0 0 0,0 0 0,-1 0 0,1 0 0,-1-1 0,0 1 0,1-1 0,-1 0 0,0 0 0,-1 0 0,1 0 0,0 0 0,0-1 0,-1 1 0,-3 0 0,-29 7 0,0-1 0,-1-2 0,0-2 0,0-2 0,-66-3 0,92 0 0,4-1 0,-1 1 0,1 1 0,0-1 0,-9 2 0,15-1 0,-1 0 0,1 0 0,0 0 0,0 0 0,0 1 0,-1-1 0,1 0 0,0 1 0,0-1 0,0 1 0,0-1 0,0 1 0,0 0 0,0-1 0,0 1 0,0 0 0,0 0 0,0 0 0,0 0 0,1 0 0,-1 0 0,0 0 0,1 0 0,-1 0 0,0 0 0,1 0 0,-1 0 0,1 0 0,0 0 0,-1 1 0,1 1 0,0 7 0,1 0 0,0 0 0,0 1 0,1-1 0,0 0 0,1-1 0,6 15 0,3 13 0,25 111 0,-7 1 0,21 290 0,-44 314 0,-8-711-1365,0-12-5461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25.819"/>
    </inkml:context>
    <inkml:brush xml:id="br0">
      <inkml:brushProperty name="width" value="0.025" units="cm"/>
      <inkml:brushProperty name="height" value="0.025" units="cm"/>
      <inkml:brushProperty name="color" value="#E71224"/>
    </inkml:brush>
  </inkml:definitions>
  <inkml:trace contextRef="#ctx0" brushRef="#br0">0 75 24575,'0'144'0,"9"319"0,0-309 0,31 155 0,-38-294 0,1 0 0,0 0 0,2-1 0,-1 1 0,10 17 0,-13-30 0,0 1 0,1-1 0,-1 0 0,1 0 0,-1 0 0,1 0 0,0 0 0,0 0 0,0 0 0,0-1 0,0 1 0,0-1 0,0 1 0,1-1 0,-1 0 0,0 0 0,1 0 0,-1 0 0,1 0 0,-1 0 0,1-1 0,0 1 0,-1-1 0,1 0 0,-1 0 0,1 0 0,0 0 0,-1 0 0,5-1 0,1-2 0,0 0 0,-1 0 0,1 0 0,-1-1 0,1 0 0,-1-1 0,-1 1 0,11-9 0,4-6-494,-1-1-1,0-1 0,30-43 1,43-86-3181,-37 37 3449,-4-4 0,-6-1 0,-4-2-1,39-193 1,-60 189 226,-19 112 0,-1 1 0,-1-1 0,0-14 0,0 26 0,-1 0 0,1 0 0,0 1 0,0-1 0,0 0 0,0 0 0,0 0 0,0 0 0,0 0 0,-1 0 0,1 0 0,0 1 0,0-1 0,0 0 0,0 0 0,0 0 0,-1 0 0,1 0 0,0 0 0,0 0 0,0 0 0,0 0 0,-1 0 0,1 0 0,0 0 0,0 0 0,0 0 0,0 0 0,0 0 0,-1 0 0,1 0 0,0 0 0,0 0 0,0 0 0,0 0 0,-1 0 0,1-1 0,0 1 0,0 0 0,0 0 0,0 0 0,0 0 0,0 0 0,-1 0 0,1 0 0,0-1 0,0 1 0,0 0 0,0 0 0,0 0 0,0 0 0,0 0 0,0-1 0,0 1 0,0 0 0,0 0 0,0 0 0,0 0 0,0 0 0,0-1 0,0 1 0,0 0 0,0 0 0,-16 39 0,-22 120 0,-2 101 0,-20 348 4182,20 11-1363,-2 16-3255,14-311-443,3-75 660,1-76 219,23-161 0,-2 0 0,1 0 0,-2-1 0,1 1 0,-2-1 0,-8 18 0,12-28 0,1 0 0,-1 0 0,0 1 0,0-1 0,0 0 0,0 0 0,0 0 0,-1-1 0,1 1 0,0 0 0,0 0 0,-1-1 0,1 1 0,0 0 0,-1-1 0,1 1 0,0-1 0,-1 0 0,1 1 0,-1-1 0,1 0 0,-1 0 0,1 0 0,0 0 0,-1 0 0,1 0 0,-1-1 0,1 1 0,-1 0 0,1-1 0,0 1 0,-1-1 0,1 0 0,0 1 0,-1-1 0,1 0 0,0 0 0,-2-1 0,-6-5 0,1 0 0,-1-1 0,2-1 0,-1 1 0,1-1 0,0 0 0,-8-16 0,-13-24 96,2-2 0,3-1 0,-21-67 0,-36-172 618,32 50-440,42 193-288,2 0 1,2 0-1,5-48 0,-2 81 14,2 0 0,0 0 0,1 0 0,0 1 0,1 0 0,0 0 0,2 0 0,-1 0 0,2 1 0,0 0 0,0 1 0,1 0 0,1 0 0,15-15 0,4 1 0,1 1 0,1 1 0,1 2 0,43-23 0,137-59-1365,-133 71-5461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26.919"/>
    </inkml:context>
    <inkml:brush xml:id="br0">
      <inkml:brushProperty name="width" value="0.025" units="cm"/>
      <inkml:brushProperty name="height" value="0.025" units="cm"/>
      <inkml:brushProperty name="color" value="#E71224"/>
    </inkml:brush>
  </inkml:definitions>
  <inkml:trace contextRef="#ctx0" brushRef="#br0">128 1 24575,'-20'384'0,"12"-283"0,-68 618 0,62-600 0,11-93 0,0-2 0,-1 28 0,4-46 0,0-1 0,1 1 0,-1-1 0,1 0 0,0 1 0,1-1 0,-1 0 0,1 0 0,0 0 0,4 8 0,-5-11 0,1 0 0,0 0 0,-1 0 0,1-1 0,0 1 0,0 0 0,0-1 0,0 1 0,0-1 0,0 1 0,1-1 0,-1 0 0,0 0 0,1 0 0,-1 0 0,1-1 0,-1 1 0,1-1 0,-1 1 0,1-1 0,3 0 0,4 0 0,0-1 0,1 0 0,-1 0 0,12-4 0,22-7 0,-1-2 0,68-32 0,80-54 0,-156 80-682,38-27-1,-44 23-6143</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28.787"/>
    </inkml:context>
    <inkml:brush xml:id="br0">
      <inkml:brushProperty name="width" value="0.025" units="cm"/>
      <inkml:brushProperty name="height" value="0.025" units="cm"/>
      <inkml:brushProperty name="color" value="#E71224"/>
    </inkml:brush>
  </inkml:definitions>
  <inkml:trace contextRef="#ctx0" brushRef="#br0">0 1 24575,'5'0'0,"21"0"0,27 0 0,8 0 0,0 0 0,-6 0 0,-8 0 0,-6 0 0,-6 0 0,-8 0-8191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0.070"/>
    </inkml:context>
    <inkml:brush xml:id="br0">
      <inkml:brushProperty name="width" value="0.025" units="cm"/>
      <inkml:brushProperty name="height" value="0.025" units="cm"/>
      <inkml:brushProperty name="color" value="#E71224"/>
    </inkml:brush>
  </inkml:definitions>
  <inkml:trace contextRef="#ctx0" brushRef="#br0">1 94 24575,'22'-11'0,"5"-4"0,-13 6 0,1 0 0,0 1 0,1 1 0,-1 1 0,2 0 0,-1 1 0,0 1 0,18-3 0,36 2 0,0 4 0,75 7 0,-50 8 0,-64-8 0,0-1 0,33 0 0,-54-5 33,7 1-383,1-2 1,-1 1-1,25-6 1,-18-1-6477</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0.378"/>
    </inkml:context>
    <inkml:brush xml:id="br0">
      <inkml:brushProperty name="width" value="0.025" units="cm"/>
      <inkml:brushProperty name="height" value="0.025" units="cm"/>
      <inkml:brushProperty name="color" value="#E71224"/>
    </inkml:brush>
  </inkml:definitions>
  <inkml:trace contextRef="#ctx0" brushRef="#br0">383 1 24575,'-3'182'0,"-34"226"0,14-267 0,-5-2 0,-55 156 0,15-97 0,-36 109 0,95-273-227,0 1-1,3 0 1,0 0-1,3 0 1,0 38-1,3-52-6598</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2:09.576"/>
    </inkml:context>
    <inkml:brush xml:id="br0">
      <inkml:brushProperty name="width" value="0.025" units="cm"/>
      <inkml:brushProperty name="height" value="0.025" units="cm"/>
      <inkml:brushProperty name="color" value="#E71224"/>
    </inkml:brush>
  </inkml:definitions>
  <inkml:trace contextRef="#ctx0" brushRef="#br0">1 1 24575,'35'2'0,"0"1"0,51 13 0,-29-5 0,731 75 0,-643-75 0,-7-2 0,187-11 0,-240-4 0,312-26 0,-54 21 0,-264 11 0,-58 0-455,0-2 0,34-7 0,-24 2-6371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1.547"/>
    </inkml:context>
    <inkml:brush xml:id="br0">
      <inkml:brushProperty name="width" value="0.025" units="cm"/>
      <inkml:brushProperty name="height" value="0.025" units="cm"/>
      <inkml:brushProperty name="color" value="#E71224"/>
    </inkml:brush>
  </inkml:definitions>
  <inkml:trace contextRef="#ctx0" brushRef="#br0">45 136 24575,'0'18'0,"0"7"0,0 62 0,14 119 0,-10-181 0,0 0 0,2 0 0,1 0 0,0-1 0,2 0 0,1-1 0,1 0 0,1-1 0,21 31 0,-28-46 0,0 0 0,0-1 0,0 0 0,1 0 0,0 0 0,0-1 0,1 0 0,-1 0 0,1 0 0,0-1 0,1 0 0,-1-1 0,1 0 0,-1 0 0,1 0 0,0-1 0,0 0 0,13 1 0,1-2 0,1-2 0,-1 0 0,0-1 0,0-1 0,0-2 0,0 0 0,-1-1 0,1-1 0,-2-1 0,1-1 0,37-22 0,-9-1 0,-1-1 0,-2-3 0,59-58 0,186-208 0,-63 61 0,-213 231 0,-15 9 0,1 1 0,-1 0 0,0 0 0,1 0 0,-1 0 0,0 0 0,1 0 0,-1 0 0,0 0 0,1 0 0,-1 0 0,0 0 0,0 0 0,1 1 0,-1-1 0,0 0 0,1 0 0,-1 0 0,0 0 0,0 0 0,1 1 0,-1-1 0,0 0 0,0 0 0,1 0 0,-1 1 0,0-1 0,1 1 0,0 1 0,0 2 0,0-1 0,0 0 0,0 0 0,-1 0 0,1 0 0,0 5 0,0 4 0,8 66 0,-4 1 0,-6 107 0,-32 160 0,-74 256-410,-35-6-135,103-441 508,-17 60 37,-114 281 0,117-372 0,-5-3 0,-5-2 0,-120 169 0,51-114 0,96-131 0,-79 73 0,106-108-3,-1 0 1,0 0 0,0 0-1,-1-2 1,-19 10-1,27-15 9,0 0 0,0 0 0,0 0 0,0 0 0,1 0 0,-1-1 0,0 0 0,0 1 0,0-1 0,0 0 0,0-1 0,0 1 0,0 0 0,0-1 0,0 0 0,0 1 0,0-1 0,1 0 0,-1-1 0,0 1 0,0 0 0,1-1 0,-1 1 0,1-1 0,0 0 0,-1 0 0,1 0 0,0 0 0,-3-5 0,-2-3 39,0-1 0,0 0 0,1-1-1,1 0 1,0 0 0,0 0 0,1 0 0,1-1-1,0 0 1,1 0 0,-1-22 0,1-4 51,3 0 1,8-63-1,0 44-96,3 1 0,2 1 0,3 0 0,2 1 0,2 1 0,3 1 0,40-67 0,-22 54 0,3 1 0,2 3 0,3 1 0,111-102 0,249-181 0,-286 243 0,-119 97-85,-1 0 0,1 0-1,0 0 1,0 1 0,0 0-1,0 0 1,1 1 0,-1-1-1,1 1 1,0 0 0,-1 1-1,1-1 1,0 1 0,0 0-1,9 0 1,-5 2-6741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2.003"/>
    </inkml:context>
    <inkml:brush xml:id="br0">
      <inkml:brushProperty name="width" value="0.025" units="cm"/>
      <inkml:brushProperty name="height" value="0.025" units="cm"/>
      <inkml:brushProperty name="color" value="#E71224"/>
    </inkml:brush>
  </inkml:definitions>
  <inkml:trace contextRef="#ctx0" brushRef="#br0">856 1 24575,'0'0'0,"-1"0"0,0 0 0,1 0 0,-1 0 0,1 0 0,-1 0 0,1 0 0,-1 0 0,1 0 0,-1 0 0,1 1 0,-1-1 0,1 0 0,-1 0 0,1 0 0,-1 1 0,1-1 0,0 0 0,-1 1 0,1-1 0,-1 0 0,1 1 0,0-1 0,-1 1 0,1-1 0,0 0 0,-1 1 0,1 0 0,-10 15 0,9-15 0,-142 308 0,108-227 0,-315 754 0,107-185 0,227-598 0,-20 107 0,32-132 0,1 1 0,1 1 0,2-1 0,1 0 0,7 42 0,-7-65 0,0-1 0,0 1 0,0-1 0,1 1 0,0-1 0,0 0 0,0 0 0,1 0 0,0 0 0,0 0 0,0-1 0,1 1 0,-1-1 0,1 0 0,0 0 0,0 0 0,0 0 0,1-1 0,-1 0 0,1 0 0,0 0 0,0 0 0,0-1 0,0 0 0,1 0 0,-1 0 0,0-1 0,1 0 0,-1 0 0,9 1 0,8-1 0,1 0 0,0-1 0,-1-1 0,1-2 0,0 0 0,-1-1 0,0-1 0,0-1 0,37-16 0,-8-1 0,-1-3 0,84-55 0,-25-2 342,-92 68-684,-1 0 1,-1-1 0,-1-1-1,14-21 1,-8 5-6485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2.349"/>
    </inkml:context>
    <inkml:brush xml:id="br0">
      <inkml:brushProperty name="width" value="0.025" units="cm"/>
      <inkml:brushProperty name="height" value="0.025" units="cm"/>
      <inkml:brushProperty name="color" value="#E71224"/>
    </inkml:brush>
  </inkml:definitions>
  <inkml:trace contextRef="#ctx0" brushRef="#br0">0 268 24575,'23'-12'0,"350"-111"0,-346 115 0,459-102 0,-479 109 0,97-12 0,-94 13 0,0 0 0,0 0 0,0 1 0,0 0 0,0 1 0,0 0 0,0 1 0,10 3 0,-5 1-1365,-1-2-5461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2.646"/>
    </inkml:context>
    <inkml:brush xml:id="br0">
      <inkml:brushProperty name="width" value="0.025" units="cm"/>
      <inkml:brushProperty name="height" value="0.025" units="cm"/>
      <inkml:brushProperty name="color" value="#E71224"/>
    </inkml:brush>
  </inkml:definitions>
  <inkml:trace contextRef="#ctx0" brushRef="#br0">0 41 24575,'0'0'0,"5"0"0,2 0 0,5 0 0,4 0 0,6 0 0,3 0 0,3 0 0,1 0 0,1 0 0,1 0 0,-1 0 0,0-5 0,0-2 0,-1 1 0,-4 0 0,-3-2 0,-4-1-8191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1:33.318"/>
    </inkml:context>
    <inkml:brush xml:id="br0">
      <inkml:brushProperty name="width" value="0.025" units="cm"/>
      <inkml:brushProperty name="height" value="0.025" units="cm"/>
      <inkml:brushProperty name="color" value="#E71224"/>
    </inkml:brush>
  </inkml:definitions>
  <inkml:trace contextRef="#ctx0" brushRef="#br0">0 115 24575,'86'-50'0,"-59"38"0,1 1 0,0 2 0,0 0 0,1 2 0,0 1 0,0 2 0,1 0 0,0 2 0,-1 2 0,1 0 0,0 2 0,-1 1 0,0 2 0,54 14 0,-64-14 0,0 1 0,0 1 0,-1 0 0,1 1 0,28 18 0,-40-21 0,0 1 0,-1-1 0,1 1 0,-1 1 0,0-1 0,0 1 0,-1 0 0,0 0 0,-1 0 0,1 1 0,-1-1 0,0 1 0,-1 0 0,0 1 0,3 13 0,-2 4 0,0-1 0,-2 1 0,-1-1 0,-2 1 0,0 0 0,-5 28 0,-6 12 0,-22 73 0,-108 305 0,104-345 0,-4-2 0,-78 128 0,-13-17 0,130-203 0,0 0 0,1 0 0,0 0 0,-1 0 0,1 0 0,1 0 0,-1 1 0,-1 9 0,3-13 0,0 0 0,0 0 0,0 0 0,0 0 0,0 0 0,1 0 0,-1 1 0,1-1 0,-1 0 0,1-1 0,0 1 0,-1 0 0,1 0 0,0 0 0,0 0 0,1-1 0,-1 1 0,0 0 0,0-1 0,1 1 0,-1-1 0,1 1 0,-1-1 0,1 0 0,0 0 0,2 2 0,8 3 0,1-1 0,-1-1 0,1 1 0,0-2 0,0 0 0,1 0 0,14 0 0,99-1 0,-81-3 0,61-1 0,143 3 0,-221 3 0,-1 2 0,0 1 0,0 0 0,0 3 0,32 14 0,1 0 0,-54-20-91,1-1 0,0-1 0,0 1 0,0-1 0,1-1 0,-1 1 0,0-2 0,0 1 0,1-1 0,-1 0 0,1-1 0,-1 1 0,0-2 0,10-2 0,12-5-6735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2:11.575"/>
    </inkml:context>
    <inkml:brush xml:id="br0">
      <inkml:brushProperty name="width" value="0.025" units="cm"/>
      <inkml:brushProperty name="height" value="0.025" units="cm"/>
      <inkml:brushProperty name="color" value="#E71224"/>
    </inkml:brush>
  </inkml:definitions>
  <inkml:trace contextRef="#ctx0" brushRef="#br0">0 393 24575,'2073'0'0,"-1699"-15"0,-28 0 0,10 15 0,365-11 0,-623 6 0,563-50 0,-339 1 0,-253 37 0,0-3 0,103-44 0,-104 28 0,-50 25 0,1 1 0,0 1 0,0 1 0,1 0 0,23-5 0,-33 11-227,-1-2-1,0 1 1,0-1-1,0 0 1,13-9-1,-4 1-6598</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41.004"/>
    </inkml:context>
    <inkml:brush xml:id="br0">
      <inkml:brushProperty name="width" value="0.025" units="cm"/>
      <inkml:brushProperty name="height" value="0.025" units="cm"/>
      <inkml:brushProperty name="color" value="#E71224"/>
    </inkml:brush>
  </inkml:definitions>
  <inkml:trace contextRef="#ctx0" brushRef="#br0">0 352 24575,'26'-1'0,"0"-1"0,48-10 0,-67 10 0,913-118 0,-726 112 0,0 8 0,359 46 0,-159-4 0,7-22 0,977-9 0,-860-14 0,-424 4 0,886-20 0,-798 7-864,473-18-5522,-262 13 5594,-133-15-2754,-208 23 3515,296-41 330,332 12-299,-264 10 6243,-53 0-1166,184 0-5077,174-4 0,277 34 0,-634 12 0,-105-3 0,-203-6 0,-1 2 0,0 3 0,78 24 0,25 5 0,444 35 0,-465-62 0,-128-12-2,583 62-5649,-228-36 6531,3-27 2856,-148-1-2699,-38 2-8055,-138 0 5845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43.511"/>
    </inkml:context>
    <inkml:brush xml:id="br0">
      <inkml:brushProperty name="width" value="0.025" units="cm"/>
      <inkml:brushProperty name="height" value="0.025" units="cm"/>
      <inkml:brushProperty name="color" value="#E71224"/>
    </inkml:brush>
  </inkml:definitions>
  <inkml:trace contextRef="#ctx0" brushRef="#br0">0 61 24575,'19'-3'0,"37"-3"0,-17 3 0,1086-44 0,19 46 0,-524 3 0,-557-2-1365,-37 0-5461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26.394"/>
    </inkml:context>
    <inkml:brush xml:id="br0">
      <inkml:brushProperty name="width" value="0.025" units="cm"/>
      <inkml:brushProperty name="height" value="0.025" units="cm"/>
      <inkml:brushProperty name="color" value="#E71224"/>
    </inkml:brush>
  </inkml:definitions>
  <inkml:trace contextRef="#ctx0" brushRef="#br0">1 238 24575,'7'-2'0,"0"1"0,0 1 0,14-1 0,13-1 0,471-101 0,-147 24 0,-245 60 0,141-7 0,-136 22 0,1 5 0,134 18 0,-202-13 0,85 0 0,-135-6-62,0 0 0,1 0 0,-1 0 0,0 0 0,1 0 0,-1 0 0,0 1 0,0-1 0,1 0 0,-1 1 0,0-1 0,0 1-1,1-1 1,-1 1 0,0 0 0,0-1 0,0 1 0,0 0 0,0 0 0,0 0 0,1 1 0,3 5-6764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26.695"/>
    </inkml:context>
    <inkml:brush xml:id="br0">
      <inkml:brushProperty name="width" value="0.025" units="cm"/>
      <inkml:brushProperty name="height" value="0.025" units="cm"/>
      <inkml:brushProperty name="color" value="#E71224"/>
    </inkml:brush>
  </inkml:definitions>
  <inkml:trace contextRef="#ctx0" brushRef="#br0">442 0 24575,'-2'1'0,"0"-1"0,0 0 0,0 1 0,0-1 0,0 1 0,0 0 0,1 0 0,-1 0 0,0 0 0,1 0 0,-1 0 0,0 0 0,1 0 0,0 1 0,-1-1 0,1 0 0,0 1 0,-1-1 0,1 1 0,0 0 0,-1 1 0,-19 43 0,19-41 0,-143 462 0,45 35 0,32 9 0,62-462 0,-19 127 236,9-78-1037,-7 190 1,24-271-6026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27.236"/>
    </inkml:context>
    <inkml:brush xml:id="br0">
      <inkml:brushProperty name="width" value="0.025" units="cm"/>
      <inkml:brushProperty name="height" value="0.025" units="cm"/>
      <inkml:brushProperty name="color" value="#E71224"/>
    </inkml:brush>
  </inkml:definitions>
  <inkml:trace contextRef="#ctx0" brushRef="#br0">117 1 24575,'0'-1'0,"0"1"0,-1 0 0,1 0 0,0 0 0,-1 0 0,1 0 0,-1 0 0,1 0 0,0 0 0,-1 0 0,1 1 0,0-1 0,-1 0 0,1 0 0,0 0 0,-1 0 0,1 0 0,-1 1 0,1-1 0,0 0 0,0 0 0,-1 0 0,1 1 0,0-1 0,-1 0 0,1 1 0,0-1 0,0 0 0,0 1 0,-1 0 0,-6 11 0,7-11 0,-8 19 0,1 0 0,2 0 0,0 1 0,-3 24 0,0-1 0,-16 100 0,6 0 0,1 155 0,18 11 0,28-3 0,-18-233 0,13 72 0,-18-121 0,1-1 0,0 0 0,20 40 0,-24-58 0,1 1 0,0-1 0,0 0 0,0-1 0,1 1 0,-1-1 0,1 1 0,1-2 0,-1 1 0,1 0 0,0-1 0,0 0 0,9 4 0,-7-4 0,1-1 0,-1 0 0,1-1 0,0 0 0,0 0 0,0-1 0,0 0 0,0-1 0,14-1 0,0-1 0,-1-2 0,1-1 0,-1-1 0,0 0 0,0-2 0,-1 0 0,32-19 0,23-15-273,-3-3 0,-1-4 0,-2-3 0,68-66 0,-115 96-6553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27.512"/>
    </inkml:context>
    <inkml:brush xml:id="br0">
      <inkml:brushProperty name="width" value="0.025" units="cm"/>
      <inkml:brushProperty name="height" value="0.025" units="cm"/>
      <inkml:brushProperty name="color" value="#E71224"/>
    </inkml:brush>
  </inkml:definitions>
  <inkml:trace contextRef="#ctx0" brushRef="#br0">1 643 24575,'17'-5'0,"260"-110"0,-67 26 0,-122 54 0,803-307 0,-743 297-1365,-97 33-5461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2.413"/>
    </inkml:context>
    <inkml:brush xml:id="br0">
      <inkml:brushProperty name="width" value="0.025" units="cm"/>
      <inkml:brushProperty name="height" value="0.025" units="cm"/>
      <inkml:brushProperty name="color" value="#E71224"/>
    </inkml:brush>
  </inkml:definitions>
  <inkml:trace contextRef="#ctx0" brushRef="#br0">1 2483 24575,'43'-19'0,"-26"12"0,27-14 0,224-150 0,-72 44 0,401-214-359,-41 23 37,-464 262 322,528-299 0,-164 134 0,10-5 0,-12-19 0,-423 227 0,0-1 0,49-43 0,-79 62 6,0-1 1,-1 1 0,1-1-1,0 1 1,-1-1 0,1 1-1,-1-1 1,1 0 0,-1 1-1,1-1 1,-1 0-1,0 0 1,1 1 0,-1-1-1,0 0 1,1 0 0,-1 1-1,0-1 1,0 0 0,0 0-1,0 0 1,0 0 0,0 1-1,0-1 1,0 0-1,0 0 1,0 0 0,0 0-1,0 1 1,-1-1 0,1 0-1,0 0 1,-1 1 0,1-1-1,-1 0 1,1 0-1,0 1 1,-1-1 0,0 0-1,1 1 1,-1-1 0,1 1-1,-1-1 1,0 1 0,1-1-1,-2 0 1,-4-2 65,0-1 1,0 1 0,0 0-1,-10-4 1,12 6-67,-88-32-6,-3 5 0,-132-23 0,-78 12 0,38 7 0,228 26 0,0 2 0,-40 2 0,77 2 0,1 0 0,-1 0 0,0 0 0,1 0 0,-1-1 0,0 1 0,1-1 0,-1 1 0,1-1 0,-3-1 0,3-3 0,13-1 0,10 2 0,1 0 0,0 2 0,-1 0 0,32 3 0,-15-1 0,50 0 0,0 4 0,111 20 0,-176-19 0,0 0 0,0 2 0,-1 1 0,0 0 0,0 2 0,-1 1 0,-1 0 0,40 28 0,-49-29 0,0 0 0,-1 1 0,0 0 0,-1 0 0,0 1 0,-1 1 0,0-1 0,-1 1 0,0 1 0,-1 0 0,-1 0 0,0 0 0,-1 1 0,-1 0 0,4 20 0,-5-13 0,-1 0 0,-2 0 0,0 0 0,-1 1 0,-2-1 0,0 0 0,-1-1 0,-8 23 0,-10 25 0,-35 72 0,7-36 0,-4-3 0,-5-1 0,-74 95 0,58-88 0,74-106 24,0-1-117,0 0 1,0 0-1,0 1 0,1-1 1,-1 1-1,0-1 1,1 1-1,-1-1 0,1 1 1,-1-1-1,1 1 1,0 0-1,-1-1 1,1 3-1,3 3-6733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2.788"/>
    </inkml:context>
    <inkml:brush xml:id="br0">
      <inkml:brushProperty name="width" value="0.025" units="cm"/>
      <inkml:brushProperty name="height" value="0.025" units="cm"/>
      <inkml:brushProperty name="color" value="#E71224"/>
    </inkml:brush>
  </inkml:definitions>
  <inkml:trace contextRef="#ctx0" brushRef="#br0">0 298 24575,'29'-3'0,"47"4"0,-3 0 0,186-17 0,264-51 0,254-85 0,-762 148 6,189-36 328,-150 32-1186,97-1-1,-129 9-5973</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3.114"/>
    </inkml:context>
    <inkml:brush xml:id="br0">
      <inkml:brushProperty name="width" value="0.025" units="cm"/>
      <inkml:brushProperty name="height" value="0.025" units="cm"/>
      <inkml:brushProperty name="color" value="#E71224"/>
    </inkml:brush>
  </inkml:definitions>
  <inkml:trace contextRef="#ctx0" brushRef="#br0">557 1 24575,'0'24'0,"-2"2"0,-1 0 0,-1 0 0,-11 37 0,4-15 0,-47 188 0,43-186 0,-2-1 0,-40 78 0,-142 269 0,157-308 0,1-3 0,-41 128 0,75-188-1365,3-6-5461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3.661"/>
    </inkml:context>
    <inkml:brush xml:id="br0">
      <inkml:brushProperty name="width" value="0.025" units="cm"/>
      <inkml:brushProperty name="height" value="0.025" units="cm"/>
      <inkml:brushProperty name="color" value="#E71224"/>
    </inkml:brush>
  </inkml:definitions>
  <inkml:trace contextRef="#ctx0" brushRef="#br0">411 0 24575,'-1'2'0,"0"-1"0,0 0 0,0 0 0,0 1 0,0-1 0,0 0 0,0 1 0,1-1 0,-1 1 0,0-1 0,0 3 0,-70 222 0,39-121 0,20-67 0,-117 393 0,24 7 0,104-431 0,-18 87 0,-11 188 0,35-110 0,-1-141 0,0 0 0,2-1 0,16 46 0,-20-69 0,1-1 0,0 0 0,0 0 0,0 0 0,1 0 0,0 0 0,0-1 0,0 1 0,1-1 0,0-1 0,0 1 0,11 7 0,-8-7 0,1 0 0,0 0 0,0-1 0,0-1 0,1 0 0,-1 0 0,1 0 0,10 0 0,8 0 0,0-2 0,-1-1 0,1-2 0,0 0 0,39-9 0,-21 0 0,0-1 0,-1-3 0,-1-1 0,0-3 0,-1-1 0,-1-3 0,-1-1 0,-1-1 0,47-42 0,-64 49-1365,-4 4-5461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3.987"/>
    </inkml:context>
    <inkml:brush xml:id="br0">
      <inkml:brushProperty name="width" value="0.025" units="cm"/>
      <inkml:brushProperty name="height" value="0.025" units="cm"/>
      <inkml:brushProperty name="color" value="#E71224"/>
    </inkml:brush>
  </inkml:definitions>
  <inkml:trace contextRef="#ctx0" brushRef="#br0">1 440 24575,'7'-6'0,"13"-7"0,0 1 0,1 1 0,36-15 0,-7 4 0,353-160 0,14 33 0,-397 143-341,-1 2 0,1 1-1,29-2 1,-31 4-6485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4.579"/>
    </inkml:context>
    <inkml:brush xml:id="br0">
      <inkml:brushProperty name="width" value="0.025" units="cm"/>
      <inkml:brushProperty name="height" value="0.025" units="cm"/>
      <inkml:brushProperty name="color" value="#E71224"/>
    </inkml:brush>
  </inkml:definitions>
  <inkml:trace contextRef="#ctx0" brushRef="#br0">676 1 24575,'0'18'0,"-2"11"0,-1 0 0,-1 0 0,-9 28 0,4-13 0,-210 737 0,135-523 0,-86 272 0,32 11 0,125-471-455,3 1 0,0 88 0,10-122-6371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5.547"/>
    </inkml:context>
    <inkml:brush xml:id="br0">
      <inkml:brushProperty name="width" value="0.025" units="cm"/>
      <inkml:brushProperty name="height" value="0.025" units="cm"/>
      <inkml:brushProperty name="color" value="#E71224"/>
    </inkml:brush>
  </inkml:definitions>
  <inkml:trace contextRef="#ctx0" brushRef="#br0">1 229 24575,'24'-11'0,"346"-131"0,-153 86-82,-155 42-1201,-37 9-5543</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39.852"/>
    </inkml:context>
    <inkml:brush xml:id="br0">
      <inkml:brushProperty name="width" value="0.025" units="cm"/>
      <inkml:brushProperty name="height" value="0.025" units="cm"/>
      <inkml:brushProperty name="color" value="#E71224"/>
    </inkml:brush>
  </inkml:definitions>
  <inkml:trace contextRef="#ctx0" brushRef="#br0">0 0 24575,'0'2'0,"0"-1"0,1 0 0,-1 1 0,0-1 0,1 0 0,-1 1 0,1-1 0,-1 0 0,1 1 0,-1-1 0,2 1 0,12 19 0,1 0 0,1-2 0,0 0 0,2-1 0,20 17 0,-8-7 0,440 397 0,-355-333 0,4-5 0,170 95 0,313 109-350,-157-82 129,417 192 221,-784-369 0,785 359 0,-491-210 0,-204-101 0,-112-52 0,-24-11 0,0-1 0,1-2 0,61 18 0,-86-30 57,0-1 0,1 0 0,-1 0 0,13-1 0,-19 0-47,-1 0-1,1 0 0,0 0 0,-1 0 1,1-1-1,-1 1 0,1 0 0,-1-1 0,1 1 1,-1-1-1,1 0 0,-1 1 0,1-1 1,-1 0-1,0 0 0,0 0 0,1 0 0,-1 0 1,0 0-1,0 0 0,0-1 0,0 1 1,0 0-1,0-1 0,0 1 0,-1 0 0,1-1 1,0 1-1,-1-1 0,1-1 0,1-13-9,0-1 0,-1 0 0,-1 1 0,-1-1 0,0 1 0,-4-18 0,-4-9 0,-15-43 0,11 51 0,-2 0 0,-2 2 0,-36-57 0,11 20 0,33 54 0,-5-6 0,2-1 0,-14-36 0,19 44 0,-3-8 0,10 22 0,0 0 0,0 0 0,-1 0 0,1 1 0,0-1 0,0 0 0,0 0 0,0 0 0,0 0 0,0 0 0,0 0 0,0 0 0,1 0 0,-1 0 0,0 1 0,1-1 0,-1 0 0,0 0 0,1 0 0,-1 0 0,1 0 0,0 1 0,-1-1 0,1 1 0,-1 0 0,0-1 0,1 1 0,-1 0 0,1 0 0,-1 0 0,1-1 0,-1 1 0,1 0 0,-1 0 0,1 0 0,0 0 0,-1 0 0,1 0 0,-1 0 0,1 0 0,-1 0 0,1 0 0,-1 0 0,1 1 0,-1-1 0,1 0 0,-1 0 0,1 0 0,-1 1 0,1-1 0,-1 0 0,0 0 0,1 1 0,-1-1 0,1 0 0,-1 1 0,0-1 0,1 1 0,-1-1 0,0 1 0,1-1 0,-1 0 0,0 1 0,0-1 0,1 2 0,12 22 0,-11-13 0,1-1 0,-2 1 0,1 0 0,-1-1 0,-1 1 0,0 0 0,-2 15 0,-17 79 0,16-92 0,-17 71 0,-4-2 0,-3 0 0,-47 94 0,-142 217 0,192-354 0,-45 77 0,60-98 0,0 0 0,2 0 0,0 1 0,-7 31 0,14-48-114,-1 1 1,1 0-1,0 0 0,-1-1 0,1 1 1,0 0-1,1 0 0,-1-1 0,0 1 1,1 0-1,1 5 0,5 3-6712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0.172"/>
    </inkml:context>
    <inkml:brush xml:id="br0">
      <inkml:brushProperty name="width" value="0.025" units="cm"/>
      <inkml:brushProperty name="height" value="0.025" units="cm"/>
      <inkml:brushProperty name="color" value="#E71224"/>
    </inkml:brush>
  </inkml:definitions>
  <inkml:trace contextRef="#ctx0" brushRef="#br0">0 236 24575,'7'1'0,"0"0"0,-1-1 0,1 1 0,0-1 0,11-2 0,0 0 0,321-39 0,-194 20 0,357-63 0,-126 19 0,-269 52-455,0 5 0,110 5 0,-191 4-6371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0.477"/>
    </inkml:context>
    <inkml:brush xml:id="br0">
      <inkml:brushProperty name="width" value="0.025" units="cm"/>
      <inkml:brushProperty name="height" value="0.025" units="cm"/>
      <inkml:brushProperty name="color" value="#E71224"/>
    </inkml:brush>
  </inkml:definitions>
  <inkml:trace contextRef="#ctx0" brushRef="#br0">554 1 24575,'0'7'0,"-1"1"0,0-1 0,-1 1 0,-4 13 0,-2 7 0,-3 19 0,-42 235 0,-33 182 0,55-346 0,-56 133 0,23-71 0,-5 20 0,-27 83 0,66-169-1365,22-71-5461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1.018"/>
    </inkml:context>
    <inkml:brush xml:id="br0">
      <inkml:brushProperty name="width" value="0.025" units="cm"/>
      <inkml:brushProperty name="height" value="0.025" units="cm"/>
      <inkml:brushProperty name="color" value="#E71224"/>
    </inkml:brush>
  </inkml:definitions>
  <inkml:trace contextRef="#ctx0" brushRef="#br0">616 0 24575,'-1'19'0,"-5"6"0,0 0 0,-2 0 0,-14 31 0,6-16 0,-74 189 0,-62 165 0,-122 455 0,264-818 0,1 2 0,2-1 0,1 1 0,-2 36 0,7-60 0,1 1 0,0-1 0,1 0 0,0 0 0,1 0 0,-1 0 0,2 0 0,-1 0 0,1-1 0,1 1 0,-1-1 0,1 0 0,1 0 0,0 0 0,0 0 0,0-1 0,1 0 0,0 0 0,13 11 0,-8-10 0,1 0 0,0-1 0,1 0 0,-1-1 0,1-1 0,1 0 0,-1 0 0,1-2 0,-1 1 0,24 1 0,0-1 0,0-3 0,70-5 0,-45-4 0,-2-2 0,0-3 0,0-2 0,-1-3 0,96-43 0,-82 25 0,-1-3 0,-1-3 0,115-92 0,-146 101-227,-2-2-1,-1-1 1,-2-2-1,-2-2 1,32-48-1,-49 61-6598</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1.285"/>
    </inkml:context>
    <inkml:brush xml:id="br0">
      <inkml:brushProperty name="width" value="0.025" units="cm"/>
      <inkml:brushProperty name="height" value="0.025" units="cm"/>
      <inkml:brushProperty name="color" value="#E71224"/>
    </inkml:brush>
  </inkml:definitions>
  <inkml:trace contextRef="#ctx0" brushRef="#br0">1 237 24575,'0'-1'0,"0"-1"0,1 0 0,-1 1 0,0-1 0,1 1 0,0-1 0,-1 1 0,1 0 0,0-1 0,-1 1 0,1 0 0,0-1 0,0 1 0,0 0 0,0 0 0,0 0 0,1 0 0,-1 0 0,0 0 0,0 0 0,1 0 0,1-1 0,39-15 0,-29 12 0,69-20 0,0 3 0,105-14 0,-78 16 0,2-2 142,-10 1-895,190-16-1,-254 36-6072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2.204"/>
    </inkml:context>
    <inkml:brush xml:id="br0">
      <inkml:brushProperty name="width" value="0.025" units="cm"/>
      <inkml:brushProperty name="height" value="0.025" units="cm"/>
      <inkml:brushProperty name="color" value="#E71224"/>
    </inkml:brush>
  </inkml:definitions>
  <inkml:trace contextRef="#ctx0" brushRef="#br0">1 151 24575,'12'-18'0,"2"8"0,1 1 0,0 0 0,0 1 0,1 1 0,-1 0 0,23-5 0,0-2 0,-2 1 0,-1 1 0,67-12 0,-85 21 0,-1 1 0,1 0 0,0 2 0,0 0 0,0 1 0,0 1 0,0 0 0,26 8 0,-37-8 0,0 0 0,0 1 0,-1 0 0,1 0 0,-1 0 0,1 1 0,-1 0 0,0 0 0,-1 0 0,1 0 0,-1 1 0,0 0 0,0 0 0,0 0 0,-1 0 0,1 1 0,-1-1 0,-1 1 0,1 0 0,-1 0 0,0 0 0,0 0 0,1 10 0,0 4 0,-1 1 0,-1 0 0,0 0 0,-2-1 0,0 1 0,-5 21 0,-19 91 0,-81 248 0,-43-23 0,-29-13 0,172-333 0,3-6 0,0 0 0,0 0 0,1 0 0,-1 1 0,0 6 0,2-11 0,1-1 0,0 0 0,0 0 0,-1 0 0,1 1 0,0-1 0,0 0 0,1 0 0,-1 1 0,0-1 0,0 0 0,1 0 0,-1 0 0,0 1 0,1-1 0,-1 0 0,1 0 0,-1 0 0,1 0 0,0 0 0,0 0 0,-1 0 0,1 0 0,0 0 0,0 0 0,0-1 0,0 1 0,0 0 0,0 0 0,0-1 0,0 1 0,0-1 0,0 1 0,1-1 0,1 1 0,10 1 0,1 0 0,-1-1 0,1-1 0,0 0 0,0 0 0,-1-2 0,1 0 0,16-4 0,24-3 0,199-26 0,-26 3 0,-164 27 0,66 5 0,-84 0 0,-40 0 0,1-1 0,-1 0 0,1 0 0,-1 0 0,1-1 0,-1 0 0,0 0 0,0 0 0,1 0 0,-2-1 0,6-4 0,9-6 0,24-22 0,-14 10 0,14-8-1365,-5 3-5461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2.853"/>
    </inkml:context>
    <inkml:brush xml:id="br0">
      <inkml:brushProperty name="width" value="0.025" units="cm"/>
      <inkml:brushProperty name="height" value="0.025" units="cm"/>
      <inkml:brushProperty name="color" value="#E71224"/>
    </inkml:brush>
  </inkml:definitions>
  <inkml:trace contextRef="#ctx0" brushRef="#br0">145 411 24575,'-4'-1'0,"0"0"0,0 0 0,0 0 0,0 0 0,0-1 0,0 1 0,0-1 0,0 0 0,0 0 0,1-1 0,-1 1 0,1-1 0,-4-3 0,2 2 0,-1 0 0,0 0 0,1 0 0,-10-3 0,11 5 0,0 1 0,0-1 0,1 1 0,-1-1 0,1 0 0,-1 0 0,1-1 0,0 1 0,0-1 0,-5-5 0,7 6 0,0 0 0,0 0 0,0 0 0,0 1 0,1-1 0,-1-1 0,1 1 0,-1 0 0,1 0 0,0 0 0,0 0 0,0 0 0,0 0 0,0 0 0,0 0 0,1 0 0,-1 0 0,1 0 0,-1 0 0,1 0 0,0 0 0,2-4 0,3-6 0,1 0 0,0 1 0,1 0 0,0 0 0,1 1 0,0 0 0,0 1 0,1 0 0,1 0 0,12-8 0,6-2 0,1 1 0,55-24 0,91-18 0,-135 47 0,-27 10-130,0 1 0,0 0-1,0 1 1,1 0-1,19 2 1,-25-1-453,2 1-6243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49.918"/>
    </inkml:context>
    <inkml:brush xml:id="br0">
      <inkml:brushProperty name="width" value="0.025" units="cm"/>
      <inkml:brushProperty name="height" value="0.025" units="cm"/>
      <inkml:brushProperty name="color" value="#E71224"/>
    </inkml:brush>
  </inkml:definitions>
  <inkml:trace contextRef="#ctx0" brushRef="#br0">1 117 24575,'19'-5'0,"61"-20"0,2 4 0,113-14 0,170 5 0,-172 29 0,-151 4 0,-1 1 0,69 16 0,-89-14 0,1 1 0,-1 1 0,0 1 0,0 0 0,-1 2 0,24 16 0,-29-16 0,-1 0 0,-1 1 0,0 1 0,0 0 0,-1 1 0,-1 0 0,-1 0 0,17 31 0,-12-14 5,-2 0 1,-1 2-1,-1-1 0,-2 1 0,-2 1 1,5 37-1,-4 19-97,-3 103 0,-12 19-289,-38 220 0,-64 209 310,39-249-1283,-83 765 1038,96 8 342,57-1110-26,-4 251 0,-22-1 0,16-215 10,8-58 209,-1 0 0,-2 0 1,-1 0-1,-17 49 0,18-72-161,0 0 0,0 0 0,-1-1 0,0 0 0,0 0 1,-1 0-1,0-1 0,0 0 0,-1 0 0,0-1 0,0 0 0,0 0 0,-1-1 0,0 0 0,0-1 0,-15 6 0,-4-1 48,0 0 0,0-2 1,-1-1-1,-43 3 0,50-7-106,-1 0 0,1-2 0,-1-1 0,1-1 0,0-1 0,0 0 0,0-2 0,0-1 0,1 0 0,0-2 0,-31-15 0,47 20 19,1 0 0,-1-1-1,1 1 1,0-1 0,0 0-1,0 0 1,1 0-1,0 0 1,-1-1 0,1 1-1,1-1 1,-1 0 0,1 0-1,0 0 1,0 0 0,0 0-1,-1-10 1,-1-6-306,2 0 0,0 0 0,1-25-1,1 30-264,0-34-6274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0.378"/>
    </inkml:context>
    <inkml:brush xml:id="br0">
      <inkml:brushProperty name="width" value="0.025" units="cm"/>
      <inkml:brushProperty name="height" value="0.025" units="cm"/>
      <inkml:brushProperty name="color" value="#E71224"/>
    </inkml:brush>
  </inkml:definitions>
  <inkml:trace contextRef="#ctx0" brushRef="#br0">405 0 24575,'0'18'0,"3"37"0,15 88 0,0 9 0,-14-51 0,-6-1 0,-3 0 0,-5 0 0,-37 161 0,6-106 0,-6-3 0,-79 174 0,95-257 0,-7 16 0,-48 154 0,82-220 0,0 0 0,1 0 0,1 0 0,1 0 0,1 0 0,0 1 0,2-1 0,0 0 0,1 0 0,0 0 0,2 0 0,1-1 0,0 1 0,1-1 0,1-1 0,0 0 0,2 0 0,0 0 0,1-1 0,0-1 0,1 0 0,1 0 0,0-1 0,1-1 0,1 0 0,0-1 0,20 12 0,-11-9 0,2 0 0,0-1 0,1-2 0,0 0 0,1-2 0,0-1 0,1-2 0,56 8 0,-43-10 0,0-2 0,-1-2 0,1-2 0,0-2 0,-1-2 0,1-1 0,-1-2 0,-1-2 0,1-2 0,-2-1 0,61-30 0,-27 1-682,124-93-1,-149 99-6143</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1.547"/>
    </inkml:context>
    <inkml:brush xml:id="br0">
      <inkml:brushProperty name="width" value="0.025" units="cm"/>
      <inkml:brushProperty name="height" value="0.025" units="cm"/>
      <inkml:brushProperty name="color" value="#E71224"/>
    </inkml:brush>
  </inkml:definitions>
  <inkml:trace contextRef="#ctx0" brushRef="#br0">320 1059 24575,'-2'-1'0,"0"0"0,0 1 0,0-1 0,0 0 0,0 0 0,0 0 0,0 0 0,0 0 0,0-1 0,0 1 0,1 0 0,-1-1 0,1 0 0,-3-1 0,0-2 0,-3 0 0,1 1 0,-1-1 0,0 1 0,0 1 0,0-1 0,0 1 0,-1 0 0,1 1 0,-1 0 0,1 0 0,-1 1 0,0 0 0,0 0 0,0 1 0,0-1 0,-13 3 0,9-1 0,0 1 0,1 1 0,-1-1 0,0 2 0,1 0 0,-1 0 0,1 1 0,1 1 0,-1-1 0,-12 11 0,14-13 0,9-10 0,11-16 0,-9 20 0,149-243 0,-137 224 0,0-2 0,5-7 0,-19 31 0,0 0 0,1-1 0,-1 1 0,0 0 0,0 0 0,1-1 0,-1 1 0,0 0 0,0 0 0,1-1 0,-1 1 0,0 0 0,1 0 0,-1 0 0,0 0 0,1 0 0,-1 0 0,0 0 0,1-1 0,-1 1 0,0 0 0,1 0 0,-1 0 0,0 0 0,1 0 0,-1 0 0,0 1 0,1-1 0,-1 0 0,0 0 0,1 0 0,8 11 0,4 21 0,-12-28 0,26 83 0,-9-27 0,28 63 0,-37-103 0,1-1 0,0-1 0,2 1 0,0-2 0,1 0 0,0 0 0,19 16 0,-20-22 0,0 0 0,1-1 0,1-1 0,-1 0 0,1-1 0,1 0 0,-1-1 0,1-1 0,0 0 0,1-1 0,0-1 0,-1 0 0,1-1 0,0-1 0,1 0 0,-1-2 0,0 1 0,0-2 0,0 0 0,1-1 0,-1-1 0,23-7 0,0-2 0,-1-2 0,-1-1 0,0-3 0,-1-1 0,39-27 0,-15 5 0,-3-4 0,55-53 0,-56 40 0,-2-2 0,-3-3 0,-3-2 0,-2-1 0,60-120 0,-80 132 0,30-88 0,-46 110 0,-2 1 0,-1-1 0,-1-1 0,2-46 0,-8 73 0,-2-26 0,2 32 0,0-1 0,0 1 0,-1-1 0,1 1 0,0-1 0,0 1 0,0-1 0,-1 1 0,1-1 0,0 1 0,-1-1 0,1 1 0,-1-1 0,1 1 0,0 0 0,-1-1 0,1 1 0,-1 0 0,1-1 0,-1 1 0,1 0 0,-1 0 0,1-1 0,-1 1 0,1 0 0,-1 0 0,0 0 0,1 0 0,-1 0 0,1 0 0,-1-1 0,1 2 0,-1-1 0,0 0 0,1 0 0,-1 0 0,1 0 0,-1 0 0,1 0 0,-1 0 0,1 1 0,-1-1 0,1 0 0,-1 1 0,0-1 0,-11 8 0,1 0 0,0 0 0,1 1 0,0 1 0,0-1 0,1 2 0,-10 12 0,1-1 0,-8 7 0,2 2 0,-37 63 0,51-76 0,0 0 0,2 1 0,1 1 0,0-1 0,1 1 0,1 0 0,-2 24 0,6-42 0,1 0 0,0 0 0,0 0 0,0 1 0,0-1 0,1 0 0,-1 0 0,1 0 0,-1 0 0,1 0 0,0 0 0,-1 0 0,1 0 0,0-1 0,0 1 0,1 0 0,-1 0 0,0-1 0,0 1 0,1 0 0,-1-1 0,1 0 0,0 1 0,-1-1 0,1 0 0,0 0 0,0 0 0,2 1 0,5 2 0,1 0 0,0-1 0,1 0 0,15 2 0,1 0 0,-16-2 0,1 1 0,0 0 0,-1 0 0,0 2 0,0-1 0,-1 1 0,1 1 0,-1 0 0,-1 0 0,1 1 0,-1 0 0,-1 0 0,1 1 0,-1 1 0,-1-1 0,0 1 0,0 0 0,-1 1 0,0 0 0,-1 0 0,6 20 0,0 0 0,-3 1 0,0 0 0,6 66 0,-8 104 0,-13 4-186,-44 281 0,-75 198-186,118-649 372,-31 137 0,31-146 0,-2 1 0,0-1 0,-2-1 0,-16 26 0,24-45-2,0 0 0,-1 0 0,0-1-1,-8 8 1,11-12 8,1-1 1,-1 1-1,0-1 0,1 0 0,-1 1 0,0-1 0,0 0 0,0 0 0,0-1 1,0 1-1,0 0 0,0 0 0,0-1 0,0 0 0,0 1 0,0-1 1,0 0-1,0 0 0,0 0 0,0 0 0,-3-1 0,3 1 10,1-1 0,0 0 1,-1 1-1,1-1 0,0 0 0,0 0 0,0 0 0,0 0 0,0 0 0,0 0 1,0 0-1,0 0 0,0-1 0,1 1 0,-1 0 0,0 0 0,1-1 0,-1 1 0,1 0 1,-1-1-1,1 1 0,0-1 0,0 1 0,-1-2 0,-1-37 201,4 21-217,1 0 0,0 0 0,1 0 0,1 0 0,1 1 0,1 0 0,16-32 0,78-113 0,-93 152 0,263-356-921,20 10-973,137-180 80,-123 88 1739,-255 362 56,-3-2 1,-5-2-1,43-133 0,-84 222 25,3-9 582,-1 0 0,-1 0 0,3-23 0,-5 32-470,0 0 0,0 0 1,0 0-1,0 0 1,-1-1-1,1 1 0,-1 0 1,1 0-1,-1 0 0,0 0 1,0 0-1,-1-2 1,1 3-88,0 0 0,0 0 1,1 0-1,-1 0 0,0 0 1,-1 1-1,1-1 1,0 0-1,0 1 0,0-1 1,0 1-1,0-1 0,-1 1 1,1-1-1,0 1 0,0 0 1,-1 0-1,1 0 1,0-1-1,-1 1 0,1 0 1,-2 1-1,-5 0-12,-1 1-1,0 0 1,1 1 0,-1 0-1,1 0 1,0 0-1,-13 9 1,-1-1-7,-43 21-12,2 3 0,-65 48 0,101-63 0,0 1 0,2 2 0,0 0 0,2 2 0,0 1 0,-33 50 0,54-72 0,0 0 0,-1 0 0,1 0 0,0 0 0,-1 6 0,3-9 0,0-1 0,0 1 0,-1 0 0,1-1 0,0 1 0,0 0 0,0-1 0,0 1 0,0 0 0,0-1 0,0 1 0,0 0 0,1-1 0,-1 1 0,0 0 0,0-1 0,1 1 0,-1 0 0,0-1 0,1 1 0,-1-1 0,0 1 0,1-1 0,-1 1 0,1 0 0,-1-1 0,1 0 0,-1 1 0,1-1 0,-1 1 0,1-1 0,-1 0 0,1 1 0,0-1 0,-1 0 0,1 0 0,0 1 0,-1-1 0,1 0 0,0 0 0,-1 0 0,2 0 0,9 2 0,0 0 0,0 1 0,-1 0 0,1 1 0,-1 0 0,0 1 0,0 0 0,-1 0 0,1 1 0,-1 0 0,0 1 0,-1 0 0,13 13 0,3 4 0,-2 2 0,0 0 0,20 33 0,50 98 0,-89-152 0,105 200-358,17 62-1074,213 598-1944,-276-688 351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2.410"/>
    </inkml:context>
    <inkml:brush xml:id="br0">
      <inkml:brushProperty name="width" value="0.025" units="cm"/>
      <inkml:brushProperty name="height" value="0.025" units="cm"/>
      <inkml:brushProperty name="color" value="#E71224"/>
    </inkml:brush>
  </inkml:definitions>
  <inkml:trace contextRef="#ctx0" brushRef="#br0">373 4427 24575,'-12'-12'0,"7"6"0,-158-170 0,126 130 0,2-1 0,-32-55 0,59 87 0,0-1 0,1 1 0,0-1 0,2 0 0,0-1 0,0 1 0,-2-21 0,6 23 0,0 0 0,1-1 0,1 1 0,0 0 0,1 0 0,0 0 0,1 0 0,1 0 0,5-15 0,8-10 0,2 0 0,1 1 0,2 1 0,45-59 0,124-124 0,-182 211 0,223-215 0,16 18 0,109-99 0,-309 259 0,-1-3 0,-3-1 0,-2-3 0,-2-1 0,46-84 0,-78 121 0,0 0 0,-1-1 0,5-20 0,-10 28 0,0 0 0,0 0 0,-1 0 0,0 0 0,-1 0 0,0 0 0,-2-13 0,1 19 0,0 1 0,0-1 0,0 0 0,-1 1 0,1 0 0,-1-1 0,0 1 0,0 0 0,0 0 0,0 0 0,-1 0 0,1 0 0,-1 0 0,0 1 0,1 0 0,-1-1 0,0 1 0,-1 0 0,1 0 0,0 0 0,-8-2 0,-3-1 0,0 1 0,-1 0 0,1 1 0,-19-2 0,0 2 0,-1 1 0,1 1 0,-1 2 0,0 2 0,1 0 0,-1 3 0,1 1 0,1 1 0,-1 1 0,1 3 0,-57 27 0,67-27 0,0 2 0,1 0 0,0 1 0,1 1 0,1 1 0,1 1 0,-18 20 0,23-21 0,1 0 0,1 1 0,0 0 0,1 0 0,1 1 0,1 0 0,0 1 0,2 0 0,-6 26 0,8-25 0,1 1 0,0-1 0,2 1 0,1 0 0,0-1 0,2 1 0,0 0 0,1-1 0,2 1 0,0-1 0,1 0 0,1-1 0,1 1 0,1-2 0,0 1 0,2-1 0,0 0 0,1-1 0,1-1 0,1 0 0,18 17 0,-11-13 0,2-2 0,0 0 0,1-2 0,1 0 0,1-2 0,0-1 0,1-1 0,0-1 0,51 15 0,-42-18 0,0-2 0,1-1 0,-1-2 0,1-1 0,0-2 0,1-2 0,56-7 0,-24-5-69,-1-2 0,-1-3 0,75-31 0,-35 4-70,113-66 1,-130 57 138,-1-3 0,105-91 0,-87 54 0,114-129 0,-147 133 0,-65 76 0,0 0 0,-1-1 0,-1 0 0,10-26 0,-17 39 0,0 1 0,-1-1 0,1 0 0,0 0 0,-1 0 0,0 0 0,1 1 0,-1-1 0,0 0 0,0 0 0,0 0 0,0 0 0,0 0 0,-1 0 0,1 0 0,-1 0 0,1 1 0,-1-1 0,1 0 0,-1 0 0,0 1 0,0-1 0,0 0 0,0 1 0,0-1 0,-1 1 0,1-1 0,0 1 0,-1 0 0,1-1 0,0 1 0,-1 0 0,0 0 0,1 0 0,-1 0 0,-3-1 0,-5-2 0,0 1 0,-1 0 0,0 1 0,1 0 0,-15-1 0,17 2 0,-15-1 0,0 1 0,-1 1 0,1 0 0,-1 2 0,1 1 0,0 1 0,0 1 0,0 0 0,1 2 0,0 1 0,0 1 0,1 0 0,0 2 0,0 1 0,1 0 0,1 1 0,0 1 0,1 1 0,1 1 0,-20 22 0,15-13 0,1 0 0,1 2 0,2 1 0,-19 36 0,30-50 0,1-1 0,0 2 0,1-1 0,0 1 0,1-1 0,1 1 0,1 0 0,0 0 0,1 1 0,0-1 0,3 23 0,-1-30 0,0-1 0,1 1 0,0-1 0,1 1 0,0-1 0,0 1 0,0-1 0,1 0 0,0-1 0,9 12 0,-10-14 0,1 0 0,0 0 0,0 0 0,0-1 0,0 0 0,1 0 0,-1 0 0,1 0 0,0-1 0,0 1 0,0-1 0,0-1 0,0 1 0,0-1 0,0 1 0,11-1 0,-8 0 0,1-1 0,0-1 0,-1 0 0,1 0 0,-1-1 0,1 0 0,-1 0 0,15-7 0,-9 3 0,-1-1 0,0-1 0,0 0 0,17-15 0,2-6 0,-1-2 0,43-57 0,-15 10-796,-3-3-1,-4-2 1,41-90 0,-40 58 235,71-233 1,-79 170-428,-7-1 0,-8-1 0,9-261 0,-37 113-457,-8 190 7784,6 132-5110,-1 8-354,1 19-5,-1 2-872,-24 733-2732,29-1-584,27-291 2281,-13-326 1023,45 177 1,-51-266 24,3-1 0,29 64 0,-38-98-53,1 0 1,0-1-1,1 0 1,1 0-1,0-1 1,1 0-1,0-1 1,1 0-1,0-1 1,0 0-1,1 0 1,15 8-1,-18-13 33,1-1-1,-1 0 0,1 0 0,0-1 1,0-1-1,0 0 0,1 0 1,-1 0-1,0-2 0,1 1 0,-1-1 1,20-3-1,-3-2 16,1-1 0,-1-1 1,47-20-1,99-53 74,6-14 318</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5.663"/>
    </inkml:context>
    <inkml:brush xml:id="br0">
      <inkml:brushProperty name="width" value="0.025" units="cm"/>
      <inkml:brushProperty name="height" value="0.025" units="cm"/>
      <inkml:brushProperty name="color" value="#E71224"/>
    </inkml:brush>
  </inkml:definitions>
  <inkml:trace contextRef="#ctx0" brushRef="#br0">1 472 24575,'0'-1'0,"0"0"0,0 1 0,1-1 0,-1 0 0,0 0 0,1 0 0,-1 0 0,0 1 0,1-1 0,0 0 0,-1 0 0,1 1 0,-1-1 0,1 0 0,0 1 0,-1-1 0,1 1 0,0-1 0,0 1 0,-1-1 0,1 1 0,0-1 0,1 1 0,25-10 0,-20 8 0,337-93 0,-262 74 0,872-216 0,-814 207 0,0 6 0,1 6 0,192 0 0,-138 24 342,-147-2-1196,94 21 1,-110-16-5973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5.986"/>
    </inkml:context>
    <inkml:brush xml:id="br0">
      <inkml:brushProperty name="width" value="0.025" units="cm"/>
      <inkml:brushProperty name="height" value="0.025" units="cm"/>
      <inkml:brushProperty name="color" value="#E71224"/>
    </inkml:brush>
  </inkml:definitions>
  <inkml:trace contextRef="#ctx0" brushRef="#br0">675 0 24575,'-2'33'0,"-1"0"0,-2-1 0,-1 1 0,-14 40 0,-1 7 0,-202 702 0,-45-9 0,260-751 0,-19 53-273,3 1 0,4 2 0,3-1 0,-12 139 0,27-176-6553</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6.478"/>
    </inkml:context>
    <inkml:brush xml:id="br0">
      <inkml:brushProperty name="width" value="0.025" units="cm"/>
      <inkml:brushProperty name="height" value="0.025" units="cm"/>
      <inkml:brushProperty name="color" value="#E71224"/>
    </inkml:brush>
  </inkml:definitions>
  <inkml:trace contextRef="#ctx0" brushRef="#br0">589 0 24575,'-12'6'0,"3"3"0,1 0 0,0 1 0,0-1 0,1 1 0,-9 19 0,-26 61 0,33-67 0,-170 465 0,139-370 0,-26 86 0,-67 358 0,127-526 0,-30 200 0,30-179 0,3 1 0,4 64 0,0-109 0,0-1 0,1 1 0,1-1 0,-1 0 0,9 20 0,-9-26 0,1-1 0,0 1 0,0-1 0,1 0 0,0 0 0,0 0 0,0 0 0,0-1 0,1 1 0,-1-1 0,1 0 0,0 0 0,6 2 0,7 4 0,-1-1 0,2-1 0,-1-1 0,1 0 0,0-2 0,0 0 0,1-1 0,34 3 0,-27-6 0,0-2 0,0 0 0,0-2 0,0-1 0,46-13 0,-19-1 0,-2-2 0,0-3 0,-2-2 0,0-2 0,71-52 0,-83 52-341,0-2 0,-2-1-1,53-59 1,-62 56-6485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6.787"/>
    </inkml:context>
    <inkml:brush xml:id="br0">
      <inkml:brushProperty name="width" value="0.025" units="cm"/>
      <inkml:brushProperty name="height" value="0.025" units="cm"/>
      <inkml:brushProperty name="color" value="#E71224"/>
    </inkml:brush>
  </inkml:definitions>
  <inkml:trace contextRef="#ctx0" brushRef="#br0">1 531 24575,'18'-11'0,"257"-90"0,-67 28 0,213-110 0,-153 63 0,-248 111-227,1 2-1,0 0 1,0 1-1,1 1 1,28-2-1,-22 5-6598</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7.193"/>
    </inkml:context>
    <inkml:brush xml:id="br0">
      <inkml:brushProperty name="width" value="0.025" units="cm"/>
      <inkml:brushProperty name="height" value="0.025" units="cm"/>
      <inkml:brushProperty name="color" value="#E71224"/>
    </inkml:brush>
  </inkml:definitions>
  <inkml:trace contextRef="#ctx0" brushRef="#br0">0 239 24575,'1'1'0,"0"1"0,0-1 0,1 0 0,-1 1 0,0-1 0,1 0 0,-1 0 0,1 1 0,-1-1 0,1 0 0,-1-1 0,1 1 0,0 0 0,2 1 0,9 1 0,0 0 0,0 0 0,0-1 0,1 0 0,20-1 0,68-7 0,-96 5 0,55-6 52,-1-3-1,73-22 1,115-49 131,32-9-474,-229 77-62,1 2 0,1 3 0,80-4 0,-96 12-6473</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7.955"/>
    </inkml:context>
    <inkml:brush xml:id="br0">
      <inkml:brushProperty name="width" value="0.025" units="cm"/>
      <inkml:brushProperty name="height" value="0.025" units="cm"/>
      <inkml:brushProperty name="color" value="#E71224"/>
    </inkml:brush>
  </inkml:definitions>
  <inkml:trace contextRef="#ctx0" brushRef="#br0">0 179 24575,'19'0'0,"52"-2"0,1-3 0,0-3 0,-1-3 0,-1-3 0,0-4 0,127-49 0,-170 57 0,-1 0 0,1 2 0,0 0 0,1 2 0,-1 2 0,1 0 0,44 0 0,-60 4 0,1 1 0,0 0 0,0 1 0,-1 0 0,1 1 0,-1 0 0,14 6 0,-13-5-10,1 0 0,0-2 0,0 0 0,1 0 0,-1-1 0,0-1 0,24-2 0,1 1-1275,-35 1-5541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3:59.612"/>
    </inkml:context>
    <inkml:brush xml:id="br0">
      <inkml:brushProperty name="width" value="0.025" units="cm"/>
      <inkml:brushProperty name="height" value="0.025" units="cm"/>
      <inkml:brushProperty name="color" value="#E71224"/>
    </inkml:brush>
  </inkml:definitions>
  <inkml:trace contextRef="#ctx0" brushRef="#br0">1341 349 24575,'-1'-1'0,"-1"0"0,1 0 0,0 0 0,-1 0 0,1 0 0,0-1 0,0 1 0,0 0 0,0-1 0,0 1 0,0-1 0,-1-1 0,0-2 0,-166-205 0,157 199 0,-1 0 0,1 1 0,-2 0 0,0 1 0,0 0 0,0 1 0,-1 1 0,0 0 0,-1 0 0,0 2 0,1 0 0,-2 0 0,1 2 0,0 0 0,-1 0 0,-20 1 0,17 1 0,-1 2 0,1 0 0,0 1 0,0 1 0,0 0 0,1 2 0,-1 0 0,1 1 0,0 1 0,1 1 0,0 0 0,0 2 0,-19 13 0,-1 6 0,1 1 0,1 3 0,2 1 0,1 1 0,-41 60 0,28-26 0,2 2 0,-44 103 0,46-77-667,6 2-1,3 2 0,5 1 1,4 1-1,-15 172 0,33-211 651,4 0 0,2 0 0,14 100 0,-9-127 8,2 0 0,1-1 1,2 0-1,2-1 1,1 0-1,2-1 1,28 47-1,-37-71 9,0 0 0,1 0 0,0-1 0,1 0 0,0 0 0,0-1 0,1 0 0,0-1 0,0 0 0,1 0 0,0-2 0,0 1 0,0-1 0,1-1 0,0 0 0,0 0 0,0-1 0,0-1 0,0 0 0,1-1 0,-1 0 0,23-1 0,56-8 0,136-28 0,-63 7 0,-131 24-169,0 1 1,0 2-1,41 2 0,-33 5-3204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0.142"/>
    </inkml:context>
    <inkml:brush xml:id="br0">
      <inkml:brushProperty name="width" value="0.025" units="cm"/>
      <inkml:brushProperty name="height" value="0.025" units="cm"/>
      <inkml:brushProperty name="color" value="#E71224"/>
    </inkml:brush>
  </inkml:definitions>
  <inkml:trace contextRef="#ctx0" brushRef="#br0">1 470 24575,'10'0'0,"1"-1"0,-1-1 0,0 1 0,0-1 0,0-1 0,0 0 0,0 0 0,-1-1 0,1 0 0,12-8 0,72-38 0,214-107 0,10 21 0,-115 70 0,-173 58 0,1 2 0,0 1 0,0 2 0,56 0 0,-72 4-455,-1 1 0,21 5 0,-9 0-6371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0.513"/>
    </inkml:context>
    <inkml:brush xml:id="br0">
      <inkml:brushProperty name="width" value="0.025" units="cm"/>
      <inkml:brushProperty name="height" value="0.025" units="cm"/>
      <inkml:brushProperty name="color" value="#E71224"/>
    </inkml:brush>
  </inkml:definitions>
  <inkml:trace contextRef="#ctx0" brushRef="#br0">559 0 24575,'0'18'0,"-2"11"0,-1 0 0,-2 0 0,-14 51 0,2-15 0,-94 354 0,39-163 0,-12 33 0,-54 245 0,131-499 0,-57 367 0,30 2 0,33-376 0,0-6 0,1 0 0,3 30 0,2-36-1365,2-5-5461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2.695"/>
    </inkml:context>
    <inkml:brush xml:id="br0">
      <inkml:brushProperty name="width" value="0.025" units="cm"/>
      <inkml:brushProperty name="height" value="0.025" units="cm"/>
      <inkml:brushProperty name="color" value="#E71224"/>
    </inkml:brush>
  </inkml:definitions>
  <inkml:trace contextRef="#ctx0" brushRef="#br0">1397 61 24575,'-1'-2'0,"1"1"0,0 0 0,-1 0 0,1 0 0,-1 0 0,1-1 0,-1 1 0,0 0 0,1 0 0,-1 0 0,0 0 0,0 1 0,0-1 0,1 0 0,-3-1 0,-4-3 0,1 0 0,-1 0 0,0 1 0,0 0 0,-1 1 0,1 0 0,-1 0 0,0 0 0,1 1 0,-1 0 0,0 1 0,0-1 0,-1 2 0,1-1 0,-9 1 0,-14 2 0,-1 1 0,-46 10 0,26 0 0,1 1 0,0 3 0,2 2 0,0 2 0,1 3 0,1 1 0,2 2 0,-45 35 0,25-10 0,3 2 0,1 2 0,4 4 0,-76 99 0,101-116 0,1 2 0,3 2 0,2 0 0,2 2 0,2 1 0,2 0 0,3 1 0,2 2 0,-11 65 0,20-80 0,2 1 0,2 1 0,1-1 0,2 0 0,2 0 0,1 0 0,3 0 0,0-1 0,3 0 0,1 0 0,2-1 0,1-1 0,29 52 0,-25-58 0,2-1 0,1-1 0,1 0 0,1-2 0,1-1 0,1-1 0,2-1 0,0-1 0,1-2 0,1 0 0,1-2 0,1-2 0,39 16 0,-31-16 0,2-3 0,0-1 0,0-2 0,1-1 0,0-3 0,1-1 0,-1-3 0,1-1 0,0-2 0,59-9 0,-39-2 0,-1-3 0,-1-2 0,-1-3 0,0-3 0,-2-2 0,59-36 0,-2-8 0,194-153 0,-225 154 0,143-153 0,-185 173 0,-3-1 0,-2-3 0,-2-1 0,48-97 0,-71 125 0,-2-1 0,-1 0 0,-1-1 0,-1 0 0,7-53 0,-13 61 0,0 1 0,-2 0 0,0-1 0,0 1 0,-2 0 0,0 0 0,-1 0 0,-1 1 0,-15-34 0,9 27 0,-2 0 0,-1 2 0,-1-1 0,-1 2 0,0 0 0,-2 1 0,-30-27 0,20 24 0,-1 0 0,-2 2 0,0 1 0,-63-29 0,33 25 0,-1 2 0,0 3 0,-2 2 0,1 4 0,-121-11 0,119 21 0,0 2 0,-1 3 0,1 3 0,-87 17 0,103-11 0,0 2 0,0 2 0,2 2 0,0 2 0,1 2 0,-50 32 0,80-44-151,1 2-1,0 0 0,1 0 0,0 1 1,1 1-1,0 0 0,1 1 1,-19 29-1,21-24-6674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3.103"/>
    </inkml:context>
    <inkml:brush xml:id="br0">
      <inkml:brushProperty name="width" value="0.025" units="cm"/>
      <inkml:brushProperty name="height" value="0.025" units="cm"/>
      <inkml:brushProperty name="color" value="#E71224"/>
    </inkml:brush>
  </inkml:definitions>
  <inkml:trace contextRef="#ctx0" brushRef="#br0">1667 0 24575,'-1'19'0,"-7"25"0,-2 0 0,-2-1 0,-23 57 0,21-62 0,-240 612-2370,-25 70-620,144-332 2173,-189 518 812,28-75 5,75 21 0,156-534-247,60-288 2523,-2 57 0,7-75-8590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3.788"/>
    </inkml:context>
    <inkml:brush xml:id="br0">
      <inkml:brushProperty name="width" value="0.025" units="cm"/>
      <inkml:brushProperty name="height" value="0.025" units="cm"/>
      <inkml:brushProperty name="color" value="#E71224"/>
    </inkml:brush>
  </inkml:definitions>
  <inkml:trace contextRef="#ctx0" brushRef="#br0">559 1 24575,'-12'17'0,"-5"15"0,-20 48 0,7-9 0,-121 216 0,-42 93 0,169-327 0,-58 143 0,79-189-227,1 0-1,0 0 1,0 0-1,1 0 1,-1 8-1,2-2-6598</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4.447"/>
    </inkml:context>
    <inkml:brush xml:id="br0">
      <inkml:brushProperty name="width" value="0.025" units="cm"/>
      <inkml:brushProperty name="height" value="0.025" units="cm"/>
      <inkml:brushProperty name="color" value="#E71224"/>
    </inkml:brush>
  </inkml:definitions>
  <inkml:trace contextRef="#ctx0" brushRef="#br0">1 236 24575,'2'-1'0,"1"1"0,-1-1 0,1 1 0,0 0 0,0 0 0,-1 0 0,1 0 0,4 1 0,5 0 0,67-6 0,-1-2 0,88-22 0,-76 13 0,50-8 0,395-60 0,-334 56 0,188-15 0,-130 45-1365,-250-2-5461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4.753"/>
    </inkml:context>
    <inkml:brush xml:id="br0">
      <inkml:brushProperty name="width" value="0.025" units="cm"/>
      <inkml:brushProperty name="height" value="0.025" units="cm"/>
      <inkml:brushProperty name="color" value="#E71224"/>
    </inkml:brush>
  </inkml:definitions>
  <inkml:trace contextRef="#ctx0" brushRef="#br0">498 0 24575,'0'29'0,"-13"47"0,-25 82 0,8-38 0,-84 298 0,64-246 0,-19 56 0,-20 76 0,64-203 0,-12 108 0,27-136 206,-10 109-1777,18-150-5255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5.320"/>
    </inkml:context>
    <inkml:brush xml:id="br0">
      <inkml:brushProperty name="width" value="0.025" units="cm"/>
      <inkml:brushProperty name="height" value="0.025" units="cm"/>
      <inkml:brushProperty name="color" value="#E71224"/>
    </inkml:brush>
  </inkml:definitions>
  <inkml:trace contextRef="#ctx0" brushRef="#br0">564 0 24575,'-5'19'0,"-42"116"0,-74 238 0,-78 213 0,104-324 0,71-190 0,3 0 0,-21 139 0,37-171 0,2 1 0,1-1 0,3 0 0,1 1 0,2-1 0,1 0 0,12 40 0,-12-64 0,1 0 0,0 0 0,1-1 0,0 0 0,1-1 0,1 1 0,0-2 0,1 1 0,1-1 0,0-1 0,0 0 0,15 11 0,-15-14 0,1-1 0,-1 0 0,1-1 0,1 0 0,-1-1 0,1-1 0,0 0 0,0 0 0,1-2 0,-1 1 0,1-2 0,0 0 0,0 0 0,25-2 0,4-2-195,1-3 0,-1-2 0,0-1 0,-1-3 0,0-1 0,73-32 0,-75 24-6631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5.581"/>
    </inkml:context>
    <inkml:brush xml:id="br0">
      <inkml:brushProperty name="width" value="0.025" units="cm"/>
      <inkml:brushProperty name="height" value="0.025" units="cm"/>
      <inkml:brushProperty name="color" value="#E71224"/>
    </inkml:brush>
  </inkml:definitions>
  <inkml:trace contextRef="#ctx0" brushRef="#br0">0 263 24575,'25'-21'0,"1"2"0,1 1 0,1 1 0,30-13 0,-40 20 0,44-20 0,0 2 0,2 3 0,119-29 0,-150 47-1365,-5 3-5461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5.853"/>
    </inkml:context>
    <inkml:brush xml:id="br0">
      <inkml:brushProperty name="width" value="0.025" units="cm"/>
      <inkml:brushProperty name="height" value="0.025" units="cm"/>
      <inkml:brushProperty name="color" value="#E71224"/>
    </inkml:brush>
  </inkml:definitions>
  <inkml:trace contextRef="#ctx0" brushRef="#br0">1 238 24575,'2'1'0,"0"-1"0,0 0 0,1 0 0,-1 0 0,0-1 0,0 1 0,1 0 0,-1-1 0,0 1 0,0-1 0,0 0 0,0 0 0,3-1 0,6-3 0,157-33 0,76-20 0,-196 43 0,1-1 0,84-44 0,-98 39-1365,-9 2-5461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6.129"/>
    </inkml:context>
    <inkml:brush xml:id="br0">
      <inkml:brushProperty name="width" value="0.025" units="cm"/>
      <inkml:brushProperty name="height" value="0.025" units="cm"/>
      <inkml:brushProperty name="color" value="#E71224"/>
    </inkml:brush>
  </inkml:definitions>
  <inkml:trace contextRef="#ctx0" brushRef="#br0">313 1 24575,'-1'4'0,"1"1"0,-1-1 0,0 1 0,0-1 0,-1 1 0,-2 4 0,-4 19 0,-13 93 0,-61 304 0,-98 373-1365,169-744-5461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6.628"/>
    </inkml:context>
    <inkml:brush xml:id="br0">
      <inkml:brushProperty name="width" value="0.025" units="cm"/>
      <inkml:brushProperty name="height" value="0.025" units="cm"/>
      <inkml:brushProperty name="color" value="#E71224"/>
    </inkml:brush>
  </inkml:definitions>
  <inkml:trace contextRef="#ctx0" brushRef="#br0">1 412 24575,'1'-3'0,"-1"1"0,1 0 0,0-1 0,0 1 0,1 0 0,-1 0 0,0 0 0,4-4 0,2-2 0,0 1 0,1-1 0,0 1 0,0 0 0,1 1 0,0 0 0,12-6 0,71-29 0,-73 33 0,585-204 0,-592 209 6,56-16-463,0 3 0,98-10 0,-129 24-6369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6.921"/>
    </inkml:context>
    <inkml:brush xml:id="br0">
      <inkml:brushProperty name="width" value="0.025" units="cm"/>
      <inkml:brushProperty name="height" value="0.025" units="cm"/>
      <inkml:brushProperty name="color" value="#E71224"/>
    </inkml:brush>
  </inkml:definitions>
  <inkml:trace contextRef="#ctx0" brushRef="#br0">1 0 24575,'5'7'0,"3"11"0,-2-1 0,0 1 0,0 1 0,-2-1 0,-1 0 0,2 27 0,1-4 0,13 116 0,-6 1 0,-9 159 0,-49 316 0,33-352-1365,13-250-5461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7.543"/>
    </inkml:context>
    <inkml:brush xml:id="br0">
      <inkml:brushProperty name="width" value="0.025" units="cm"/>
      <inkml:brushProperty name="height" value="0.025" units="cm"/>
      <inkml:brushProperty name="color" value="#E71224"/>
    </inkml:brush>
  </inkml:definitions>
  <inkml:trace contextRef="#ctx0" brushRef="#br0">854 34 24575,'-10'2'0,"0"0"0,0 0 0,1 1 0,-1 0 0,1 1 0,0 0 0,0 1 0,0-1 0,-12 11 0,17-13 0,-44 30 0,1 3 0,1 1 0,3 3 0,0 1 0,3 3 0,-48 64 0,26-20 0,5 1 0,-76 157 0,101-176 0,-36 109 0,59-146 0,0 1 0,3-1 0,1 1 0,1 0 0,1 65 0,3-89 0,1 0 0,0 0 0,1 0 0,0 0 0,0 0 0,1-1 0,0 1 0,0-1 0,1 1 0,0-1 0,1 0 0,0-1 0,6 9 0,-6-10 0,1-1 0,-1 0 0,1-1 0,-1 1 0,1-1 0,0 0 0,1-1 0,-1 0 0,1 0 0,0 0 0,-1 0 0,1-1 0,0-1 0,1 1 0,-1-1 0,14 1 0,-3-2 0,1-1 0,0 0 0,0-2 0,33-7 0,72-30 0,-80 24 0,0-3 0,-2-1 0,0-2 0,-1-2 0,-1-1 0,-2-3 0,0-1 0,-2-1 0,-1-2 0,-2-2 0,-1-1 0,-2-1 0,-1-2 0,-3-1 0,0-1 0,-3-1 0,-1-1 0,16-47 0,-23 49 0,-2-1 0,-2-1 0,-2 0 0,-2-1 0,-1 0 0,-1-44 0,-4 68 0,-2 0 0,-1 0 0,0 0 0,-1 0 0,-1 0 0,-1 0 0,0 1 0,-2 0 0,0 0 0,-1 1 0,-1 0 0,0 0 0,-1 1 0,-1 0 0,-24-27 0,16 25 0,-1 1 0,0 0 0,-1 2 0,-1 0 0,0 2 0,-1 0 0,-1 2 0,0 0 0,0 1 0,-1 2 0,0 1 0,-43-7 0,41 10 0,0 1 0,0 2 0,0 0 0,0 2 0,0 1 0,0 2 0,1 0 0,-1 2 0,1 0 0,0 2 0,1 1 0,-28 14 0,43-18 22,-5 2-220,0 0 0,1 1 0,0 1-1,0 0 1,1 1 0,-17 16 0,18-10-6628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7.887"/>
    </inkml:context>
    <inkml:brush xml:id="br0">
      <inkml:brushProperty name="width" value="0.025" units="cm"/>
      <inkml:brushProperty name="height" value="0.025" units="cm"/>
      <inkml:brushProperty name="color" value="#E71224"/>
    </inkml:brush>
  </inkml:definitions>
  <inkml:trace contextRef="#ctx0" brushRef="#br0">1203 0 24575,'-1'7'0,"-39"124"0,16-61 0,-174 518-250,-120 400-291,141-263 541,87-344 0,-164 841 0,220-1061 0,-16 99 0,42-202 0,2 0 0,4 88 0,3-124-616,10 41-1,-4-33-5550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8.546"/>
    </inkml:context>
    <inkml:brush xml:id="br0">
      <inkml:brushProperty name="width" value="0.025" units="cm"/>
      <inkml:brushProperty name="height" value="0.025" units="cm"/>
      <inkml:brushProperty name="color" value="#E71224"/>
    </inkml:brush>
  </inkml:definitions>
  <inkml:trace contextRef="#ctx0" brushRef="#br0">174 531 24575,'6'-19'0,"17"-12"0,1 0 0,1 2 0,51-47 0,-57 58 0,44-37 0,2 3 0,2 3 0,2 3 0,77-38 0,-84 55 0,-57 26 0,1 1 0,0 1 0,-1-1 0,1 1 0,0 0 0,0 0 0,0 1 0,0 0 0,7 0 0,-12 0 0,0 0 0,0 1 0,0-1 0,0 1 0,0-1 0,0 1 0,0-1 0,0 1 0,0-1 0,0 1 0,0 0 0,0-1 0,-1 1 0,1 0 0,0 0 0,-1 0 0,1-1 0,0 1 0,-1 0 0,1 0 0,-1 0 0,1 0 0,-1 0 0,0 0 0,1 0 0,-1 0 0,0 0 0,0 0 0,0 1 0,0-1 0,0 0 0,0 0 0,0 0 0,0 0 0,0 0 0,0 0 0,-1 2 0,-1 5 0,0 0 0,0 1 0,-6 12 0,-26 52 0,-4-1 0,-60 88 0,95-157 0,-261 357 0,155-222 0,-95 161 0,179-257 0,2 1 0,2 1 0,2 1 0,-26 91 0,43-130 0,1 1 0,0 0 0,0 0 0,1 0 0,0-1 0,0 1 0,0 0 0,1 0 0,0 0 0,1-1 0,-1 1 0,5 11 0,-3-13 0,0 0 0,0 0 0,0 0 0,0 0 0,1-1 0,0 1 0,0-1 0,0 0 0,1 0 0,-1 0 0,1-1 0,0 0 0,0 1 0,0-2 0,6 4 0,5 0 0,1 0 0,-1-2 0,1 1 0,0-2 0,0 0 0,1-1 0,-1-1 0,32-2 0,9-4 0,72-16 0,-116 18 0,483-82 0,-462 80 0,-1-1 0,0-2 0,0-1 0,-1-2 0,0-1 0,37-20 0,-30 10-1365,-8 4-5461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8.922"/>
    </inkml:context>
    <inkml:brush xml:id="br0">
      <inkml:brushProperty name="width" value="0.025" units="cm"/>
      <inkml:brushProperty name="height" value="0.025" units="cm"/>
      <inkml:brushProperty name="color" value="#E71224"/>
    </inkml:brush>
  </inkml:definitions>
  <inkml:trace contextRef="#ctx0" brushRef="#br0">0 60 24575,'3'-1'0,"0"0"0,0 1 0,1 0 0,-1 0 0,0 0 0,0 0 0,0 0 0,5 1 0,0 0 0,88 9 0,105 6 0,219-26 0,-2-28 0,-387 34 0,159-27-1295,-189 31 1225,9-2-6756</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9.201"/>
    </inkml:context>
    <inkml:brush xml:id="br0">
      <inkml:brushProperty name="width" value="0.025" units="cm"/>
      <inkml:brushProperty name="height" value="0.025" units="cm"/>
      <inkml:brushProperty name="color" value="#E71224"/>
    </inkml:brush>
  </inkml:definitions>
  <inkml:trace contextRef="#ctx0" brushRef="#br0">1 1 24575,'-1'1'0,"1"1"0,0-1 0,0 1 0,1-1 0,-1 1 0,0 0 0,0-1 0,1 0 0,-1 1 0,1-1 0,-1 1 0,1-1 0,1 2 0,-2-2 0,38 76 0,6 13 0,-7 13 0,-4 1 0,-5 1 0,24 176 0,-34-113 0,-6 279 0,-21-288 0,-55 300 0,48-385 154,6-31-534,1 0 1,3 0-1,-3 67 0,10-92-6446</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9.612"/>
    </inkml:context>
    <inkml:brush xml:id="br0">
      <inkml:brushProperty name="width" value="0.025" units="cm"/>
      <inkml:brushProperty name="height" value="0.025" units="cm"/>
      <inkml:brushProperty name="color" value="#E71224"/>
    </inkml:brush>
  </inkml:definitions>
  <inkml:trace contextRef="#ctx0" brushRef="#br0">615 0 24575,'-1'1'0,"0"0"0,0-1 0,0 1 0,0 0 0,0 0 0,0-1 0,0 1 0,0 0 0,0 0 0,0 0 0,1 0 0,-1 0 0,0 1 0,1-1 0,-1 0 0,1 0 0,-1 0 0,1 0 0,-1 1 0,1-1 0,0 0 0,0 3 0,-2 1 0,-162 413 0,119-314 0,-64 139 0,-42 102 0,115-252 0,-40 171 0,71-244 0,1 0 0,1 1 0,1-1 0,1 1 0,1 0 0,3 27 0,-3-42 0,1 0 0,1 0 0,-1 0 0,1 0 0,0 0 0,1-1 0,-1 1 0,1-1 0,0 1 0,0-1 0,1 0 0,0 0 0,0 0 0,0-1 0,0 1 0,1-1 0,-1 0 0,1-1 0,0 1 0,0-1 0,1 0 0,-1 0 0,1 0 0,-1-1 0,11 3 0,10 2 0,1-1 0,0-2 0,40 2 0,85-6 0,-142 0 0,63-2 0,0-3 0,-1-3 0,0-3 0,-1-4 0,81-26 0,-139 36-341,1 0 0,-1-1-1,15-9 1,-8 1-6485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09.818"/>
    </inkml:context>
    <inkml:brush xml:id="br0">
      <inkml:brushProperty name="width" value="0.025" units="cm"/>
      <inkml:brushProperty name="height" value="0.025" units="cm"/>
      <inkml:brushProperty name="color" value="#E71224"/>
    </inkml:brush>
  </inkml:definitions>
  <inkml:trace contextRef="#ctx0" brushRef="#br0">0 277 24575,'0'0'0,"5"0"0,12-6 0,12 0 0,17-5 0,15-6 0,12-4 0,14-4 0,12-3 0,8-1 0,7-1 0,-2-1 0,-5 1 0,-15 5 0,-24 7-8191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10.050"/>
    </inkml:context>
    <inkml:brush xml:id="br0">
      <inkml:brushProperty name="width" value="0.025" units="cm"/>
      <inkml:brushProperty name="height" value="0.025" units="cm"/>
      <inkml:brushProperty name="color" value="#E71224"/>
    </inkml:brush>
  </inkml:definitions>
  <inkml:trace contextRef="#ctx0" brushRef="#br0">1 458 24575,'0'0'0,"5"0"0,2-5 0,4-2 0,11-4 0,11-11 0,10-6 0,8-8 0,0-9 0,1-6 0,-3-4 0,0-3 0,-4 4 0,-9 6 0,-10 10-8191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10.413"/>
    </inkml:context>
    <inkml:brush xml:id="br0">
      <inkml:brushProperty name="width" value="0.025" units="cm"/>
      <inkml:brushProperty name="height" value="0.025" units="cm"/>
      <inkml:brushProperty name="color" value="#E71224"/>
    </inkml:brush>
  </inkml:definitions>
  <inkml:trace contextRef="#ctx0" brushRef="#br0">0 0 24575,'36'0'0,"1"2"0,-2 1 0,1 1 0,0 2 0,40 13 0,-59-13 0,0 0 0,-1 1 0,0 1 0,0 0 0,0 2 0,-1-1 0,-1 2 0,0 0 0,0 1 0,-1 0 0,-1 1 0,15 18 0,-13-11 0,0 0 0,-1 0 0,-2 1 0,0 1 0,-1 0 0,-1 0 0,10 38 0,-15-42 0,-1 1 0,-1 0 0,0 0 0,-2 0 0,0 0 0,-1 0 0,-1-1 0,-1 1 0,0 0 0,-8 22 0,-4 3 0,-2-1 0,-2-1 0,-44 73 0,-92 108 0,90-135 0,-63 112 0,123-191 0,0 1 0,0 0 0,1 0 0,0 1 0,1-1 0,0 1 0,-1 12 0,3-19 0,1 0 0,0 0 0,0 0 0,1-1 0,-1 1 0,1 0 0,0 0 0,0 0 0,0-1 0,0 1 0,1-1 0,-1 1 0,1-1 0,0 1 0,0-1 0,0 0 0,1 0 0,-1 0 0,1 0 0,-1 0 0,1-1 0,0 1 0,6 3 0,10 6 0,0-2 0,1 0 0,-1-1 0,2-1 0,38 10 0,110 14 0,-167-32 0,37 5 0,1-2 0,0-2 0,0-1 0,42-7 0,-9-3 0,91-27 0,-127 26-455,-1-1 0,35-18 0,-40 15-6371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16.660"/>
    </inkml:context>
    <inkml:brush xml:id="br0">
      <inkml:brushProperty name="width" value="0.05" units="cm"/>
      <inkml:brushProperty name="height" value="0.05" units="cm"/>
      <inkml:brushProperty name="color" value="#66CC00"/>
    </inkml:brush>
  </inkml:definitions>
  <inkml:trace contextRef="#ctx0" brushRef="#br0">4087 1021 24575,'-1'-5'0,"0"1"0,-1-1 0,0 1 0,0 0 0,0 0 0,-1 0 0,1 0 0,-1 0 0,-4-4 0,3 3 0,-16-19 0,0 1 0,-2 1 0,-1 0 0,0 2 0,-2 1 0,0 1 0,-30-16 0,-203-90 0,189 94 0,-24-7 0,-1 5 0,-192-41 0,237 65 0,0 1 0,-1 3 0,0 2 0,1 2 0,-1 2 0,0 2 0,1 3 0,0 1 0,-73 24 0,-3 7 0,1 6 0,3 5 0,2 5 0,2 5 0,3 6 0,3 4 0,-113 94 0,77-41 0,6 6 0,-242 286 0,75 21 0,251-338 0,4 2 0,-68 181 0,70-123 0,7 2 0,7 2 0,-23 233 0,40-140 0,20 386 0,79 205 0,-58-697 0,61 220 0,-50-264 0,4-3 0,92 182 0,-61-163 0,4-3 0,90 113 0,-121-184 0,2-1 0,2-2 0,75 59 0,-52-54 0,2-3 0,85 42 0,-100-62 0,1-2 0,2-3 0,0-2 0,1-3 0,1-2 0,0-3 0,98 6 0,-82-15 0,1-3 0,-1-3 0,0-3 0,0-4 0,122-33 0,-108 15-69,-1-4 0,-1-3 0,111-66 0,228-171-207,-265 158 276,226-211 0,-274 216 0,-6-5 0,137-190 0,-145 160 0,-6-5 0,-7-3 0,74-184 0,-81 131 0,-9-3 0,-10-2 0,-8-3 0,-10-2 0,-9-2 0,7-410 0,-41 502 0,-6 0 0,-28-157 0,20 211 0,-2-1 0,-4 2 0,-3 1 0,-3 1 0,-42-78 0,-33-28 0,-151-196 0,152 244 0,-181-179 0,-146-84 0,63 100 0,253 214 0,-173-90 0,214 131 0,-1 3 0,-1 3 0,-1 3 0,-150-31 0,190 53 0,-1 1 0,0 1 0,0 2 0,0 2 0,1 1 0,-1 2 0,-35 9 0,15 1 0,0 3 0,1 2 0,-81 42 0,-43 36-1273,-1 8-5093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18.037"/>
    </inkml:context>
    <inkml:brush xml:id="br0">
      <inkml:brushProperty name="width" value="0.05" units="cm"/>
      <inkml:brushProperty name="height" value="0.05" units="cm"/>
      <inkml:brushProperty name="color" value="#66CC00"/>
    </inkml:brush>
  </inkml:definitions>
  <inkml:trace contextRef="#ctx0" brushRef="#br0">3589 906 24575,'-24'-5'0,"-48"-19"0,-1 3 0,-1 3 0,-1 3 0,-77-5 0,58 17 0,0 4 0,-137 18 0,-182 64 0,343-61 0,0 2 0,1 4 0,-94 51 0,-179 134 0,224-129-126,3 4-1,-114 116 1,102-75-64,-142 187 0,188-205 190,5 4 0,5 3 0,5 3 0,5 3 0,-45 134 0,45-77 0,9 2 0,7 2 0,9 2 0,8 1 0,-4 208 0,56 746 0,-5-940 0,9-2 0,8 0 0,9-3 0,9-2 0,97 236 0,-73-247 0,8-3 0,160 249 0,-189-346 0,4-2 0,3-3 0,4-3 0,2-2 0,4-4 0,145 105 0,-177-147 0,1-1 0,1-3 0,1-1 0,1-2 0,0-3 0,2-1 0,52 11 0,-71-23 0,-1 0 0,1-2 0,0-1 0,0-1 0,0-1 0,0-2 0,0-1 0,0-1 0,-1-2 0,0 0 0,0-2 0,0-1 0,45-22 0,-6-7 0,-1-3 0,-1-2 0,99-90 0,153-182 0,-125 103 0,318-463 0,-416 521 0,-6-5 0,-7-3 0,-8-4 0,-6-3 0,45-185 0,-50 105 0,-12-3 0,36-507 0,-96 36 0,-77 6 0,38 459 0,-11 2 0,-12 3 0,-167-393 0,124 394 0,-161-260 0,195 381 0,-96-122 0,141 209 0,-2 1 0,-1 2 0,-3 2 0,-1 2 0,-1 2 0,-56-34 0,41 36-177,-2 4 0,-1 1 0,-1 4 0,-2 2 0,0 3 0,-112-17 0,105 25-6016</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31.413"/>
    </inkml:context>
    <inkml:brush xml:id="br0">
      <inkml:brushProperty name="width" value="0.05" units="cm"/>
      <inkml:brushProperty name="height" value="0.05" units="cm"/>
      <inkml:brushProperty name="color" value="#66CC00"/>
    </inkml:brush>
  </inkml:definitions>
  <inkml:trace contextRef="#ctx0" brushRef="#br0">0 60 24575,'142'1'0,"397"-13"0,-344-4 0,390-16 0,-572 32-455,0 1 0,24 4 0,-11 2-6371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31.786"/>
    </inkml:context>
    <inkml:brush xml:id="br0">
      <inkml:brushProperty name="width" value="0.05" units="cm"/>
      <inkml:brushProperty name="height" value="0.05" units="cm"/>
      <inkml:brushProperty name="color" value="#66CC00"/>
    </inkml:brush>
  </inkml:definitions>
  <inkml:trace contextRef="#ctx0" brushRef="#br0">89 1 24575,'0'6'0,"-11"160"0,0-42 0,-25 730 0,22-607 0,-3 157 0,18-115-1365,0-268-5461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32.478"/>
    </inkml:context>
    <inkml:brush xml:id="br0">
      <inkml:brushProperty name="width" value="0.05" units="cm"/>
      <inkml:brushProperty name="height" value="0.05" units="cm"/>
      <inkml:brushProperty name="color" value="#66CC00"/>
    </inkml:brush>
  </inkml:definitions>
  <inkml:trace contextRef="#ctx0" brushRef="#br0">1 1252 24575,'23'17'0,"-16"-14"0,1 0 0,0-1 0,-1 0 0,1-1 0,0 1 0,0-1 0,0-1 0,0 0 0,15-1 0,-3-1 0,-1-1 0,34-10 0,-24 3 0,-2-1 0,0-1 0,0-2 0,-1-1 0,-1 0 0,0-2 0,-1-1 0,39-38 0,-17 8 0,-2-2 0,72-104 0,-93 118 0,-2-2 0,-1 0 0,26-73 0,-25 47 0,20-114 0,-36 147 0,-2 1 0,0-1 0,-4-57 0,0 73 0,-1 1 0,0 0 0,-1 0 0,0 0 0,-1 1 0,-1-1 0,0 1 0,-1 0 0,0 0 0,-14-19 0,18 29 0,1 1 0,-1 0 0,0 0 0,-1 0 0,1 0 0,0 0 0,-1 0 0,1 0 0,-1 1 0,1-1 0,-1 1 0,0 0 0,0 0 0,1 0 0,-1 0 0,-5-1 0,4 2 0,-1 0 0,0 0 0,0 0 0,0 0 0,0 1 0,1 0 0,-1 0 0,0 0 0,-6 3 0,-4 2 0,1 1 0,-1 1 0,1 1 0,1 0 0,-13 11 0,-5 6 0,1 2 0,2 1 0,1 1 0,-28 41 0,-79 145 0,106-163 0,2 2 0,3 0 0,2 2 0,2 0 0,4 1 0,1 1 0,3 1 0,-5 97 0,16-141 0,-3 152 0,4-142 0,2 0 0,0 1 0,2-2 0,9 33 0,-9-44 0,1 0 0,1-1 0,0 0 0,1-1 0,0 1 0,1-1 0,0-1 0,1 0 0,11 10 0,11 8 0,64 43 0,-60-50 0,0-2 0,76 29 0,-69-32 0,78 44 0,-99-48-1365,-3-2-5461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32.917"/>
    </inkml:context>
    <inkml:brush xml:id="br0">
      <inkml:brushProperty name="width" value="0.05" units="cm"/>
      <inkml:brushProperty name="height" value="0.05" units="cm"/>
      <inkml:brushProperty name="color" value="#66CC00"/>
    </inkml:brush>
  </inkml:definitions>
  <inkml:trace contextRef="#ctx0" brushRef="#br0">148 1 24575,'-12'18'0,"2"10"0,1 1 0,2 0 0,-7 57 0,7-39 0,-51 358 0,43-303 0,9-65 0,1 1 0,2 0 0,1 46 0,3-74 0,0-1 0,0 0 0,1 0 0,1 0 0,-1 0 0,1 0 0,1-1 0,-1 1 0,2-1 0,-1 0 0,7 9 0,-7-12 0,0 0 0,0-1 0,1 1 0,-1-1 0,1 0 0,0 0 0,1 0 0,-1-1 0,0 0 0,1 0 0,0 0 0,0-1 0,0 0 0,0 0 0,0 0 0,12 1 0,-10-2 18,0-1 0,1 1 0,-1-2 0,1 1 0,-1-1 0,0 0 0,1-1 0,-1 0 0,0 0 0,0-1 0,0 0 0,0 0 0,-1-1 0,1 0 0,-1 0 0,0-1 0,0 0 0,7-7 0,2-4-303,-1 0 1,-1-1-1,-1 0 1,-1-1-1,19-35 1,-12 19-6542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33.199"/>
    </inkml:context>
    <inkml:brush xml:id="br0">
      <inkml:brushProperty name="width" value="0.05" units="cm"/>
      <inkml:brushProperty name="height" value="0.05" units="cm"/>
      <inkml:brushProperty name="color" value="#66CC00"/>
    </inkml:brush>
  </inkml:definitions>
  <inkml:trace contextRef="#ctx0" brushRef="#br0">1 433 24575,'1'0'0,"0"1"0,0-1 0,0-1 0,0 1 0,0 0 0,0 0 0,0 0 0,-1 0 0,1-1 0,0 1 0,0 0 0,0-1 0,0 1 0,1-1 0,1-1 0,169-51 0,-72 26 0,383-120 0,-95 16 0,-328 112 0,76-19-1365,-84 26-5461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40.172"/>
    </inkml:context>
    <inkml:brush xml:id="br0">
      <inkml:brushProperty name="width" value="0.05" units="cm"/>
      <inkml:brushProperty name="height" value="0.05" units="cm"/>
      <inkml:brushProperty name="color" value="#66CC00"/>
    </inkml:brush>
  </inkml:definitions>
  <inkml:trace contextRef="#ctx0" brushRef="#br0">2337 500 24575,'-1'-2'0,"-1"0"0,1 0 0,-1 0 0,0 0 0,0 0 0,1 1 0,-5-4 0,0 0 0,-168-145 0,100 90 0,39 35 0,0 2 0,-1 2 0,-1 1 0,-63-24 0,59 26 0,-19-6 0,-2 3 0,0 3 0,-1 2 0,-1 3 0,0 2 0,-1 4 0,-120 1 0,151 8 0,1 1 0,0 1 0,0 2 0,0 1 0,1 1 0,0 2 0,0 2 0,1 0 0,1 3 0,-45 27 0,40-19 0,2 2 0,0 1 0,2 2 0,1 1 0,1 2 0,2 0 0,1 2 0,-25 40 0,9 0-68,3 1 0,3 2-1,-52 159 1,-27 260-206,3 606-920,80 212 1194,85 0 0,16-481 0,52 602 0,-48-932-201,-53-417 150,3-1 1,4-1 0,67 140 0,-78-194 50,0 0 0,2-1 0,1-1 0,1-1 0,1-1 0,1 0 0,35 28 0,-36-37 0,0 0 0,2-1 0,0-1 0,0-1 0,1-1 0,1-1 0,0-2 0,0 0 0,38 7 0,-8-6 0,1-2 0,-1-2 0,1-3 0,0-3 0,0-2 0,0-2 0,0-3 0,92-24 0,-113 20 0,0-1 0,-1-2 0,0-2 0,54-34 0,-45 20 0,-1-2 0,73-70 0,26-48-1008,-1-6-4032</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40.661"/>
    </inkml:context>
    <inkml:brush xml:id="br0">
      <inkml:brushProperty name="width" value="0.05" units="cm"/>
      <inkml:brushProperty name="height" value="0.05" units="cm"/>
      <inkml:brushProperty name="color" value="#66CC00"/>
    </inkml:brush>
  </inkml:definitions>
  <inkml:trace contextRef="#ctx0" brushRef="#br0">0 1572 24575,'25'-1'0,"5"-5"0,-1-1 0,0-2 0,0 0 0,-1-2 0,-1-2 0,31-17 0,148-105 0,-192 125 0,480-368-528,-446 340 516,322-278 12,127-96 0,-417 357 0,150-77 0,-227 131 0,-1-1 0,0 1 0,0 0 0,1 0 0,-1 0 0,1 1 0,-1-1 0,1 0 0,-1 1 0,1 0 0,-1 0 0,5 0 0,-7 0 0,1 0 0,-1 0 0,1 0 0,-1 1 0,0-1 0,1 0 0,-1 0 0,1 1 0,-1-1 0,0 0 0,1 1 0,-1-1 0,0 0 0,1 1 0,-1-1 0,0 0 0,0 1 0,1-1 0,-1 1 0,0-1 0,0 0 0,0 1 0,0-1 0,1 2 0,-4 19 0,-23 52-915,10-36-5821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40.984"/>
    </inkml:context>
    <inkml:brush xml:id="br0">
      <inkml:brushProperty name="width" value="0.05" units="cm"/>
      <inkml:brushProperty name="height" value="0.05" units="cm"/>
      <inkml:brushProperty name="color" value="#66CC00"/>
    </inkml:brush>
  </inkml:definitions>
  <inkml:trace contextRef="#ctx0" brushRef="#br0">1 1752 24575,'0'-1'0,"1"-1"0,-1 0 0,1 1 0,0-1 0,-1 1 0,1-1 0,0 1 0,0 0 0,0-1 0,0 1 0,0 0 0,0 0 0,1-1 0,-1 1 0,0 0 0,2-1 0,4-4 0,356-300 0,-194 170 0,567-520 0,-542 485 0,-62 57 0,-92 78 52,103-95 221,-107 94-1118,54-70 0,-70 79-5981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41.352"/>
    </inkml:context>
    <inkml:brush xml:id="br0">
      <inkml:brushProperty name="width" value="0.05" units="cm"/>
      <inkml:brushProperty name="height" value="0.05" units="cm"/>
      <inkml:brushProperty name="color" value="#66CC00"/>
    </inkml:brush>
  </inkml:definitions>
  <inkml:trace contextRef="#ctx0" brushRef="#br0">0 0 24575,'1'19'0,"4"0"0,0 0 0,1 0 0,1 0 0,1-1 0,12 20 0,-1 1 0,212 387 0,-111-217 0,-76-129 0,487 919 0,-449-840-682,121 175-1,-174-291-6143</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41.629"/>
    </inkml:context>
    <inkml:brush xml:id="br0">
      <inkml:brushProperty name="width" value="0.05" units="cm"/>
      <inkml:brushProperty name="height" value="0.05" units="cm"/>
      <inkml:brushProperty name="color" value="#66CC00"/>
    </inkml:brush>
  </inkml:definitions>
  <inkml:trace contextRef="#ctx0" brushRef="#br0">1 1 24575,'0'0'0,"0"5"0,5 11 0,7 19 0,10 27 0,18 33 0,21 41 0,20 46 0,17 42-1453,15 38 1453,10 33-2277,7 22 2277,8 21-2469,4 28 2469,-21-48-1992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4:44.286"/>
    </inkml:context>
    <inkml:brush xml:id="br0">
      <inkml:brushProperty name="width" value="0.05" units="cm"/>
      <inkml:brushProperty name="height" value="0.05" units="cm"/>
      <inkml:brushProperty name="color" value="#66CC00"/>
    </inkml:brush>
  </inkml:definitions>
  <inkml:trace contextRef="#ctx0" brushRef="#br0">1 2547 24575,'0'-20'0,"4"-81"-89,29-183 0,45-95-251,-73 354 319,296-1386-1443,-294 1376 1320,-5 20 107,1-1 0,0 1 0,1 0 1,12-27-1,-15 40 58,-1 1 0,1 0 0,0 0 0,0-1 0,-1 1 1,1 0-1,0 0 0,0 0 0,0 0 0,0 0 0,0 0 0,1 0 0,-1 0 0,0 0 0,0 1 1,0-1-1,1 0 0,-1 1 0,0-1 0,1 1 0,-1-1 0,3 1 0,-2 0 36,1 0-1,-1 0 1,1 0-1,-1 1 1,0-1-1,1 1 1,-1 0-1,0 0 1,0 0-1,1 0 1,-1 0-1,3 2 1,5 5 78,-1 0 0,1 0 1,-1 0-1,9 14 0,8 10-135,-2 1 0,-2 2 0,26 52 0,45 121 0,-19-18 87,-8 3 0,-9 2 0,-9 3 0,27 232 0,-70-390-87,-2 0 0,-2 42 0,-1-80 0,-1-1 0,1 1 0,0 0 0,-1 0 0,1-1 0,-1 1 0,0 0 0,0-1 0,1 1 0,-1-1 0,0 1 0,0-1 0,-1 1 0,1-1 0,0 1 0,0-1 0,-1 0 0,1 0 0,-1 0 0,1 0 0,-1 0 0,1 0 0,-1 0 0,1 0 0,-1-1 0,-3 2 0,-5 1 0,0-1 0,0 0 0,-18 1 0,17-2 0,-87 4 0,1-5 0,-112-13 0,120 7 0,-65-6 0,-164-32 0,299 41 0,-11-3 0,30 6 0,0 0 0,0 0 0,0 0 0,1 0 0,-1 0 0,0 0 0,0 0 0,0 0 0,0-1 0,0 1 0,0 0 0,0 0 0,0 0 0,0 0 0,0 0 0,0 0 0,0 0 0,0 0 0,0 0 0,1 0 0,-1 0 0,0 0 0,0 0 0,0 0 0,0 0 0,0-1 0,0 1 0,0 0 0,0 0 0,0 0 0,0 0 0,0 0 0,0 0 0,0 0 0,0 0 0,0 0 0,0 0 0,0 0 0,0-1 0,0 1 0,0 0 0,0 0 0,0 0 0,0 0 0,0 0 0,0 0 0,0 0 0,-1 0 0,1 0 0,0 0 0,0 0 0,0 0 0,0 0 0,0-1 0,0 1 0,0 0 0,0 0 0,0 0 0,0 0 0,0 0 0,0 0 0,0 0 0,0 0 0,-1 0 0,1 0 0,0 0 0,0 0 0,0 0 0,18-4 0,66-13 0,-1-4 0,0-3 0,-2-4 0,-1-4 0,-2-3 0,81-48 0,-49 16 0,-3-5 0,-3-5 0,130-125 0,-33-17 0,-155 165 0,-35 39 0,-9 12 0,1-1 0,-1 1 0,1 0 0,0-1 0,0 1 0,5-4 0,-8 7 0,1 0 0,0-1 0,0 1 0,-1 0 0,1-1 0,0 1 0,0 0 0,0 0 0,0 0 0,0 0 0,-1 0 0,1 0 0,0 0 0,0 0 0,0 0 0,0 0 0,0 0 0,-1 0 0,1 1 0,0-1 0,0 0 0,0 1 0,-1-1 0,1 0 0,0 1 0,0-1 0,-1 1 0,1-1 0,0 1 0,-1 0 0,1-1 0,-1 1 0,1 0 0,-1-1 0,1 1 0,0 1 0,9 15 0,0-1 0,-1 2 0,-1-1 0,-1 1 0,-1 0 0,6 22 0,4 12 0,359 882 0,-343-867 0,78 171 0,-108-233 0,5 14 0,-5-17 0,-3-9 0,-7-20 0,0 0 0,-17-34 0,5 14 0,-74-171 0,-18-44 0,61 120 0,-35-158 0,72 237 0,3 0 0,3 0 0,3-1 0,2 0 0,7-80 0,0 111 0,2 0 0,1 0 0,1 0 0,2 1 0,2 0 0,25-51 0,-16 45 0,1 1 0,2 1 0,2 1 0,54-56 0,-38 50 0,2 2 0,2 2 0,1 2 0,2 3 0,1 1 0,2 3 0,0 2 0,61-21 0,-71 32 0,1 1 0,1 3 0,0 1 0,0 2 0,1 3 0,0 1 0,0 2 0,51 5 0,-91-3 0,1 1 0,-1 0 0,0 0 0,0 0 0,0 1 0,0-1 0,-1 1 0,1 1 0,6 3 0,-9-4 0,1-1 0,-1 1 0,0 0 0,0 1 0,0-1 0,0 0 0,0 0 0,0 1 0,-1-1 0,1 1 0,-1 0 0,0-1 0,0 1 0,0 0 0,0 0 0,0 0 0,-1 0 0,1 3 0,0 7 0,-1 0 0,0 0 0,-1 0 0,-1 0 0,0 0 0,0 0 0,-2-1 0,-7 22 0,-52 99 0,-3-16 0,-82 110 0,-98 99 0,185-249 0,-11 13 0,-85 139 0,156-226 0,-1-1 0,1 0 0,0 1 0,-1-1 0,1 1 0,0-1 0,1 1 0,-1 0 0,0-1 0,1 1 0,0 0 0,-1 0 0,1-1 0,0 1 0,0 0 0,1 5 0,1-6 0,-1 0 0,0 1 0,0-1 0,1 0 0,-1 0 0,1 0 0,0 0 0,0 0 0,0 0 0,0 0 0,0 0 0,0-1 0,0 1 0,0-1 0,1 0 0,-1 0 0,4 2 0,16 5 0,0-2 0,1 0 0,0-1 0,0-1 0,42 2 0,-19-2 0,130 14 0,515 70 0,-584-69 0,0 6 0,-2 4 0,117 49 0,-38 15 0,-35-15 0,-130-67 154,-16-9-136,1 0-1,-1 0 1,1 0-1,0-1 1,-1 1-1,6 1 1,-8-3-89,1 0-1,-1 0 1,1 0-1,-1 0 1,0 0 0,1 0-1,-1-1 1,1 1-1,-1 0 1,0-1 0,1 1-1,-1-1 1,0 1-1,0-1 1,1 1 0,-1-1-1,0 0 1,0 0 0,0 0-1,0 0 1,0 0-1,1-1 1,8-9-6755</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16.692"/>
    </inkml:context>
    <inkml:brush xml:id="br0">
      <inkml:brushProperty name="width" value="0.05" units="cm"/>
      <inkml:brushProperty name="height" value="0.05" units="cm"/>
      <inkml:brushProperty name="color" value="#66CC00"/>
    </inkml:brush>
  </inkml:definitions>
  <inkml:trace contextRef="#ctx0" brushRef="#br0">122 1108 24575,'3'0'0,"0"1"0,-1-1 0,1 1 0,0-1 0,0 0 0,0 0 0,0 0 0,3-1 0,5 0 0,6 0 0,-1-1 0,0-1 0,0 0 0,-1-1 0,1-1 0,-1 0 0,0-1 0,0 0 0,0-2 0,23-15 0,7-8 0,74-68 0,-94 77 0,-2-1 0,0-1 0,30-43 0,-44 53 0,0 0 0,-2 0 0,0-1 0,0 0 0,-1 0 0,-1 0 0,-1-1 0,0 1 0,2-24 0,-4 1 0,-2 0 0,-2-1 0,-1 1 0,-2 0 0,-1 1 0,-2-1 0,-2 1 0,-2 1 0,-26-60 0,29 77 0,-2 0 0,0 0 0,-1 1 0,-1 1 0,0 0 0,-26-25 0,37 40 0,1 1 0,-1-1 0,0 1 0,0-1 0,0 1 0,0 0 0,0-1 0,0 1 0,0 0 0,0 1 0,0-1 0,-1 0 0,1 0 0,0 1 0,0 0 0,-1-1 0,1 1 0,-1 0 0,1 0 0,0 0 0,-1 0 0,1 1 0,0-1 0,0 1 0,-1-1 0,1 1 0,0 0 0,0 0 0,0 0 0,-1 0 0,1 0 0,0 1 0,1-1 0,-1 0 0,0 1 0,-3 2 0,-4 6 0,0 1 0,0 0 0,1 0 0,-13 24 0,20-32 0,-164 314 0,31 41 0,112-284 0,3 1 0,-17 151 0,34-199 0,1 0 0,1 0 0,1 1 0,2-1 0,0 0 0,2 0 0,10 33 0,-11-49 0,0 0 0,1 0 0,0 0 0,1 0 0,0-1 0,0 0 0,1 0 0,0-1 0,1 0 0,0 0 0,1-1 0,0 0 0,0 0 0,1-1 0,-1 0 0,2-1 0,-1 0 0,1-1 0,11 5 0,4-2 0,0-1 0,0-2 0,0 0 0,1-2 0,-1 0 0,1-2 0,37-4 0,186-32 0,-94 3 0,248-86 0,-357 98 309,-29 12-1146,32-10 0,-32 14-5989</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18.173"/>
    </inkml:context>
    <inkml:brush xml:id="br0">
      <inkml:brushProperty name="width" value="0.05" units="cm"/>
      <inkml:brushProperty name="height" value="0.05" units="cm"/>
      <inkml:brushProperty name="color" value="#66CC00"/>
    </inkml:brush>
  </inkml:definitions>
  <inkml:trace contextRef="#ctx0" brushRef="#br0">0 1173 24575,'34'2'0,"1"1"0,-1 1 0,-1 2 0,1 2 0,-1 1 0,47 18 0,-21-1 0,-1 2 0,80 51 0,-111-62 0,-1 1 0,-1 2 0,0 0 0,-2 1 0,0 2 0,-2 0 0,34 48 0,-51-65 0,0 0 0,-1 1 0,0-1 0,-1 1 0,1 0 0,-1 0 0,0 0 0,-1 0 0,0 0 0,0 0 0,0 0 0,-1 0 0,-1 11 0,0-8 0,-1-1 0,0 0 0,-1 0 0,0-1 0,0 1 0,-1 0 0,0-1 0,-1 0 0,-6 10 0,-6 2 0,0 0 0,0-1 0,-2-1 0,0-1 0,-2 0 0,-31 19 0,38-27 0,-113 68 0,113-70 0,0-1 0,0 0 0,-1 0 0,0-2 0,-1 0 0,1-1 0,-21 2 0,34-5 0,0 0 0,1 0 0,-1 0 0,0 0 0,0 0 0,1 0 0,-1-1 0,0 1 0,1-1 0,-1 1 0,1-1 0,-1 0 0,1 0 0,-1 1 0,1-1 0,-1 0 0,1 0 0,0 0 0,-1-1 0,1 1 0,0 0 0,0 0 0,0-1 0,0 1 0,0-1 0,0 1 0,0-1 0,1 1 0,-1-1 0,0 1 0,1-1 0,-1-2 0,-1-5 0,1 0 0,-1-1 0,2 1 0,0-17 0,0 22 0,2-18 0,0 0 0,1 0 0,2 0 0,0 1 0,1 0 0,1 0 0,14-28 0,4-1 0,54-79 0,-27 54 0,3 2 0,4 3 0,92-86 0,-106 116 0,1 1 0,3 3 0,0 2 0,3 2 0,0 2 0,62-25 0,-76 40 0,-1 2 0,2 2 0,65-11 0,-86 19 0,0 1 0,0 1 0,0 1 0,0 0 0,0 1 0,0 1 0,0 1 0,-1 1 0,1 0 0,24 10 0,-34-9 0,1-1 0,-1 1 0,0 1 0,0 0 0,-1 0 0,0 0 0,0 1 0,0 0 0,-1 0 0,0 1 0,-1 0 0,1 0 0,-1 0 0,-1 0 0,5 13 0,2 6 0,-2 1 0,-1 0 0,7 50 0,-8-26 0,-3 0 0,-3 0 0,-1 0 0,-3 0 0,-2 0 0,-21 91 0,3-54 0,-4-2 0,-3-1 0,-43 83 0,-79 89 0,150-255 0,123-168 0,333-467-98,-236 339-212,16-19 126,-10 48 184,-211 252 173,-8 10-13,-5 5 1,-103 178-38,-6 11-148,59-91 25,5 1 0,5 3 0,-36 141 0,63-190 0,-11 112 0,22-142 0,2 0 0,1 0 0,0 0 0,2 0 0,1-1 0,12 42 0,-14-60 0,1 1 0,0-1 0,0 0 0,0-1 0,1 1 0,5 7 0,-8-13 0,0 1 0,1-1 0,-1 1 0,1-1 0,-1 1 0,1-1 0,0 0 0,-1 0 0,1 0 0,0 0 0,0 0 0,0 0 0,0-1 0,0 1 0,0-1 0,0 1 0,0-1 0,0 0 0,0 0 0,0 0 0,0 0 0,0 0 0,0 0 0,0 0 0,0-1 0,4 0 0,4-3 0,1 0 0,-1-1 0,0 0 0,-1-1 0,1 0 0,-1-1 0,0 1 0,-1-2 0,0 1 0,14-17 0,0-3 0,-2 0 0,22-38 0,-9 4 0,-3-2 0,-2-1 0,-4-1 0,-2-1 0,22-113 0,-39 151 0,-2 1 0,-1-1 0,-2-44 0,-16-81 0,14 145 0,1 0 0,0 0 0,1-1 0,0 1 0,0 0 0,2-12 0,0 16 0,-1 0 0,0 0 0,1 1 0,0-1 0,-1 0 0,2 1 0,-1-1 0,0 1 0,1 0 0,-1-1 0,1 1 0,0 1 0,0-1 0,0 0 0,4-2 0,23-15 0,1 0 0,2 2 0,-1 2 0,2 1 0,43-13 0,-10 8 0,126-20 0,-112 28 0,95-1 0,-145 13 0,-1 1 0,0 1 0,0 1 0,-1 2 0,1 1 0,43 15 0,-60-16 0,-1 0 0,0 1 0,0 0 0,0 1 0,-1 1 0,0-1 0,-1 2 0,1-1 0,-2 1 0,1 1 0,-1 0 0,-1 0 0,0 1 0,0 0 0,-1 0 0,0 1 0,-1 0 0,-1 0 0,0 1 0,0-1 0,-1 1 0,3 23 0,-2-4 0,-2 2 0,-1-1 0,-1 0 0,-3 0 0,-6 44 0,-3-11 0,-33 106 0,17-93 0,-4-1 0,-3-1 0,-59 95 0,-154 205 0,189-294 0,49-69 0,0 1 0,-14 28 0,34-66 0,1 1 0,15-23 0,1 0 0,419-672-366,61 40 0,-18 162 366,-329 355 0,121-94-1243</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19.821"/>
    </inkml:context>
    <inkml:brush xml:id="br0">
      <inkml:brushProperty name="width" value="0.05" units="cm"/>
      <inkml:brushProperty name="height" value="0.05" units="cm"/>
      <inkml:brushProperty name="color" value="#66CC00"/>
    </inkml:brush>
  </inkml:definitions>
  <inkml:trace contextRef="#ctx0" brushRef="#br0">1 0 24519,'1751'905'0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2.819"/>
    </inkml:context>
    <inkml:brush xml:id="br0">
      <inkml:brushProperty name="width" value="0.05" units="cm"/>
      <inkml:brushProperty name="height" value="0.05" units="cm"/>
      <inkml:brushProperty name="color" value="#66CC00"/>
    </inkml:brush>
  </inkml:definitions>
  <inkml:trace contextRef="#ctx0" brushRef="#br0">352 933 24575,'8'-2'0,"1"1"0,-1 1 0,1-1 0,16 3 0,4 0 0,28-3 0,-1-3 0,0-2 0,0-2 0,0-2 0,-1-4 0,94-34 0,-108 30 0,-1-1 0,0-2 0,-1-1 0,-2-3 0,0-1 0,-2-1 0,-1-2 0,-1-2 0,31-37 0,-50 53 0,-2-1 0,0-1 0,-1 0 0,0 0 0,-2-1 0,14-36 0,-20 46 0,0-1 0,-1 1 0,-1-1 0,1 0 0,-1 1 0,-1-1 0,0 0 0,0 0 0,0 0 0,-1 1 0,-1-1 0,1 0 0,-2 1 0,1-1 0,-1 1 0,0 0 0,-1 0 0,-5-10 0,-2 1 0,-1 1 0,-1 1 0,0 0 0,0 0 0,-2 2 0,0-1 0,0 2 0,-1 0 0,-1 1 0,0 1 0,-1 0 0,-21-8 0,13 7 0,-1 2 0,0 1 0,-1 1 0,0 1 0,1 1 0,-2 2 0,1 1 0,-30 1 0,13 4 0,0 3 0,0 1 0,-75 22 0,53-7 0,-107 50 0,146-57 0,1 0 0,0 2 0,1 2 0,1 0 0,1 1 0,1 2 0,0 0 0,2 1 0,0 1 0,2 2 0,1-1 0,1 2 0,1 1 0,2 0 0,0 0 0,2 1 0,1 1 0,-7 35 0,9-28 0,2 1 0,1-1 0,2 1 0,2 1 0,1-1 0,3 0 0,0 0 0,3 0 0,1 0 0,2-1 0,1 1 0,2-2 0,2 0 0,27 57 0,-23-62 0,2 0 0,1-1 0,1 0 0,1-2 0,2-1 0,32 30 0,-34-39 0,0 0 0,1-1 0,0-2 0,2 0 0,0-2 0,0 0 0,1-2 0,41 12 0,-17-11 49,0-2 0,1-2 0,0-3-1,0-2 1,1-2 0,99-11 0,-66-2-476,0-5 0,-1-3 1,108-41-1,-141 42-6399</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3.350"/>
    </inkml:context>
    <inkml:brush xml:id="br0">
      <inkml:brushProperty name="width" value="0.05" units="cm"/>
      <inkml:brushProperty name="height" value="0.05" units="cm"/>
      <inkml:brushProperty name="color" value="#66CC00"/>
    </inkml:brush>
  </inkml:definitions>
  <inkml:trace contextRef="#ctx0" brushRef="#br0">328 1 24575,'-1'18'0,"-28"105"0,8-40 0,-75 400 0,-44 181 0,136-650 0,-9 37 0,-7 55 0,18-91 0,1-1 0,0 1 0,1-1 0,1 1 0,0-1 0,1 0 0,1 1 0,7 24 0,-8-34 0,1 1 0,-1-1 0,1-1 0,0 1 0,1 0 0,-1-1 0,1 0 0,0 0 0,0 0 0,0 0 0,1 0 0,-1-1 0,1 0 0,0 0 0,0 0 0,0-1 0,0 1 0,0-1 0,0 0 0,1-1 0,9 2 0,9 1 0,1-1 0,0-1 0,40-3 0,-50 1 0,39-3 0,0-2 0,-1-3 0,78-21 0,-53 6 0,124-55 0,-164 60-682,37-24-1,-35 16-6143</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3.677"/>
    </inkml:context>
    <inkml:brush xml:id="br0">
      <inkml:brushProperty name="width" value="0.05" units="cm"/>
      <inkml:brushProperty name="height" value="0.05" units="cm"/>
      <inkml:brushProperty name="color" value="#66CC00"/>
    </inkml:brush>
  </inkml:definitions>
  <inkml:trace contextRef="#ctx0" brushRef="#br0">0 90 24575,'4'0'0,"300"-13"0,-92-17 290,140-14-1945,-303 41-5171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8.351"/>
    </inkml:context>
    <inkml:brush xml:id="br0">
      <inkml:brushProperty name="width" value="0.05" units="cm"/>
      <inkml:brushProperty name="height" value="0.05" units="cm"/>
      <inkml:brushProperty name="color" value="#66CC00"/>
    </inkml:brush>
  </inkml:definitions>
  <inkml:trace contextRef="#ctx0" brushRef="#br0">68 1519 24575,'2'-1'0,"0"1"0,-1 0 0,1-1 0,0 0 0,0 1 0,0-1 0,0 0 0,0 0 0,-1 0 0,3-1 0,3-2 0,67-34 0,121-84 0,-125 73 0,-1-4 0,-3-2 0,-3-3 0,73-84 0,-99 96 0,-1-1 0,-3-2 0,-1-1 0,-3-2 0,-2-1 0,-3-1 0,22-67 0,-29 64 0,14-77 0,-28 118 0,-1-1 0,0 0 0,-2 0 0,0 1 0,0-1 0,-2 0 0,0 0 0,-1 1 0,-8-27 0,8 35 0,0 1 0,-1-1 0,0 1 0,0 0 0,-1 0 0,0 0 0,0 1 0,0-1 0,-1 1 0,0 0 0,0 1 0,-10-8 0,7 8 0,0 0 0,0 0 0,-1 1 0,1 0 0,-1 1 0,0 0 0,0 0 0,0 1 0,-11-1 0,0 2 0,-1 1 0,1 0 0,0 2 0,0 0 0,-1 1 0,2 2 0,-1 0 0,0 1 0,-22 10 0,-4 5 0,2 1 0,1 3 0,1 1 0,1 2 0,1 2 0,1 2 0,2 1 0,-38 45 0,49-48 0,2 1 0,2 1 0,1 2 0,1 0 0,2 1 0,1 1 0,2 0 0,2 2 0,1 0 0,-15 73 0,20-54 0,3 0 0,2 0 0,2 0 0,14 108 0,-1-91 0,3-1 0,3 0 0,36 89 0,-41-128 0,1-1 0,2 0 0,1-1 0,2-1 0,1-1 0,40 46 0,-47-61 0,1-2 0,1 1 0,0-1 0,1-1 0,0-1 0,1-1 0,0 0 0,1-1 0,0 0 0,0-2 0,1 0 0,0-1 0,33 6 0,-19-9 67,-1 0-1,1-2 1,58-6-1,97-24-189,-25 3-1385,-141 24-5318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8.787"/>
    </inkml:context>
    <inkml:brush xml:id="br0">
      <inkml:brushProperty name="width" value="0.05" units="cm"/>
      <inkml:brushProperty name="height" value="0.05" units="cm"/>
      <inkml:brushProperty name="color" value="#66CC00"/>
    </inkml:brush>
  </inkml:definitions>
  <inkml:trace contextRef="#ctx0" brushRef="#br0">149 0 24575,'0'7'0,"-17"244"0,-20 1 0,13-100 0,2-16-1103,-26 264-4578,48-391 5626,0 0 0,0 0 0,1 1 0,0-1 0,1 0 0,0 0 0,0 0 0,5 12 0,-5-17 166,-1-1 1,1 0-1,0 0 0,0 0 1,0 0-1,1 0 0,-1 0 0,1-1 1,0 1-1,-1-1 0,1 0 1,6 4-1,-6-4 411,1-1 1,0 1-1,0-1 1,-1 0-1,1 0 0,0 0 1,1 0-1,3 0 1,2-1-401,0 0 1,0-1 0,1 0-1,-1 0 1,0-1 0,-1-1-1,1 1 1,0-2 0,-1 1-1,14-8 1,4-4-911,50-38 0,-76 53 780,29-23-6818</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8.971"/>
    </inkml:context>
    <inkml:brush xml:id="br0">
      <inkml:brushProperty name="width" value="0.05" units="cm"/>
      <inkml:brushProperty name="height" value="0.05" units="cm"/>
      <inkml:brushProperty name="color" value="#66CC00"/>
    </inkml:brush>
  </inkml:definitions>
  <inkml:trace contextRef="#ctx0" brushRef="#br0">1 217 24575,'0'0'0,"5"0"0,6 0 0,7-5 0,5-2 0,9 0 0,3-3 0,7 0 0,10-3 0,6-5 0,9 2 0,7-3 0,7-2 0,-2-3 0,-3-2 0,-10 3 0,-17 6-8191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9.177"/>
    </inkml:context>
    <inkml:brush xml:id="br0">
      <inkml:brushProperty name="width" value="0.05" units="cm"/>
      <inkml:brushProperty name="height" value="0.05" units="cm"/>
      <inkml:brushProperty name="color" value="#66CC00"/>
    </inkml:brush>
  </inkml:definitions>
  <inkml:trace contextRef="#ctx0" brushRef="#br0">1 92 24575,'0'0'0,"5"0"0,6-5 0,7-2 0,5-4 0,8-6 0,10 1 0,1-3 0,-5 3-8191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29.395"/>
    </inkml:context>
    <inkml:brush xml:id="br0">
      <inkml:brushProperty name="width" value="0.05" units="cm"/>
      <inkml:brushProperty name="height" value="0.05" units="cm"/>
      <inkml:brushProperty name="color" value="#66CC00"/>
    </inkml:brush>
  </inkml:definitions>
  <inkml:trace contextRef="#ctx0" brushRef="#br0">236 0 24575,'-3'2'0,"0"1"0,0-1 0,0 0 0,1 1 0,-1-1 0,1 1 0,0 0 0,-1 0 0,1 0 0,1 0 0,-1 0 0,0 0 0,-1 6 0,-16 51 0,14-43 0,-30 144 0,17-66 0,-13 58 0,-25 105 0,44-210-682,-11 80-1,20-98-6143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0.548"/>
    </inkml:context>
    <inkml:brush xml:id="br0">
      <inkml:brushProperty name="width" value="0.05" units="cm"/>
      <inkml:brushProperty name="height" value="0.05" units="cm"/>
      <inkml:brushProperty name="color" value="#66CC00"/>
    </inkml:brush>
  </inkml:definitions>
  <inkml:trace contextRef="#ctx0" brushRef="#br0">1 1305 24575,'2'0'0,"0"1"0,0-1 0,1 1 0,-1-1 0,0 1 0,0 0 0,0 0 0,3 2 0,15 6 0,-10-7 0,1 0 0,0-1 0,0-1 0,0 0 0,0 0 0,0-1 0,0 0 0,11-3 0,9-3 0,46-18 0,-15 0 0,-1-3 0,-1-2 0,-2-3 0,-1-3 0,-2-2 0,-1-2 0,79-78 0,-52 34 0,-4-3 0,-3-4 0,95-156 0,-139 199 0,-2-3 0,-2 0 0,19-58 0,-42 103 0,-1 0 0,0-1 0,-1 1 0,0-1 0,0 1 0,0-1 0,-1 0 0,0 1 0,0-1 0,0 0 0,-2-8 0,0 11 0,1 0 0,0 1 0,-1-1 0,0 0 0,0 1 0,0-1 0,0 1 0,-1 0 0,1 0 0,-1 0 0,0 0 0,0 0 0,0 1 0,0-1 0,0 1 0,-1 0 0,1 0 0,-1 0 0,-7-3 0,-4 0 0,0 0 0,0 1 0,-1 1 0,0 0 0,0 1 0,1 1 0,-1 1 0,0 0 0,0 1 0,-23 4 0,1 2 0,1 2 0,0 1 0,-45 20 0,16-1 0,1 3 0,1 4 0,2 1 0,2 4 0,1 2 0,2 3 0,-50 53 0,66-57 0,2 2 0,1 1 0,3 2 0,-48 86 0,68-105 0,1 0 0,2 1 0,1 1 0,1 0 0,2 0 0,1 1 0,1 0 0,1 1 0,2-1 0,2 44 0,3-45 0,1 0 0,1 0 0,2-1 0,1 0 0,2 0 0,0-1 0,2 0 0,1 0 0,1-1 0,1-1 0,2 0 0,1-1 0,0-1 0,2-1 0,1 0 0,43 38 0,-30-33 0,1-1 0,2-1 0,1-3 0,61 31 0,-69-41 0,-1-2 0,2-1 0,-1-1 0,1-2 0,1-1 0,-1-1 0,42 1 0,114-8-1365,-160 1-5461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1.049"/>
    </inkml:context>
    <inkml:brush xml:id="br0">
      <inkml:brushProperty name="width" value="0.05" units="cm"/>
      <inkml:brushProperty name="height" value="0.05" units="cm"/>
      <inkml:brushProperty name="color" value="#66CC00"/>
    </inkml:brush>
  </inkml:definitions>
  <inkml:trace contextRef="#ctx0" brushRef="#br0">556 1 24575,'-23'13'0,"14"-5"0,1 0 0,1 0 0,-1 1 0,1 0 0,1 1 0,0-1 0,-9 21 0,-27 80 0,29-73 0,-49 137 0,-171 527 0,126-207 0,103-472 0,1 0 0,1 1 0,2 29 0,0-45 0,1 1 0,0-1 0,1 0 0,0 0 0,0 0 0,0 0 0,1 0 0,0 0 0,0-1 0,1 1 0,0-1 0,0 0 0,0 0 0,6 5 0,2 0 0,0 0 0,1-1 0,1 0 0,-1-1 0,2 0 0,-1-1 0,1-1 0,0-1 0,1 0 0,-1 0 0,1-2 0,0 0 0,22 2 0,-11-3 0,0-1 0,0-1 0,1-1 0,-1-2 0,0-1 0,0 0 0,35-11 0,-38 7-136,-1-2-1,-1 0 1,1-2-1,-2 0 1,0-1-1,0-2 1,-1 0-1,0-1 0,24-24 1,-26 19-6690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1.301"/>
    </inkml:context>
    <inkml:brush xml:id="br0">
      <inkml:brushProperty name="width" value="0.05" units="cm"/>
      <inkml:brushProperty name="height" value="0.05" units="cm"/>
      <inkml:brushProperty name="color" value="#66CC00"/>
    </inkml:brush>
  </inkml:definitions>
  <inkml:trace contextRef="#ctx0" brushRef="#br0">0 290 24575,'3'-2'0,"0"0"0,0 0 0,0 0 0,-1-1 0,1 1 0,4-6 0,10-10 0,21-7 0,1 1 0,1 2 0,0 2 0,70-23 0,-11 10-455,2 5 0,140-20 0,-190 41-6371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1.574"/>
    </inkml:context>
    <inkml:brush xml:id="br0">
      <inkml:brushProperty name="width" value="0.05" units="cm"/>
      <inkml:brushProperty name="height" value="0.05" units="cm"/>
      <inkml:brushProperty name="color" value="#66CC00"/>
    </inkml:brush>
  </inkml:definitions>
  <inkml:trace contextRef="#ctx0" brushRef="#br0">1 117 24575,'0'0'0,"5"-5"0,6-2 0,7 1 0,5-4 0,4 0 0,2 1 0,1-2 0,5 0 0,2-2 0,0-5 0,-7 1-8191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2.133"/>
    </inkml:context>
    <inkml:brush xml:id="br0">
      <inkml:brushProperty name="width" value="0.05" units="cm"/>
      <inkml:brushProperty name="height" value="0.05" units="cm"/>
      <inkml:brushProperty name="color" value="#66CC00"/>
    </inkml:brush>
  </inkml:definitions>
  <inkml:trace contextRef="#ctx0" brushRef="#br0">0 58 24575,'2'0'0,"1"-1"0,-1 1 0,0-1 0,0 0 0,0 0 0,0 0 0,0 0 0,4-2 0,11-5 0,15-2 0,1 1 0,0 2 0,0 1 0,1 2 0,-1 1 0,1 2 0,49 4 0,-56 0 0,0 1 0,0 1 0,-1 1 0,50 20 0,-68-23 0,0 1 0,0 0 0,0 1 0,-1 0 0,1 0 0,-1 1 0,-1 0 0,1 0 0,-1 0 0,0 1 0,0 0 0,-1 0 0,1 0 0,-2 1 0,1 0 0,-1 0 0,0 0 0,4 15 0,-3 0 0,-1 0 0,-1 0 0,0 0 0,-2 1 0,-1-1 0,-1 1 0,-5 28 0,-6 19 0,-22 70 0,-2-21 0,-61 140 0,-73 108 0,30-68 0,134-286 0,1-4 0,0 0 0,1-1 0,1 1 0,-1 1 0,2-1 0,-1 0 0,0 14 0,3-24 0,0 1 0,0 0 0,0 0 0,0 0 0,0-1 0,0 1 0,0 0 0,0 0 0,0 0 0,0-1 0,1 1 0,-1 0 0,0 0 0,1-1 0,-1 1 0,1 0 0,-1-1 0,1 1 0,-1 0 0,1-1 0,-1 1 0,1-1 0,-1 1 0,1 0 0,0-1 0,-1 0 0,1 1 0,0-1 0,0 1 0,-1-1 0,1 0 0,0 0 0,0 1 0,-1-1 0,1 0 0,0 0 0,0 0 0,0 0 0,-1 0 0,1 0 0,0 0 0,0 0 0,1 0 0,4-2 0,0 1 0,0-1 0,-1 0 0,10-4 0,-9 3 0,250-95 0,-194 79 0,0 3 0,82-10 0,-91 21 0,1 2 0,0 3 0,0 2 0,98 18 0,-105-14-455,0-2 0,71-2 0,-104-2-6371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5.160"/>
    </inkml:context>
    <inkml:brush xml:id="br0">
      <inkml:brushProperty name="width" value="0.05" units="cm"/>
      <inkml:brushProperty name="height" value="0.05" units="cm"/>
      <inkml:brushProperty name="color" value="#66CC00"/>
    </inkml:brush>
  </inkml:definitions>
  <inkml:trace contextRef="#ctx0" brushRef="#br0">1 149 24575,'440'-23'0,"-4"-28"0,-398 46 0,114-16 0,16-2 0,184-3 0,-66 29-1365,-258-3-5461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5.478"/>
    </inkml:context>
    <inkml:brush xml:id="br0">
      <inkml:brushProperty name="width" value="0.05" units="cm"/>
      <inkml:brushProperty name="height" value="0.05" units="cm"/>
      <inkml:brushProperty name="color" value="#66CC00"/>
    </inkml:brush>
  </inkml:definitions>
  <inkml:trace contextRef="#ctx0" brushRef="#br0">794 1 24575,'-1'1'0,"0"0"0,0 0 0,0 0 0,0 0 0,0 0 0,1 0 0,-1 0 0,0 0 0,1 0 0,-1 0 0,0 0 0,0 2 0,0 0 0,-38 85 0,-42 136 0,42-107 0,-304 802 0,257-703 0,-72 277 0,147-442-341,1 1 0,3 1-1,-1 55 1,8-64-6485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5.853"/>
    </inkml:context>
    <inkml:brush xml:id="br0">
      <inkml:brushProperty name="width" value="0.05" units="cm"/>
      <inkml:brushProperty name="height" value="0.05" units="cm"/>
      <inkml:brushProperty name="color" value="#66CC00"/>
    </inkml:brush>
  </inkml:definitions>
  <inkml:trace contextRef="#ctx0" brushRef="#br0">270 1 24575,'-13'19'0,"2"10"0,1 2 0,2-1 0,-7 49 0,3-20 0,-121 714 0,70 10 0,61-721 0,-1 7 0,3 0 0,10 81 0,-8-139 0,0-1 0,1 1 0,0 0 0,0-1 0,1 0 0,0 0 0,1 0 0,8 13 0,-8-17 0,-1-1 0,1 0 0,-1 1 0,2-1 0,-1-1 0,0 1 0,1-1 0,0 0 0,0 0 0,0-1 0,0 0 0,1 0 0,12 4 0,-1-3 27,-1 0-1,1-2 0,0 0 0,0-1 1,0 0-1,0-2 0,0 0 0,0-1 1,0-1-1,0-1 0,-1 0 0,24-9 1,3-5-454,0-2 0,-1-1 1,54-37-1,-39 20-6399</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6.174"/>
    </inkml:context>
    <inkml:brush xml:id="br0">
      <inkml:brushProperty name="width" value="0.05" units="cm"/>
      <inkml:brushProperty name="height" value="0.05" units="cm"/>
      <inkml:brushProperty name="color" value="#66CC00"/>
    </inkml:brush>
  </inkml:definitions>
  <inkml:trace contextRef="#ctx0" brushRef="#br0">0 326 24575,'2'0'0,"-1"1"0,0-1 0,1 0 0,-1 0 0,0 0 0,1 1 0,-1-2 0,0 1 0,1 0 0,-1 0 0,0 0 0,2-1 0,2 0 0,112-16 0,115-33 0,-41 7 0,408-103 0,-530 126-455,1 4 0,126-14 0,-154 27-6371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6.476"/>
    </inkml:context>
    <inkml:brush xml:id="br0">
      <inkml:brushProperty name="width" value="0.05" units="cm"/>
      <inkml:brushProperty name="height" value="0.05" units="cm"/>
      <inkml:brushProperty name="color" value="#66CC00"/>
    </inkml:brush>
  </inkml:definitions>
  <inkml:trace contextRef="#ctx0" brushRef="#br0">0 30 24575,'1'1'0,"0"1"0,0-1 0,0 0 0,0 0 0,1 0 0,-1-1 0,0 1 0,1 0 0,-1 0 0,0-1 0,1 1 0,2 0 0,19 7 0,1-1 0,0-1 0,1 0 0,-1-2 0,1-2 0,0 0 0,46-3 0,317-54 0,-342 47 0,19-2-1365,-45 8-5461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6.787"/>
    </inkml:context>
    <inkml:brush xml:id="br0">
      <inkml:brushProperty name="width" value="0.05" units="cm"/>
      <inkml:brushProperty name="height" value="0.05" units="cm"/>
      <inkml:brushProperty name="color" value="#66CC00"/>
    </inkml:brush>
  </inkml:definitions>
  <inkml:trace contextRef="#ctx0" brushRef="#br0">1 207 24575,'24'-1'0,"-23"1"0,181-43 0,-68 13 0,56-7 0,146-35 0,-289 65-227,1 1-1,0 2 1,0 0-1,0 2 1,29 2-1,-45 1-6598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7.379"/>
    </inkml:context>
    <inkml:brush xml:id="br0">
      <inkml:brushProperty name="width" value="0.05" units="cm"/>
      <inkml:brushProperty name="height" value="0.05" units="cm"/>
      <inkml:brushProperty name="color" value="#66CC00"/>
    </inkml:brush>
  </inkml:definitions>
  <inkml:trace contextRef="#ctx0" brushRef="#br0">1615 62 24575,'-1'-2'0,"1"1"0,0-1 0,-1 0 0,0 0 0,1 0 0,-1 0 0,0 1 0,0-1 0,0 0 0,0 1 0,0-1 0,0 1 0,0-1 0,0 1 0,-1-1 0,1 1 0,-1 0 0,1 0 0,-1 0 0,-1-1 0,-2-1 0,0 0 0,1 0 0,-1 1 0,0 0 0,-11-3 0,-7 1 0,0 1 0,0 0 0,0 2 0,-38 3 0,22 1 0,1 3 0,-39 10 0,45-7 0,1 2 0,0 1 0,1 2 0,1 0 0,0 3 0,1 0 0,-37 30 0,5 3 0,-106 116 0,86-73-71,4 2-1,5 4 1,3 4-1,6 1 1,4 4-1,4 2 1,6 2-1,-37 126 1,46-102 71,6 0 0,-22 206 0,45-236 0,6 0 0,3 0 0,27 202 0,-17-253 0,2-1 0,3 1 0,2-2 0,2 0 0,34 67 0,-42-103 0,0 1 0,2-1 0,0-1 0,1 0 0,0-1 0,2-1 0,-1 0 0,2 0 0,33 21 0,-22-19 0,0-2 0,0-1 0,1-1 0,1-1 0,0-2 0,31 6 0,-7-3 21,1-2 1,0-2-1,1-3 0,87-3 1,-130-2-10,41-4-433,58-10 1,-71 4-6406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7.788"/>
    </inkml:context>
    <inkml:brush xml:id="br0">
      <inkml:brushProperty name="width" value="0.05" units="cm"/>
      <inkml:brushProperty name="height" value="0.05" units="cm"/>
      <inkml:brushProperty name="color" value="#66CC00"/>
    </inkml:brush>
  </inkml:definitions>
  <inkml:trace contextRef="#ctx0" brushRef="#br0">1 489 24575,'0'-1'0,"0"0"0,0 0 0,0 0 0,1 0 0,-1 0 0,0 0 0,1 0 0,-1 1 0,1-1 0,-1 0 0,1 0 0,-1 0 0,1 1 0,0-1 0,-1 0 0,1 1 0,0-1 0,0 0 0,-1 1 0,1-1 0,0 1 0,0-1 0,0 1 0,0 0 0,0-1 0,-1 1 0,3-1 0,29-4 0,-30 4 0,190-24 0,-2-8 0,-1-9 0,262-93 0,-282 70 0,63-21 0,-174 68 0,0 3 0,66-9 0,-55 11-1365,-43 7-5461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8.143"/>
    </inkml:context>
    <inkml:brush xml:id="br0">
      <inkml:brushProperty name="width" value="0.05" units="cm"/>
      <inkml:brushProperty name="height" value="0.05" units="cm"/>
      <inkml:brushProperty name="color" value="#66CC00"/>
    </inkml:brush>
  </inkml:definitions>
  <inkml:trace contextRef="#ctx0" brushRef="#br0">412 1 24575,'0'4'0,"-1"1"0,0 0 0,0-1 0,0 1 0,0-1 0,-3 6 0,-5 19 0,-145 678 0,61-234 0,-17 81 0,97-489-455,3 0 0,-3 120 0,13-149-6371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8.954"/>
    </inkml:context>
    <inkml:brush xml:id="br0">
      <inkml:brushProperty name="width" value="0.05" units="cm"/>
      <inkml:brushProperty name="height" value="0.05" units="cm"/>
      <inkml:brushProperty name="color" value="#66CC00"/>
    </inkml:brush>
  </inkml:definitions>
  <inkml:trace contextRef="#ctx0" brushRef="#br0">1 1662 24575,'18'0'0,"-1"-1"0,-1 0 0,1-2 0,0 0 0,-1 0 0,28-11 0,79-39 0,-83 34 0,41-20 0,-1-3 0,-2-4 0,-2-3 0,106-90 0,-133 95 0,-1-2 0,-3-2 0,-1-2 0,-3-1 0,-3-3 0,63-113 0,-67 98 0,-2-2 0,-4-2 0,-2 0 0,15-82 0,-34 119 0,-2 0 0,-1 0 0,-2 0 0,-4-47 0,2 77 0,-1 1 0,0 0 0,0 0 0,0 0 0,-1 0 0,0 0 0,0 0 0,0 0 0,0 0 0,-1 1 0,0-1 0,0 1 0,0-1 0,-1 1 0,1 1 0,-1-1 0,0 0 0,0 1 0,0 0 0,0-1 0,-1 2 0,1-1 0,-1 0 0,0 1 0,0 0 0,0 0 0,0 1 0,-5-2 0,-5 0 0,0 1 0,0 0 0,0 1 0,-1 0 0,1 1 0,0 1 0,0 0 0,-26 7 0,8 1 0,0 1 0,1 2 0,0 1 0,1 1 0,-46 30 0,22-7 0,-98 85 0,101-73 0,2 3 0,2 2 0,3 1 0,2 3 0,3 2 0,3 1 0,-37 82 0,42-70 0,3 1 0,4 1 0,2 1 0,5 1 0,2 1 0,-7 109 0,20-136 0,3 1 0,2 0 0,2-1 0,2 0 0,14 55 0,-9-67 0,1 1 0,2-2 0,1 0 0,3 0 0,1-2 0,42 63 0,-39-71 0,0 0 0,2-1 0,1-2 0,1 0 0,1-2 0,2-1 0,0-1 0,1-1 0,0-2 0,2-1 0,47 18 0,134 39 0,69 30 0,-271-99-195,-2 0 0,1 1 0,-1 0 0,0 0 0,0 1 0,16 16 0,-7-2-6631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9.412"/>
    </inkml:context>
    <inkml:brush xml:id="br0">
      <inkml:brushProperty name="width" value="0.05" units="cm"/>
      <inkml:brushProperty name="height" value="0.05" units="cm"/>
      <inkml:brushProperty name="color" value="#66CC00"/>
    </inkml:brush>
  </inkml:definitions>
  <inkml:trace contextRef="#ctx0" brushRef="#br0">488 1 24575,'-1'13'0,"-1"1"0,-1-1 0,0 1 0,-1-1 0,0 0 0,-1 0 0,-8 16 0,-10 25 0,-67 219 0,-30 84 0,64-207 0,-79 242 0,126-350 0,1 0 0,2 1 0,2-1 0,2 1 0,2 0 0,2-1 0,1 1 0,2-1 0,3 1 0,1-2 0,1 1 0,3-1 0,2-1 0,1 0 0,1-2 0,3 0 0,28 41 0,-35-59 0,1-1 0,1-1 0,0 0 0,1-1 0,1-1 0,1 0 0,1-1 0,0-1 0,0-1 0,2-1 0,-1-1 0,1 0 0,1-2 0,0 0 0,0-2 0,1 0 0,0-1 0,0-2 0,0 0 0,33 0 0,-25-3 0,0-1 0,0-1 0,-1-2 0,1-1 0,-1-2 0,0-1 0,0-1 0,-1-1 0,0-2 0,-1-1 0,0-1 0,-1-1 0,31-21 0,3-9-682,75-67-1,-105 82-6143</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39.724"/>
    </inkml:context>
    <inkml:brush xml:id="br0">
      <inkml:brushProperty name="width" value="0.05" units="cm"/>
      <inkml:brushProperty name="height" value="0.05" units="cm"/>
      <inkml:brushProperty name="color" value="#66CC00"/>
    </inkml:brush>
  </inkml:definitions>
  <inkml:trace contextRef="#ctx0" brushRef="#br0">1 292 24575,'0'-4'0,"0"0"0,0 0 0,1-1 0,0 1 0,0 0 0,0 0 0,0 1 0,1-1 0,-1 0 0,1 0 0,0 0 0,0 1 0,3-4 0,0 2 0,0-1 0,0 1 0,0 0 0,0 0 0,1 1 0,12-7 0,4-1 0,1 2 0,0 0 0,32-8 0,-45 15 0,76-21 0,177-25 0,93 17 0,-271 26 0,66-14-129,-110 13-1107,-28 5-5590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0.448"/>
    </inkml:context>
    <inkml:brush xml:id="br0">
      <inkml:brushProperty name="width" value="0.05" units="cm"/>
      <inkml:brushProperty name="height" value="0.05" units="cm"/>
      <inkml:brushProperty name="color" value="#66CC00"/>
    </inkml:brush>
  </inkml:definitions>
  <inkml:trace contextRef="#ctx0" brushRef="#br0">1 48 24575,'7'-1'0,"1"0"0,0 0 0,0 0 0,10-5 0,17-2 0,58-2 0,179 6 0,-165 5 0,802 0 0,-898-1-227,-1-1-1,1 0 1,-1 0-1,0-1 1,12-4-1,-4 0-6598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0.770"/>
    </inkml:context>
    <inkml:brush xml:id="br0">
      <inkml:brushProperty name="width" value="0.05" units="cm"/>
      <inkml:brushProperty name="height" value="0.05" units="cm"/>
      <inkml:brushProperty name="color" value="#66CC00"/>
    </inkml:brush>
  </inkml:definitions>
  <inkml:trace contextRef="#ctx0" brushRef="#br0">179 1 24575,'-1'1'0,"-1"-1"0,1 1 0,0 0 0,0 0 0,0 0 0,0 1 0,0-1 0,0 0 0,0 0 0,0 0 0,0 1 0,0-1 0,1 0 0,-1 1 0,1-1 0,-2 4 0,-3 28 0,3-18 0,-28 259 0,7-54 0,-54 412 0,61-473 0,8 0 0,21 293 0,-11-432 0,12 109 0,-10-105 0,1 0 0,1-1 0,11 28 0,-2-21-1365,0-8-5461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1.951"/>
    </inkml:context>
    <inkml:brush xml:id="br0">
      <inkml:brushProperty name="width" value="0.05" units="cm"/>
      <inkml:brushProperty name="height" value="0.05" units="cm"/>
      <inkml:brushProperty name="color" value="#66CC00"/>
    </inkml:brush>
  </inkml:definitions>
  <inkml:trace contextRef="#ctx0" brushRef="#br0">1720 33 24575,'-23'-1'0,"-8"-9"0,-11-2 0,-17 6 0,0 3 0,-69 5 0,78 1 0,0 3 0,0 3 0,1 1 0,0 2 0,0 3 0,2 2 0,-58 28 0,38-11 0,1 4 0,3 2 0,1 2 0,-68 62 0,84-60 0,1 1 0,3 3 0,2 1 0,2 2 0,2 2 0,3 1 0,2 2 0,-44 108 0,41-71 0,4 2 0,5 0 0,3 2 0,-17 194 0,34-192 0,13 178 0,0-202 0,4 0 0,41 141 0,-37-168 0,2-2 0,33 62 0,-39-86 0,0-2 0,2 1 0,0-2 0,2 0 0,0 0 0,35 30 0,-39-41 0,-1-1 0,1 0 0,0 0 0,0-1 0,0-1 0,1 0 0,0-1 0,0 0 0,1-1 0,-1-1 0,0 0 0,1-1 0,26 0 0,-4-3 0,1-2 0,-1-2 0,70-19 0,-37 3-40,-2-3 0,0-4 0,-2-1 0,-1-4 0,-1-3-1,-2-2 1,77-65 0,-41 19-40,-4-5 0,-4-3-1,100-135 1,106-187 80,-222 298 0,96-212 0,-159 304-5,-1 0 0,0-1 0,-2 0 0,-2 0 0,0-1 0,-1 0 0,-2 0 0,-1 0-1,-1 0 1,-5-42 0,1 46 4,0 0-1,-2 0 1,0 1 0,-2 0-1,-1 1 1,0 0-1,-1 0 1,-2 0 0,0 2-1,-1-1 1,-1 2-1,-24-26 1,11 19 1,0 1 0,-2 1 0,0 2 0,-2 1 0,0 1 0,-1 2 0,-1 1 0,-1 2 0,0 1 0,-53-12 0,9 8 0,-1 3 0,0 3 0,-136 0 0,171 11 0,-1 2 0,0 1 0,1 3 0,0 1 0,0 2 0,1 2 0,0 3 0,1 0 0,1 3 0,0 2 0,-49 30 0,-24 28 0,-111 97 0,206-158 0,1 0 0,1 2 0,1 0 0,1 0 0,-23 36 0,28-37 0,1 0 0,1 1 0,1 0 0,1 0 0,0 0 0,1 1 0,-4 30 0,7-26 0,0 0 0,1 0 0,1 0 0,1 0 0,1 0 0,8 32 0,-7-41 0,2 1 0,0-1 0,1-1 0,0 1 0,1-1 0,0 0 0,1 0 0,1-1 0,0 0 0,20 21 0,-5-11 7,2 0 1,0-1-1,1-2 1,1-1-1,1-1 1,35 15-1,-23-15-29,2-1-1,0-3 1,85 16-1,-46-18 17,107 1-1,86-15 292,-96 1 184,-165 3-466,-1 1-1,1 0 0,-1 1 0,1 1 0,-1 0 0,25 13 0,16 4-4,-14-9-1363,-3-2-5461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2.285"/>
    </inkml:context>
    <inkml:brush xml:id="br0">
      <inkml:brushProperty name="width" value="0.05" units="cm"/>
      <inkml:brushProperty name="height" value="0.05" units="cm"/>
      <inkml:brushProperty name="color" value="#66CC00"/>
    </inkml:brush>
  </inkml:definitions>
  <inkml:trace contextRef="#ctx0" brushRef="#br0">470 1 24575,'-5'17'0,"-45"96"0,-9 23 0,-64 242 0,37-103 0,-1 12 0,66-198 0,-13 116 0,29-97-1365,5-88-5461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2.888"/>
    </inkml:context>
    <inkml:brush xml:id="br0">
      <inkml:brushProperty name="width" value="0.05" units="cm"/>
      <inkml:brushProperty name="height" value="0.05" units="cm"/>
      <inkml:brushProperty name="color" value="#66CC00"/>
    </inkml:brush>
  </inkml:definitions>
  <inkml:trace contextRef="#ctx0" brushRef="#br0">60 873 24575,'0'17'0,"0"10"0,5 39 0,-3-56 0,0 0 0,0 0 0,1 0 0,1 0 0,0 0 0,9 17 0,-11-24 0,1 1 0,0-1 0,0 0 0,0 0 0,1 0 0,-1 0 0,1-1 0,0 1 0,-1-1 0,1 0 0,0 0 0,0 0 0,1-1 0,-1 1 0,0-1 0,0 0 0,1 0 0,-1-1 0,1 1 0,-1-1 0,0 0 0,6 0 0,7-1 0,0-1 0,0 0 0,-1-1 0,24-7 0,-8-1 0,1-2 0,-2 0 0,0-3 0,-1 0 0,0-2 0,-2-1 0,0-1 0,-1-2 0,-1 0 0,-1-2 0,38-47 0,-33 33 0,-3-1 0,-1-2 0,-2 0 0,-2-2 0,-2 0 0,-2-1 0,24-90 0,-36 113 0,-2 0 0,0 0 0,-2 0 0,0 0 0,-2 0 0,0 0 0,-1-1 0,-5-26 0,4 39 0,0-1 0,-1 1 0,0 0 0,-1 0 0,0 0 0,0 1 0,-1-1 0,0 1 0,0 0 0,-1 0 0,0 1 0,0-1 0,-1 2 0,0-1 0,0 1 0,-1 0 0,0 0 0,0 1 0,0 0 0,-14-6 0,7 5 0,1 1 0,-1 1 0,0 1 0,-1 0 0,1 1 0,0 0 0,-1 1 0,1 1 0,-1 1 0,-29 4 0,26-2 0,1 1 0,0 1 0,1 1 0,-1 0 0,1 1 0,0 1 0,1 1 0,0 0 0,-15 12 0,12-6 0,1 2 0,1 0 0,1 1 0,0 1 0,1 1 0,1 0 0,-16 32 0,2 4 0,-36 104 0,29-53 0,4 2 0,5 1 0,6 1 0,4 1 0,-2 123 0,17-154 0,3 0 0,4 0 0,3 0 0,4-1 0,4-1 0,2 0 0,58 143 0,-60-185 0,1 0 0,2-2 0,2 0 0,31 39 0,-37-54 0,1-2 0,0 0 0,2-1 0,0-1 0,0 0 0,2-2 0,0 0 0,26 12 0,-33-20 35,1 0 0,0-2 0,0 1 0,0-2 0,1 0 1,-1-1-1,1 0 0,21-2 0,12-2-346,64-12 0,-50 5-748,-24 4-5767</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3.319"/>
    </inkml:context>
    <inkml:brush xml:id="br0">
      <inkml:brushProperty name="width" value="0.05" units="cm"/>
      <inkml:brushProperty name="height" value="0.05" units="cm"/>
      <inkml:brushProperty name="color" value="#66CC00"/>
    </inkml:brush>
  </inkml:definitions>
  <inkml:trace contextRef="#ctx0" brushRef="#br0">466 1 24575,'-6'28'0,"-92"198"0,-96 241 0,137-313 0,-38 172 0,90-306 0,1-1 0,1 1 0,1 0 0,1 0 0,0 0 0,5 35 0,-3-45 0,1-1 0,0 0 0,1 0 0,0 0 0,0 0 0,1-1 0,0 1 0,1-1 0,0 0 0,0 0 0,1-1 0,0 0 0,0 1 0,0-2 0,1 1 0,11 7 0,-2-3 0,-1-2 0,2 0 0,-1-1 0,1 0 0,1-2 0,-1 0 0,30 6 0,-17-7 0,0 0 0,1-2 0,56-2 0,-60-3-273,0-1 0,0-1 0,0-2 0,42-13 0,-24 2-6553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3.643"/>
    </inkml:context>
    <inkml:brush xml:id="br0">
      <inkml:brushProperty name="width" value="0.05" units="cm"/>
      <inkml:brushProperty name="height" value="0.05" units="cm"/>
      <inkml:brushProperty name="color" value="#66CC00"/>
    </inkml:brush>
  </inkml:definitions>
  <inkml:trace contextRef="#ctx0" brushRef="#br0">1 311 24575,'6'-12'0,"8"-2"0,2 0 0,-1 1 0,2 1 0,18-10 0,74-35 0,-14 20-12,2 4 0,108-21 0,-80 22-1317,-85 21-5497</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3.887"/>
    </inkml:context>
    <inkml:brush xml:id="br0">
      <inkml:brushProperty name="width" value="0.05" units="cm"/>
      <inkml:brushProperty name="height" value="0.05" units="cm"/>
      <inkml:brushProperty name="color" value="#66CC00"/>
    </inkml:brush>
  </inkml:definitions>
  <inkml:trace contextRef="#ctx0" brushRef="#br0">0 116 24575,'0'0'0,"0"0"0,5 0 0,2 0 0,4 0 0,1-5 0,2-1 0,0-1 0,2-3 0,4 0 0,2-3 0,4 0 0,-4-3 0,0-3 0,-4 2-8191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4.161"/>
    </inkml:context>
    <inkml:brush xml:id="br0">
      <inkml:brushProperty name="width" value="0.05" units="cm"/>
      <inkml:brushProperty name="height" value="0.05" units="cm"/>
      <inkml:brushProperty name="color" value="#66CC00"/>
    </inkml:brush>
  </inkml:definitions>
  <inkml:trace contextRef="#ctx0" brushRef="#br0">117 0 24575,'0'18'0,"-5"153"0,-28 171 0,13-196 0,-37 394 0,56-511-273,1 0 0,2-1 0,1 1 0,8 34 0,-6-40-6553</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4.643"/>
    </inkml:context>
    <inkml:brush xml:id="br0">
      <inkml:brushProperty name="width" value="0.05" units="cm"/>
      <inkml:brushProperty name="height" value="0.05" units="cm"/>
      <inkml:brushProperty name="color" value="#66CC00"/>
    </inkml:brush>
  </inkml:definitions>
  <inkml:trace contextRef="#ctx0" brushRef="#br0">0 558 24575,'2'-2'0,"-1"-1"0,1 1 0,0 0 0,0 0 0,0 0 0,0 0 0,5-3 0,-3 2 0,57-46 0,2 3 0,1 2 0,3 4 0,1 2 0,2 4 0,127-45 0,479-103 0,-633 173-455,1 3 0,71-2 0,-97 9-6371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4.918"/>
    </inkml:context>
    <inkml:brush xml:id="br0">
      <inkml:brushProperty name="width" value="0.05" units="cm"/>
      <inkml:brushProperty name="height" value="0.05" units="cm"/>
      <inkml:brushProperty name="color" value="#66CC00"/>
    </inkml:brush>
  </inkml:definitions>
  <inkml:trace contextRef="#ctx0" brushRef="#br0">249 0 24575,'-23'379'0,"-30"-6"0,20-191 0,-57 176 0,54-255-1365,22-66-5461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6.070"/>
    </inkml:context>
    <inkml:brush xml:id="br0">
      <inkml:brushProperty name="width" value="0.05" units="cm"/>
      <inkml:brushProperty name="height" value="0.05" units="cm"/>
      <inkml:brushProperty name="color" value="#66CC00"/>
    </inkml:brush>
  </inkml:definitions>
  <inkml:trace contextRef="#ctx0" brushRef="#br0">1585 600 24575,'0'-2'0,"0"-1"0,0 0 0,-1 1 0,1-1 0,-1 1 0,0-1 0,-1-2 0,-12-37 0,-15-70 0,22 76 0,-2 1 0,-2 0 0,-16-37 0,22 60 0,-1 1 0,-1 0 0,0 1 0,0-1 0,-1 1 0,0 1 0,-1 0 0,0 0 0,0 0 0,-1 1 0,0 1 0,0 0 0,-13-7 0,5 5 0,0 1 0,-1 1 0,0 0 0,0 2 0,0 0 0,-1 1 0,0 1 0,0 0 0,0 2 0,0 0 0,0 2 0,0 0 0,1 1 0,-1 1 0,0 1 0,1 1 0,-1 0 0,-29 14 0,-3 4 0,1 3 0,1 3 0,2 1 0,-52 42 0,32-15 0,3 2 0,-59 70 0,77-76 0,4 3 0,1 1 0,4 3 0,1 0 0,4 3 0,2 1 0,-32 98 0,47-111 0,2-1 0,3 2 0,2 0 0,2 0 0,3 0 0,2 1 0,2-1 0,2 1 0,3-1 0,19 89 0,-17-113 0,1-1 0,2 0 0,0-1 0,2 0 0,0-1 0,2-1 0,26 36 0,-33-50 0,1 0 0,1-1 0,0 0 0,0 0 0,0-1 0,1 0 0,1-1 0,-1 0 0,1 0 0,0-1 0,1-1 0,-1 0 0,1-1 0,0 0 0,0 0 0,0-1 0,1-1 0,24 2 0,-9-5 0,0-2 0,0 0 0,-1-2 0,1 0 0,-1-3 0,-1 0 0,1-1 0,-1-2 0,-1 0 0,0-2 0,27-18 0,9-11 0,-1-3 0,-3-2 0,51-56 0,-40 33 0,-3-3 0,-3-3 0,-4-2 0,54-96 0,-71 100 0,-3-2 0,-3-1 0,-4-2 0,-3-1 0,18-90 0,-34 114 0,-3 0 0,-2-1 0,-2-64 0,-5 95 0,-1 1 0,-1-1 0,-2 0 0,0 1 0,-2 0 0,-1 0 0,-1 0 0,-1 1 0,-15-29 0,17 41 0,0 0 0,-1 1 0,0 0 0,-1 0 0,-1 1 0,0 0 0,0 1 0,-1 0 0,0 0 0,-20-11 0,15 11 0,-1 2 0,0 0 0,0 1 0,0 0 0,0 1 0,-1 1 0,-28-2 0,16 4 0,0 2 0,-1 1 0,1 1 0,0 2 0,0 0 0,0 3 0,1 0 0,0 2 0,-47 20 0,6 6 0,1 2 0,2 3 0,1 4 0,3 2 0,2 2 0,-89 91 0,130-117 0,1 1 0,1 1 0,1 1 0,1 0 0,2 1 0,0 1 0,-17 48 0,25-57 0,0 1 0,2-1 0,0 1 0,1 1 0,1-1 0,1 0 0,0 0 0,2 1 0,0-1 0,1 0 0,1 0 0,11 37 0,-8-40 0,0-1 0,1 1 0,1-1 0,0-1 0,1 1 0,0-2 0,2 1 0,-1-1 0,2-1 0,17 17 0,-11-15 0,1-1 0,0 0 0,0-1 0,1-1 0,1-1 0,40 13 0,-19-10 0,0-3 0,81 10 0,81-9 0,-99-13 133,88 5 23,-167-1-432,-1 2 1,0 0-1,0 2 0,0 0 1,35 15-1,-30-7-6550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6.695"/>
    </inkml:context>
    <inkml:brush xml:id="br0">
      <inkml:brushProperty name="width" value="0.05" units="cm"/>
      <inkml:brushProperty name="height" value="0.05" units="cm"/>
      <inkml:brushProperty name="color" value="#66CC00"/>
    </inkml:brush>
  </inkml:definitions>
  <inkml:trace contextRef="#ctx0" brushRef="#br0">240 288 24575,'0'-23'0,"5"9"0,1 1 0,0 0 0,1 0 0,0 0 0,1 1 0,17-22 0,-10 14 0,-5 6 0,0 0 0,1 0 0,0 2 0,1-1 0,1 1 0,0 1 0,0 0 0,25-14 0,-37 24 0,0 0 0,1 1 0,-1-1 0,1 0 0,-1 1 0,1-1 0,-1 1 0,1-1 0,-1 1 0,1 0 0,0 0 0,-1 0 0,1 0 0,-1 0 0,1 0 0,0 0 0,-1 0 0,1 1 0,-1-1 0,1 0 0,1 2 0,-1-1 0,-1 0 0,0 0 0,0 0 0,1 0 0,-1 1 0,0-1 0,0 0 0,0 1 0,0-1 0,-1 1 0,1-1 0,0 1 0,-1 0 0,1-1 0,-1 1 0,1 2 0,1 5 0,-1-1 0,-1 1 0,0 0 0,0-1 0,-1 1 0,-2 14 0,-5 10 0,-2-1 0,-1 0 0,-1-1 0,-1 0 0,-32 51 0,11-29 0,-2-3 0,-52 57 0,-102 98 0,138-156 0,52-49 0,0 0 0,0 0 0,0 0 0,0 1 0,-1-1 0,1 0 0,0 0 0,0 0 0,0 0 0,0 0 0,0 0 0,0 0 0,0 0 0,0 0 0,0 0 0,0 1 0,0-1 0,0 0 0,0 0 0,0 0 0,0 0 0,0 0 0,0 0 0,0 0 0,0 0 0,0 0 0,0 1 0,0-1 0,0 0 0,0 0 0,0 0 0,0 0 0,0 0 0,0 0 0,0 0 0,1 0 0,-1 0 0,0 0 0,0 1 0,0-1 0,0 0 0,0 0 0,0 0 0,0 0 0,0 0 0,0 0 0,0 0 0,0 0 0,1 0 0,-1 0 0,0 0 0,0 0 0,0 0 0,0 0 0,0 0 0,10 2 0,13-2 0,-22 0 0,512-3 0,-341 3 0,-152 0 0,1 1 0,-1 0 0,29 7 0,-40-6 0,-1 1 0,1 0 0,-1 0 0,0 1 0,0 0 0,0 0 0,-1 1 0,1 0 0,-1 0 0,9 9 0,48 56-1365,-48-51-5461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7.347"/>
    </inkml:context>
    <inkml:brush xml:id="br0">
      <inkml:brushProperty name="width" value="0.05" units="cm"/>
      <inkml:brushProperty name="height" value="0.05" units="cm"/>
      <inkml:brushProperty name="color" value="#66CC00"/>
    </inkml:brush>
  </inkml:definitions>
  <inkml:trace contextRef="#ctx0" brushRef="#br0">1 891 24575,'22'0'0,"-5"-1"0,0-2 0,0 0 0,-1-1 0,1 0 0,-1-1 0,0-1 0,15-8 0,9-2 0,21-9 0,-1-2 0,-2-3 0,-1-3 0,68-49 0,-84 50 0,-1-2 0,-1-1 0,-2-3 0,-2 0 0,57-82 0,-78 99 0,-1 0 0,-1-1 0,16-41 0,-24 54 0,-2 0 0,1 0 0,-1-1 0,-1 1 0,1 0 0,-2-1 0,1 1 0,-1-1 0,-1 1 0,0-1 0,0 1 0,-1 0 0,-3-11 0,4 16 0,0 0 0,-1 0 0,0 0 0,0 1 0,0-1 0,0 0 0,-1 1 0,1-1 0,-1 1 0,0 0 0,0 0 0,0 0 0,0 0 0,0 1 0,-7-5 0,4 5 0,1-1 0,-1 1 0,1 0 0,-1 1 0,0-1 0,1 1 0,-1 0 0,0 1 0,0-1 0,-7 2 0,-5 0 0,0 2 0,1 0 0,-1 1 0,1 1 0,0 0 0,-24 13 0,18-7 0,0 1 0,1 1 0,0 1 0,1 1 0,1 1 0,0 0 0,-20 24 0,16-13 0,3 0 0,0 2 0,1 0 0,-26 57 0,25-41 0,2 1 0,3 2 0,2-1 0,1 2 0,-7 67 0,13-51 0,3-1 0,2 1 0,13 108 0,-8-146 0,1-1 0,2 0 0,0 0 0,2-1 0,1 0 0,1 0 0,19 34 0,-19-43 0,0 0 0,2 0 0,0-2 0,0 1 0,2-1 0,0-1 0,0-1 0,1 0 0,0 0 0,1-2 0,18 10 0,-14-10 0,1-1 0,0-1 0,0-1 0,1-1 0,-1-1 0,1-1 0,1 0 0,34 0 0,-10-5 0,1-2 0,-1-2 0,46-11 0,-8-3 0,65-10 0,-133 27 0,-1 1 0,1 0 0,0 2 0,0 0 0,-1 1 0,1 0 0,16 6 0,2 3-1365,-7-1-5461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7.788"/>
    </inkml:context>
    <inkml:brush xml:id="br0">
      <inkml:brushProperty name="width" value="0.05" units="cm"/>
      <inkml:brushProperty name="height" value="0.05" units="cm"/>
      <inkml:brushProperty name="color" value="#66CC00"/>
    </inkml:brush>
  </inkml:definitions>
  <inkml:trace contextRef="#ctx0" brushRef="#br0">414 0 24575,'-1'1'0,"-1"-1"0,0 0 0,1 1 0,-1-1 0,1 1 0,-1 0 0,1 0 0,0-1 0,-1 1 0,1 0 0,0 0 0,-3 2 0,1-1 0,-17 13 0,-1 0 0,2 2 0,0 0 0,-20 25 0,-60 85 0,47-56 0,27-39 0,-28 49 0,46-70 0,1 1 0,1-1 0,0 1 0,1 0 0,0 1 0,1-1 0,0 1 0,-2 23 0,5-32 0,0 0 0,0 0 0,1 1 0,-1-1 0,1 0 0,0 0 0,0 0 0,1 0 0,-1 0 0,1 0 0,0 0 0,0 0 0,0-1 0,0 1 0,1-1 0,0 1 0,-1-1 0,1 0 0,0 0 0,1 0 0,-1-1 0,7 5 0,-5-4 0,1 0 0,0 0 0,0-1 0,0 0 0,0 0 0,0 0 0,0 0 0,0-1 0,1 0 0,-1-1 0,1 0 0,-1 0 0,0 0 0,10-2 0,15-4 0,-2-2 0,1-1 0,-1-1 0,0-2 0,-1-1 0,27-17 0,-13 9-1365,-28 16-5461</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8.035"/>
    </inkml:context>
    <inkml:brush xml:id="br0">
      <inkml:brushProperty name="width" value="0.05" units="cm"/>
      <inkml:brushProperty name="height" value="0.05" units="cm"/>
      <inkml:brushProperty name="color" value="#66CC00"/>
    </inkml:brush>
  </inkml:definitions>
  <inkml:trace contextRef="#ctx0" brushRef="#br0">0 320 24575,'0'0'0,"5"0"0,7-5 0,11-6 0,11-2 0,11-3 0,6-5 0,6-2 0,2-4 0,7-1 0,1-1 0,-1-1 0,0 5 0,-3 2 0,-2 0 0,-6-2 0,-13 4-8191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8.318"/>
    </inkml:context>
    <inkml:brush xml:id="br0">
      <inkml:brushProperty name="width" value="0.05" units="cm"/>
      <inkml:brushProperty name="height" value="0.05" units="cm"/>
      <inkml:brushProperty name="color" value="#66CC00"/>
    </inkml:brush>
  </inkml:definitions>
  <inkml:trace contextRef="#ctx0" brushRef="#br0">0 395 24575,'11'-1'0,"0"-1"0,1 0 0,-1 0 0,-1-2 0,18-6 0,11-3 0,44-10 0,9-1 0,172-71 0,-209 68-341,-1-3 0,-1-2-1,78-63 1,-89 60-6485</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5:48.788"/>
    </inkml:context>
    <inkml:brush xml:id="br0">
      <inkml:brushProperty name="width" value="0.05" units="cm"/>
      <inkml:brushProperty name="height" value="0.05" units="cm"/>
      <inkml:brushProperty name="color" value="#66CC00"/>
    </inkml:brush>
  </inkml:definitions>
  <inkml:trace contextRef="#ctx0" brushRef="#br0">1 32 24575,'7'-9'0,"-7"8"0,1 0 0,-1 0 0,1 0 0,0 0 0,0 0 0,-1 0 0,1 0 0,0 0 0,0 1 0,0-1 0,0 0 0,0 1 0,0-1 0,0 0 0,2 0 0,4-1 0,-1 0 0,1 1 0,0-1 0,-1 1 0,1 1 0,0-1 0,0 1 0,0 1 0,0-1 0,-1 1 0,1 0 0,0 0 0,-1 1 0,1 0 0,-1 0 0,1 1 0,-1 0 0,0 0 0,0 0 0,0 1 0,0 0 0,-1 0 0,0 0 0,0 1 0,0-1 0,0 1 0,-1 1 0,1-1 0,-1 1 0,-1-1 0,1 1 0,-1 0 0,0 0 0,0 1 0,-1-1 0,0 1 0,3 10 0,-1 9 0,-1-1 0,-2 1 0,0 0 0,-2-1 0,0 1 0,-9 42 0,-47 152 0,30-128 0,1-6 0,-16 68 0,36-123 0,0 0 0,-1 64 0,7-87 0,0-1 0,1 0 0,0 0 0,0 1 0,1-1 0,0 0 0,0 0 0,0 0 0,1-1 0,0 1 0,1 0 0,-1-1 0,6 7 0,-2-5 0,0 0 0,1-1 0,-1 1 0,1-1 0,1-1 0,-1 0 0,1 0 0,12 6 0,2-2 0,0-1 0,0 0 0,1-2 0,0-1 0,0-1 0,1-1 0,25 1 0,256-3 207,-152-4-1779,-129 2-5254</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19.145"/>
    </inkml:context>
    <inkml:brush xml:id="br0">
      <inkml:brushProperty name="width" value="0.05" units="cm"/>
      <inkml:brushProperty name="height" value="0.05" units="cm"/>
      <inkml:brushProperty name="color" value="#66CC00"/>
    </inkml:brush>
  </inkml:definitions>
  <inkml:trace contextRef="#ctx0" brushRef="#br0">1 234 24575,'386'-32'0,"-297"21"0,-66 8 0,1077-145 0,-990 130 0,210-4 0,-259 23 0,1 3 0,-1 2 0,-1 3 0,119 33 0,-146-32 260,-19-7-802,1 2 1,15 7-1,-12-3-6284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19.477"/>
    </inkml:context>
    <inkml:brush xml:id="br0">
      <inkml:brushProperty name="width" value="0.05" units="cm"/>
      <inkml:brushProperty name="height" value="0.05" units="cm"/>
      <inkml:brushProperty name="color" value="#66CC00"/>
    </inkml:brush>
  </inkml:definitions>
  <inkml:trace contextRef="#ctx0" brushRef="#br0">1202 1 24575,'-5'0'0,"0"1"0,0-1 0,-1 1 0,1 0 0,0 1 0,0-1 0,0 1 0,1 0 0,-1 0 0,0 1 0,1 0 0,-1-1 0,1 1 0,0 1 0,-4 3 0,-7 7 0,2 1 0,-20 28 0,12-16 0,-162 241 0,18 16 0,-15 51 0,-242 632 0,413-942 25,-40 120 284,40-112-875,1 0-1,-5 48 1,11-61-6260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19.919"/>
    </inkml:context>
    <inkml:brush xml:id="br0">
      <inkml:brushProperty name="width" value="0.05" units="cm"/>
      <inkml:brushProperty name="height" value="0.05" units="cm"/>
      <inkml:brushProperty name="color" value="#66CC00"/>
    </inkml:brush>
  </inkml:definitions>
  <inkml:trace contextRef="#ctx0" brushRef="#br0">795 1 24575,'-1'3'0,"0"0"0,-1 0 0,0 0 0,1 0 0,-1 0 0,0 0 0,-3 2 0,3-1 0,-205 341 0,182-299 0,-81 158 0,10 5 0,9 3 0,-112 416 0,152-395 0,42-194 0,2-1 0,1 1 0,2 0 0,6 42 0,-4-64 0,1 1 0,1 0 0,1-1 0,0 0 0,1 0 0,14 25 0,-15-32 0,1-1 0,0 0 0,1-1 0,0 1 0,0-1 0,1-1 0,0 1 0,0-1 0,1-1 0,0 0 0,0 0 0,10 5 0,3-2 0,1 0 0,0-1 0,1-1 0,-1-2 0,1 0 0,0-1 0,1-2 0,-1 0 0,0-2 0,26-2 0,1-4 0,0-1 0,0-3 0,84-26 0,-75 15-151,0-1-1,-2-4 0,-1-2 0,-1-2 1,-1-3-1,-2-2 0,-1-2 1,54-52-1,-68 51-6674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0.232"/>
    </inkml:context>
    <inkml:brush xml:id="br0">
      <inkml:brushProperty name="width" value="0.05" units="cm"/>
      <inkml:brushProperty name="height" value="0.05" units="cm"/>
      <inkml:brushProperty name="color" value="#66CC00"/>
    </inkml:brush>
  </inkml:definitions>
  <inkml:trace contextRef="#ctx0" brushRef="#br0">0 238 24575,'24'-11'0,"-3"3"0,1 1 0,-1 1 0,39-5 0,-10 2 0,49-7 0,133-4 0,-171 14 114,-1-2 0,90-25 0,108-47-1818,-258 80 1701,67-23-6823</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0.607"/>
    </inkml:context>
    <inkml:brush xml:id="br0">
      <inkml:brushProperty name="width" value="0.05" units="cm"/>
      <inkml:brushProperty name="height" value="0.05" units="cm"/>
      <inkml:brushProperty name="color" value="#66CC00"/>
    </inkml:brush>
  </inkml:definitions>
  <inkml:trace contextRef="#ctx0" brushRef="#br0">1 120 24575,'24'-2'0,"44"-7"0,-18 2 0,500-59 0,-442 52 219,-25 3-1011,86 0 0,-150 12-6034</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0.953"/>
    </inkml:context>
    <inkml:brush xml:id="br0">
      <inkml:brushProperty name="width" value="0.05" units="cm"/>
      <inkml:brushProperty name="height" value="0.05" units="cm"/>
      <inkml:brushProperty name="color" value="#66CC00"/>
    </inkml:brush>
  </inkml:definitions>
  <inkml:trace contextRef="#ctx0" brushRef="#br0">0 729 24575,'7'-12'0,"5"1"0,1 0 0,0 1 0,24-13 0,2-2 0,84-59 0,4 6 0,3 5 0,245-98 0,-159 94 0,278-59 0,-442 126-1365,-9 3-5461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6.726"/>
    </inkml:context>
    <inkml:brush xml:id="br0">
      <inkml:brushProperty name="width" value="0.05" units="cm"/>
      <inkml:brushProperty name="height" value="0.05" units="cm"/>
      <inkml:brushProperty name="color" value="#66CC00"/>
    </inkml:brush>
  </inkml:definitions>
  <inkml:trace contextRef="#ctx0" brushRef="#br0">1087 205 24575,'-2'0'0,"0"0"0,-1 0 0,1 0 0,0 0 0,0-1 0,0 1 0,0-1 0,0 1 0,0-1 0,0 0 0,0 1 0,0-1 0,0 0 0,-3-2 0,-1 0 0,-16-9 0,0-1 0,-32-25 0,-11-7 0,44 32 0,0 2 0,-1 0 0,0 2 0,-1 0 0,0 2 0,0 0 0,-1 2 0,1 0 0,-1 2 0,-45-1 0,52 6 0,0 0 0,-1 2 0,1 0 0,1 1 0,-1 0 0,1 1 0,0 2 0,0-1 0,1 2 0,0 0 0,1 0 0,0 2 0,0 0 0,-14 14 0,-6 10 0,2 0 0,2 3 0,-49 77 0,56-79 0,2 1 0,2 0 0,1 2 0,2 1 0,2 0 0,1 0 0,2 1 0,-9 74 0,14-49 0,4 0 0,10 131 0,-2-156 0,1-1 0,2 0 0,1 0 0,2-1 0,2-1 0,20 40 0,-27-66 0,1-1 0,0 0 0,1 0 0,-1 0 0,2-1 0,0-1 0,0 1 0,1-2 0,0 1 0,0-2 0,1 1 0,0-2 0,0 1 0,1-2 0,21 8 0,6-1 0,0-2 0,1-2 0,77 6 0,220-9 0,-247-6 0,-72 1-341,1 1 0,0 1-1,26 6 1,-19-1-6485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7.135"/>
    </inkml:context>
    <inkml:brush xml:id="br0">
      <inkml:brushProperty name="width" value="0.05" units="cm"/>
      <inkml:brushProperty name="height" value="0.05" units="cm"/>
      <inkml:brushProperty name="color" value="#66CC00"/>
    </inkml:brush>
  </inkml:definitions>
  <inkml:trace contextRef="#ctx0" brushRef="#br0">1 265 24575,'45'-29'0,"1"8"0,0 2 0,67-18 0,101-15 0,-39 12 0,68-16 0,-220 52-682,44-3-1,-54 7-6143</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7.412"/>
    </inkml:context>
    <inkml:brush xml:id="br0">
      <inkml:brushProperty name="width" value="0.05" units="cm"/>
      <inkml:brushProperty name="height" value="0.05" units="cm"/>
      <inkml:brushProperty name="color" value="#66CC00"/>
    </inkml:brush>
  </inkml:definitions>
  <inkml:trace contextRef="#ctx0" brushRef="#br0">1 0 24575,'0'17'0,"3"46"0,23 121 0,1 26 0,-25-31 0,-1 4 0,1-164-273,0-1 0,1 1 0,1-1 0,7 23 0,1-10-6553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1.318"/>
    </inkml:context>
    <inkml:brush xml:id="br0">
      <inkml:brushProperty name="width" value="0.05" units="cm"/>
      <inkml:brushProperty name="height" value="0.05" units="cm"/>
      <inkml:brushProperty name="color" value="#66CC00"/>
    </inkml:brush>
  </inkml:definitions>
  <inkml:trace contextRef="#ctx0" brushRef="#br0">558 0 24575,'-17'6'0,"5"3"0,0 1 0,0 0 0,1 0 0,1 1 0,0 0 0,-14 21 0,7-11 0,-41 57 0,2 2 0,4 2 0,4 3 0,4 1 0,3 3 0,-43 138 0,72-192 0,2 1 0,1 1 0,-7 70 0,14-51 0,2 0 0,11 89 0,-6-113 0,1-1 0,2 0 0,1-1 0,2 0 0,0 0 0,18 31 0,-24-53 0,0 1 0,1-1 0,0 0 0,0 0 0,1-1 0,0 1 0,0-2 0,1 1 0,0-1 0,0 0 0,0-1 0,1 1 0,0-2 0,0 1 0,0-1 0,0-1 0,1 0 0,10 2 0,-3-2 0,1 0 0,0-2 0,0 0 0,0-1 0,-1-1 0,1 0 0,0-2 0,-1 0 0,25-7 0,-4-1-151,0-2-1,-1-1 0,0-2 0,-1-1 1,-1-2-1,0-2 0,-2-1 1,50-42-1,-63 45-6674</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1.628"/>
    </inkml:context>
    <inkml:brush xml:id="br0">
      <inkml:brushProperty name="width" value="0.05" units="cm"/>
      <inkml:brushProperty name="height" value="0.05" units="cm"/>
      <inkml:brushProperty name="color" value="#66CC00"/>
    </inkml:brush>
  </inkml:definitions>
  <inkml:trace contextRef="#ctx0" brushRef="#br0">1 0 24575,'0'0'0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1.972"/>
    </inkml:context>
    <inkml:brush xml:id="br0">
      <inkml:brushProperty name="width" value="0.05" units="cm"/>
      <inkml:brushProperty name="height" value="0.05" units="cm"/>
      <inkml:brushProperty name="color" value="#66CC00"/>
    </inkml:brush>
  </inkml:definitions>
  <inkml:trace contextRef="#ctx0" brushRef="#br0">0 1 24575,'603'0'0,"-598"0"-136,-1 0-1,0 0 1,0 1-1,1 0 1,-1 0-1,0 0 1,0 0-1,0 0 0,7 4 1,0 1-6690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2.231"/>
    </inkml:context>
    <inkml:brush xml:id="br0">
      <inkml:brushProperty name="width" value="0.05" units="cm"/>
      <inkml:brushProperty name="height" value="0.05" units="cm"/>
      <inkml:brushProperty name="color" value="#66CC00"/>
    </inkml:brush>
  </inkml:definitions>
  <inkml:trace contextRef="#ctx0" brushRef="#br0">0 423 24575,'24'-12'0,"90"-45"0,35-16 0,-34 21 0,73-30 0,126-46-1365,-268 109-5461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2.664"/>
    </inkml:context>
    <inkml:brush xml:id="br0">
      <inkml:brushProperty name="width" value="0.05" units="cm"/>
      <inkml:brushProperty name="height" value="0.05" units="cm"/>
      <inkml:brushProperty name="color" value="#66CC00"/>
    </inkml:brush>
  </inkml:definitions>
  <inkml:trace contextRef="#ctx0" brushRef="#br0">441 0 24575,'-7'27'0,"2"-12"0,-56 222 0,17-59 0,-25 79 0,-144 611 0,205-827 65,-4 17-541,2 0-1,-2 77 0,12-110-6349</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8.189"/>
    </inkml:context>
    <inkml:brush xml:id="br0">
      <inkml:brushProperty name="width" value="0.05" units="cm"/>
      <inkml:brushProperty name="height" value="0.05" units="cm"/>
      <inkml:brushProperty name="color" value="#66CC00"/>
    </inkml:brush>
  </inkml:definitions>
  <inkml:trace contextRef="#ctx0" brushRef="#br0">1 727 24575,'24'0'0,"27"-2"0,65-12 0,-38 3 0,525-75 0,-133 18 0,-176 38 0,-93 12 0,170-16 0,150-16 0,-218 18 0,216-36 0,366-168 0,-705 166-1354,-180 70 1343,18-7-6815</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29.787"/>
    </inkml:context>
    <inkml:brush xml:id="br0">
      <inkml:brushProperty name="width" value="0.05" units="cm"/>
      <inkml:brushProperty name="height" value="0.05" units="cm"/>
      <inkml:brushProperty name="color" value="#66CC00"/>
    </inkml:brush>
  </inkml:definitions>
  <inkml:trace contextRef="#ctx0" brushRef="#br0">291 0 24575,'1'2'0,"0"1"0,1-1 0,0 0 0,0 0 0,-1-1 0,1 1 0,4 3 0,0 0 0,184 180 0,170 126 0,-217-197 0,787 596 0,-788-622 0,193 89 0,2 0 0,-292-153 0,20 11 0,-59-31 0,-1-1 0,0 1 0,1 1 0,-1-1 0,-1 1 0,1 0 0,-1 0 0,5 7 0,-8-9 0,0-1 0,0 0 0,0 1 0,0-1 0,0 1 0,-1-1 0,1 1 0,-1-1 0,0 1 0,0-1 0,0 1 0,0-1 0,0 1 0,0 0 0,-1-1 0,1 1 0,-1-1 0,0 1 0,0-1 0,0 0 0,0 1 0,0-1 0,0 0 0,-1 0 0,-2 4 0,-4 4 0,-1 0 0,0 0 0,-18 15 0,23-22 0,-103 83 0,-3-5 0,-130 71 0,-105 62 0,-44 26 0,66-66 0,23-13 0,16 22 0,-186 164 0,439-325 0,2 2 0,0 0 0,2 2 0,1 1 0,-34 44 0,54-63 0,0-1 0,-1 0 0,-9 7 0,-14 16 0,29-29 0,-1 1 0,1 0 0,0 0 0,0 0 0,0 0 0,1 0 0,-1 1 0,0-1 0,1 0 0,-1 0 0,1 0 0,0 1 0,0-1 0,0 0 0,0 0 0,0 0 0,0 1 0,1-1 0,-1 0 0,1 0 0,0 0 0,-1 0 0,1 1 0,0-1 0,0 0 0,0 0 0,0-1 0,1 1 0,-1 0 0,4 3 0,4 5 0,1 1 0,0-1 0,20 14 0,-23-18 0,34 24 0,1-2 0,2-2 0,0-2 0,2-1 0,89 29 0,-31-21 0,184 31 0,-153-45 0,0-5 0,1-7 0,219-18 0,402-92 0,403-16 0,-987 114 0,521-13 0,-192 22 0,-502-3-19,0 1 0,1 0 0,-1 0 0,0-1 0,0 1 0,1 0 0,-1-1 0,0 1 0,0 0 0,0-1 0,1 1 0,-1-1 0,0 1 0,0 0 0,0-1 0,0 1 0,0 0 0,0-1 0,0 1 0,0-1 0,0 1 0,0 0 0,0-1 0,0 1 0,0-1 0,0 1 0,0-1 0,-1 0-814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3.854"/>
    </inkml:context>
    <inkml:brush xml:id="br0">
      <inkml:brushProperty name="width" value="0.05" units="cm"/>
      <inkml:brushProperty name="height" value="0.05" units="cm"/>
      <inkml:brushProperty name="color" value="#66CC00"/>
    </inkml:brush>
  </inkml:definitions>
  <inkml:trace contextRef="#ctx0" brushRef="#br0">205 90 24575,'-4'75'0,"-18"108"0,17-154 0,-71 310 0,12-72 0,49-198 0,-4 33 0,22-129 0,1 1 0,2-1 0,0 1 0,12-29 0,-2 5 0,5-36 0,14-143 0,-26 122 0,-9 74 0,3 0 0,1 1 0,1 0 0,12-41 0,-6 34 0,9-53 0,-19 86 0,4-12 0,11-29 0,-11 31 0,-3 13 0,0 0 0,-1 0 0,1 0 0,0 0 0,1 0 0,-1 0 0,0 1 0,1-1 0,-1 1 0,1 0 0,0 0 0,0 0 0,0 0 0,0 0 0,0 1 0,0-1 0,6-1 0,8-2 0,0 0 0,22-3 0,-25 5 0,52-10 0,1 3 0,101-2 0,-1 14 0,-166-2 0,1 0 0,-1 0 0,0 0 0,1 0 0,-1 0 0,0 1 0,1-1 0,-1 0 0,0 1 0,1-1 0,-1 1 0,0-1 0,0 1 0,0 0 0,0-1 0,1 1 0,-1 0 0,0 0 0,0 0 0,-1 0 0,1 0 0,0 0 0,0 0 0,1 2 0,-1 0 0,0 0 0,0 0 0,0 0 0,-1 0 0,1-1 0,-1 2 0,0-1 0,1 0 0,-1 0 0,-1 5 0,-1 6 0,-1-1 0,-1 1 0,-8 23 0,-1-7 0,-2 1 0,0-2 0,-2 0 0,-32 40 0,-94 96 0,108-126 0,21-23 0,0 0 0,-1-1 0,-1-1 0,0 0 0,-1-1 0,-30 17 0,4-4-1365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8.726"/>
    </inkml:context>
    <inkml:brush xml:id="br0">
      <inkml:brushProperty name="width" value="0.05" units="cm"/>
      <inkml:brushProperty name="height" value="0.05" units="cm"/>
      <inkml:brushProperty name="color" value="#66CC00"/>
    </inkml:brush>
  </inkml:definitions>
  <inkml:trace contextRef="#ctx0" brushRef="#br0">1253 312 24575,'-15'1'0,"-1"2"0,1 0 0,0 1 0,0 0 0,0 1 0,1 1 0,-27 14 0,8-4 0,-46 21 0,3 4 0,1 3 0,2 3 0,2 3 0,3 3 0,-77 77 0,91-75 0,2 3 0,4 1 0,1 3 0,4 2 0,2 1 0,4 2 0,-39 94 0,58-115 0,2 0 0,2 1 0,2 0 0,2 1 0,2 0 0,-2 56 0,9-79 0,2-1 0,0 0 0,2 0 0,0 0 0,2 0 0,0-1 0,2 1 0,1-1 0,0-1 0,2 1 0,1-1 0,0-1 0,2 0 0,19 25 0,-11-22 0,0 0 0,2-1 0,1-2 0,1 0 0,1-1 0,43 25 0,-32-26 0,1 0 0,0-3 0,1-1 0,66 15 0,-43-17 0,0-4 0,0-2 0,1-3 0,0-3 0,0-2 0,115-18 0,-88 1 0,-1-4 0,-1-4 0,-1-3 0,-2-5 0,-1-3 0,-1-3 0,94-64 0,-104 55 0,-2-3 0,120-113 0,-154 128 0,-3-1 0,-1-2 0,-2-1 0,-2-2 0,-1 0 0,28-63 0,-39 63 0,-1-1 0,-2 0 0,-3 0 0,-1-2 0,-2 1 0,3-80 0,-10 74 0,-3 0 0,-1 1 0,-3-1 0,-2 1 0,-28-96 0,23 110 0,-2 2 0,-1-1 0,-2 2 0,-1 0 0,-1 2 0,-2 0 0,-27-30 0,10 19 0,-2 1 0,-2 1 0,-91-63 0,94 78 0,-2 1 0,0 2 0,-2 3 0,0 1 0,-1 2 0,-1 2 0,0 2 0,-1 2 0,0 2 0,-81-3 0,40 10 0,1 4 0,0 4 0,0 3 0,-165 44 0,91-8 0,-179 79 0,295-101-1365,33-16-5461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39.172"/>
    </inkml:context>
    <inkml:brush xml:id="br0">
      <inkml:brushProperty name="width" value="0.05" units="cm"/>
      <inkml:brushProperty name="height" value="0.05" units="cm"/>
      <inkml:brushProperty name="color" value="#66CC00"/>
    </inkml:brush>
  </inkml:definitions>
  <inkml:trace contextRef="#ctx0" brushRef="#br0">2310 0 24575,'-6'7'0,"-5"9"0,1-1 0,-13 27 0,2-3 0,-94 170 43,-64 109-275,-220 377-799,22 15 1114,276-507-83,-274 576 0,262-517 0,-79 284 0,-44 434 0,149-583-68,60-298-211,14-57-305,-10 57 0,21-82-4955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1.643"/>
    </inkml:context>
    <inkml:brush xml:id="br0">
      <inkml:brushProperty name="width" value="0.05" units="cm"/>
      <inkml:brushProperty name="height" value="0.05" units="cm"/>
      <inkml:brushProperty name="color" value="#66CC00"/>
    </inkml:brush>
  </inkml:definitions>
  <inkml:trace contextRef="#ctx0" brushRef="#br0">295 1 24575,'-1'1'0,"0"-1"0,0 1 0,1 0 0,-1 0 0,0 0 0,0 0 0,1-1 0,-1 1 0,1 0 0,-1 0 0,1 1 0,-1-1 0,1 0 0,-1 0 0,1 0 0,-1 2 0,0 2 0,-54 139 0,6 1 0,-58 300 0,84-308 0,4-31 0,-10 190 0,29-269 0,3 116 0,-2-133 0,1-1 0,0 0 0,1 0 0,-1-1 0,2 1 0,6 12 0,-8-16 0,0-1 0,1 0 0,0 1 0,0-1 0,0-1 0,0 1 0,0 0 0,1-1 0,0 1 0,0-1 0,0 0 0,0 0 0,7 3 0,7 0 0,0-1 0,0 0 0,0-1 0,1-2 0,35 2 0,93-10 0,-113 1-151,1-1-1,-2-2 0,1-1 0,-1-2 1,0-1-1,-1-1 0,-1-2 1,37-23-1,-23 9-6674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1.952"/>
    </inkml:context>
    <inkml:brush xml:id="br0">
      <inkml:brushProperty name="width" value="0.05" units="cm"/>
      <inkml:brushProperty name="height" value="0.05" units="cm"/>
      <inkml:brushProperty name="color" value="#66CC00"/>
    </inkml:brush>
  </inkml:definitions>
  <inkml:trace contextRef="#ctx0" brushRef="#br0">1 0 24575,'0'0'0,"0"0"0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2.544"/>
    </inkml:context>
    <inkml:brush xml:id="br0">
      <inkml:brushProperty name="width" value="0.05" units="cm"/>
      <inkml:brushProperty name="height" value="0.05" units="cm"/>
      <inkml:brushProperty name="color" value="#66CC00"/>
    </inkml:brush>
  </inkml:definitions>
  <inkml:trace contextRef="#ctx0" brushRef="#br0">1 179 24575,'32'2'0,"-1"-2"0,1-1 0,0-1 0,40-9 0,164-43 0,-61 11 0,-54 19 0,1 4 0,210-5 0,172 28-1365,-481-3-5461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2.921"/>
    </inkml:context>
    <inkml:brush xml:id="br0">
      <inkml:brushProperty name="width" value="0.05" units="cm"/>
      <inkml:brushProperty name="height" value="0.05" units="cm"/>
      <inkml:brushProperty name="color" value="#66CC00"/>
    </inkml:brush>
  </inkml:definitions>
  <inkml:trace contextRef="#ctx0" brushRef="#br0">531 1 24575,'0'23'0,"-2"23"0,-1-1 0,-14 63 0,-29 89 0,37-163 0,-101 354 0,21-80 0,75-257 0,-160 623 0,170-656 0,-39 184 0,35-149 0,-3 99 0,11-129 120,-1-10-367,1 0-1,0 0 1,1-1-1,1 1 0,4 17 1,1-12-6579</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3.575"/>
    </inkml:context>
    <inkml:brush xml:id="br0">
      <inkml:brushProperty name="width" value="0.05" units="cm"/>
      <inkml:brushProperty name="height" value="0.05" units="cm"/>
      <inkml:brushProperty name="color" value="#66CC00"/>
    </inkml:brush>
  </inkml:definitions>
  <inkml:trace contextRef="#ctx0" brushRef="#br0">851 0 24575,'-5'6'0,"1"1"0,0-1 0,0 1 0,1 0 0,-1 0 0,2 0 0,-1 0 0,-2 11 0,-5 13 0,-278 624 0,153-408 0,-129 273 0,232-437 0,-23 89 0,45-132 0,2 1 0,2-1 0,1 1 0,1 63 0,5-89 0,0 1 0,1-1 0,1 1 0,0-1 0,1 0 0,1 0 0,0-1 0,1 1 0,1-1 0,0 0 0,1-1 0,1 0 0,10 13 0,-11-16 0,0-2 0,1 1 0,0-1 0,0 0 0,1-1 0,0 0 0,0-1 0,1 0 0,0 0 0,0-1 0,0-1 0,1 0 0,-1 0 0,1-1 0,0-1 0,0 0 0,16 1 0,3-3 0,0-1 0,0-2 0,55-11 0,93-33 0,-127 31 0,61-20 0,-2-6 0,-2-4 0,172-101 0,-253 131-170,-1-1-1,0-2 0,-1 0 1,-1-2-1,-1-1 0,-1 0 1,34-45-1,-39 42-6655</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4.016"/>
    </inkml:context>
    <inkml:brush xml:id="br0">
      <inkml:brushProperty name="width" value="0.05" units="cm"/>
      <inkml:brushProperty name="height" value="0.05" units="cm"/>
      <inkml:brushProperty name="color" value="#66CC00"/>
    </inkml:brush>
  </inkml:definitions>
  <inkml:trace contextRef="#ctx0" brushRef="#br0">1 32 24575,'9'1'0,"1"0"0,-1 0 0,1-1 0,17-2 0,5 1 0,37 0 0,79-10 0,-31-1 0,1 4 0,132 10 0,-196 3-1365,-11 1-5461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4.362"/>
    </inkml:context>
    <inkml:brush xml:id="br0">
      <inkml:brushProperty name="width" value="0.05" units="cm"/>
      <inkml:brushProperty name="height" value="0.05" units="cm"/>
      <inkml:brushProperty name="color" value="#66CC00"/>
    </inkml:brush>
  </inkml:definitions>
  <inkml:trace contextRef="#ctx0" brushRef="#br0">0 428 24575,'0'0'0,"13"-11"0,103-70 0,6-5 0,157-82 0,-226 146 0,-40 18 0,-1-1 0,1 0 0,-1-1 0,19-12 0,-16 3-1365,-7 8-5461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6.983"/>
    </inkml:context>
    <inkml:brush xml:id="br0">
      <inkml:brushProperty name="width" value="0.05" units="cm"/>
      <inkml:brushProperty name="height" value="0.05" units="cm"/>
      <inkml:brushProperty name="color" value="#66CC00"/>
    </inkml:brush>
  </inkml:definitions>
  <inkml:trace contextRef="#ctx0" brushRef="#br0">496 1 24575,'-7'181'0,"3"-143"0,-1-1 0,-20 66 0,-18 19 0,-92 177 0,94-214 0,-85 147 0,49-95 0,71-128 0,1 0 0,1 1 0,0 0 0,0 0 0,-4 21 0,7-28 0,1-1 0,0 1 0,0 0 0,0-1 0,0 1 0,0 0 0,0 0 0,1-1 0,-1 1 0,1-1 0,0 1 0,0 0 0,0-1 0,0 1 0,1-1 0,-1 0 0,0 1 0,1-1 0,0 0 0,-1 0 0,1 0 0,0 0 0,0 0 0,0-1 0,1 1 0,-1-1 0,0 1 0,0-1 0,4 2 0,3 1 0,1-1 0,0 1 0,0-1 0,0-1 0,1 0 0,-1-1 0,0 0 0,1 0 0,-1-1 0,1 0 0,13-3 0,11-2 0,-1-2 0,35-12 0,150-60 342,-180 62-769,0-3 0,-1-1 1,46-35-1,-46 26-6399</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47.305"/>
    </inkml:context>
    <inkml:brush xml:id="br0">
      <inkml:brushProperty name="width" value="0.05" units="cm"/>
      <inkml:brushProperty name="height" value="0.05" units="cm"/>
      <inkml:brushProperty name="color" value="#66CC00"/>
    </inkml:brush>
  </inkml:definitions>
  <inkml:trace contextRef="#ctx0" brushRef="#br0">1 75 24575,'0'0'0,"0"-5"0,0-1 0,0-6 0,0 1 0,0-4 0,0 1 0,0 3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6:56.393"/>
    </inkml:context>
    <inkml:brush xml:id="br0">
      <inkml:brushProperty name="width" value="0.05" units="cm"/>
      <inkml:brushProperty name="height" value="0.05" units="cm"/>
      <inkml:brushProperty name="color" value="#66CC00"/>
    </inkml:brush>
  </inkml:definitions>
  <inkml:trace contextRef="#ctx0" brushRef="#br0">251 0 24575,'-3'0'0,"1"1"0,0-1 0,-1 0 0,1 1 0,0-1 0,-1 1 0,-3 1 0,1 2 0,0 0 0,0 0 0,0 0 0,1 1 0,0 0 0,0-1 0,0 1 0,1 1 0,-6 8 0,-3 6 0,-3 1 0,-13 26 0,24-40 0,1 0 0,0 1 0,0 0 0,0-1 0,1 1 0,0 0 0,-1 14 0,-2-38 0,-1 2 0,-12-23 0,17 34-47,-1 1 0,1-1 0,0 0 0,-1 1 0,0-1 0,0 1 0,0 0 0,0 0 0,0 0-1,0 0 1,0 0 0,-1 0 0,1 0 0,-1 0 0,1 1 0,-1 0 0,0-1 0,1 1 0,-1 0 0,0 0 0,0 1 0,0-1-1,0 0 1,0 1 0,0 0 0,0 0 0,0 0 0,-4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00.069"/>
    </inkml:context>
    <inkml:brush xml:id="br0">
      <inkml:brushProperty name="width" value="0.05" units="cm"/>
      <inkml:brushProperty name="height" value="0.05" units="cm"/>
      <inkml:brushProperty name="color" value="#66CC00"/>
    </inkml:brush>
  </inkml:definitions>
  <inkml:trace contextRef="#ctx0" brushRef="#br0">1 149 24575,'23'-1'0,"0"-2"0,29-5 0,23-3 0,384-17 0,-112 8 0,481-28 0,-649 34 0,105-2 0,-209 17-1365,-63-1-5461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00.442"/>
    </inkml:context>
    <inkml:brush xml:id="br0">
      <inkml:brushProperty name="width" value="0.05" units="cm"/>
      <inkml:brushProperty name="height" value="0.05" units="cm"/>
      <inkml:brushProperty name="color" value="#66CC00"/>
    </inkml:brush>
  </inkml:definitions>
  <inkml:trace contextRef="#ctx0" brushRef="#br0">470 0 24575,'-1'1'0,"0"-1"0,-1 1 0,1-1 0,0 1 0,0-1 0,0 1 0,0-1 0,0 1 0,-1 0 0,1 0 0,0 0 0,1-1 0,-1 1 0,0 0 0,0 0 0,0 0 0,0 1 0,1-1 0,-1 0 0,1 0 0,-1 0 0,0 2 0,-13 35 0,11-26 0,-24 74 12,-26 153-1,9 94-124,-5 397-162,-14 114 98,6-452 177,-28-6 0,68-333 196,7-19-931,-13 64-1,21-80-5638</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09.479"/>
    </inkml:context>
    <inkml:brush xml:id="br0">
      <inkml:brushProperty name="width" value="0.05" units="cm"/>
      <inkml:brushProperty name="height" value="0.05" units="cm"/>
      <inkml:brushProperty name="color" value="#66CC00"/>
    </inkml:brush>
  </inkml:definitions>
  <inkml:trace contextRef="#ctx0" brushRef="#br0">1305 353 24575,'1'-44'0,"0"23"0,0 0 0,-5-31 0,2 44 0,0 1 0,0-1 0,-1 1 0,0 0 0,0 0 0,-1 0 0,0 1 0,0-1 0,-1 1 0,0 0 0,0 0 0,-9-8 0,1 2 0,1 2 0,-1 0 0,-1 1 0,-28-15 0,32 19 0,0 2 0,0-1 0,0 1 0,0 1 0,0 0 0,0 0 0,-1 1 0,1 0 0,-1 1 0,1 0 0,-1 1 0,1 0 0,0 1 0,-1 0 0,1 0 0,0 1 0,0 0 0,0 1 0,-11 6 0,-6 5 0,2 0 0,0 2 0,1 0 0,0 2 0,-31 32 0,-64 61 0,-90 93 0,178-169 0,0 0 0,3 3 0,1 0 0,-24 48 0,9 1 0,-58 181 0,9 105 0,79-304 0,2 1 0,4 0 0,4 118 0,5-142 0,2 0 0,2-1 0,3 0 0,1-1 0,2 0 0,30 69 0,-37-102 0,0 0 0,0 0 0,1-1 0,0 0 0,1-1 0,0 0 0,1 0 0,12 10 0,-14-14 0,1 0 0,1-1 0,-1 0 0,1 0 0,0-1 0,0 0 0,0-1 0,0 0 0,1 0 0,-1-1 0,15 2 0,-6-3 0,0 0 0,0-2 0,0 0 0,0-1 0,0 0 0,0-2 0,0 0 0,-1-1 0,0-1 0,0-1 0,0 0 0,19-12 0,13-10 0,-1-3 0,70-60 0,-16 2 0,136-153 0,62-132 0,-214 257 0,72-133 0,-130 199 0,-3-1 0,-1-1 0,-3-1 0,-3-1 0,18-86 0,-29 95 0,-2 0 0,-1-1 0,-3 1 0,-2 0 0,-2-1 0,-2 1 0,-21-85 0,22 116 0,-1 0 0,0 1 0,-2-1 0,0 1 0,0 1 0,-1-1 0,-1 1 0,0 1 0,-16-18 0,16 22 0,0 0 0,-1 1 0,0 0 0,0 1 0,0 0 0,-1 0 0,0 1 0,-1 1 0,1 0 0,-1 0 0,0 1 0,0 1 0,-13-2 0,-11-1 0,1 2 0,-1 2 0,0 1 0,0 2 0,1 1 0,-1 2 0,1 1 0,-1 2 0,2 2 0,-1 1 0,1 1 0,1 2 0,0 2 0,1 1 0,0 1 0,2 1 0,0 2 0,1 2 0,-48 45 0,76-67 0,-88 94 0,77-79 0,1 0 0,0 0 0,1 1 0,-15 32 0,23-42 0,0-1 0,0 2 0,0-1 0,1 0 0,0 0 0,0 0 0,0 1 0,1-1 0,0 0 0,0 1 0,2 7 0,-1-10 0,0 0 0,0 0 0,0 0 0,1 0 0,0 0 0,0 0 0,0-1 0,0 1 0,0-1 0,1 1 0,0-1 0,-1 0 0,1 0 0,1 0 0,-1 0 0,0-1 0,6 4 0,13 7 0,0-2 0,1-1 0,0-1 0,27 7 0,100 19 0,-124-30 0,27 3 0,0-2 0,1-3 0,62-3 0,-114 0-68,1 0 0,-1 0-1,0 0 1,1 0 0,-1 1 0,0-1-1,1 1 1,-1-1 0,0 1 0,0 0-1,0 0 1,1 0 0,-1 0 0,0 0-1,0 0 1,-1 0 0,1 1-1,0-1 1,2 3 0,6 8-6758</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0.100"/>
    </inkml:context>
    <inkml:brush xml:id="br0">
      <inkml:brushProperty name="width" value="0.05" units="cm"/>
      <inkml:brushProperty name="height" value="0.05" units="cm"/>
      <inkml:brushProperty name="color" value="#66CC00"/>
    </inkml:brush>
  </inkml:definitions>
  <inkml:trace contextRef="#ctx0" brushRef="#br0">1057 1 24575,'-1'12'0,"0"0"0,-1 0 0,-3 13 0,-3 18 0,-63 614 0,-53 374 0,116-979 0,-30 153 0,28-162 0,-2-1 0,-30 69 0,35-97 0,0 0 0,-1 0 0,-1-1 0,0 0 0,0-1 0,-2 0 0,-12 12 0,16-17 0,-1-1 0,-1 1 0,1-2 0,-1 1 0,0-1 0,0 0 0,0-1 0,-1 0 0,1-1 0,-1 0 0,-20 3 0,7-4 0,0-1 0,0 0 0,0-2 0,-1-1 0,1-1 0,0-1 0,1-1 0,-1-1 0,1-1 0,0-1 0,1 0 0,0-2 0,0-1 0,1 0 0,0-2 0,1 0 0,0-1 0,-17-18 0,25 21-68,2 0 0,0-1-1,0 0 1,1-1 0,0 0 0,1 0-1,1 0 1,0-1 0,1 0 0,0 0-1,1-1 1,1 1 0,0-1 0,1 0-1,1 1 1,0-1 0,1 0-1,1 0 1,4-28 0,2 8-6758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0.591"/>
    </inkml:context>
    <inkml:brush xml:id="br0">
      <inkml:brushProperty name="width" value="0.05" units="cm"/>
      <inkml:brushProperty name="height" value="0.05" units="cm"/>
      <inkml:brushProperty name="color" value="#66CC00"/>
    </inkml:brush>
  </inkml:definitions>
  <inkml:trace contextRef="#ctx0" brushRef="#br0">0 0 24575,'0'0'0,"0"0"0,0 5 0,0 2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1.692"/>
    </inkml:context>
    <inkml:brush xml:id="br0">
      <inkml:brushProperty name="width" value="0.05" units="cm"/>
      <inkml:brushProperty name="height" value="0.05" units="cm"/>
      <inkml:brushProperty name="color" value="#66CC00"/>
    </inkml:brush>
  </inkml:definitions>
  <inkml:trace contextRef="#ctx0" brushRef="#br0">145 987 24575,'3'0'0,"-1"0"0,0 0 0,0 0 0,0 0 0,1 0 0,-1 1 0,0-1 0,0 1 0,0-1 0,0 1 0,0 0 0,0 0 0,0 0 0,3 2 0,1 0 0,27 12 0,-12-4 0,-1-2 0,2 0 0,-1-1 0,1-1 0,26 4 0,-16-8 0,0-1 0,0-1 0,0-2 0,1-1 0,37-8 0,-6-3 0,97-34 0,-106 26 0,-2-2 0,0-2 0,-1-3 0,-2-2 0,88-69 0,-78 48 0,-2-2 0,-3-3 0,90-117 0,-133 156 0,0 0 0,-1-1 0,0-1 0,-2 0 0,0 0 0,-1-1 0,6-22 0,-12 33 0,0 0 0,-1 0 0,0 0 0,0 0 0,-1 0 0,0 0 0,-1 0 0,0 1 0,0-1 0,-1 0 0,0 0 0,0 1 0,-1-1 0,0 1 0,-1-1 0,1 1 0,-2 0 0,1 1 0,-8-10 0,5 9 0,-1 0 0,1 1 0,-1 0 0,-1 1 0,1-1 0,-1 2 0,0-1 0,-1 1 0,1 1 0,-1 0 0,0 0 0,0 1 0,0 0 0,-21-3 0,-2 2 0,-1 1 0,0 2 0,-45 4 0,39 0 0,1 1 0,-1 2 0,1 2 0,1 1 0,0 3 0,0 0 0,1 3 0,1 1 0,0 2 0,1 1 0,-43 31 0,22-5 0,1 3 0,3 2 0,-92 112 0,69-60 0,-90 159 0,129-194 0,2 1 0,3 2 0,4 1 0,-25 100 0,38-112 0,3 1 0,3 1 0,2 0 0,3-1 0,10 118 0,-1-117 0,4 0 0,2-1 0,3-1 0,22 57 0,-26-87 0,1-1 0,1-1 0,2 0 0,0-1 0,2-1 0,1 0 0,1-1 0,1-1 0,1-1 0,25 20 0,-33-32 0,1-1 0,0 0 0,0-1 0,1 0 0,0-2 0,1 1 0,-1-2 0,1 0 0,0-1 0,1-1 0,-1 0 0,0-1 0,32 0 0,-20-4 0,-1 0 0,1-2 0,-1 0 0,0-2 0,-1-1 0,0-2 0,40-17 0,77-46 0,-67 32 0,-41 24-1365,-5 4-5461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3.198"/>
    </inkml:context>
    <inkml:brush xml:id="br0">
      <inkml:brushProperty name="width" value="0.05" units="cm"/>
      <inkml:brushProperty name="height" value="0.05" units="cm"/>
      <inkml:brushProperty name="color" value="#66CC00"/>
    </inkml:brush>
  </inkml:definitions>
  <inkml:trace contextRef="#ctx0" brushRef="#br0">708 1 24575,'-13'17'0,"-250"505"0,214-416 0,-39 98 0,9 3 0,-92 379 0,132-356 0,36-187 0,1 0 0,2 0 0,8 60 0,-7-90 0,2-1 0,-1 1 0,2-1 0,-1 0 0,2 0 0,-1 0 0,2-1 0,0 1 0,0-1 0,1-1 0,0 1 0,1-1 0,0-1 0,0 1 0,1-1 0,0-1 0,1 1 0,0-2 0,0 1 0,1-1 0,0-1 0,0 0 0,1-1 0,-1 0 0,1-1 0,18 5 0,-4-4 0,0-2 0,0-1 0,1-1 0,-1-1 0,0-1 0,0-1 0,0-1 0,0-2 0,49-15 0,9-10 0,126-63 0,-126 53 0,-65 31-341,0 0 0,0-2-1,25-17 1,-24 10-6485</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3.576"/>
    </inkml:context>
    <inkml:brush xml:id="br0">
      <inkml:brushProperty name="width" value="0.05" units="cm"/>
      <inkml:brushProperty name="height" value="0.05" units="cm"/>
      <inkml:brushProperty name="color" value="#66CC00"/>
    </inkml:brush>
  </inkml:definitions>
  <inkml:trace contextRef="#ctx0" brushRef="#br0">0 204 24575,'1'-2'0,"-1"0"0,1 0 0,0 0 0,0 1 0,-1-1 0,1 0 0,0 1 0,1-1 0,-1 1 0,0-1 0,0 1 0,1-1 0,-1 1 0,1 0 0,2-2 0,26-16 0,27-3 0,1 3 0,79-15 0,-64 17 0,2 2 0,136-9 0,-2-1-1365,-179 23-5461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4.067"/>
    </inkml:context>
    <inkml:brush xml:id="br0">
      <inkml:brushProperty name="width" value="0.05" units="cm"/>
      <inkml:brushProperty name="height" value="0.05" units="cm"/>
      <inkml:brushProperty name="color" value="#66CC00"/>
    </inkml:brush>
  </inkml:definitions>
  <inkml:trace contextRef="#ctx0" brushRef="#br0">1 240 24575,'0'-3'0,"1"-1"0,-1 1 0,1-1 0,0 1 0,0 0 0,0 0 0,1 0 0,-1 0 0,1 0 0,0 0 0,0 0 0,0 0 0,0 1 0,0-1 0,5-3 0,4-5 0,27-18 0,-28 22 0,15-11 0,2 1 0,0 2 0,0 0 0,2 2 0,0 1 0,0 1 0,1 1 0,0 2 0,1 1 0,0 2 0,0 1 0,0 1 0,34 2 0,-34 1 128,-18-1-314,0 1-1,-1 0 0,1 1 1,-1 0-1,1 1 0,-1 1 1,19 6-1,-18-3-6639</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4.607"/>
    </inkml:context>
    <inkml:brush xml:id="br0">
      <inkml:brushProperty name="width" value="0.05" units="cm"/>
      <inkml:brushProperty name="height" value="0.05" units="cm"/>
      <inkml:brushProperty name="color" value="#66CC00"/>
    </inkml:brush>
  </inkml:definitions>
  <inkml:trace contextRef="#ctx0" brushRef="#br0">1106 1 24575,'-13'24'0,"-11"16"0,2 1 0,2 2 0,-27 82 0,-25 140 0,71-263 0,-20 89 0,4 0 0,-10 159 0,25-54 0,4-87 0,-21 164 0,15-245 0,-2-1 0,-1 0 0,-16 41 0,16-51 0,-1 0 0,-1-1 0,0 0 0,-1-1 0,-1 0 0,-17 20 0,23-31 0,1 0 0,-1 0 0,0 0 0,0-1 0,0 1 0,0-1 0,-1 0 0,1-1 0,-1 1 0,0-1 0,-6 1 0,1-1 0,0 0 0,1-1 0,-1 0 0,0-1 0,-19-1 0,4-3 0,0-1 0,1-1 0,0-1 0,-35-16 0,25 6 0,1-1 0,0-2 0,2-1 0,1-2 0,0-1 0,2-1 0,-45-50 0,62 61-195,1 0 0,1-2 0,0 1 0,1-1 0,1 0 0,-10-27 0,11 24-6631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4.953"/>
    </inkml:context>
    <inkml:brush xml:id="br0">
      <inkml:brushProperty name="width" value="0.05" units="cm"/>
      <inkml:brushProperty name="height" value="0.05" units="cm"/>
      <inkml:brushProperty name="color" value="#66CC00"/>
    </inkml:brush>
  </inkml:definitions>
  <inkml:trace contextRef="#ctx0" brushRef="#br0">0 1 24575,'0'0'0,"0"0"0,0 4 0,0 3 0,5-1 0,-3-1 0,-2-2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5.887"/>
    </inkml:context>
    <inkml:brush xml:id="br0">
      <inkml:brushProperty name="width" value="0.05" units="cm"/>
      <inkml:brushProperty name="height" value="0.05" units="cm"/>
      <inkml:brushProperty name="color" value="#66CC00"/>
    </inkml:brush>
  </inkml:definitions>
  <inkml:trace contextRef="#ctx0" brushRef="#br0">1 1 24575,'24'0'0,"455"19"0,-407-12 0,378 27 0,68-33 0,-235-3 0,-96 17 341,-7 0-2047,-154-15-5120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7.191"/>
    </inkml:context>
    <inkml:brush xml:id="br0">
      <inkml:brushProperty name="width" value="0.05" units="cm"/>
      <inkml:brushProperty name="height" value="0.05" units="cm"/>
      <inkml:brushProperty name="color" value="#66CC00"/>
    </inkml:brush>
  </inkml:definitions>
  <inkml:trace contextRef="#ctx0" brushRef="#br0">527 0 24575,'12'17'0,"63"62"0,92 135 0,89 110 0,28-23 0,20 3 0,-169-165 0,-73-81 0,104 74 0,-134-108 0,13 12 0,62 67 0,-106-102 0,0 0 0,-1 0 0,1 0 0,0 0 0,-1 0 0,1 0 0,0 0 0,-1 1 0,1-1 0,-1 0 0,0 0 0,0 0 0,1 1 0,-1-1 0,0 0 0,0 0 0,0 1 0,0-1 0,0 0 0,0 0 0,-1 1 0,1-1 0,0 0 0,-1 0 0,1 0 0,0 1 0,-1-1 0,0 0 0,1 0 0,-1 0 0,0 0 0,1 0 0,-1 0 0,-2 2 0,-3 4 0,-1-1 0,0 1 0,-14 9 0,11-8 0,-183 131 0,54-41 0,34-20 0,-328 239 0,190-122 0,16 16 0,119-109 0,-119 132 0,108-107 0,62-72 0,-75 56 0,121-103 0,0 0 0,1 1 0,0 1 0,0 0 0,1 0 0,1 0 0,-1 1 0,2 1 0,-9 14 0,11-15 0,0 0 0,0-1 0,1 2 0,0-1 0,1 0 0,0 1 0,-1 21 0,3 192 0,2-106 0,-1-114 0,1-1 0,0 0 0,0 0 0,0 0 0,0 1 0,0-1 0,1 0 0,0 0 0,0 0 0,0-1 0,0 1 0,1 0 0,-1-1 0,1 0 0,0 1 0,0-1 0,0 0 0,6 4 0,4 2 0,0 0 0,1 0 0,24 10 0,-6-5 0,1-2 0,0-1 0,1-1 0,38 5 0,145 11 0,-166-21 0,116 8 0,260-13 0,931-102 0,-1255 88 0,106-29 0,-153 25-1365,-36 10-5461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8.072"/>
    </inkml:context>
    <inkml:brush xml:id="br0">
      <inkml:brushProperty name="width" value="0.05" units="cm"/>
      <inkml:brushProperty name="height" value="0.05" units="cm"/>
      <inkml:brushProperty name="color" value="#66CC00"/>
    </inkml:brush>
  </inkml:definitions>
  <inkml:trace contextRef="#ctx0" brushRef="#br0">873 1 24575,'0'23'0,"-2"-13"0,-9 46 0,-2 67 0,8 0 0,5-1 0,30 219 0,25 90 0,-53-405 0,-1-1 0,-2 0 0,0 1 0,-2-1 0,0 0 0,-2 0 0,-1 0 0,-11 31 0,12-45 0,1-1 0,-1 0 0,-1 1 0,0-2 0,0 1 0,-1-1 0,0 0 0,-1 0 0,0-1 0,0 0 0,-1 0 0,0-1 0,0 0 0,0-1 0,-1 0 0,0 0 0,-1-1 0,1 0 0,-1-1 0,-16 4 0,15-5 0,-1-1 0,1 0 0,-1-1 0,1 0 0,-1-1 0,0 0 0,1-1 0,-1-1 0,0 0 0,1 0 0,-22-8 0,19 3 0,0 1 0,1-2 0,0 0 0,0-1 0,1 0 0,0-1 0,0 0 0,-20-23 0,-7-14 0,-39-59 0,-25-32 0,-21-5 0,119 135-195,0 0 0,1-1 0,0 0 0,0 0 0,1-1 0,-5-11 0,5 4-6631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8.513"/>
    </inkml:context>
    <inkml:brush xml:id="br0">
      <inkml:brushProperty name="width" value="0.05" units="cm"/>
      <inkml:brushProperty name="height" value="0.05" units="cm"/>
      <inkml:brushProperty name="color" value="#66CC00"/>
    </inkml:brush>
  </inkml:definitions>
  <inkml:trace contextRef="#ctx0" brushRef="#br0">18 18 24575,'0'0'0,"-5"-5"0,-2-1 0,1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8.981"/>
    </inkml:context>
    <inkml:brush xml:id="br0">
      <inkml:brushProperty name="width" value="0.05" units="cm"/>
      <inkml:brushProperty name="height" value="0.05" units="cm"/>
      <inkml:brushProperty name="color" value="#66CC00"/>
    </inkml:brush>
  </inkml:definitions>
  <inkml:trace contextRef="#ctx0" brushRef="#br0">0 205 24575,'3'-4'0,"1"0"0,0 0 0,0 1 0,0-1 0,0 1 0,0 0 0,1 0 0,-1 0 0,1 0 0,0 1 0,0 0 0,10-3 0,5-4 0,58-25 0,108-32 0,-26 23 0,-141 39-236,0 1-1,0 1 0,0 1 1,29 2-1,-45-1 55,11 0-6644</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9.350"/>
    </inkml:context>
    <inkml:brush xml:id="br0">
      <inkml:brushProperty name="width" value="0.05" units="cm"/>
      <inkml:brushProperty name="height" value="0.05" units="cm"/>
      <inkml:brushProperty name="color" value="#66CC00"/>
    </inkml:brush>
  </inkml:definitions>
  <inkml:trace contextRef="#ctx0" brushRef="#br0">1 207 24575,'23'-5'0,"-17"2"0,363-143 0,-316 129 0,71-13 0,-104 27-455,1 1 0,24 1 0,-28 2-6371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19.818"/>
    </inkml:context>
    <inkml:brush xml:id="br0">
      <inkml:brushProperty name="width" value="0.05" units="cm"/>
      <inkml:brushProperty name="height" value="0.05" units="cm"/>
      <inkml:brushProperty name="color" value="#66CC00"/>
    </inkml:brush>
  </inkml:definitions>
  <inkml:trace contextRef="#ctx0" brushRef="#br0">148 1 24575,'1'2'0,"0"1"0,-1 0 0,0-1 0,0 1 0,0 0 0,0 0 0,0-1 0,-1 5 0,0 6 0,0 19 0,-7 38 0,-1-6 0,-10 138 0,-30 432 0,45-533 0,-4-1 0,-30 143 0,33-214-341,1 1 0,2 0-1,2 53 1,0-69-6485</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22.803"/>
    </inkml:context>
    <inkml:brush xml:id="br0">
      <inkml:brushProperty name="width" value="0.05" units="cm"/>
      <inkml:brushProperty name="height" value="0.05" units="cm"/>
      <inkml:brushProperty name="color" value="#66CC00"/>
    </inkml:brush>
  </inkml:definitions>
  <inkml:trace contextRef="#ctx0" brushRef="#br0">1584 347 24575,'0'-20'0,"-1"0"0,-1 0 0,-7-35 0,7 48 0,-1-1 0,1 0 0,-1 1 0,0-1 0,-1 1 0,0 0 0,0 0 0,-1 1 0,1-1 0,-2 1 0,1 0 0,-9-7 0,-3-1 0,-1 2 0,0 0 0,-2 1 0,1 1 0,-1 0 0,-24-7 0,1 4 0,-88-16 0,107 26 0,0 1 0,-1 1 0,1 1 0,-1 1 0,1 2 0,0 0 0,-1 2 0,-28 9 0,6 1 0,1 3 0,0 1 0,-46 29 0,48-22 0,2 2 0,1 1 0,-51 49 0,31-18 0,-66 81 0,97-101 0,2 1 0,2 1 0,1 1 0,-28 68 0,21-30 0,-35 143 0,55-171 0,3 0 0,2 1 0,2 0 0,2 0 0,8 94 0,-4-140 0,0 1 0,1 0 0,0-1 0,0 1 0,1-1 0,5 13 0,-6-18 0,-1 0 0,1 0 0,0 0 0,0 0 0,0-1 0,1 1 0,-1-1 0,0 0 0,1 1 0,0-1 0,-1 0 0,1 0 0,0-1 0,0 1 0,0-1 0,0 1 0,0-1 0,1 0 0,-1 0 0,3 0 0,12 2 0,-1-2 0,0 0 0,1-2 0,-1 0 0,0 0 0,0-2 0,0 0 0,0-1 0,0 0 0,0-2 0,-1 0 0,16-8 0,-3-1 0,0-2 0,-1 0 0,-1-2 0,-1-1 0,33-33 0,374-401 0,-399 415 0,-1-1 0,-3-2 0,35-62 0,-5 2 0,29-57 0,-86 153 0,-1 1 0,1-1 0,0 1 0,1 0 0,5-7 0,-6 11 0,-4 8 0,-4 10 0,-212 675 0,176-491 0,-35 132 0,57-260 0,3 2 0,-8 102 0,18 103 0,8-163 0,-3-116 0,1 0 0,0 0 0,0 0 0,0 0 0,0 0 0,0 0 0,0 1 0,0-1 0,0 0 0,0 0 0,1 0 0,-1 0 0,0 0 0,1 0 0,-1 0 0,1 0 0,-1 0 0,1 0 0,0 0 0,-1 0 0,1 0 0,0 0 0,0 0 0,-1-1 0,1 1 0,0 0 0,0-1 0,0 1 0,0 0 0,0-1 0,0 1 0,0-1 0,0 0 0,0 1 0,0-1 0,0 0 0,1 0 0,-1 1 0,0-1 0,0 0 0,0 0 0,2 0 0,2-1 0,1-1 0,0 1 0,-1-1 0,1 0 0,-1 0 0,0 0 0,8-5 0,14-10 0,0-1 0,48-43 0,43-55 0,-96 93 0,330-381-332,-205 227 118,26-31 83,120-137 153,-67 126-1278,-194 191-5024</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27.853"/>
    </inkml:context>
    <inkml:brush xml:id="br0">
      <inkml:brushProperty name="width" value="0.025" units="cm"/>
      <inkml:brushProperty name="height" value="0.025" units="cm"/>
      <inkml:brushProperty name="color" value="#E71224"/>
    </inkml:brush>
  </inkml:definitions>
  <inkml:trace contextRef="#ctx0" brushRef="#br0">3596 584 24575,'0'-3'0,"0"-1"0,-1 1 0,0-1 0,0 1 0,0 0 0,0-1 0,0 1 0,-1 0 0,1 0 0,-1 0 0,0 0 0,-4-5 0,-32-32 0,26 28 0,-13-10 0,-1 2 0,0 1 0,-1 1 0,-52-25 0,35 20 0,-28-16 0,-85-31 0,109 52 0,-2 2 0,-97-17 0,66 22 0,1 4 0,-1 4 0,0 3 0,0 3 0,0 5 0,1 2 0,0 4 0,-107 34 0,46-2 0,2 7 0,2 6 0,3 5 0,3 7 0,-211 150 0,194-103 0,5 7 0,-165 185 0,276-274 0,2 1 0,1 2 0,2 0 0,2 2 0,2 1 0,1 0 0,3 2 0,1 1 0,-17 67 0,31-93 0,1-1 0,1 1 0,0 0 0,1 0 0,1 0 0,1-1 0,1 1 0,1 0 0,0 0 0,1-1 0,1 0 0,1 0 0,0 0 0,2-1 0,0 1 0,16 24 0,-5-14 0,1 0 0,1-1 0,2-2 0,0 0 0,2-1 0,1-2 0,0 0 0,39 23 0,52 24 0,139 58 0,-156-84 0,3-4 0,1-5 0,1-5 0,2-3 0,120 11 0,-102-25 0,1-5 0,-1-6 0,1-5 0,149-25 0,-46-13 0,255-82 0,-303 73 0,263-88 0,-384 113 0,0-2 0,-2-4 0,-1-1 0,65-51 0,-52 28 0,-2-3 0,94-106 0,-131 129 0,0-1 0,-3-2 0,35-62 0,-52 79 0,0 0 0,-2 0 0,-1-1 0,0 0 0,-2-1 0,-1 0 0,0 1 0,1-45 0,-6 29 9,-2 0-1,-2 0 1,-1 0-1,-2 1 1,-2 0-1,-15-42 0,5 32 4,-1 2 0,-2 0 0,-2 1 0,-39-52 0,19 37-97,-4 3 0,-2 1 1,-2 3-1,-3 2 1,-1 3-1,-102-67 0,65 60-283,-2 3 0,-2 4-1,-2 5 1,-2 4 0,-2 4 0,-199-38-1,143 47 411,0 7 0,-1 8-1,-1 6 1,-162 17-1,132 8-15,1 9 0,-294 84 0,-341 168-995,499-154-3487</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27:29.172"/>
    </inkml:context>
    <inkml:brush xml:id="br0">
      <inkml:brushProperty name="width" value="0.025" units="cm"/>
      <inkml:brushProperty name="height" value="0.025" units="cm"/>
      <inkml:brushProperty name="color" value="#E71224"/>
    </inkml:brush>
  </inkml:definitions>
  <inkml:trace contextRef="#ctx0" brushRef="#br0">4935 1126 24575,'-8'-1'0,"0"0"0,0-1 0,-1-1 0,2 0 0,-1 0 0,0 0 0,0-1 0,-12-8 0,5 4 0,-47-23 0,-1 4 0,-2 2 0,0 3 0,-120-24 0,-279-19 0,448 64 0,-778-58 0,622 58 0,1 7 0,-280 45 0,283-17 0,-314 107 0,363-95 0,2 5 0,3 5 0,-138 92 0,137-70 0,4 6 0,-134 128 0,177-144 0,4 3 0,2 3 0,4 2 0,-62 108 0,84-123 0,4 3 0,2 0 0,3 2 0,3 1 0,-24 109 0,34-100 0,4 1 0,3 0 0,3 0 0,4 1 0,3-1 0,3 0 0,18 77 0,-12-94 0,4-1 0,2 0 0,2-1 0,3-1 0,3-1 0,2-1 0,2-2 0,3-1 0,51 63 0,7-12 0,5-4 0,3-4 0,5-4 0,4-5 0,4-5 0,163 90 0,-198-129 0,2-3 0,1-4 0,2-3 0,1-4 0,1-3 0,2-4 0,0-4 0,1-4 0,0-3 0,0-4 0,116-8 0,-23-14-85,-1-9 0,-1-7 0,191-61 0,-102 7-85,329-156 0,-436 165 170,-5-7 0,156-111 0,-194 110 0,-4-4 0,200-207 0,-240 213 0,-5-3 0,-3-3 0,-4-3 0,-4-3 0,68-157 0,-70 118 0,-6-3 0,-6-2 0,43-248 0,-73 296 0,4-150 0,-18 179 0,-2-1 0,-3 1 0,-20-83 0,9 77 0,-4 1 0,-2 2 0,-4 0 0,-2 2 0,-3 0 0,-2 3 0,-73-97 0,57 95 0,-2 3 0,-3 1 0,-3 3 0,-2 3 0,-2 2 0,-105-64 0,-142-48 398,167 103-2047,-2 5-1,-2 7 0,-205-38 1,204 61 1649,0 6 0,-1 7 0,-288 16 0,250 13 0,2 8 0,-314 86 0,339-63 0,-300 140 0,265-89 0,-191 132 0,95-32-219,28-10-873</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20.887"/>
    </inkml:context>
    <inkml:brush xml:id="br0">
      <inkml:brushProperty name="width" value="0.025" units="cm"/>
      <inkml:brushProperty name="height" value="0.025" units="cm"/>
      <inkml:brushProperty name="color" value="#E71224"/>
    </inkml:brush>
  </inkml:definitions>
  <inkml:trace contextRef="#ctx0" brushRef="#br0">564 0 24575,'-15'1'0,"1"0"0,0 1 0,0 0 0,0 1 0,-18 7 0,-66 30 0,53-20 0,11-6 0,0 2 0,-57 38 0,76-43 0,-1 1 0,2 0 0,0 2 0,0-1 0,1 1 0,1 1 0,-14 20 0,21-25 0,0 1 0,0-1 0,1 1 0,1 0 0,-1 0 0,2 0 0,-1 0 0,2 1 0,-1 17 0,1 10 0,7 53 0,-6-90 0,4 31 0,1-1 0,14 52 0,-12-64 0,16 30 0,-1-3 0,-11-24 0,1-1 0,1-1 0,26 34 0,-22-31 0,-6-11 0,0-1 0,1 0 0,0-1 0,0 0 0,1 0 0,1-1 0,0-1 0,26 13 0,-12-9 0,1-1 0,1-1 0,54 12 0,-58-18 0,1-1 0,0-1 0,0-1 0,42-3 0,-57 1 0,0-2 0,-1 1 0,1-1 0,0-1 0,-1 0 0,1-1 0,-1-1 0,0 1 0,0-1 0,-1-1 0,1 0 0,14-12 0,-18 10-345,1 0 1,-1-1-1,0 0 0,-1 0 0,0 0 0,0-1 1,-1 0-1,6-16 0,25-90-3273,-33 103 3555,3-14 812,-1 0-1,3-55 1,-9-58 2882,-1 59-2724,2 71-907,0 0 0,0 0 0,-1 0 0,-1 1 0,0-1 0,0 0 0,0 0 0,-2 1 0,1 0 0,-1-1 0,0 1 0,-1 1 0,0-1 0,0 1 0,-1 0 0,0 0 0,-1 0 0,-9-8 0,-63-66 0,53 53 0,-47-41 0,55 54-273,0-1 0,1 0 0,1-2 0,-15-21 0,20 25-6553</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0.411"/>
    </inkml:context>
    <inkml:brush xml:id="br0">
      <inkml:brushProperty name="width" value="0.025" units="cm"/>
      <inkml:brushProperty name="height" value="0.025" units="cm"/>
      <inkml:brushProperty name="color" value="#E71224"/>
    </inkml:brush>
  </inkml:definitions>
  <inkml:trace contextRef="#ctx0" brushRef="#br0">468 0 24575,'-5'18'0,"-9"26"0,1 2 0,-5 46 0,10-50 0,-69 356 0,-119 573 0,169-851 0,-60 164 0,70-233-1365,12-32-5461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0.973"/>
    </inkml:context>
    <inkml:brush xml:id="br0">
      <inkml:brushProperty name="width" value="0.025" units="cm"/>
      <inkml:brushProperty name="height" value="0.025" units="cm"/>
      <inkml:brushProperty name="color" value="#E71224"/>
    </inkml:brush>
  </inkml:definitions>
  <inkml:trace contextRef="#ctx0" brushRef="#br0">1 30 24575,'18'-5'0,"0"-1"0,1 1 0,0 1 0,36-2 0,63 3 0,-62 3 0,150 0 0,269 35 0,-342-16 0,-2 6 0,0 6 0,139 52 0,-222-65 0,-1 2 0,-1 2 0,0 2 0,-2 2 0,-1 1 0,66 57 0,-89-66 0,-1 0 0,-1 2 0,-1 0 0,-1 0 0,0 2 0,-2 0 0,-1 1 0,0 0 0,-2 1 0,0 0 0,-2 1 0,-1 0 0,-1 1 0,7 46 0,-11-26 0,-2-1 0,-1 1 0,-3-1 0,-2 0 0,-1 0 0,-3 0 0,-1-1 0,-24 62 0,3-27 0,-4 0 0,-3-3 0,-75 113 0,38-83 0,-4-3 0,-132 131 0,-218 146 0,363-328 0,-2-4 0,-132 72 0,161-101 0,0-2 0,-2-2 0,1-1 0,-2-2 0,0-2 0,0-2 0,-54 3 0,66-9 0,-54-5 0,71 2 0,-1-1 0,1-1 0,0 0 0,0 0 0,1-2 0,-19-7 0,27 9-65,0 0 0,0 1 0,0-1 0,1 0 0,-1-1 0,1 1 0,0-1 0,0 1 0,0-1 0,0 0 0,1 0 0,-1 0 0,1 0 0,0-1 0,0 1 0,1-1 0,-1 1 0,1-1 0,0 0 0,-1-6 0,0-14-6761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1.378"/>
    </inkml:context>
    <inkml:brush xml:id="br0">
      <inkml:brushProperty name="width" value="0.025" units="cm"/>
      <inkml:brushProperty name="height" value="0.025" units="cm"/>
      <inkml:brushProperty name="color" value="#E71224"/>
    </inkml:brush>
  </inkml:definitions>
  <inkml:trace contextRef="#ctx0" brushRef="#br0">239 0 24575,'-1'1'0,"0"0"0,0 0 0,0 0 0,0 0 0,0 0 0,0 0 0,1 0 0,-1 1 0,0-1 0,1 0 0,-1 0 0,1 1 0,0-1 0,-1 3 0,-1 0 0,-80 256 0,64-198 0,-94 329 0,109-379-227,0 1-1,0 0 1,1 0-1,1 0 1,0 17-1,2-20-6598</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1.549"/>
    </inkml:context>
    <inkml:brush xml:id="br0">
      <inkml:brushProperty name="width" value="0.025" units="cm"/>
      <inkml:brushProperty name="height" value="0.025" units="cm"/>
      <inkml:brushProperty name="color" value="#E71224"/>
    </inkml:brush>
  </inkml:definitions>
  <inkml:trace contextRef="#ctx0" brushRef="#br0">1 1 24575,'0'0'0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2.164"/>
    </inkml:context>
    <inkml:brush xml:id="br0">
      <inkml:brushProperty name="width" value="0.025" units="cm"/>
      <inkml:brushProperty name="height" value="0.025" units="cm"/>
      <inkml:brushProperty name="color" value="#E71224"/>
    </inkml:brush>
  </inkml:definitions>
  <inkml:trace contextRef="#ctx0" brushRef="#br0">91 1181 24575,'4'1'0,"1"-1"0,-1 1 0,1 1 0,-1-1 0,1 0 0,-1 1 0,7 4 0,11 3 0,4-1 0,0-1 0,1-2 0,0 0 0,0-2 0,31 0 0,-17-3 0,-1-3 0,72-12 0,-86 9 0,-1-1 0,0-2 0,-1 0 0,0-2 0,0 0 0,-1-2 0,-1-1 0,0 0 0,-1-2 0,0 0 0,-1-1 0,20-24 0,-7 4 0,-2-1 0,-2-2 0,-2-1 0,-1-1 0,32-72 0,-47 87 0,-1-1 0,-1 0 0,-1-1 0,-2 0 0,-1 0 0,-1 0 0,0-40 0,-5 8 0,-2 0 0,-18-90 0,-2 52 0,6 32 0,17 67 0,0-1 0,-1 0 0,1 0 0,0 1 0,0-1 0,0 0 0,-1 0 0,1 1 0,0-1 0,-1 0 0,1 1 0,-1-1 0,1 0 0,-1 1 0,1-1 0,-1 1 0,1-1 0,-1 1 0,0-1 0,0 0 0,1 1 0,-1 0 0,1 0 0,-1 0 0,1 0 0,-1 0 0,1 0 0,-1 0 0,1 0 0,-1 0 0,1 0 0,-1 1 0,1-1 0,-1 0 0,1 0 0,-1 0 0,1 1 0,-1-1 0,1 0 0,-1 0 0,0 1 0,-1 2 0,-1-1 0,0 1 0,1 0 0,-1 0 0,1 0 0,-4 6 0,-15 34 0,2 2 0,2 0 0,-13 53 0,9-29 0,-77 264-705,14 5 0,-47 421 0,4 314 705,118-995 0,-27 112 0,-148 449 0,167-584 0,-3-2 0,-33 66 0,50-112 9,0-1 1,-1 1-1,0-1 0,0 0 1,0 0-1,0-1 1,-1 0-1,0 1 0,-1-1 1,1-1-1,-12 9 0,16-13 22,0 1-1,-1-1 0,1 0 0,-1 1 0,1-1 0,0 0 1,-1 0-1,1 0 0,-1 0 0,1 0 0,-1 0 0,1 0 0,0 0 1,-1 0-1,1-1 0,-1 1 0,1-1 0,0 1 0,-1-1 1,1 1-1,0-1 0,0 0 0,-1 0 0,1 1 0,0-1 1,0 0-1,0 0 0,0 0 0,0 0 0,0-1 0,0 1 1,1 0-1,-1 0 0,0 0 0,0-3 0,-3-4 154,0 0-1,1 0 0,0 0 1,-3-16-1,0-16-638,1-1 0,1-41 0,3 33-6371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2.546"/>
    </inkml:context>
    <inkml:brush xml:id="br0">
      <inkml:brushProperty name="width" value="0.025" units="cm"/>
      <inkml:brushProperty name="height" value="0.025" units="cm"/>
      <inkml:brushProperty name="color" value="#E71224"/>
    </inkml:brush>
  </inkml:definitions>
  <inkml:trace contextRef="#ctx0" brushRef="#br0">1 1346 24575,'7'0'0,"1"-1"0,-1 0 0,1-1 0,-1 1 0,1-2 0,11-4 0,44-24 0,-34 16 0,23-13 0,-1-3 0,-1-1 0,-1-3 0,-3-2 0,49-49 0,-45 35 0,-3-2 0,-2-2 0,-2-2 0,34-63 0,-53 76 0,-2-2 0,-1 0 0,23-85 0,-22 46 0,14-115 0,-32 168 0,-1 0 0,-2-52 0,-22 168 0,-64 461-2648,30 9-1089,38-365 3338,-90 841-1585,84-828 2561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2.697"/>
    </inkml:context>
    <inkml:brush xml:id="br0">
      <inkml:brushProperty name="width" value="0.025" units="cm"/>
      <inkml:brushProperty name="height" value="0.025" units="cm"/>
      <inkml:brushProperty name="color" value="#E71224"/>
    </inkml:brush>
  </inkml:definitions>
  <inkml:trace contextRef="#ctx0" brushRef="#br0">1 640 24575,'0'0'0,"9"-64"0,10-82 0,5-30 0,-6 30-6193,-6 39 4195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3.039"/>
    </inkml:context>
    <inkml:brush xml:id="br0">
      <inkml:brushProperty name="width" value="0.025" units="cm"/>
      <inkml:brushProperty name="height" value="0.025" units="cm"/>
      <inkml:brushProperty name="color" value="#E71224"/>
    </inkml:brush>
  </inkml:definitions>
  <inkml:trace contextRef="#ctx0" brushRef="#br0">0 883 24575,'0'0'0,"0"1"0,0-1 0,0 1 0,0-1 0,0 1 0,0-1 0,0 1 0,0-1 0,1 1 0,-1-1 0,0 1 0,0-1 0,0 0 0,1 1 0,-1-1 0,0 1 0,0-1 0,1 1 0,-1-1 0,0 0 0,1 1 0,-1-1 0,0 0 0,1 1 0,-1-1 0,1 1 0,11 10 0,-9-8 0,0-1 0,0 1 0,1-1 0,0 0 0,-1 0 0,1 0 0,0-1 0,0 1 0,0-1 0,0 0 0,0 0 0,0 0 0,0-1 0,7 1 0,-3-2 0,0 0 0,0-1 0,0 0 0,0 0 0,0 0 0,-1-1 0,15-8 0,171-105-1025,-3-20-879,-151 107 1467,-4 4 400,0-1 0,-2-2 0,47-51 0,-76 73 119,0 0-1,0 1 1,-1-1 0,0-1 0,0 1 0,0 0 0,-1-1 0,3-11 0,-1-6 691,1-27 0,-2 21-128,0-3-527,-2 0-1,-1-1 0,-2 1 0,-11-63 0,12 90-117,-1-1 0,0 1 0,0-1 0,0 1 0,-7-11 0,9 16 0,-1 0 0,1 0 0,-1 0 0,0 0 0,1 0 0,-1 0 0,0 0 0,0 0 0,0 0 0,0 1 0,0-1 0,0 0 0,0 0 0,0 1 0,0-1 0,0 1 0,0-1 0,0 1 0,0-1 0,-1 1 0,1 0 0,0 0 0,0-1 0,0 1 0,-1 0 0,1 0 0,0 0 0,0 0 0,-1 1 0,1-1 0,0 0 0,0 0 0,0 1 0,-1-1 0,1 1 0,0-1 0,0 1 0,-2 1 0,-3 1 0,1 2 0,0-1 0,0 0 0,0 1 0,0 0 0,1 0 0,0 1 0,0-1 0,-6 12 0,-1 5 0,-12 36 0,4 2 86,2 1-1,3 1 0,-7 72 1,0 186-1793,16-133-5119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3.181"/>
    </inkml:context>
    <inkml:brush xml:id="br0">
      <inkml:brushProperty name="width" value="0.025" units="cm"/>
      <inkml:brushProperty name="height" value="0.025" units="cm"/>
      <inkml:brushProperty name="color" value="#E71224"/>
    </inkml:brush>
  </inkml:definitions>
  <inkml:trace contextRef="#ctx0" brushRef="#br0">0 0 24575,'0'0'0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3.334"/>
    </inkml:context>
    <inkml:brush xml:id="br0">
      <inkml:brushProperty name="width" value="0.025" units="cm"/>
      <inkml:brushProperty name="height" value="0.025" units="cm"/>
      <inkml:brushProperty name="color" value="#E71224"/>
    </inkml:brush>
  </inkml:definitions>
  <inkml:trace contextRef="#ctx0" brushRef="#br0">0 18 24575,'0'0'0,"0"-5"0,0-1 0,0-1-8191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3.545"/>
    </inkml:context>
    <inkml:brush xml:id="br0">
      <inkml:brushProperty name="width" value="0.025" units="cm"/>
      <inkml:brushProperty name="height" value="0.025" units="cm"/>
      <inkml:brushProperty name="color" value="#E71224"/>
    </inkml:brush>
  </inkml:definitions>
  <inkml:trace contextRef="#ctx0" brushRef="#br0">0 510 24575,'24'-17'0,"-15"15"0,-1 0 0,1 0 0,0 1 0,-1 0 0,1 1 0,0-1 0,0 2 0,-1-1 0,1 1 0,15 4 0,2 1 0,-1 2 0,33 14 0,-4 3 0,-1 2 0,-1 3 0,-2 1 0,-1 3 0,-2 2 0,-1 2 0,68 74 0,-93-89 0,24 36 0,-41-53 0,1 0 0,-1 1 0,-1 0 0,0 0 0,1 0 0,-2 0 0,1 0 0,-1 0 0,-1 1 0,1-1 0,0 13 0,-3-15 0,0 0 0,0 0 0,0 0 0,-1 0 0,1-1 0,-1 1 0,0-1 0,-1 1 0,1-1 0,-1 0 0,0 0 0,0 0 0,0 0 0,-8 6 0,4-3 0,-1 0 0,0 0 0,-1-1 0,0 0 0,-18 8 0,25-13 0,0 0 0,0 0 0,0 0 0,0-1 0,0 1 0,0-1 0,0 1 0,0-1 0,0 0 0,0 0 0,0 0 0,0 0 0,0 0 0,0 0 0,-2-1 0,2 0 0,1 0 0,0 1 0,0-1 0,-1 0 0,1 1 0,0-1 0,0 0 0,0 0 0,0 0 0,0 0 0,0 0 0,0 0 0,1 0 0,-1-1 0,0 1 0,1 0 0,-2-2 0,0-4 0,1 1 0,-1-1 0,1 1 0,1-1 0,-1 1 0,1-1 0,1-13 0,6-47 0,27-117 0,38-62 0,-49 179 114,3 2 0,60-109 0,-66 141-358,0 1 0,2 1 0,2 1 0,0 2 1,2 0-1,53-43 0,-50 49-6582</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4.286"/>
    </inkml:context>
    <inkml:brush xml:id="br0">
      <inkml:brushProperty name="width" value="0.025" units="cm"/>
      <inkml:brushProperty name="height" value="0.025" units="cm"/>
      <inkml:brushProperty name="color" value="#E71224"/>
    </inkml:brush>
  </inkml:definitions>
  <inkml:trace contextRef="#ctx0" brushRef="#br0">1 791 24575,'18'-3'0,"-13"2"0,-1 0 0,0 0 0,1 0 0,-1 0 0,7-4 0,35-18 0,-1-2 0,-1-3 0,-1-1 0,-2-2 0,39-37 0,-23 13 0,-3-3 0,75-102 0,-106 129 0,0-2 0,-3-1 0,0-1 0,-3 0 0,15-42 0,-30 72 0,-1 0 0,1-1 0,-2 1 0,2-10 0,-2 14 0,0 1 0,0-1 0,0 0 0,0 1 0,0-1 0,0 0 0,0 1 0,0-1 0,0 0 0,0 1 0,0-1 0,0 0 0,-1 1 0,1-1 0,0 1 0,0-1 0,-1 0 0,1 1 0,-1-1 0,1 1 0,0-1 0,-1 1 0,1-1 0,-1 1 0,1-1 0,-1 1 0,1 0 0,-1-1 0,1 1 0,-1 0 0,0-1 0,1 1 0,-1 0 0,1 0 0,-1-1 0,0 1 0,1 0 0,-1 0 0,0 0 0,1 0 0,-1 0 0,0 0 0,1 0 0,-1 0 0,0 0 0,1 0 0,-1 0 0,1 1 0,-1-1 0,0 0 0,-10 5 0,0 0 0,0 1 0,1-1 0,0 2 0,0 0 0,-13 12 0,2-3 0,-28 24 0,2 1 0,1 3 0,2 2 0,3 1 0,-44 65 0,55-67 0,2 2 0,1 1 0,3 2 0,3 0 0,1 1 0,-17 71 0,30-95 0,2 1 0,1 0 0,0 31 0,3-49 0,2 0 0,-1 1 0,1-1 0,1 0 0,-1 0 0,2 0 0,0 0 0,0-1 0,0 1 0,1-1 0,1 0 0,5 9 0,-7-14 0,-1 0 0,1-1 0,1 1 0,-1-1 0,1 0 0,-1 0 0,1 0 0,0 0 0,0 0 0,0-1 0,0 0 0,1 0 0,6 3 0,-4-4 0,0 1 0,0-1 0,0 0 0,1-1 0,-1 1 0,0-1 0,0-1 0,9-1 0,5-3 0,0 0 0,0-2 0,-1 0 0,40-21 0,3-7 0,-2-2 0,96-77 0,100-112 0,-145 124 0,-80 73 0,43-36 0,-67 59 0,1 0 0,0 0 0,0 1 0,0 0 0,1 1 0,0 0 0,10-3 0,-16 6 0,-1 1 0,1-1 0,0 1 0,-1 0 0,1-1 0,0 2 0,-1-1 0,1 0 0,-1 1 0,1 0 0,0-1 0,-1 2 0,1-1 0,4 2 0,-3 0 0,1 1 0,-1-1 0,0 1 0,0 0 0,0 0 0,-1 1 0,8 8 0,1 6 0,0 0 0,-2 1 0,15 34 0,-21-45 0,23 55 0,31 111 0,2 74 0,-58-236 0,-3-8 0,1 0 0,0 0 0,0 0 0,1-1 0,-1 1 0,1 0 0,0-1 0,0 1 0,1-1 0,-1 1 0,1-1 0,3 4 0,-5-7 0,0-1 0,0 1 0,0-1 0,0 0 0,-1 1 0,1-1 0,0 0 0,0 1 0,0-1 0,0 0 0,0 0 0,0 0 0,0 0 0,0 0 0,0 0 0,0 0 0,0 0 0,0 0 0,0-1 0,0 1 0,0 0 0,0 0 0,-1-1 0,1 1 0,0-1 0,0 1 0,0-1 0,0 1 0,-1-1 0,1 0 0,1-1 0,21-24 0,0-10 0,-1-1 0,26-64 0,11-20 0,-49 102 0,2 0 0,0 1 0,1 1 0,18-19 0,-25 31 0,-1-1 0,1 1 0,0 0 0,1 1 0,-1 0 0,1 0 0,-1 0 0,1 0 0,0 1 0,1 0 0,-1 1 0,0 0 0,12-2 0,-10 3 0,-1 1 0,1 0 0,0 0 0,0 1 0,-1 0 0,1 1 0,-1 0 0,1 0 0,-1 1 0,0 0 0,14 7 0,2 3 0,-1 2 0,-1 0 0,37 32 0,55 63 0,-110-105 0,72 81 256,0 1-313,-63-74-334,0 0 0,2-1 0,30 20 0,-21-18-6435</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4.788"/>
    </inkml:context>
    <inkml:brush xml:id="br0">
      <inkml:brushProperty name="width" value="0.025" units="cm"/>
      <inkml:brushProperty name="height" value="0.025" units="cm"/>
      <inkml:brushProperty name="color" value="#E71224"/>
    </inkml:brush>
  </inkml:definitions>
  <inkml:trace contextRef="#ctx0" brushRef="#br0">143 1 24575,'-3'0'0,"1"1"0,0 0 0,-1 0 0,1 0 0,0 0 0,0 0 0,0 1 0,0-1 0,0 1 0,0-1 0,0 1 0,0 0 0,0 0 0,1 0 0,-1-1 0,1 2 0,0-1 0,-1 0 0,0 4 0,-4 6 0,0 1 0,-4 17 0,7-22 0,-17 58 0,3 1 0,2 1 0,-7 91 0,18-113 0,3 1 0,2-1 0,2 1 0,2-1 0,20 87 0,-22-119 0,1-2 0,1 1 0,0 0 0,1-1 0,0 0 0,1 0 0,0-1 0,1 0 0,0 0 0,12 12 0,-13-16 0,1-1 0,-1 0 0,1-1 0,1 1 0,-1-2 0,1 1 0,-1-1 0,1 0 0,0-1 0,1 0 0,-1 0 0,0-1 0,1-1 0,0 1 0,9-1 0,-1-1 0,0 0 0,0-1 0,0-1 0,-1-1 0,1 0 0,-1-2 0,26-9 0,-19 4 0,-1-1 0,0-1 0,0-2 0,31-23 0,-3-7 0,-2-2 0,-2-2 0,45-59 0,233-356 0,-324 462 0,-1 0 0,1-1 0,0 1 0,0 0 0,-1 0 0,1 0 0,0 0 0,0 0 0,0 0 0,0 0 0,0 0 0,0 0 0,1 0 0,-1 0 0,0 1 0,2-2 0,-2 3 0,0-1 0,0 1 0,0 0 0,0-1 0,0 1 0,-1 0 0,1 0 0,0-1 0,0 1 0,-1 0 0,1 0 0,-1 0 0,1 0 0,-1 0 0,1 0 0,-1 0 0,1 0 0,-1 0 0,0 0 0,0 0 0,1 0 0,-1 1 0,0 0 0,9 47 0,-3 1 0,-1 0 0,-3 75 0,-2-69 0,28 336 0,-27-387 43,-1 0 0,1-1-1,1 1 1,-1-1 0,1 1-1,0-1 1,3 7 0,-4-9-133,0-1 0,0 1 0,1 0 0,-1-1 0,1 1 1,-1-1-1,1 0 0,-1 1 0,1-1 0,0 0 1,0 0-1,-1 0 0,1 0 0,0 0 0,0-1 0,0 1 1,0 0-1,3 0 0,11 0-6736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4.952"/>
    </inkml:context>
    <inkml:brush xml:id="br0">
      <inkml:brushProperty name="width" value="0.025" units="cm"/>
      <inkml:brushProperty name="height" value="0.025" units="cm"/>
      <inkml:brushProperty name="color" value="#E71224"/>
    </inkml:brush>
  </inkml:definitions>
  <inkml:trace contextRef="#ctx0" brushRef="#br0">1 0 24575,'0'0'0,"0"0"0,0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5.479"/>
    </inkml:context>
    <inkml:brush xml:id="br0">
      <inkml:brushProperty name="width" value="0.025" units="cm"/>
      <inkml:brushProperty name="height" value="0.025" units="cm"/>
      <inkml:brushProperty name="color" value="#E71224"/>
    </inkml:brush>
  </inkml:definitions>
  <inkml:trace contextRef="#ctx0" brushRef="#br0">0 1 24575,'6'18'0,"35"82"0,50 190 0,6 16 0,-97-306 0,4 10 0,0 0 0,1 0 0,0 0 0,10 14 0,-14-22 0,1 0 0,-1-1 0,0 1 0,1-1 0,-1 1 0,1-1 0,0 1 0,-1-1 0,1 0 0,0 0 0,0 0 0,0 0 0,0 0 0,0 0 0,0-1 0,0 1 0,0-1 0,0 1 0,0-1 0,0 0 0,0 0 0,0 0 0,0 0 0,1 0 0,-1 0 0,0 0 0,0-1 0,0 1 0,0-1 0,2-1 0,8-3 0,-1-1 0,1 0 0,-2-1 0,20-15 0,37-40 0,-32 28 0,168-149 0,-194 175 0,1 0 0,0 1 0,0 0 0,1 1 0,0 0 0,0 1 0,0 0 0,13-4 0,-17 8 0,0-1 0,1 1 0,-1 0 0,0 1 0,0-1 0,0 1 0,1 1 0,-1-1 0,0 1 0,0 1 0,0-1 0,0 1 0,0 1 0,0-1 0,7 5 0,15 10 0,0 1 0,-1 1 0,-1 2 0,25 25 0,43 33 0,-86-73 0,0-1 0,0 0 0,1-1 0,-1 1 0,1-2 0,0 0 0,0 0 0,0 0 0,0-1 0,0-1 0,1 0 0,-1 0 0,0-1 0,1-1 0,-1 1 0,17-5 0,-2 0 0,0-2 0,0 0 0,0-2 0,-1-1 0,34-20 0,-35 17 0,-1-1 0,-1-2 0,0 0 0,-1-1 0,30-34 0,-21 17 0,-2-2 0,35-58 0,-47 70 0,-2-2 0,-1 1 0,-1-1 0,-1-1 0,-1 0 0,-2 0 0,8-49 0,-15 65 0,-1 30 0,15 582-1365,-1-388-5461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5.773"/>
    </inkml:context>
    <inkml:brush xml:id="br0">
      <inkml:brushProperty name="width" value="0.025" units="cm"/>
      <inkml:brushProperty name="height" value="0.025" units="cm"/>
      <inkml:brushProperty name="color" value="#E71224"/>
    </inkml:brush>
  </inkml:definitions>
  <inkml:trace contextRef="#ctx0" brushRef="#br0">1 449 24575,'0'0'0,"0"-5"0,5-7 0,6-6 0,7-10 0,10-5 0,5-7 0,7-2 0,2 2 0,3 2 0,0 3 0,-4 2 0,-3 2 0,1 2 0,0 4 0,-3 3 0,-7 5-8191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6.163"/>
    </inkml:context>
    <inkml:brush xml:id="br0">
      <inkml:brushProperty name="width" value="0.025" units="cm"/>
      <inkml:brushProperty name="height" value="0.025" units="cm"/>
      <inkml:brushProperty name="color" value="#E71224"/>
    </inkml:brush>
  </inkml:definitions>
  <inkml:trace contextRef="#ctx0" brushRef="#br0">189 0 24575,'0'3'0,"-1"0"0,0 0 0,1 0 0,-1-1 0,-1 1 0,1 0 0,-3 4 0,-5 13 0,-117 492 0,108-402 0,4 1 0,2 193 0,15-228 0,4-1 0,3 0 0,3 0 0,3-1 0,4-1 0,50 125 0,-55-165 0,2-2 0,1 0 0,1-1 0,1-1 0,2-1 0,1 0 0,1-2 0,2-1 0,0-1 0,1-1 0,2-2 0,0 0 0,1-2 0,1-1 0,1-2 0,0-1 0,1-2 0,0 0 0,2-3 0,-1-1 0,1-1 0,0-2 0,0-1 0,60-1 0,-42-6-273,0-2 0,-1-2 0,1-3 0,52-16 0,-28 2-6553</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6.510"/>
    </inkml:context>
    <inkml:brush xml:id="br0">
      <inkml:brushProperty name="width" value="0.025" units="cm"/>
      <inkml:brushProperty name="height" value="0.025" units="cm"/>
      <inkml:brushProperty name="color" value="#E71224"/>
    </inkml:brush>
  </inkml:definitions>
  <inkml:trace contextRef="#ctx0" brushRef="#br0">1 383 24575,'12'-11'0,"1"1"0,1 1 0,20-13 0,-16 12 0,56-31 0,1 2 0,2 5 0,111-35 0,254-48 0,-401 109-273,-1 2 0,1 2 0,1 1 0,54 5 0,-85-2-6553</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6.787"/>
    </inkml:context>
    <inkml:brush xml:id="br0">
      <inkml:brushProperty name="width" value="0.025" units="cm"/>
      <inkml:brushProperty name="height" value="0.025" units="cm"/>
      <inkml:brushProperty name="color" value="#E71224"/>
    </inkml:brush>
  </inkml:definitions>
  <inkml:trace contextRef="#ctx0" brushRef="#br0">62 1 24575,'0'17'0,"-11"173"0,1 35 0,15-121 0,-2 166 0,-11-196 0,-17 74 0,17-96 0,3 0 0,2 0 0,6 72 0,-1-25 0,-3-77 107,1 2-598,1-1 1,4 29-1,1-25-6335</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7.103"/>
    </inkml:context>
    <inkml:brush xml:id="br0">
      <inkml:brushProperty name="width" value="0.025" units="cm"/>
      <inkml:brushProperty name="height" value="0.025" units="cm"/>
      <inkml:brushProperty name="color" value="#E71224"/>
    </inkml:brush>
  </inkml:definitions>
  <inkml:trace contextRef="#ctx0" brushRef="#br0">1 425 24575,'24'0'0,"28"-2"0,90-15 0,49-21 0,-165 32 0,666-171 0,-348 84 0,-109 16-1365,-200 63-5461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7.575"/>
    </inkml:context>
    <inkml:brush xml:id="br0">
      <inkml:brushProperty name="width" value="0.025" units="cm"/>
      <inkml:brushProperty name="height" value="0.025" units="cm"/>
      <inkml:brushProperty name="color" value="#E71224"/>
    </inkml:brush>
  </inkml:definitions>
  <inkml:trace contextRef="#ctx0" brushRef="#br0">743 0 24575,'1'1'0,"0"0"0,0 0 0,0 0 0,0 1 0,0-1 0,-1 0 0,1 0 0,0 1 0,-1-1 0,1 0 0,-1 1 0,1-1 0,0 3 0,0 0 0,69 168 0,21 58 0,-70-169 0,24 118 0,-33-92 0,4 156 0,-31 90 0,-2-186-140,-6 0-1,-67 226 0,-140 267-281,27-176 422,-47 119 0,90-151-1152,158-427 1080,-18 50-6051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8.151"/>
    </inkml:context>
    <inkml:brush xml:id="br0">
      <inkml:brushProperty name="width" value="0.025" units="cm"/>
      <inkml:brushProperty name="height" value="0.025" units="cm"/>
      <inkml:brushProperty name="color" value="#E71224"/>
    </inkml:brush>
  </inkml:definitions>
  <inkml:trace contextRef="#ctx0" brushRef="#br0">1019 0 24575,'-1'19'0,"-3"-1"0,0 1 0,-1-1 0,-1 0 0,-10 22 0,-41 69 0,30-59 0,-646 1447 0,621-1355 0,6 2 0,6 2 0,-38 278 0,72-364 0,3 1 0,2 0 0,3-1 0,3 1 0,2 0 0,23 92 0,-8-78-12,2-1 0,4-2 0,3 0 0,3-2 0,3-2 0,3-1 0,3-3 0,3-1 0,2-2 0,3-2 0,2-3 0,3-2-1,90 68 1,-39-49-1008,128 65 0,-51-41-4962</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39.226"/>
    </inkml:context>
    <inkml:brush xml:id="br0">
      <inkml:brushProperty name="width" value="0.025" units="cm"/>
      <inkml:brushProperty name="height" value="0.025" units="cm"/>
      <inkml:brushProperty name="color" value="#E71224"/>
    </inkml:brush>
  </inkml:definitions>
  <inkml:trace contextRef="#ctx0" brushRef="#br0">0 906 24575,'12'0'0,"647"-77"-820,-435 58 417,1144-134-1169,-663 49 724,1129-145-2792,86 131 3640,3 108 0,-318 5 0,1247-37 0,-1129 18 0,-1581 22 0,3148-42 0,-1046 63 0,-1080-10 0,-440-5 0,-215 4 0,434-1 0,-34-21 0,-531 9 0,471-24 14,-339 7-98,327-11-351,-768 31 32</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1:47.149"/>
    </inkml:context>
    <inkml:brush xml:id="br0">
      <inkml:brushProperty name="width" value="0.025" units="cm"/>
      <inkml:brushProperty name="height" value="0.025" units="cm"/>
      <inkml:brushProperty name="color" value="#E71224"/>
    </inkml:brush>
  </inkml:definitions>
  <inkml:trace contextRef="#ctx0" brushRef="#br0">1666 1414 24575,'0'-25'0,"-1"-3"0,-1-1 0,-2 1 0,-7-31 0,-28-82 0,33 121 0,-2-5 0,-2 1 0,0 0 0,-1 0 0,-2 1 0,0 1 0,-2 0 0,0 1 0,-1 1 0,-1 0 0,-1 1 0,-1 1 0,-1 0 0,0 2 0,-28-17 0,25 18 0,-1 2 0,-1 0 0,-1 2 0,1 1 0,-2 0 0,1 3 0,-1 0 0,0 1 0,-1 2 0,1 1 0,-1 1 0,0 1 0,-36 4 0,19 3 0,-1 2 0,2 2 0,0 2 0,0 2 0,1 1 0,0 3 0,-61 35 0,58-25 0,1 2 0,1 2 0,2 1 0,1 3 0,2 1 0,-39 49 0,54-54 0,1 1 0,2 1 0,1 1 0,2 1 0,2 0 0,1 1 0,1 1 0,3 1 0,1-1 0,2 2 0,1-1 0,-1 55 0,7-75 0,1 1 0,1 0 0,1-1 0,1 1 0,0-1 0,2 1 0,0-1 0,1-1 0,1 1 0,15 27 0,-15-34 0,1 1 0,0-1 0,1-1 0,0 0 0,1 0 0,0 0 0,1-2 0,0 1 0,1-1 0,0-1 0,0 0 0,1-1 0,0 0 0,25 9 0,-12-8 0,0-2 0,1 0 0,0-2 0,0-1 0,0-1 0,0-2 0,0 0 0,0-2 0,0-1 0,0-1 0,44-12 0,-9-4 0,0-1 0,-2-4 0,99-55 0,-92 41 0,-2-4 0,-2-2 0,-2-3 0,83-83 0,-72 54 0,-4-3 0,105-159 0,-75 77 0,-6-4 0,109-277 0,-180 385 0,-2-1 0,-3-1 0,11-79 0,-26 129 0,1 6 0,-2-1 0,1 0 0,0 1 0,-1-1 0,0 0 0,0 1 0,0-1 0,-1 0 0,-1-9 0,1 14 0,1 0 0,0 0 0,-1 0 0,1 0 0,0-1 0,-1 1 0,1 0 0,0 0 0,-1 0 0,1 0 0,0 0 0,-1 0 0,1 0 0,0 0 0,-1 0 0,1 0 0,-1 0 0,1 0 0,0 0 0,-1 0 0,1 1 0,0-1 0,-1 0 0,1 0 0,0 0 0,-1 0 0,1 1 0,0-1 0,-1 0 0,1 0 0,0 1 0,0-1 0,-1 0 0,1 0 0,0 1 0,0-1 0,0 0 0,-1 1 0,1-1 0,0 0 0,0 1 0,0 0 0,-12 17 0,12-17 0,-82 143 0,-80 199 0,103-183 0,-73 317 0,105-335 0,6 1 0,6 1 0,6 266 0,10-391 0,1-1 0,1 1 0,0-1 0,1 0 0,12 34 0,-14-47 0,0 0 0,1 0 0,-1 0 0,1 0 0,0-1 0,0 1 0,1-1 0,-1 0 0,1 1 0,0-2 0,0 1 0,0 0 0,0-1 0,1 0 0,0 0 0,0 0 0,-1 0 0,1-1 0,1 0 0,-1 0 0,0 0 0,0-1 0,11 2 0,0-3 0,0 0 0,0-1 0,-1 0 0,1-1 0,0-1 0,-1-1 0,0 0 0,19-8 0,12-8 0,62-36 0,203-142-1365,-133 75-5461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1.577"/>
    </inkml:context>
    <inkml:brush xml:id="br0">
      <inkml:brushProperty name="width" value="0.025" units="cm"/>
      <inkml:brushProperty name="height" value="0.025" units="cm"/>
      <inkml:brushProperty name="color" value="#E71224"/>
    </inkml:brush>
  </inkml:definitions>
  <inkml:trace contextRef="#ctx0" brushRef="#br0">1 1 24575,'0'17'0,"1"0"0,0 0 0,2 0 0,0 0 0,9 28 0,29 66 0,-35-97 0,97 222 0,133 223 0,42 12 0,-194-332 0,-53-87 0,196 299 0,-104-171 0,-72-103 0,-32-52-1365,-3-6-5461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2.447"/>
    </inkml:context>
    <inkml:brush xml:id="br0">
      <inkml:brushProperty name="width" value="0.025" units="cm"/>
      <inkml:brushProperty name="height" value="0.025" units="cm"/>
      <inkml:brushProperty name="color" value="#E71224"/>
    </inkml:brush>
  </inkml:definitions>
  <inkml:trace contextRef="#ctx0" brushRef="#br0">1576 0 24575,'-1'4'0,"0"0"0,0 0 0,0 0 0,0-1 0,-1 1 0,1-1 0,-1 1 0,0-1 0,0 1 0,0-1 0,-1 0 0,-2 3 0,-7 10 0,-158 228 0,-1-1 0,-173 333 0,44-67 0,238-410 0,4 2 0,5 3 0,-67 186 0,45-90 0,72-191 0,0 1 0,0 0 0,1 0 0,1-1 0,-1 1 0,2 0 0,-1 0 0,2 0 0,1 14 0,-3-121 0,3 38 0,-5 49 0,-2 12 0,-5 18 0,-6 55 0,4-1 0,-4 96 0,8-67 0,-69 1019 0,63-751 0,-1 237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3.510"/>
    </inkml:context>
    <inkml:brush xml:id="br0">
      <inkml:brushProperty name="width" value="0.025" units="cm"/>
      <inkml:brushProperty name="height" value="0.025" units="cm"/>
      <inkml:brushProperty name="color" value="#E71224"/>
    </inkml:brush>
  </inkml:definitions>
  <inkml:trace contextRef="#ctx0" brushRef="#br0">0 0 24575,'0'17'0,"23"377"0,44 527 0,-69-458-1365,2-410-5461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4.071"/>
    </inkml:context>
    <inkml:brush xml:id="br0">
      <inkml:brushProperty name="width" value="0.025" units="cm"/>
      <inkml:brushProperty name="height" value="0.025" units="cm"/>
      <inkml:brushProperty name="color" value="#E71224"/>
    </inkml:brush>
  </inkml:definitions>
  <inkml:trace contextRef="#ctx0" brushRef="#br0">603 1 24575,'0'5'0,"-1"0"0,0 1 0,-1-1 0,1 0 0,-1 0 0,0 0 0,-4 8 0,-4 8 0,-232 763 0,110-155-477,36 6 1,-3 239 476,90-730 0,10 166 0,5-225 0,4 1 0,3-2 0,32 107 0,-40-172 19,1 0 1,1 0-1,1-1 1,1 0-1,11 19 1,-17-32-15,1-1 0,-1 1 0,1-1 0,0 0 0,0 0 0,0 0 0,0 0 0,1-1 0,-1 1 1,1-1-1,0 0 0,0-1 0,0 1 0,1-1 0,-1 0 0,1 0 0,-1-1 0,1 0 0,-1 0 0,1 0 1,0 0-1,6-1 0,9-2-5,-1-1 0,0 0 0,1-1 0,-1-2 0,-1 0 0,1-1 0,18-10 0,4-3 0,-2-3 0,41-29 0,-23 11-208,-2-3 1,-2-2-1,-2-2 0,-2-3 1,84-111-1,-101 110-6018</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4.446"/>
    </inkml:context>
    <inkml:brush xml:id="br0">
      <inkml:brushProperty name="width" value="0.025" units="cm"/>
      <inkml:brushProperty name="height" value="0.025" units="cm"/>
      <inkml:brushProperty name="color" value="#E71224"/>
    </inkml:brush>
  </inkml:definitions>
  <inkml:trace contextRef="#ctx0" brushRef="#br0">1 284 24575,'3'1'0,"-1"-1"0,1 1 0,0-1 0,-1 0 0,1 0 0,0 0 0,0 0 0,3-1 0,7 0 0,60-1 0,130-22 0,69-32 0,-257 52 0,97-22 0,196-75 0,-131 38-1365,-153 56-5461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4.920"/>
    </inkml:context>
    <inkml:brush xml:id="br0">
      <inkml:brushProperty name="width" value="0.025" units="cm"/>
      <inkml:brushProperty name="height" value="0.025" units="cm"/>
      <inkml:brushProperty name="color" value="#E71224"/>
    </inkml:brush>
  </inkml:definitions>
  <inkml:trace contextRef="#ctx0" brushRef="#br0">1 32 24575,'18'6'0,"268"73"0,-238-69 0,1-2 0,1-2 0,-1-3 0,1-2 0,57-5 0,46-9 0,-2-6 0,243-64 0,-371 76-227,0 2-1,0 0 1,0 1-1,0 2 1,38-1-1,-51 4-6598</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5.379"/>
    </inkml:context>
    <inkml:brush xml:id="br0">
      <inkml:brushProperty name="width" value="0.025" units="cm"/>
      <inkml:brushProperty name="height" value="0.025" units="cm"/>
      <inkml:brushProperty name="color" value="#E71224"/>
    </inkml:brush>
  </inkml:definitions>
  <inkml:trace contextRef="#ctx0" brushRef="#br0">0 673 24575,'221'-89'0,"-150"64"0,243-106 0,-209 88 0,122-32 0,116-14 0,-206 55 0,289-100 0,-316 91 0,-76 36-1365,-20 5-5461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19.543"/>
    </inkml:context>
    <inkml:brush xml:id="br0">
      <inkml:brushProperty name="width" value="0.025" units="cm"/>
      <inkml:brushProperty name="height" value="0.025" units="cm"/>
      <inkml:brushProperty name="color" value="#E71224"/>
    </inkml:brush>
  </inkml:definitions>
  <inkml:trace contextRef="#ctx0" brushRef="#br0">0 1 24575,'0'1'0,"0"1"0,0-1 0,0 1 0,0-1 0,0 1 0,1-1 0,-1 1 0,0 0 0,1-1 0,-1 1 0,1-1 0,1 3 0,-1-1 0,74 212 0,9-3 0,10-4 0,9-4 0,142 209 0,133 174 0,-284-441 0,-77-122 0,1-2 0,2 1 0,40 35 0,-51-51-151,0-1-1,1 1 0,0-2 0,0 1 1,1-1-1,-1-1 0,1 0 1,18 4-1,2-2-6674</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0.269"/>
    </inkml:context>
    <inkml:brush xml:id="br0">
      <inkml:brushProperty name="width" value="0.025" units="cm"/>
      <inkml:brushProperty name="height" value="0.025" units="cm"/>
      <inkml:brushProperty name="color" value="#E71224"/>
    </inkml:brush>
  </inkml:definitions>
  <inkml:trace contextRef="#ctx0" brushRef="#br0">1782 1 24575,'0'2'0,"-1"-1"0,1 1 0,-1 0 0,0-1 0,1 1 0,-1-1 0,0 1 0,0-1 0,0 1 0,0-1 0,-1 0 0,1 0 0,0 1 0,-1-1 0,1 0 0,-3 1 0,0 2 0,-114 105 0,-206 244 0,-63 159 0,253-328 0,52-70 0,-138 176 0,161-219 0,-87 142 0,119-167 0,-6 8 0,2 0 0,4 2 0,-26 70 0,50-116 0,-3 7 0,1-1 0,0 1 0,2-1 0,0 1 0,0 0 0,1 22 0,3-15 0,-2 1 0,0-1 0,-1 0 0,-6 25 0,-7 25 0,-9 118 0,12 79 0,4-44 0,-10 838 0,20-745 0,-2-318 9,-1-1-77,1-1-1,0 1 0,0 0 1,0 0-1,0 0 0,0 0 0,0 0 1,1 0-1,-1 0 0,0 0 1,0-1-1,1 1 0,-1 0 0,0 0 1,1 0-1,-1-1 0,1 1 0,-1 0 1,2 1-1,4 1-6757</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0.818"/>
    </inkml:context>
    <inkml:brush xml:id="br0">
      <inkml:brushProperty name="width" value="0.025" units="cm"/>
      <inkml:brushProperty name="height" value="0.025" units="cm"/>
      <inkml:brushProperty name="color" value="#E71224"/>
    </inkml:brush>
  </inkml:definitions>
  <inkml:trace contextRef="#ctx0" brushRef="#br0">325 0 24575,'-6'30'0,"-64"184"0,9-34 0,8 13 0,9 1 0,9 3 0,8 0 0,-2 280 0,38-4 0,0-342 0,41 204 0,-44-307 0,2 0 0,0 0 0,2-2 0,1 1 0,17 30 0,-23-48 0,1 1 0,0-1 0,1 0 0,0-1 0,0 0 0,1 0 0,0 0 0,0-1 0,1 0 0,-1-1 0,2 1 0,-1-2 0,1 0 0,0 0 0,0 0 0,16 4 0,-3-5 0,0 0 0,0-1 0,0-2 0,0 0 0,45-5 0,-22-3 0,88-24 0,-89 17 69,1-2-1,-2-2 0,0-1 0,78-50 1,-92 48-313,0-1 0,-2-1 0,0-2 0,-2-1 1,-1-1-1,42-58 0,-47 55-6582</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1.228"/>
    </inkml:context>
    <inkml:brush xml:id="br0">
      <inkml:brushProperty name="width" value="0.025" units="cm"/>
      <inkml:brushProperty name="height" value="0.025" units="cm"/>
      <inkml:brushProperty name="color" value="#E71224"/>
    </inkml:brush>
  </inkml:definitions>
  <inkml:trace contextRef="#ctx0" brushRef="#br0">1 30 24575,'2'1'0,"1"-1"0,-1 0 0,0 1 0,1-1 0,-1 0 0,1 0 0,-1 0 0,4-1 0,4 0 0,24-1 0,47-8 0,0 0 0,380 2 0,-305 10 0,-101-2 0,0 3 0,0 3 0,107 24 0,-105-17-1365,-33-9-5461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1.819"/>
    </inkml:context>
    <inkml:brush xml:id="br0">
      <inkml:brushProperty name="width" value="0.025" units="cm"/>
      <inkml:brushProperty name="height" value="0.025" units="cm"/>
      <inkml:brushProperty name="color" value="#E71224"/>
    </inkml:brush>
  </inkml:definitions>
  <inkml:trace contextRef="#ctx0" brushRef="#br0">1 120 24575,'24'-1'0,"186"-40"0,-194 38 0,253-49 0,-194 42 0,124-2 0,226 14-1365,-406-2-5461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2.473"/>
    </inkml:context>
    <inkml:brush xml:id="br0">
      <inkml:brushProperty name="width" value="0.025" units="cm"/>
      <inkml:brushProperty name="height" value="0.025" units="cm"/>
      <inkml:brushProperty name="color" value="#E71224"/>
    </inkml:brush>
  </inkml:definitions>
  <inkml:trace contextRef="#ctx0" brushRef="#br0">0 0 24575,'1'3'0,"-1"-1"0,1 0 0,0 0 0,0 0 0,0 0 0,0 1 0,0-1 0,3 3 0,-3-4 0,67 114 0,-35-57 0,2-1 0,62 76 0,166 142 0,-229-241 0,108 106 0,92 94 0,-18 16 0,-85-72 0,196 235 0,-286-369 0,-1 2 0,39 59 0,-69-86 165,16 37-1,-21-40-503,2-1 0,0 0 1,1-1-1,12 18 0,-7-17-6487</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3.410"/>
    </inkml:context>
    <inkml:brush xml:id="br0">
      <inkml:brushProperty name="width" value="0.025" units="cm"/>
      <inkml:brushProperty name="height" value="0.025" units="cm"/>
      <inkml:brushProperty name="color" value="#E71224"/>
    </inkml:brush>
  </inkml:definitions>
  <inkml:trace contextRef="#ctx0" brushRef="#br0">1377 1 24575,'-2'1'0,"0"-1"0,0 1 0,0 0 0,1 0 0,-1 0 0,0 1 0,0-1 0,-2 3 0,-33 41 0,2 1 0,2 3 0,-36 69 0,35-59 0,-20 34 0,-215 356 0,-47 72 0,72 8 0,242-525 0,-22 55 0,1 1 0,3 0 0,3 2 0,-14 101 0,30-144 0,3 35 0,-1-38 0,0-1 0,-1 0 0,-3 25 0,0-28 0,0-1 0,-8 17 0,-3 13 0,-66 312 0,64-252 0,-4 159 0,18-39 0,34 286 0,-1-216 0,22 150 0,-39-371 0,-7-45 0,-2 0 0,-1 0 0,1 48 0,-6-46-1365,1-16-5461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4.193"/>
    </inkml:context>
    <inkml:brush xml:id="br0">
      <inkml:brushProperty name="width" value="0.025" units="cm"/>
      <inkml:brushProperty name="height" value="0.025" units="cm"/>
      <inkml:brushProperty name="color" value="#E71224"/>
    </inkml:brush>
  </inkml:definitions>
  <inkml:trace contextRef="#ctx0" brushRef="#br0">381 0 24575,'-5'18'0,"-4"9"0,-9 50 0,8-27 0,-62 309 0,-23 93 0,-25 89 0,93-224 0,19-171 0,-8 420 0,20-483 0,3 1 0,4-1 0,4-1 0,43 140 0,-53-207 0,1-1 0,0 0 0,0-1 0,2 1 0,12 17 0,-15-24 0,1-1 0,0 1 0,1-1 0,-1-1 0,1 1 0,0-1 0,1 0 0,-1 0 0,1-1 0,14 6 0,-5-5 0,0-1 0,0 0 0,0-1 0,0 0 0,1-2 0,-1 0 0,1-1 0,-1-1 0,28-4 0,-3-3 0,0-1 0,71-26 0,-6-10 35,122-70 0,-106 50-1470,-85 46-5391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4.725"/>
    </inkml:context>
    <inkml:brush xml:id="br0">
      <inkml:brushProperty name="width" value="0.025" units="cm"/>
      <inkml:brushProperty name="height" value="0.025" units="cm"/>
      <inkml:brushProperty name="color" value="#E71224"/>
    </inkml:brush>
  </inkml:definitions>
  <inkml:trace contextRef="#ctx0" brushRef="#br0">1 147 24575,'5'-1'0,"0"1"0,0-1 0,0 0 0,0 0 0,8-4 0,16-3 0,110-7 0,-35 6 0,19-9 0,-38 5 0,142-4 0,-184 17 0,1-1 0,48-8 0,-37 2 0,66 0 0,-22 2 0,-77 2 171,32-8 0,-33 6-1025,32-3 1,-32 6-5973</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5.259"/>
    </inkml:context>
    <inkml:brush xml:id="br0">
      <inkml:brushProperty name="width" value="0.025" units="cm"/>
      <inkml:brushProperty name="height" value="0.025" units="cm"/>
      <inkml:brushProperty name="color" value="#E71224"/>
    </inkml:brush>
  </inkml:definitions>
  <inkml:trace contextRef="#ctx0" brushRef="#br0">1 177 24575,'27'-12'0,"1"2"0,0 1 0,35-7 0,13-3 0,-17 0 0,15-4 0,98-17 0,-113 27 0,-43 9 0,0 0 0,0 1 0,0 1 0,0 0 0,0 1 0,21 2 0,-29 0 0,-1 1 0,0 0 0,13 6 0,21 4 0,-1-8-1365,-23-3-5461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1:32:25.769"/>
    </inkml:context>
    <inkml:brush xml:id="br0">
      <inkml:brushProperty name="width" value="0.025" units="cm"/>
      <inkml:brushProperty name="height" value="0.025" units="cm"/>
      <inkml:brushProperty name="color" value="#E71224"/>
    </inkml:brush>
  </inkml:definitions>
  <inkml:trace contextRef="#ctx0" brushRef="#br0">32 0 24575,'0'24'0,"1"206"0,-3 260 0,-12-242 0,0 36 0,11 598 0,5-457 0,-2-423-136,0 1-1,0-1 1,0 1-1,1-1 1,-1 0-1,1 1 1,-1-1-1,1 0 0,1 4 1,5 4-6690</inkml:trace>
</inkml:ink>
</file>

<file path=ppt/ink/ink2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8-30T09:55:13.636"/>
    </inkml:context>
    <inkml:brush xml:id="br0">
      <inkml:brushProperty name="width" value="0.05292" units="cm"/>
      <inkml:brushProperty name="height" value="0.05292" units="cm"/>
      <inkml:brushProperty name="color" value="#FF0000"/>
    </inkml:brush>
  </inkml:definitions>
  <inkml:trace contextRef="#ctx0" brushRef="#br0">14731 3723 116 0,'-2'-2'30'16,"0"-3"-7"-16,0-5-8 0,0-3 17 16,-3-1-28-16,1-3-1 15,0-2-3-15,-4 2-17 16,2-2-23-16</inkml:trace>
  <inkml:trace contextRef="#ctx0" brushRef="#br0" timeOffset="866.28">14517 3529 211 0,'-13'-8'31'15,"-5"0"0"-15,-1 0 6 16,-2-1-15-16,-1 9 16 15,0 2-34-15,0 2 21 16,3 5 66-16,6-3-83 16,5-2 11-16,2-2 1 0,4-2-15 15,2 0 25-15,2 0-24 16,2 2 3-16,-4-2 12 16,2 2-16-16,-2-2 4 15,2 0 1-15,2 0-9 16,9 0 37-16,12-2-33 15,10 2 0-15,17-2 7 16,8-2-4-16,5 0-6 16,-1 2-1-16,1-4 6 15,-1 0-3-15,-6 0-4 16,-8 2 0-16,-6 1 7 16,-11-1 1-16,-8 1-8 15,-7 3 0-15,-7-2 7 0,2 0 8 16,1 0-15-16,3 0 0 15,10-4 8-15,8 2 0 16,6-5-8-16,3 1 0 16,4 3 6-16,-4 1-8 15,-7-1 2-15,-3 4 0 16,-10 1-5-16,-1 1 11 16,-5-1-6-16,-3 3 0 15,1 1 2-15,-5-4-2 16,0 0 0-16,-2 2 0 0,-2-2 5 15,-3 0 4 1,1 0-9-16,-3 0 0 0,0-2 4 16,0 2-5-16,2-2 1 15,0 2 0-15,-2-2-3 16,0 4 12-16,-2-2-9 16,0-2 0-16,-2 2 4 15,2 0-5-15,0 0 1 16,0 0 0-16,0 0-6 15,0 0 11-15,2 2-8 16,-4-4 3-16,2-1-34 16,0 6-4-16,0 3-81 15,2 5-22-15,4 14-218 16</inkml:trace>
  <inkml:trace contextRef="#ctx0" brushRef="#br0" timeOffset="1749.68">17035 3507 315 0,'-35'-9'27'0,"-3"-4"27"15,0-1 6-15,2 0-38 16,7 5 23-16,5 0-12 15,6 2-6-15,5 4 15 16,8 1-37-16,5 0 5 0,7 2 6 16,10-4-13-16,28 0 35 15,22-2-31-15,27-3-1 16,33 2 15 0,24 3-7-16,12 2-14 0,4 2 0 15,0 2 9-15,-13-1-9 16,-18 3 0-16,-25 1 0 15,-22-2-5-15,-22 2 12 16,-22-3-7-16,-16 0 0 16,-12-1 9-16,-10-1-1 15,-5-1-8-15,-2 1 0 16,0 0-2-16,0 1 9 16,0-1-7-16,0 0 0 0,0 3 6 15,0-3-10 1,0 0 4-16,0 0 0 0,0 0-6 15,0-3 9-15,0 6-3 16,0-6 0-16,0 3-13 16,0 0 6-16,-2-1-17 15,2 1-16-15,-2 1-8 16,-1 2-69-16,1 9-22 16</inkml:trace>
  <inkml:trace contextRef="#ctx0" brushRef="#br0" timeOffset="3032.5">16055 3523 209 0,'-13'-6'52'0,"4"0"-11"15,2 2 9-15,0-1 4 16,7 1-34-16,-2 2 8 16,2-1 12-16,0-1-32 15,2 0 13-15,0 0-19 16,3 0 3-16,4-2 12 16,8 0-14-16,10 0 5 15,7-1-1-15,3 1 2 16,2 5-7-16,-6 1-2 0,-6 1 0 15,-5 1-12-15,-8 1 12 16,-6 0 0-16,-1-3-2 16,-7 0 9-16,0-2-5 15,-5 2 0-15,-3-1-1 16,-6 1 4-16,-10 0 3 16,-3 0-8-16,-6-3 14 15,2 1-11-15,2 1 17 16,6-3-17-16,5 2-2 15,7 0 19-15,3 0-12 0,3 2-6 16,3 0-2 0,4 0 11-16,-2 0-14 0,2 0 3 15,3 0 0-15,1 0 1 16,7 0 7-16,10 2-7 16,4-2-1-16,6 0 8 15,2 2-14-15,-6 0 6 16,-6 0 0-16,-8 1-8 15,-7-1 13-15,-6-2-5 16,-7 0 0-16,-4 0 5 16,-13 0-4-16,-9 0-1 15,-12 3 0-15,-5 0-5 16,-2 0 13-16,6-1-8 16,8 0 0-16,8-2 8 15,7 0-5-15,7-2-3 16,8 0 0-16,6 2 3 15,2-3 4-15,4 3-7 0,8-2 0 16,11-2 7-16,11 2-6 16,5-3-1-16,7 3 0 15,-4 0-6-15,-3 2 9 16,-13 4-3-16,-8-2 0 16,-9 0 0-16,-8-1-9 15,-10 4 9-15,-11-2 0 16,-11 2 2-16,-6-1 7 15,-8 2-9-15,1-4 0 16,9-2 6-16,10-2 8 0,14 0-14 16,7 0 0-16,4 0 1 15,9-2 3-15,14-3-4 16,6 0 0-16,7 1-23 16,5 4-3-16,-4 6-82 15,-10 9-40-15</inkml:trace>
  <inkml:trace contextRef="#ctx0" brushRef="#br0" timeOffset="5533.33">13715 3511 193 0,'-8'-6'62'0,"1"-3"-32"16,1 6-5-16,-4-2 15 0,6 2-27 15,-1 2 104 1,1-4-74-16,2-1-33 0,0 0 39 15,0-2-27-15,-1 0-6 16,3 2 29-16,-2 4-43 16,2 0 20-16,2 0-20 15,3 2 8-15,10-2 0 16,20-4-10-16,19 0 0 16,15-1-1-16,11 2 10 15,3 3-9-15,-10 4 0 16,-6 2 5-16,-13 0-10 15,-12 0 5-15,-13-2 0 16,-11 2-1-16,-12-4 13 16,-3 0-12-16,-8-2 1 15,-1 2 8-15,-8-2-7 0,-10 2-2 16,-10 2 0 0,-15-2-4-16,-6 2 10 0,-4 4-6 15,1-2 0-15,6 1 6 16,9 1-9-16,9-4 3 15,12 3 0-15,9-5-1 16,6 0 5-16,10 0-4 16,-1 0 0-16,0-2 3 15,4 4-11-15,8-4 8 16,15-1 0-16,11 1-1 16,16 1 6-16,6-2-5 15,1 3 0-15,-10 0 3 0,-11 3-10 16,-10-2 7-16,-17-1 0 15,-6 2-6-15,-9-2 6 16,-7 0 0-16,-6 3 0 16,-14-1 4-16,-15 0-4 15,-9 2 0-15,-10 0 0 16,1-2-2-16,6 0 8 16,15-2-6-16,10 2 0 15,13-4 6-15,7 2-2 16,9-2-4-16,2 2 0 15,3-2 0-15,2-2 5 16,12-2-5-16,12-8 0 16,12 1 2-16,9-1-10 0,3 0 8 15,-6 6 0-15,-11 4-8 16,-13 3-17-16,-10 5-3 16,-6-1-9-1,-13 12-17-15,-10 3-16 0,-13 12-120 16</inkml:trace>
</inkml:ink>
</file>

<file path=ppt/ink/ink28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8-30T09:55:38.201"/>
    </inkml:context>
    <inkml:brush xml:id="br0">
      <inkml:brushProperty name="width" value="0.05292" units="cm"/>
      <inkml:brushProperty name="height" value="0.05292" units="cm"/>
      <inkml:brushProperty name="color" value="#FF0000"/>
    </inkml:brush>
  </inkml:definitions>
  <inkml:trace contextRef="#ctx0" brushRef="#br0">24199 8807 108 0,'-25'-2'39'0,"-4"2"-10"16,7-2-5-16,0 2 19 16,2 0-39-16,-1 2 8 15,2 0 16-15,1 0-27 16,2 2 60-16,2 0-7 15,4-2-46-15,5 0 29 16,-2 2-28-16,3-4 14 16,-3 1 13-16,-1 2-25 15,-2-3 20-15,1 2-17 16,3-2-10-16,4 1 13 16,2-1-14-16,0 3-3 15,0-3 7-15,2 0 3 0,-2 0-4 16,2 2-6-16,-2-2 6 15,9 4 37-15,9 2-37 16,19 0 8-16,26 0 0 16,28 0-4-16,25-3 2 15,26-3-12-15,22 0 1 16,7 0-5-16,5 1 8 16,-9 5-4-16,-18 0 0 15,-19 0 11-15,-21 0-14 16,-22-2 3-16,-21-2 0 15,-16 2-8-15,-17-4 16 16,-16 2-8-16,-9-2 0 16,-6 0 13-16,-4 0-14 0,2-2 1 15,0 2 0 1,-3 0-10-16,3 0 15 0,3 0-5 16,-6 0 0-1,3 0-20-15,-2 0 14 0,2 2-56 16,-5 0-33-16,1 4 40 15,-5 5-84-15,-2 2-52 16</inkml:trace>
  <inkml:trace contextRef="#ctx0" brushRef="#br0" timeOffset="1466.66">6280 10207 276 0,'-53'5'192'15,"6"-5"-182"-15,12-1-2 0,17-6 31 16,20 6-30-1,14-3 23-15,19-5 8 0,30-3-11 16,35-8 19-16,47 0-41 16,45 0-1-16,37 2 8 15,25 2-4-15,18 6-3 16,2 0-6-16,-7 2 7 16,-5 2-6-16,-15 0-2 15,-25 5 0-15,-22 1-2 16,-30 3 11-16,-34 1-9 15,-31-3 0-15,-30 4 3 16,-19-5-6-16,-22 0 3 16,-12-2 0-16,-11-1-1 15,-5 2 8-15,-3 0-7 16,-3-2 0-16,0 1-15 0,0 2 1 16,0 0-67-16,-3 2-52 15,-3 3-51-15</inkml:trace>
  <inkml:trace contextRef="#ctx0" brushRef="#br0" timeOffset="3333.08">27305 8899 281 0,'-31'6'172'0,"8"-2"-127"15,5-8 0-15,14-2-23 16,28-6 17-16,30 0 9 16,32-4-35-16,40-2 25 15,32 1-15-15,31 0-19 16,25 1 21-16,9 1-22 0,1 8-3 16,-5-1 8-1,-25 4 2-15,-19 2-10 16,-21 0 0-16,-24 2 2 15,-23 0-7-15,-18 2 5 0,-27-2 0 16,-20 0-2-16,-15 0 8 16,-9 2-8-16,-9-2 2 15,-5 0-12-15,1 0 8 16,-3 0-34-16,-4 0-14 16,2 1-12-16,-5 4-52 15,1 3-60-15</inkml:trace>
  <inkml:trace contextRef="#ctx0" brushRef="#br0" timeOffset="6749.32">9217 7557 246 0,'4'-11'228'0,"-2"-2"-195"15,1 2-8-15,2-1 4 16,3 4 6-16,19 8-23 0,22 0 25 15,29 0-7-15,38 1-17 16,31 3 19-16,27-1-27 16,19-2 3-16,17-1 6 15,-3-1-8-15,-6-2 1 16,-7 6-6-16,-23 0 3 16,-17 3 6-16,-18 0-7 15,-16-2-3-15,-17-1 8 16,-18-3-1-16,-19 1-2 15,-14-1 0-15,-19-1-1 16,-9 1 5-16,-10 0-9 16,-3 0 0-16,-7 1 0 0,-2-1 8 15,1 0-8-15,-3-1 0 16,0 1 0-16,0 0-7 16,2 0 7-16,-2 0-3 15,0 1 2-15,-2-1-30 16,2 0 3-16,-3 0-37 15,1 0-87-15,0 5-48 16</inkml:trace>
  <inkml:trace contextRef="#ctx0" brushRef="#br0" timeOffset="8866.65">3979 7453 165 0,'-34'10'277'0,"7"-6"-263"16,8-4 18-16,9-4 19 15,6-2-19-15,4 6-11 16,4 0-17-16,4 2 8 16,7 0 4-16,14 0 2 15,20 2 19-15,33-2-19 16,34 3 2-16,29-7 8 16,24-3-24-16,18-1 13 15,6-2-14-15,-6 2 1 16,-14 2 4-16,-15 2-8 15,-24 4 0-15,-23 4 0 16,-20 2 7-16,-19 1-8 16,-17-3 1-16,-18 1 0 15,-13-1-4-15,-10-3 4 0,-8-2 0 16,-6 2-3-16,0-3 0 16,0 0 2-16,0-3-15 15,-2 3-26-15,2 0-10 16,0-1-87-16,2 1-50 15</inkml:trace>
  <inkml:trace contextRef="#ctx0" brushRef="#br0" timeOffset="10017.91">27305 6489 366 0,'-43'-3'68'16,"7"-2"-47"-16,5-1 9 0,13-1 42 15,5 2-9-15,11 3-45 16,8 0 9-16,13 0-7 16,18-5-6-16,32-2 25 15,45-3-26-15,35-3-4 16,36 1 14-16,32 3-20 16,9 3 5-16,2 4-7 15,-3 1 4-15,-13 6 7 16,-23 1-11-16,-18 0-1 15,-24-3 5-15,-26-1 4 16,-21-1-9-16,-22-2 0 16,-24-1 5-16,-19 4-2 15,-10-1-3-15,-12 1 0 16,-9 1-3-16,-4-1 2 0,0 3-2 16,-4-2 3-16,0-1-13 15,2 3 10-15,-3 1-25 16,1-1-13-16,-3 5-25 15,-2 2-107-15,0 5-167 16</inkml:trace>
</inkml:ink>
</file>

<file path=ppt/ink/ink29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8-30T10:02:47.348"/>
    </inkml:context>
    <inkml:brush xml:id="br0">
      <inkml:brushProperty name="width" value="0.05292" units="cm"/>
      <inkml:brushProperty name="height" value="0.05292" units="cm"/>
      <inkml:brushProperty name="color" value="#FF0000"/>
    </inkml:brush>
  </inkml:definitions>
  <inkml:trace contextRef="#ctx0" brushRef="#br0">10411 14899 129 0,'-22'-16'14'15,"7"1"-14"-15,8 2 0 16,2-1 33-16,3-3 32 16,2 0-43-16,0-10-11 0,0-1 3 15,-3-2-2-15,1 4-8 16,0 2 5-16,0 2-9 16,-2 5 3-16,-1 2-6 15,1 3 6-15,0 6-3 16,1 2 0-16,3 1-14 15,0 6-3-15,-3 3 0 16,-3 2-34-16,2 4-36 16</inkml:trace>
  <inkml:trace contextRef="#ctx0" brushRef="#br0" timeOffset="383.21">10311 14552 240 0,'-35'-6'50'16,"-6"1"-15"-16,3 3 11 16,5-3 4-16,13 5-20 15,7 0 12-15,6 0-10 16,9-4-5-16,18-2 24 15,25-6-28-15,28-7-6 16,34-6 14-16,33-7-27 16,21-5 10-16,4 3-12 0,-3 2 5 15,-6 7-5 1,-13 4-2-16,-18 9 0 0,-16 2-5 16,-22 6 8-16,-21 2-3 15,-21 4 0-15,-18 1-3 16,-14-2-5-16,-6-1-8 15,-5 1-20-15,5 2 0 16,4-1-47-16,14 2-30 16,17 0-158-16</inkml:trace>
  <inkml:trace contextRef="#ctx0" brushRef="#br0" timeOffset="785.49">13860 14089 390 0,'-95'12'17'16,"5"-12"58"-16,13 0-19 16,17 1-29-16,21 4 4 15,17-1-21-15,13 4 12 0,21-5 24 16,23-3-30-16,34-3 6 16,31-7-13-16,27-6-7 15,16-6 11-15,2 2-12 16,-7-1-1-16,-18 7 0 15,-20 5 5-15,-22 4-7 16,-22 5 2-16,-20 0-14 16,-18 2 11-16,-9 2-41 15,-3 3-9-15,1 2-41 16,7 6-73-16</inkml:trace>
  <inkml:trace contextRef="#ctx0" brushRef="#br0" timeOffset="1167.08">16133 14164 373 0,'-47'5'23'16,"3"-3"33"-16,6-4 28 16,7 2-47-16,17 0-21 15,14 2 24-15,16-4-9 16,20-2 5-16,19-2-16 0,23-6-12 16,20 0 25-16,9-1-30 15,2 5 6-15,-2-5 4 16,-5 1-7-16,-6 1-1 15,-9 4-5-15,-10-2 2 16,-15 8-7-16,-16-5 5 16,-17 3 0-16,-11 3-4 15,-11 0-23-15,-5 0-11 16,-2 3-35-16,0 3-57 16,4 4-106-16</inkml:trace>
</inkml:ink>
</file>

<file path=ppt/ink/ink29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8-30T10:02:52.516"/>
    </inkml:context>
    <inkml:brush xml:id="br0">
      <inkml:brushProperty name="width" value="0.05292" units="cm"/>
      <inkml:brushProperty name="height" value="0.05292" units="cm"/>
      <inkml:brushProperty name="color" value="#FF0000"/>
    </inkml:brush>
  </inkml:definitions>
  <inkml:trace contextRef="#ctx0" brushRef="#br0">5599 7579 189 0,'-34'0'21'15,"1"-4"5"-15,0-8-19 16,6-1 21-16,7-4-23 16,1 0 49-16,2-4-17 15,3 0-11-15,-1-4 29 16,4 5-37-16,-1 4-11 15,4 4 19-15,4 6-24 16,4 2 10-16,0 2-7 16,2 2-2-16,0 0 9 15,0 0-8-15,0 2-4 16,7-4 35-16,9-1-19 16,13-2 15-16,19-2-15 0,25-10-13 15,21-4 27 1,20-2-29-16,24-4 5 0,11 2-1 15,3 2 2-15,7 6-7 16,-7 3 0-16,-12 4 2 16,-13 4-5-16,-15 3 3 15,-19 0 0-15,-20 3-2 16,-20-3 10-16,-19 3-8 16,-12-1 0-16,-13 1 2 15,-6 0 18-15,-7 0-20 16,2 0 6-16,0 0 1 15,0 0 0-15,0-3-7 0,0 3 0 16,-3 0 0-16,3 0-13 16,0 0 5-1,0 3-34-15,0-2-35 0,0 5-14 16,0 9-31-16</inkml:trace>
  <inkml:trace contextRef="#ctx0" brushRef="#br0" timeOffset="2615.31">6420 8556 167 0,'-31'-2'16'0,"5"-3"102"15,4 0-53-15,8 1-36 16,5 1 9-16,5-2-9 15,4 3-19-15,4 0 19 16,12-6-25-16,13-2 7 16,20-6 21-16,25-2-32 15,22-1 24-15,19 4-6 16,12-1-9-16,11 6 23 16,3 1-31-16,3 8 5 15,-1 1 9-15,-2 1-4 0,3 4-6 16,3-4-1-16,-2-2 1 15,-7-4 3-15,-4 2-8 16,-16-2 0-16,-20 2 5 16,-22 1 5-16,-22 0-10 15,-21 2 1-15,-16 2 5 16,-12-2 7-16,-2 0-13 16,-3 2 0-16,0-2 1 15,0 0 7-15,0 0-8 16,0 3 0-16,0-3 0 15,0 0-12-15,0 0 11 16,-3 0-3-16,0 0-2 0,1 0-20 16,-2 1 0-1,-3 3-21-15,-3 2-40 0,-9 4 22 16,-3 4-110-16</inkml:trace>
</inkml:ink>
</file>

<file path=ppt/ink/ink29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4-08-30T10:07:12.034"/>
    </inkml:context>
    <inkml:brush xml:id="br0">
      <inkml:brushProperty name="width" value="0.05292" units="cm"/>
      <inkml:brushProperty name="height" value="0.05292" units="cm"/>
      <inkml:brushProperty name="color" value="#FF0000"/>
    </inkml:brush>
  </inkml:definitions>
  <inkml:trace contextRef="#ctx0" brushRef="#br0">15024 13944 211 0,'-3'2'26'15,"1"0"-5"-15,-2-2 3 16,4 0-12-16,0 0 23 16,0 0-2-16,0 0-11 15,0 0 8-15,-3 0-21 0,3 0 3 16,0 0 2-16,0 0-11 16,0 0 8-16,0 0 2 15,0 0-4-15,0 0 18 16,0-2-22-16,0 2 7 15,-2 0 2-15,2 0-10 16,0 0 4-16,0 2-8 16,0-2 3-16,2 0 0 15,-2 0-2-15,0 0-1 16,3 0 6-16,6-2-1 16,-1 0 2-16,8-1-4 15,4 1-2-15,2-3 11 0,-1-1-8 16,-4 0-4-16,1 2 5 15,-1-2 2-15,-1 2-5 16,2 0-2-16,0-2 1 16,0-1 4-16,2 2-2 15,0-1-3-15,0 3 5 16,2-4 2-16,-2 1-3 16,-1 0-4-16,0 2 2 15,-1-3 4-15,-1 1-4 16,2 1-2-16,1-1 0 15,0 0 7-15,2-2-7 16,3 0 0-16,2 0 1 16,2-2 6-16,-1 3-5 15,-1-2-2-15,-3 1 4 16,1 0 4-16,0-1-6 0,-1 0-1 16,0 1 3-16,3-2 3 15,4 2-3-15,0-3-2 16,3 4 12-16,1-5-12 15,0 1 9-15,-2 0-5 16,-4 1-5-16,-5-2 9 16,2 1-8-16,-3 1-2 15,0 2 0-15,-2 0 4 16,4 2-5-16,-3-2 1 16,5 2 0-16,2-4 5 15,3 2-1-15,-1-2-4 16,2 1 1-16,0-2 6 0,-1 3-7 15,-3 0 0 1,-5 0 0-16,3 0 2 0,-3-2 0 16,3 0-2-16,2-2 0 15,2 0 7-15,2 0-8 16,3 0 1-16,2-1 0 16,-4 6 3-16,-1-3 0 15,3 0-3-15,-3 0 0 16,0 2 7-16,3-3-9 15,-5 2 2-15,0-3 0 16,-2 1-2-16,0 2 4 16,-2-1-2-16,2 0 1 15,-2-2 6-15,2 2-7 16,0-4 0-16,0 2 0 16,0-2 1-16,4 1 0 0,-4 1-1 15,3 1 0-15,-3-2 5 16,4 2-7-16,-4 0 2 15,2 1 0-15,-2 1-1 16,0 0 2-16,-5 4-1 16,3-1 1-16,2-3 7 15,0 1-9-15,0-2 1 16,4 0 0-16,0-3 2 16,1-2 0-16,-3 1-2 15,2 0 0-15,-4 0 5 16,3 2-7-16,-1 0 2 15,0 0 0-15,2 2 0 0,8-2 2 16,-3 2-2-16,1-2 0 16,0 2 8-16,-3 0-8 15,-7 0 0-15,-6 0 0 16,0-2 5-16,-5 0-2 16,-1 2-3-16,-1-3 0 15,2 1 6-15,0 1-7 16,2-2 1-16,0 1 0 15,-2 0-1-15,5 0 3 16,-6 0-2-16,3 2 0 16,-5 1 8-16,-1-2-8 0,-3 3 0 15,0 0 0 1,-2 0 4-16,0 1-2 0,-2 1-2 16,2-1 0-16,0 1 5 15,2 2-8-15,2-2 3 16,0 0 0-16,0 2 1 15,-1 0 0-15,-1-1-1 16,-5 3 0-16,2-3 4 16,-4 4-8-16,-2-2 4 15,0 3 0-15,1-2-5 16,-1 2 5-16,-2 0-17 16,-2 0-23-16,-5 2-58 15,-11 4-116-15</inkml:trace>
  <inkml:trace contextRef="#ctx0" brushRef="#br0" timeOffset="700.87">15718 13076 110 0,'-2'-4'260'0,"-2"4"-218"16,-3 0 32-16,5-2-59 15,-2 2-10-15,-6 6 14 0,-3 8-16 16,-2 12 10-16,-5 11-4 16,-5 8-5-1,0 8 9-15,1 3-13 0,-2 3 0 16,-3 4 0-16,0-1-9 15,-3 5-6-15,-1-2-29 16,0 2-30-16,4-5-38 16,2-8-26-16</inkml:trace>
  <inkml:trace contextRef="#ctx0" brushRef="#br0" timeOffset="1049.85">16028 12909 106 0,'12'-19'164'15,"-4"5"-119"-15,-1 2 25 16,-3 0-22-16,-4 1-6 15,3 6-29-15,-6 2-9 16,-4 7 15-16,-1 9-10 16,-10 6 8-16,-4 12 9 15,-7 10-12-15,-4 14 8 0,-6 9-11 16,1 12-11-16,-4 9 4 16,2 3-4-16,2-4 0 15,0-6-1-15,9-12-20 16,2-12-28-16,10-5-11 15,3-13-54-15,8-7-33 16</inkml:trace>
  <inkml:trace contextRef="#ctx0" brushRef="#br0" timeOffset="1350.25">16266 12764 273 0,'38'-49'48'0,"-9"9"14"16,-4 10-19-16,-13 7 5 15,-6 10-31-15,-6 7-8 16,-6 10 14-16,-10 14-15 16,-7 10 21-16,-8 18 8 15,-7 16-23-15,-8 14 9 16,-4 10-16-16,1 13-5 15,-2 3 1-15,0 2-3 16,1-1-1-16,4-12-2 16,4-10-31-16,6-15-26 15,7-13-6-15,11-17-70 16,12-12-34-16</inkml:trace>
  <inkml:trace contextRef="#ctx0" brushRef="#br0" timeOffset="1635.26">16621 12551 107 0,'31'-39'202'0,"-7"11"-143"16,-8 10 10-16,-5 9-29 0,-11 2-15 15,-2 7-23-15,-7 11 13 16,-4 6 16-16,-11 16-1 15,-8 13-2-15,-13 16 2 16,-3 18-24-16,-6 10 9 16,-4 8-15-16,0 9 1 15,2 3-7-15,3-7 1 16,6-12-20-16,12-14-28 16,10-21-27-16,14-22-32 15,15-18-56-15</inkml:trace>
  <inkml:trace contextRef="#ctx0" brushRef="#br0" timeOffset="1873.55">16888 12541 365 0,'27'-37'68'0,"-11"11"-1"15,-14 12-40-15,-2 8-20 16,0 9 1-16,-6 11 4 15,-6 9 19-15,-5 13-22 16,-13 17 18-16,-10 13-16 16,-7 12-10-16,-6 9 1 15,-3 9-2-15,1 0-5 16,3-4-14-16,3-10-46 16,16-13 8-16,10-17-81 15,12-18-55-15</inkml:trace>
  <inkml:trace contextRef="#ctx0" brushRef="#br0" timeOffset="2133.79">17162 12521 114 0,'41'-49'216'16,"-10"5"-156"-16,-5 6 13 15,-8 12-7-15,-5 1-39 16,-5 8-16-16,-6 9-8 15,-4 14 0-15,-8 14 31 16,-5 12-18-16,-10 18-7 16,-8 14 3-16,-9 15-12 0,-10 9 0 15,-6 4 0-15,-4-1-9 16,-1-4-8 0,5-7-45-16,12-13-2 15,10-15-23-15,18-14-44 0</inkml:trace>
  <inkml:trace contextRef="#ctx0" brushRef="#br0" timeOffset="2382.85">17417 12427 205 0,'44'-59'140'0,"-15"11"-43"0,-7 8-45 15,-9 10 1 1,-4 8-13-16,-7 12-38 0,0 10-2 15,2 14 15-15,-12 14-4 16,-5 14 22-16,-9 18-32 16,-10 12 6-16,-5 10-7 15,-5 9 5-15,-8-1-10 16,6-4 0-16,-1-5-31 16,3-11-15-16,11-13-43 15,11-14-19-15,9-13-28 16</inkml:trace>
  <inkml:trace contextRef="#ctx0" brushRef="#br0" timeOffset="2616.48">17639 12493 112 0,'47'-54'252'0,"-12"9"-160"16,-6 11-36-16,-11 13-3 15,-7 4-29-15,-3 13-15 16,-6 10 4-16,-8 14 2 15,-4 17-6-15,-9 10 3 16,-6 14-10-16,-9 5-2 16,-7 6 0-16,2-4-4 15,1 1 1-15,3-8-31 16,3-7-30-16,12-10 0 16,6-9-68-16,12-15-28 15</inkml:trace>
  <inkml:trace contextRef="#ctx0" brushRef="#br0" timeOffset="2832.87">17900 12551 372 0,'26'-35'86'0,"-3"9"-20"16,-4 7 5-16,-5 6-49 16,-3 5-2-16,3 12-4 15,-7 10-11-15,-5 15 19 16,-9 11-21-16,-5 12-2 15,-9 12-1-15,-8 8 2 16,-4 5-4-16,-4 0-5 16,-3 3-43-16,5 0-27 0,1-11-38 15,10-11-78 1</inkml:trace>
  <inkml:trace contextRef="#ctx0" brushRef="#br0" timeOffset="4766.35">18470 12743 108 0,'-9'0'154'0,"0"0"-97"0,3 2-50 15,1-4 8 1,-1 2-3-16,-2-2-2 0,4 2 33 15,4 0 7-15,-2 0-12 16,2 0 13-16,2 0-29 16,-2-2 8-16,2 0-12 15,0 0-17-15,4-2 15 16,2 0-16-16,3-1 0 16,7 2 6-16,7-1 2 15,8-2 0-15,9-2 4 16,8-2-10-16,3 0 20 15,3-5-19-15,2 4-1 16,-3-5 15-16,1 2-12 16,-1-4 4-16,-1 0-4 15,2 0-3-15,2 2 9 0,2-5-11 16,2 6 0-16,3-1 0 16,2 2 8-16,2 0-8 15,2 3 0-15,-4 1 2 16,-4 0-1-16,-3 5-1 15,-7-3 0-15,-2 1-3 16,1 4 12-16,-1-6-9 16,-2 1 0-16,4 0 4 15,3-1 2-15,2-4-6 16,-3 1 0-16,5 0 2 16,1 2 8-16,-1-2-10 15,0 2 0-15,-2 0 2 16,-4 2-5-16,-4-2 3 15,0 3 0-15,-3-4-4 0,2 3 14 16,0-3-10-16,2-1 0 16,0 1 1-16,1-1-2 15,-2 2 1-15,0-1 0 16,-3 4-4-16,-7 1 14 16,-3 0-10-16,-3 0 0 15,-3-2 3-15,-2 0-3 16,0-2 0-16,-2 1 0 15,-2 1-2-15,1-2 11 16,0 3-9-16,-1-2 0 16,0-1 1-16,-3 0 2 0,-2 0-3 15,-2 1 0 1,-3-2 6-16,-3 4 5 0,-1-2-11 16,0 1 0-16,-2 2 2 15,4-1-5-15,1 5 3 16,3-4 0-16,3 1-3 15,1-1 11-15,-2 0-8 16,4 0 0-16,-1 0 3 16,-4-1-2-16,0 1-1 15,-3 2 0-15,-5 0 1 16,-2-1 12-16,-1 1-13 16,-3 0 0-16,3-2 3 0,-2 2 2 15,1 0-5 1,1-2 0-16,-3 3-2 0,3 0 11 15,-2-1-9-15,-1 3 0 16,3-2 1-16,1 0-5 16,2-2 4-16,-2 3 0 15,1-2-3-15,0 0 10 16,-2 2-7-16,-3 0 0 16,3 0 1-16,-3 0-4 15,-2 0 3-15,3 2 0 16,0-2-3-16,-1-1 9 15,3 1-6-15,1-2 0 16,4 3 1-16,1-4-4 16,-4 4 3-16,-3 1 0 15,0 0-5-15,-4 0 8 0,-4 0-10 16,2 1 3-16,-3-1-41 16,3 0 2-16,-5 5-46 15,-1 0-66-15,-9 4-154 16</inkml:trace>
  <inkml:trace contextRef="#ctx0" brushRef="#br0" timeOffset="5433.33">19025 11794 103 0,'2'-1'24'0,"1"-3"142"16,1 2-76-16,0-1-10 15,0 2-40-15,1-6-21 16,-7 7-16-16,-3 8-2 16,-1 9 29-16,-7 8-6 15,-3 15-12-15,-5 15 9 16,-4 11-21-16,-7 15 0 16,-4 7-1-16,-6 8-5 15,-10-1 2-15,2 2-48 16,-2-4-6-16,8-14-21 15,13-8-27-15,10-17-8 16</inkml:trace>
  <inkml:trace contextRef="#ctx0" brushRef="#br0" timeOffset="5866.3">19576 11490 245 0,'-6'-8'29'0,"0"2"13"16,2-4 13-16,-1 2-31 16,3 3 7-16,2 3-28 15,-2 4 12-15,0 13 16 16,-5 11-11-16,-4 14 5 15,-7 19 6-15,-6 19-31 16,-10 18 11-16,-11 13-11 16,-5 12 0-16,-8 4-8 15,-3-6-7-15,3-13-9 16,7-13-1-16,7-25-46 0,10-17-18 16,12-17-44-1</inkml:trace>
  <inkml:trace contextRef="#ctx0" brushRef="#br0" timeOffset="6249.94">19890 11314 103 0,'31'-50'107'16,"-16"7"-41"-16,-5 13-18 16,-10 4-6-16,-10 6-14 15,3 6 13-15,3 5-35 16,0 5 9-16,2 4-10 16,-3 1 8-16,0 6 11 15,-8 10-11-15,-2 11 8 16,-10 13 18-16,-2 15-26 15,-4 15 16-15,-2 22-12 16,0 9-17-16,1 12 6 16,-1 5-6-16,2 1-2 15,-2-4 1-15,-2-5-39 0,0-13 2 16,4-10-13 0,2-16-20-16,7-20-64 0,4-14-46 15</inkml:trace>
  <inkml:trace contextRef="#ctx0" brushRef="#br0" timeOffset="6617.25">20228 10906 133 0,'13'-40'131'16,"-3"13"-66"-16,-8 8-43 15,0 9 22-15,-4 1-44 16,0 8 12-16,2 7-8 16,-5 8 1-16,0 12 10 15,-3 15 35-15,-8 15-28 16,-2 16 14-16,-4 18-15 15,-7 12-19-15,-2 19 6 16,-5 10-8-16,1 3 0 16,1-6-4-16,1-6-7 15,4-18 7-15,2-14-20 16,2-13-21-16,1-15-18 0,4-12-53 16,2-16-42-16</inkml:trace>
  <inkml:trace contextRef="#ctx0" brushRef="#br0" timeOffset="6969.23">20592 11017 103 0,'23'-56'96'0,"-9"12"29"15,-9 11-73-15,-5 11-1 16,-5 9-25-16,1 4-16 16,-3 12-10-16,0 5 21 15,-2 11-19-15,-7 10 33 16,-3 12-15-16,1 13 13 16,-4 11 8-16,2 13-32 15,-1 10 12-15,4 10-21 16,-3 11 3-16,-5 5-4 15,-4-2 1-15,0-1 0 16,2-11-2-16,1-10-12 16,4-12 6-16,-26 103-33 15,42-165-18-15,-1 0 7 0,5-4-91 16,2-4-11-16</inkml:trace>
  <inkml:trace contextRef="#ctx0" brushRef="#br0" timeOffset="7349.94">21130 10962 113 0,'27'-59'163'0,"-4"2"-126"16,-6 10 2-16,-5 5 15 15,-1 13 4-15,-5 8-41 16,-4 10-6-16,-2 7-11 16,-4 6 0-16,-3 7 23 15,-1 10-20-15,-6 8 14 16,-3 11 19-16,-4 14-24 16,-3 13 18-16,-3 13-15 15,-2 13-13-15,3 8 13 16,-3 10-15-16,2 2 0 15,2 0 0-15,0 0-3 16,3-7 0-16,2-13-7 16,2-13-26-16,3-10-2 15,3-9-20-15,4-11-35 16,3-10-3-16,3-10-52 0</inkml:trace>
  <inkml:trace contextRef="#ctx0" brushRef="#br0" timeOffset="7656.75">21400 11296 115 0,'21'-55'250'16,"-8"9"-193"-16,-3 4 20 16,-5 10-29-16,2 0-13 15,0 12 15-15,-3 4-36 0,0 7-5 16,-4 6-9-16,0 9 10 15,0 6-5-15,-4 13 12 16,-3 13-10-16,-4 19 14 16,-7 9-21-16,-2 14 0 15,1 11 0 1,0 11 0-16,1 0-4 0,3-1-7 16,4-10-19-16,2-14 18 15,4-15-38-15,3-18-13 16,4-14-1-16,0-12-79 15,1-9-34-15</inkml:trace>
  <inkml:trace contextRef="#ctx0" brushRef="#br0" timeOffset="7899.15">21654 11486 119 0,'25'-27'232'16,"-8"8"-169"-16,-1 5 7 15,-5 6-21-15,1-2-16 16,-6 8 12-16,1 2-30 16,-3 3 5-16,-2 6 8 15,0 13-24-15,1 10 13 16,-3 14-17-16,0 12 5 16,-5 14-12-16,-4 5 0 15,-4-1-20-15,-5-6-22 16,-2 0-79-16,-4-10-79 15</inkml:trace>
  <inkml:trace contextRef="#ctx0" brushRef="#br0" timeOffset="15617.07">21980 11789 109 0,'-12'8'122'16,"5"-4"-46"-16,1 2-29 15,6-8-14-15,0-2 14 16,-2 0-20-16,2 0-16 0,2 0 30 16,-4 2-32-16,2 2 4 15,0 0 10-15,0 2-22 16,-2 0 18-16,2-2-15 16,0 0 0-16,0 2 8 15,0-4-12-15,-2 4 0 16,2-2 8-16,0 1-3 15,-3 3 3-15,1-1-8 16,-1-3 4-16,3 0 12 16,0 0-11-16,0 0-4 15,0-3 9-15,0 3-2 16,0 0 0-16,3-1-8 16,2-2 5-16,3-2 6 15,5-3-10-15,10-4-1 0,4-3 4 16,10 0 7-16,6-6-11 15,3-3 0-15,8-3 1 16,2-1 0-16,-1-3-1 16,1 3 0-16,-2-1 7 15,-5 2 3-15,-1 3-6 16,-2 0-4-16,-2 1 5 16,1 4 3-16,-1-1-8 15,2 0 0-15,4-1 4 16,1-1 5-16,5 3-9 15,1-6 0-15,1 5 1 16,0-2-1-16,0 0 0 16,-4 0 0-16,0 0 0 0,-8-1 11 15,-4 4-11-15,-1-1 0 16,-6 1 2-16,1 0-4 16,-1-2 2-16,6 4 0 15,-1-3-1-15,2 0 12 16,1 0-11-16,-1-3 0 15,0 2 2-15,1 1-4 16,-6 0 2-16,-1-1 0 16,-3 3 0-16,-2 0 10 15,0 1-10-15,1-2 0 16,-3 1 1-16,2 1-6 16,2-2 5-16,0 0 0 15,6 4-2-15,5-3 8 16,0 0-6-16,1 0 0 15,-3-1 0-15,1 0-4 0,-5-1 4 16,0-1 0-16,-1 1-3 16,2 0 12-16,-1 4-9 15,-3-2 0-15,-2 1 0 16,1 0-1-16,-5 1 1 16,0 0 0-16,0 2-2 15,0 2 12-15,2 0-10 16,0-1 0-16,0 2 0 15,-2 1-3-15,0 0 3 16,-2 0 0-16,0 0-1 16,-1-2 12-16,1 0-11 15,2 0 0-15,-2 2 1 0,2 0-4 16,-4 4 3-16,-1 0 0 16,-2 0-3-16,0 1 11 15,-3 2-8-15,-4-2 0 16,-3 2 2-16,-4-1-4 15,-1 2 2-15,-1-1 0 16,1 2-2-16,4-3 12 16,0 0-10-16,3 0 0 15,-1-2 2-15,-2 1-5 16,-2 1 3-16,0 1 0 16,-3 1-2-16,-1-1 13 15,-3 2-11-15,3-2 0 16,-3 3 2-16,1 0-3 0,-1-1 1 15,-2 2 0-15,0-1-4 16,0 0 11-16,0 0-7 16,-2-1 0-16,2 1 0 15,0 1-13-15,0-1 13 16,0 0-25-16,2 0-4 16,0 0-70-16,-2 4-63 15</inkml:trace>
  <inkml:trace contextRef="#ctx0" brushRef="#br0" timeOffset="16582.27">22231 11235 287 0,'-4'-4'85'0,"0"2"-50"16,2-6 20-16,-2 1-35 15,0 0 10-15,4 3-26 16,-2 4 5-16,0 6 7 16,0 10-15-16,-3 6 7 15,-1 10-1-15,-2 8 0 16,0 9-7-16,-1 1 0 15,-2 4 1-15,0 2-14 16,4-4 7-16,-2-6-19 16,2-8-8-16,5-6-66 15,2-7-11-15</inkml:trace>
  <inkml:trace contextRef="#ctx0" brushRef="#br0" timeOffset="16966.54">22487 10722 241 0,'-4'-2'64'16,"2"2"-32"-16,2 2-21 15,-2 4 9-15,-3 4 23 16,1 8-25-16,-1 8 4 16,0 8 15-16,-1 8-32 15,-1 6 14-15,-1 10-6 16,-2 6-12-16,2 11 10 15,-3-2-11-15,-1 2 0 16,3-8-2-16,1-6-4 16,0-6 4-16,4-9-28 15,2-8-44-15,0-6 1 16,2-8-35-16</inkml:trace>
  <inkml:trace contextRef="#ctx0" brushRef="#br0" timeOffset="17351.14">22655 10329 196 0,'-2'8'69'15,"-6"6"-48"-15,2 6 19 16,-5 6 8-16,-1 6-35 16,4 10 14-16,-1 6-5 15,5 7-15-15,2 4 28 16,-2 8-31-16,8 3 1 15,-2 6-5-15,0 4 5 16,0 1-7-16,0-1 2 16,-4-2-10-16,-2-4 6 15,-4-7-24-15,-5-4-31 16,0-4-19-16,-1-11 2 16</inkml:trace>
  <inkml:trace contextRef="#ctx0" brushRef="#br0" timeOffset="17732.39">22888 9876 187 0,'7'-30'80'16,"0"13"-45"-16,-7 6 22 15,0 5-24-15,-7 7-27 16,0 14 22-16,1 7-5 16,-3 10-13-16,2 16 26 15,5 12-28-15,2 10 0 16,2 13-1-16,3 12-1 15,-3 14-8-15,-4 12 2 16,-5 7-3-16,-4 2-9 16,-7-5-3-16,-6-4-17 15,-1-11-7-15,-2-13-22 16,5-17 8-16,2-21-14 16</inkml:trace>
  <inkml:trace contextRef="#ctx0" brushRef="#br0" timeOffset="18151">23123 9806 103 0,'0'-28'32'0,"-3"3"54"0,-1 3-55 15,2 3 3-15,-5 0 7 16,2 5-19-16,3 6 22 16,2 2-34-16,2 6-10 15,3 9 21-15,-3 4-7 16,3 13 17-16,-5 12-7 15,0 18-15-15,-3 15 19 16,1 17-27-16,2 14 0 16,2 11 2-16,-2 11 1 15,0 6-4-15,-2 0 0 16,-5-5 1-16,-1-9-13 16,-1-16 11-16,1-16-20 15,6-13-7-15,0-18-51 16,4-16-26-16,3-13-35 15</inkml:trace>
  <inkml:trace contextRef="#ctx0" brushRef="#br0" timeOffset="18598.41">23385 9438 206 0,'0'-16'71'15,"-2"11"-39"-15,-2 1-14 16,-3 4 2-16,-2 8 14 15,-2 6-18-15,2 4 9 16,-2 8 10-16,2 6-21 16,4 4 16-16,3 8-9 15,2 6-9-15,4 6 22 16,1 10-29-16,0 14 0 16,2 19 6-16,-5 9-5 15,-2 14-6-15,-5 11 0 16,-4-1 1-16,-2-1-12 0,-2-5 9 15,1-13-14 1,4-12 4-16,1-20-28 0,1-17 2 16,3-20-19-16,3-19-21 15,3-10 25-15,1-17-65 16</inkml:trace>
  <inkml:trace contextRef="#ctx0" brushRef="#br0" timeOffset="18983.32">23661 9326 103 0,'8'-62'86'16,"-6"11"-44"-16,-2 14-19 15,0 7 31-15,-5 8-26 16,2 8-4-16,-1 8-22 16,0 9 2-16,0 12 26 15,-3 7-16-15,-3 10 24 16,0 12 11-16,-1 10-37 16,-1 15 16-16,3 13-8 15,5 18-15-15,2 14 19 16,0 22-23-16,0 11-1 15,2 1 0-15,0 0 4 0,0-7-4 16,0-19 0-16,4-16-2 16,2-13-7-16,1-17-6 15,3-12-18-15,-2-12-3 16,1-14-54-16,-3-8-9 16,0-9-45-16</inkml:trace>
  <inkml:trace contextRef="#ctx0" brushRef="#br0" timeOffset="19367.23">24031 9351 214 0,'12'-61'33'15,"-6"7"18"-15,-1 8 3 16,-5 12-13-16,-2 10 15 16,2 10-34-16,0 8-13 15,-5 6-4-15,-3 10-2 16,-6 12 7-16,-7 16 14 16,-2 14-2-16,-4 18 23 0,4 16-28 15,8 21-9 1,8 15 5-16,4 22-6 0,6 11-7 15,4 1 0-15,2 1 4 16,1-9-7-16,4-20 3 16,-1-17 0-16,0-16-5 15,-3-18-4-15,-6-17-2 16,-2-16-32-16,-4-10-16 16,-2-9 8-16,-3-11-97 15</inkml:trace>
  <inkml:trace contextRef="#ctx0" brushRef="#br0" timeOffset="19732.62">24521 9050 109 0,'0'-29'97'16,"-2"9"-28"-16,2 11-37 15,2 2 3-15,-4 5-33 16,2 11 15-16,-4 9 46 16,0 14-30-16,-3 12-5 15,0 16 18-15,2 12-39 0,5 17 8 16,3 17-15-16,2 7 7 15,-5 14-4-15,-3 5-3 16,-4 2 0-16,-1-10-4 16,-5-9 1-16,-1-15 1 15,1-13-1-15,3-19-25 16,2-13 0-16,5-16-75 16,3-13-30-16</inkml:trace>
  <inkml:trace contextRef="#ctx0" brushRef="#br0" timeOffset="20032.49">24731 9699 181 0,'11'-40'9'15,"-2"5"129"-15,0 2-73 16,-5 9-14-16,-1 6 5 15,-1 4-40-15,-4 5-8 16,2 9 2-16,-3 11-8 16,1 11 14-16,0 12-10 15,0 12-2-15,0 12 8 16,4 13-12-16,-2 8 0 16,2 8-3-16,-4 7-2 0,-5-2-1 15,-2-5-22 1,-4-12-30-16,-3-12-36 0,5-13-65 15</inkml:trace>
  <inkml:trace contextRef="#ctx0" brushRef="#br0" timeOffset="20298.49">24872 9957 351 0,'-8'-23'73'0,"4"2"-33"16,4 4 3 0,2 1-22-16,3 1-17 0,6 7 27 15,2 5-28-15,3 6 1 16,2 12 34-16,2 13-33 16,-5 21 20-16,-3 16-25 15,-12 14 8-15,-9 9-18 16,-13 2 5-16,-5 4-71 15,-4-4-23-15,2-8-184 16</inkml:trace>
  <inkml:trace contextRef="#ctx0" brushRef="#br0" timeOffset="29565.56">17180 13709 297 0,'-4'-4'111'0,"2"-2"-50"16,2 1-18-16,0-7 35 15,2-1-38-15,-2 3 11 0,2 3-6 16,-2 1-31-16,0 4 16 15,0-1-30-15,0 6 2 16,0 0 7-16,0 8-3 16,2 7 5-16,3 5-2 15,1 12-1-15,4 3-6 16,-4 0-2-16,1-1 0 16,-3 0-7-16,0-9 11 15,1-4-4-15,-5-2 0 16,0-3-23-16,0-3 18 15,-3-2-28-15,-1 0-26 16,0-8-23-16,2 1-92 0,2-2-140 16</inkml:trace>
  <inkml:trace contextRef="#ctx0" brushRef="#br0" timeOffset="30865.32">20277 12569 297 0,'2'-12'101'0,"1"-1"-43"16,-6 3 17-16,3 1-13 16,-4 3-41-16,4 3 18 15,0 3-38-15,2 6 20 16,0 5 20-16,1 3-37 15,1 10 20-15,-1 8-24 16,-1 6 10-16,-2 6-12 16,-2 4 2-16,-3 2 0 15,0 0-4-15,-4 0-33 16,3-1-1-16,1-5-47 16,3-4-64-16,4-6-89 15</inkml:trace>
  <inkml:trace contextRef="#ctx0" brushRef="#br0" timeOffset="31015.62">20571 12926 186 0,'7'-14'90'16,"-7"2"-20"-16,-5 2-70 16,1 3 5-16,0 2-5 15,2 3-77-15,6 2-48 16</inkml:trace>
  <inkml:trace contextRef="#ctx0" brushRef="#br0" timeOffset="31398.45">20783 12619 187 0,'4'-12'243'0,"3"-2"-205"16,-1 2 25-16,6 0-22 15,11-2-22-15,8 0 33 16,6 4-39-16,8 4 1 16,-2 6-11-16,-10 8 4 15,-9 10-7-15,-15 9 0 16,-11 14 1-16,-12 4-13 16,-7 2 12-16,-14 0-2 15,0-8-3-15,-3-7 7 16,0-5-2-16,5-10 0 0,4-4 2 15,11-5-4-15,7-2 2 16,7-4 0-16,4-2 4 16,8-2 3-16,11-2-1 15,12-5-6-15,13-2 5 16,14 0-4-16,7-2-1 16,-3 2 0-16,-6 6-4 15,-12 1-19-15,-9 5-42 16,-10 5-64-16,-9 5-144 15</inkml:trace>
  <inkml:trace contextRef="#ctx0" brushRef="#br0" timeOffset="32517.52">23619 11343 222 0,'-4'-11'104'0,"-2"-3"-26"15,2 5-13-15,2-3-14 0,-2 4 19 16,2 2-41-16,0 4 9 15,-1 2-26-15,-1 6-11 16,2 3 36-16,-2 4-32 16,-4 10 3-16,2 4 2 15,-1 11-3-15,3 7-7 16,0 6 0-16,-1 2-9 16,0 1 1-16,-1-1-29 15,-1-8-31-15,1-3-39 16,1-6-109-16</inkml:trace>
  <inkml:trace contextRef="#ctx0" brushRef="#br0" timeOffset="32682.29">23753 11648 109 0,'-5'-14'245'15,"1"0"-202"-15,0 6-22 16,-1 4-10-16,5-3-11 15,3 6-20-15,1 1 5 16,0 0-93-16</inkml:trace>
  <inkml:trace contextRef="#ctx0" brushRef="#br0" timeOffset="33182.08">24033 11318 204 0,'2'-15'67'0,"-2"1"66"16,6 0-86-16,-2 4 11 15,0-2-19-15,5 2-25 16,3 4 32-16,1 2-35 16,2 0 4-16,5 1 8 15,5 3-17-15,4 3 4 16,2-1-10-16,2 2 6 15,-1 2-12-15,-3 4 6 16,-7 1 0-16,-7 2-8 16,-6 1-3-16,-11 0 11 0,-9 4 0 15,-4-2 0-15,-8 3 1 16,-4-3-1-16,3-2 0 16,7-3-3-16,0 1 8 15,7-2-5-15,5 3 0 16,8-1 1-16,1 2-3 15,4 0 2-15,9 0 0 16,2 0 2-16,8 0 7 16,2 0-9-16,6 2 0 15,1-4 4-15,2 4-5 16,-6 1 1-16,-9-5 0 16,-11 5-4-16,-16 2 9 15,-14-2-5-15,-20 0 0 16,-9 2 1-16,-6-2-13 15,-5-2 3-15,2 2-37 0,9-3-21 16,9-5-42-16,13 4-54 16</inkml:trace>
  <inkml:trace contextRef="#ctx0" brushRef="#br0" timeOffset="34198.9">26289 10301 194 0,'-2'-8'199'0,"2"-3"-139"15,0 3-11 1,2-9 26-16,2 3-47 0,1 2-1 16,1 2 25-16,-2 1-44 15,1 5 16-15,-3 3-24 16,-2 2 12-16,3 8 0 16,-3 6-10-16,4 11-1 15,1 10 2-15,-1 7 5 16,2 5-8-16,-1 2 0 15,-3-2-6-15,-2-3-3 16,-2-4-25-16,-3-3-16 16,-1-5-44-16,-5-5-110 15</inkml:trace>
  <inkml:trace contextRef="#ctx0" brushRef="#br0" timeOffset="34366.14">26630 10499 110 0,'-2'-14'296'0,"-4"3"-258"16,0 0-11-16,1 5 1 15,3 0-28-15,4 4-20 16,-2 4 14-16,0 2-64 16,0 3-66-16</inkml:trace>
  <inkml:trace contextRef="#ctx0" brushRef="#br0" timeOffset="34998.36">26844 10117 119 0,'-6'-7'96'0,"0"1"88"16,2 2-126-16,-1 3 3 15,7-4-22-15,-2 4 12 16,0 1-39-16,0 0 10 0,0 1-2 16,0 4-9-1,-2 6 0-15,-4 10 0 16,-1 6-6-16,-2 14 10 15,-4 7-15-15,-1 4 0 0,1 4-5 16,-3-2 12 0,3-1-7-16,-3-8 0 0,1-9 3 15,4-8-9-15,-1-12 6 16,6-7 0-16,1-5-2 16,3-3 12-16,4-2-10 15,1-6 0-15,5 1 3 16,6-2-12-16,3-2 9 15,10-2 0-15,4 2-8 16,7 0 5-16,-1 2 3 0,-2 0 0 16,-2 2 0-1,-4 3-10-15,-9-3 10 0,-6 1 0 16,-6 1-3-16,-3-2 14 16,-5 0-11-16,-3-8 4 15,1 0 1-15,-2-4 19 16,-2-2-22-16,-4 2 8 15,1 6 8-15,3 2-4 16,2 6-14-16,-1 8 0 16,1 8 0-16,-4 15-3 15,2 6 3-15,-5 13 0 16,-1 7-7-16,4-2-23 16,-3-2-7-16,4-3-51 15,2-8-98-15</inkml:trace>
  <inkml:trace contextRef="#ctx0" brushRef="#br0" timeOffset="84149.55">16690 12823 479 0,'-16'-8'52'15,"1"-4"4"-15,1 2-7 0,10 2-9 16,4 1-31-16,7-2 2 15,0-1 17-15,3-2-28 16,1-4 13-16,5-7-1 16,0-6-11-16,-3-5 18 15,0-10-19-15,-3-9 2 16,-4-14 5-16,-1-11 0 16,-1-11-7-16,2-3 0 15,6-2 4-15,3 5-3 16,3 12-1-16,5 8 0 15,6 13-4-15,7 10 9 16,-1 9-5-16,7 4 0 0,3 5 5 16,1 2-11-16,-3 3 6 15,1 1 0-15,-8 1-6 16,-5 3 8-16,-8 1-3 16,-8 1 1-16,-6 5-36 15,-2 2 1-15,-5 1-51 16,0 6-62-16,2 2-69 15</inkml:trace>
  <inkml:trace contextRef="#ctx0" brushRef="#br0" timeOffset="84479.77">17051 11351 433 0,'-47'-8'35'16,"11"1"20"-16,12 3-1 0,15 0-52 15,18 8 21-15,15 6 14 16,12-1-27-16,13 4 14 16,9 1-24-16,7 0 3 15,-5-5 0-15,3 2 0 16,-9-5-3-16,-2-5 0 16,-7-1 6-16,-9 0-7 15,-17-1 1-15,-7 1 0 16,-12 1-2-16,-5-1 6 15,-4 4-4-15,-4 3 0 0,-1 5-4 16,-3 5 2-16,-4 10-19 16,2 5-20-16,3 8-11 15,3-1-35-15,11 4-3 16,6-5-27-16</inkml:trace>
  <inkml:trace contextRef="#ctx0" brushRef="#br0" timeOffset="84831.58">17530 11681 319 0,'-2'0'86'15,"-1"0"-23"-15,1 2 12 16,0-9-26-16,4 2-25 16,3-8 13-16,5-8-19 15,6-10-8-15,5-11 13 0,-2-12-21 16,6-10 5-1,-2-9-1-15,-1-4-2 0,-5-1 8 16,-1 1-5-16,-5 7-2 16,-4 10 13-16,-3 11-12 15,-2 13-5-15,0 13-1 16,-2 9 5-16,3 7-11 16,2 12 6-16,-1 11 0 15,5 9-8-15,1 14 8 16,2 9-1-16,-3 8-1 15,-3 4-33-15,-4 0 14 16,2-2-28-16,-8-4-47 0,2-4 8 16,0-9-60-1</inkml:trace>
  <inkml:trace contextRef="#ctx0" brushRef="#br0" timeOffset="84995.97">17704 11273 336 0,'0'-11'35'0,"2"0"17"16,2 5-20-16,3-4-19 15,9 0-10-15,5 0 3 16,6-2-12-16,2-2-17 16,5 0-51-16,-1-6-50 0</inkml:trace>
  <inkml:trace contextRef="#ctx0" brushRef="#br0" timeOffset="85178.17">18087 10894 313 0,'7'-10'71'0,"-3"4"0"15,-1 6-16-15,-6 3-32 16,1 6 2-16,0 9 7 16,2 11 14-16,2 6-38 15,7 8 3-15,2 6-8 16,3 2 2-16,-4-1-10 15,-1 4-16-15,-2-2-69 16,-4-4-61-16</inkml:trace>
  <inkml:trace contextRef="#ctx0" brushRef="#br0" timeOffset="85979.42">20433 10982 354 0,'-22'17'81'16,"4"-5"-30"-16,3-2 9 15,7-7-33-15,6-2 7 16,7-1 2-16,0-1-16 16,3-8 5-16,-1-5-14 15,1-6-4-15,-4-8 27 16,-2-13-30-16,-2-13 9 16,-6-11 5-16,-4-19-13 0,-3-7 11 15,-3-6-16 1,-2 1 1-16,-2 9 0 0,2 16 3 15,5 8-4-15,9 15 0 16,6 10 9-16,11 8-11 16,11 8 2-16,12 6 0 15,11 3-7-15,9 0 9 16,4 1-2-16,-3 1 0 16,1 0 7-16,-6-3-9 15,-12 1 2-15,-11 1 0 16,-11 5-5-16,-9-1 5 15,-7 2 0-15,-7 2 0 16,1 2-23-16,0 0-2 16,-6 4-27-16,2 6-21 0,-3 4-30 15,-3 3-73-15</inkml:trace>
  <inkml:trace contextRef="#ctx0" brushRef="#br0" timeOffset="86496.19">20839 9762 452 0,'-12'-31'56'15,"1"5"-4"-15,5 8 9 16,-2 12-29-16,8 6-30 16,4 0 14-16,2 8 1 15,1 8-7-15,-1 5 20 0,4 10-29 16,-2 9 6-16,1 6-2 15,-3 5 3-15,2 4-8 16,-4 2 0-16,-2-1 0 16,-2-1-8-16,0-5 8 15,-4-6 0-15,2-8-1 16,-1-9 0-16,1-13 0 16,2-3 1-16,0-11 0 15,0-8-2-15,0-9 4 16,0-14-2-16,2-13 1 15,5-12 6-15,0-13-3 16,1-5-4-16,4-2 1 0,-1 3 19 16,-3 5-19-1,1 6 13-15,-4 6 3 0,2 4-16 16,-3 6 13-16,0 8-14 16,3 8 2-16,3 7-5 15,-2 8 3-15,5 8 0 16,5 10 0-16,5 8 5 15,4 15-6-15,4 12 1 16,-5 12 0-16,-1 9-10 16,-7 1 5-16,-10 2-14 15,-5-1-7-15,-12-3-30 16,-7-2-13-16,1-6-43 16,-6-10-31-16,2-14-77 0</inkml:trace>
  <inkml:trace contextRef="#ctx0" brushRef="#br0" timeOffset="86663.04">20941 9842 118 0,'-13'-24'196'0,"-3"2"-131"15,1 5-5-15,10 1-2 16,7-5-38-16,14 4-18 16,11-1 7-16,10 2-9 15,1 1-2-15,5 2-7 16,-3-1-71-16,0 2-19 15,-7-1-103-15</inkml:trace>
  <inkml:trace contextRef="#ctx0" brushRef="#br0" timeOffset="86963.03">21276 9463 312 0,'6'-10'68'16,"3"0"-17"-16,-2-1 2 15,0 5-20-15,1 2-30 16,3 7 20-16,5 3 2 15,9 3-10-15,4 8 17 16,4 5-31-16,-6 7-1 16,-12 7 4-16,-13 7 2 15,-15 2-6-15,-16 2 0 16,-4-5 0-16,-8-6-1 16,6-10 1-16,6-8 0 15,14-7 0-15,8-8 2 0,11 0-2 16,18-6 0-1,9 0 1-15,14-6-4 0,11-1 3 16,6 0-9-16,5 1-23 16,4 0-60-16,3 6-61 15</inkml:trace>
  <inkml:trace contextRef="#ctx0" brushRef="#br0" timeOffset="87779.68">23925 9472 264 0,'6'9'184'16,"-8"-3"-134"-16,-2 0 20 15,-1 2-12-15,1-4-30 16,1-2 15-16,6-4-20 15,1-2-7-15,-1-9-1 0,-6-8-14 16,3-15 21-16,-2-14-11 16,2-21-5-16,2-15 13 15,3-19-18-15,1-11-1 16,7-5 0-16,7 2 7 16,5 9-8-16,2 13 1 15,2 21 0-15,-4 18-6 16,-2 18 6-16,0 15 0 15,-3 14-4-15,2 3 10 16,5 3-6-16,4 1 0 16,2-1 1-16,6 0-1 15,3-1 0-15,-7 0 0 16,-5 0 4-16,-8 2 4 16,-9 0-4-16,-9 0-1 15,-4 3 0-15,-4 1 10 0,2-3-11 16,-2 3-2-16,1 3 9 15,1-2-2-15,-2-1-4 16,2 3-3-16,2-2 0 16,-2 2-9-16,2-2 6 15,0 5 3-15,0 4-6 16,-6 13 11-16,0 7-10 16,-1 11 4-16,-11 124-25 15,16-141 19-15,-2-3-41 16,1-1-13-16,3 0-43 15,-2 16-111-15</inkml:trace>
  <inkml:trace contextRef="#ctx0" brushRef="#br0" timeOffset="88296.39">24488 8493 220 0,'0'-7'139'16,"2"1"-100"-16,-2-4 16 16,0-4-26-16,2-2-16 15,-2 0-10-15,0-2 1 16,0 2-8-16,0 2-11 15,0 0-49-15,0-1-59 16</inkml:trace>
  <inkml:trace contextRef="#ctx0" brushRef="#br0" timeOffset="88662.27">24312 8095 163 0,'-47'-9'169'0,"-6"-2"-72"0,-3-1-51 15,5 6 29-15,13 6-56 16,16-4-14-16,12 6 7 16,16 4-10-16,2 4 26 15,13 1 3-15,10 8-13 16,4 2 3-16,10-2-19 16,2 3-2-16,-1 0 3 15,-5-6 5-15,-1 2-8 16,-5-4 0-16,-4-4 1 15,-4-6 3-15,-6 0-1 16,-6-2-3-16,-7-2 8 0,-8 0-1 16,-2 4-8-16,-4-1 1 15,-3 0 0-15,0 6-2 16,2 4 2-16,-2 8 0 16,-5 5 0-16,-1 5-14 15,-3 10-15-15,1 1-21 16,1-4-43-16,7-2-22 15,7-6-56-15</inkml:trace>
  <inkml:trace contextRef="#ctx0" brushRef="#br0" timeOffset="89080.55">24611 8262 411 0,'-7'0'16'0,"3"7"26"16,2 7 18-16,-3-4-43 15,5 0 18-15,5 3-11 16,3-4-2-16,3-2 11 16,1-1-20-16,1-4 19 15,1-4-5-15,-1-4-19 16,3-8 20-16,1-11-27 15,1-11 3-15,0-12-2 0,-5-16 5 16,-4-14-8 0,-2-8 1-16,-3-4 0 15,-2 3 1-15,0 15 2 16,3 16-3-16,-2 20 5 0,1 14-3 16,0 14-4-16,-2 5-2 15,1 12 4-15,3 8-4 16,6 13 4-16,3 13 0 15,5 8-1-15,3 8-5 16,-4 2 0-16,-1-2-17 16,-5-2-53-16,-6-5-3 15,-7-6-78-15,-7-11-58 16</inkml:trace>
  <inkml:trace contextRef="#ctx0" brushRef="#br0" timeOffset="89279.7">24642 7957 188 0,'2'-8'169'15,"0"-5"-89"-15,0-1-45 16,10 2 5-16,5 2-13 16,8-8-27-16,6 3 1 15,11 1-7-15,1 4-51 16,-1-1-47-16,-4-1-125 15</inkml:trace>
  <inkml:trace contextRef="#ctx0" brushRef="#br0" timeOffset="89662.9">25036 7618 184 0,'0'-11'48'0,"-8"1"120"0,-2 3-90 15,6 3-14-15,-1 6-31 16,5-2-22-16,7 2-10 15,7 1 16-15,3 6 0 16,8-1-9-16,4 0 8 16,2 4-15-16,-2 2-1 15,-9 2 0-15,-7 2 5 16,-6 7-6-16,-11 0 1 16,-3 0 0-16,-2-2 0 0,-2-2 0 15,4-7 0 1,3 2 0-16,4-7 2 0,2 2-3 15,2-2 1-15,1 2 0 16,6 0 2-16,0 2-1 16,8 0-1-16,-2 0 6 15,7 2-1-15,5 0 1 16,5 1-6-16,-3 0 3 16,-6-1-10-16,-10 2 7 15,-11 1-2-15,-17 4-1 16,-20 3-61-16,-21 4-58 15,-10 2-94-15</inkml:trace>
  <inkml:trace contextRef="#ctx0" brushRef="#br0" timeOffset="89862.19">24448 8576 256 0,'-27'-16'240'15,"32"-18"-228"-15,35-12 26 16,34-6 5-16,36-2-17 16,29-2 0-16,15 7-16 15,4 5 12-15,-9 8-19 16,-22 8-3-16,-25 10-22 0,-32 10-141 16</inkml:trace>
  <inkml:trace contextRef="#ctx0" brushRef="#br0" timeOffset="92995.49">19146 10293 387 0,'-25'-14'70'16,"-2"2"-26"-16,2-1 21 16,6 3-21-16,5 3-26 15,8 2 12-15,1 4-30 16,5 2 0-16,9 7 26 0,9 3-19 15,11 0 18 1,133 38-25-16,-126-45 6 0,-1 2-10 16,-1-2 4-16,-3 0 0 15,29 5-7-15,-8 0 10 16,-15-5-3-16,-16 0 9 16,-10-2-9-16,-14-2 39 15,-3 0-30-15,-6 0-8 16,-1 2 4-16,-2-2 2 15,1 2-7-15,3 5 0 16,2 6 5-16,2 7-9 16,1 10 4-16,-3 14 0 15,-2 10-8-15,-2 3 12 16,-6 1-8-16,2-1-10 16,-3-5-51-16,2-4-62 0,7-6-108 15</inkml:trace>
  <inkml:trace contextRef="#ctx0" brushRef="#br0" timeOffset="94898.16">22717 8635 420 0,'-22'-7'41'0,"-5"-1"18"16,-4 5-31-16,2-4 5 15,6 3-9-15,8 2-23 0,6 2 17 16,6 2-13-16,11 5 17 16,7 2 34-16,7 6-51 15,12 2 25-15,10 4-16 16,10-3-7-16,8-3-1 16,7-1-6-16,3 1 0 15,-1-3-8-15,-11-3 15 16,-11 0-7-16,-18-2 2 15,-18-6 1-15,-15-2 13 16,-18-2-15-16,-9-1-1 16,-2 0 9-16,2 4-1 15,7 6-8-15,8 12 0 16,6 14 4-16,5 12-6 16,6 12 2-16,-1 6 0 15,2 4-7-15,-2-3-31 0,-2-1-17 16,-6-2-119-16</inkml:trace>
  <inkml:trace contextRef="#ctx0" brushRef="#br0" timeOffset="105427.99">11666 14193 193 0,'0'2'51'0,"-2"-2"-45"15,-3 0 29-15,-2-4-24 16,3 4-8-16,-1-2-3 16,1 2 3-16,2 0-3 15,0 0 0-15,-3 0 1 16,0 0 21-16,-1 0-18 15,-1 2 2-15,-1-2-4 16,-2 2 6-16,1 4-8 16,3-6 2-16,-1 0 0 15,5 2 27-15,0-2-17 16,2 0 11-16,0 0 11 0,0 0-29 16,0 0 20-16,-2-2-12 15,2 2-12-15,0 0 21 16,2 0-22-16,2 0 5 15,7 0 18-15,5-4-23 16,8 2 20-16,5-4-8 16,10 0-10-16,0 2 16 15,3-7-14-15,1 4-1 16,-1-1 6-16,0 0 0 16,3 0-6-16,-1 0 3 15,8 0-5-15,4-2 12 16,6 2-10-16,3-4-3 15,1 1 2-15,-1 4 8 16,-3-2-10-16,-4 8 0 16,-6-3 2-16,-4 2 0 0,2 4-2 15,-4-2 0 1,-1 0 0-16,1 0 10 0,2 0-10 16,-4-2 0-16,1-2 2 15,-1 1 3-15,1-1-4 16,-5 3-1-16,2-8 3 15,1 3 8-15,-1 0-11 16,-2-1 0-16,3-1 4 16,1-1 5-16,-1 1-6 15,-1-2-3-15,0 2 6 16,-2 0 6-16,-2 2-11 0,0 0-1 16,-1-2 2-1,2 0 0-15,-1 0-2 16,-1 2 0-16,-1-4-2 0,-1 2 11 15,2-2-9-15,-2 0 0 16,1 0 1-16,-1 2-2 16,3 2 1-16,0 0 0 15,2-1-1-15,-4 4 12 16,-1-2-11-16,-3 0 0 16,-6 1 2-16,-1 0-1 15,-3 2-1-15,2-4 0 16,1 2-2-16,4 0 12 15,4 0-10-15,3-5 0 16,-1 2 2-16,6 0 0 0,-5-2-2 16,-3 1 0-16,-2 2-1 15,-4 2 10-15,-2 0-9 16,-6-1 0-16,-1 4 1 16,-2-1-4-16,2-1 3 15,0 2 0-15,-1 0-4 16,4 1 12-16,-2 0-8 15,4 0 0-15,-3 0 3 16,-3 1-7-16,-1 0 4 16,-3-1 0-16,-1 3-3 15,-3-3 9-15,-3 0-6 16,-1 0 0-16,-1 2 2 0,1-2-6 16,-1 0 4-16,1 1 0 15,1-1-3 1,1 0 13-16,0 0-10 0,4 0 0 15,0 0 3-15,1 0-3 16,-2 0 0-16,1 0 0 16,-1 0-3-16,-6 0 13 15,0 0-10-15,1 0 0 16,-5-1 2-16,2 1-6 16,0-2 4-16,2 2 0 15,2 0-3-15,0 0 9 16,-2 0-6-16,1-3 0 15,-3 3-19-15,-2 0-6 0,0 0-95 16,-5 0-161 0</inkml:trace>
  <inkml:trace contextRef="#ctx0" brushRef="#br0" timeOffset="106146.49">12234 13766 291 0,'6'-14'93'0,"2"6"-21"15,-6 4-25-15,-2-2-8 16,-5 8-36-16,-4 8 6 15,-9 10 18-15,0 4-25 16,-9 10 16-16,1 6-6 16,0 6-12-16,-3 1 6 15,-3 0-6-15,-1 1 0 16,-1 1-3-16,3-9-7 16,5-4-5-16,5-8-39 15,11-8-23-15,6-6-32 16,14-12-76-16</inkml:trace>
  <inkml:trace contextRef="#ctx0" brushRef="#br0" timeOffset="106411.95">12661 13582 119 0,'19'-27'52'0,"-6"5"100"15,-7 5-102-15,-2 9 16 16,0 2-25-16,-10 1-35 16,4 10 15-16,-2 2-7 15,-5 9 0-15,-2 8 11 0,-3 9-22 16,-1 4 12-16,-7 8-15 16,-1 5 4-1,-4 2-11-15,-4 2 6 0,-2-2-16 16,0-2-17-16,4-10-52 15,2-4-57-15</inkml:trace>
  <inkml:trace contextRef="#ctx0" brushRef="#br0" timeOffset="106694.58">13127 13337 107 0,'36'-44'208'0,"-12"5"-127"0,-12 13-14 16,-8 12-24-16,-11 8-16 15,-4 16-19-15,2 15 27 16,1 10-15-16,-4 14-15 16,-1 7 15-16,-1 4-20 15,-1 0 0-15,-3 2-2 16,-4 0 7-16,-7-2-8 15,0-1 3-15,0-8-26 16,-2-4-24-16,8-11-41 16,5-6-74-16</inkml:trace>
  <inkml:trace contextRef="#ctx0" brushRef="#br0" timeOffset="106944.61">13544 13269 166 0,'36'-42'160'16,"-9"4"-93"-16,-8 5-18 15,-5 16 9-15,-10 2-32 16,-4 13-24-16,-2 13 37 16,-7 16-19-16,-9 13-11 15,-7 17-3-15,-8 11 0 16,-5 8-6-16,-6 0 0 15,1-1-4-15,1-5 0 0,-1-5-33 16,6-8-26 0,8-12-22-16,9-10-72 0</inkml:trace>
  <inkml:trace contextRef="#ctx0" brushRef="#br0" timeOffset="107195.71">13904 13305 110 0,'35'-47'265'16,"-16"10"-200"-16,-5 6 11 15,-10 19-21-15,-8 6-42 0,-6 14 22 16,4 12-17 0,-3 13-8-16,-1 9 0 15,-4 10-3-15,-5 6-7 0,0 4 0 16,-6 0-11-16,-6-2 3 15,2-3-56-15,-2-10-20 16,4-6-36-16,8-14-62 16</inkml:trace>
  <inkml:trace contextRef="#ctx0" brushRef="#br0" timeOffset="107396.73">14203 13391 357 0,'16'-30'79'0,"-9"8"-7"16,-5 5-45-16,-9 11-16 16,5 11 6-16,4 7-2 15,3 12 17-15,-3 10-32 16,0 8 2-16,-6 10-4 16,-5 4-3-16,-7 5-15 15,-6-1-45-15,0-6-42 16,-1-4-63-16</inkml:trace>
  <inkml:trace contextRef="#ctx0" brushRef="#br0" timeOffset="107611.75">14496 13523 167 0,'21'-30'194'0,"-13"3"-125"0,-6 6 16 16,-4 9-35-16,-4 1-40 15,0 16 16-15,6 11-22 16,-7 10 6-16,-1 10-10 16,-8 12 1-16,-4 4-7 15,-2 5-13-15,-3-1-46 16,0-4-35-16,1-6-132 16</inkml:trace>
  <inkml:trace contextRef="#ctx0" brushRef="#br0" timeOffset="108464.68">13203 13016 387 0,'-4'0'43'16,"-1"0"26"-16,3-2-42 0,-3-6-18 15,10-4 20-15,4-8-19 16,6-7 19-16,10-8-6 15,2-12-17-15,2-7 21 16,-2-8-24-16,-1-4-2 16,-2-1 19-16,-3 4-17 15,-6 4 12-15,1 11 2 16,-7 12-12-16,-3 13 15 16,-1 8-20-16,0 11 0 15,-1 10-8-15,2 10 16 16,3 10-8-16,5 8 0 15,1 10 5-15,1 6-10 0,1 3 5 16,-1-1-11-16,-3 0 11 16,-5-1-59-16,-4-7-13 15,-8-7-43-15,-6-5-88 16</inkml:trace>
  <inkml:trace contextRef="#ctx0" brushRef="#br0" timeOffset="108661.6">13293 12773 199 0,'-17'-8'161'0,"9"1"-115"0,8-2 1 16,11-3-30-16,11-3-8 16,12 7 3-1,5-5-8-15,6 5-8 0,2 0 2 16,-2 2-67-16,-3-1-86 15</inkml:trace>
  <inkml:trace contextRef="#ctx0" brushRef="#br0" timeOffset="108979.25">13827 12515 389 0,'2'-22'64'0,"0"0"6"16,0 4-22-16,-2-1-3 15,9 6-30-15,9 4-3 16,7 5 11-16,6 8-20 16,7 5 6-16,4 9-8 15,1 5 6-15,-6 9-9 0,-12 8 2 16,-12 7 0-16,-13 0-7 16,-17 0-6-16,-17-6 7 15,-11-4-1-15,-11-9 7 16,-8-10-1-16,-5-9 1 15,7-14 0-15,8-13 14 16,14-11-8-16,20-8-3 16,20-7-3-16,18 2 6 15,18 0-15-15,9 6 7 16,5 9-49-16,4 11-70 16,-8 8-147-16</inkml:trace>
  <inkml:trace contextRef="#ctx0" brushRef="#br0" timeOffset="109380.1">13682 12994 148 0,'0'-8'188'0,"0"0"-110"15,2 0-30-15,-2 2-3 16,-2 1-26-16,0 8-17 16,-1 3 27-16,1 10-20 15,-4 8-9-15,-3 9 0 16,-3 9-1-16,2 3-2 0,-4 7-21 16,1 2-49-16,2 1-63 15</inkml:trace>
  <inkml:trace contextRef="#ctx0" brushRef="#br0" timeOffset="109763.7">13466 13309 225 0,'6'-2'85'16,"6"-4"-45"-16,1-2 21 0,3-13-34 16,7-4-6-16,0-10 20 15,6-5-20-15,0-4 16 16,0-4 2-16,-2 2-14 16,-4 3 12-16,-6 4-20 15,-3 6-7-15,-3 5 11 16,-1 6-17-16,-2 5 3 15,-2 4 8-15,-1 6-14 16,-1 3 11-16,-4 5-12 16,6 7 0-16,2 7 6 15,3 5-1-15,2 8-5 16,7 6 0-16,0 2 5 0,0 4-14 16,0 2 0-1,-1 2-62-15,0 1-94 16</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2:06:03.799"/>
    </inkml:context>
    <inkml:brush xml:id="br0">
      <inkml:brushProperty name="width" value="0.025" units="cm"/>
      <inkml:brushProperty name="height" value="0.025" units="cm"/>
      <inkml:brushProperty name="color" value="#E71224"/>
    </inkml:brush>
  </inkml:definitions>
  <inkml:trace contextRef="#ctx0" brushRef="#br0">1 12 24575,'447'66'0,"9"-27"0,853 19 0,13-51 0,-220-58-6784,-219 14 6489,-439 25 6244,723 15-4585,-545 7-8382,-473-9 7018,770 0 0,2-30 0,263-1 6784,-1082 31-7109,562-17-6134,-427 8 10531,-57 4-1360,-144 0-4077,-6-2-5461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6T12:06:12.069"/>
    </inkml:context>
    <inkml:brush xml:id="br0">
      <inkml:brushProperty name="width" value="0.025" units="cm"/>
      <inkml:brushProperty name="height" value="0.025" units="cm"/>
      <inkml:brushProperty name="color" value="#E71224"/>
    </inkml:brush>
  </inkml:definitions>
  <inkml:trace contextRef="#ctx0" brushRef="#br0">29 253 24575,'0'-1'0,"0"-1"0,0 1 0,1 0 0,-1-1 0,0 1 0,1 0 0,-1-1 0,1 1 0,0 0 0,-1 0 0,1 0 0,0 0 0,0-1 0,0 1 0,0 0 0,0 1 0,0-1 0,0 0 0,0 0 0,0 0 0,0 1 0,1-1 0,1-1 0,1 0 0,39-26-1441,1 3 0,57-25 0,101-28-2452,-172 68 4213,1 0 0,0 2 0,41-4 0,-61 10-308,1 2-1,0-1 1,0 2 0,-1-1 0,1 2-1,0-1 1,-1 2 0,0-1-1,1 2 1,-1-1 0,0 2 0,11 5-1,-11-4-304,-1 1-1,0 0 1,-1 0-1,0 1 1,0 0-1,-1 1 1,0 0-1,0 0 1,7 12-1,-5-4 286,-1 0 0,0 0 0,-2 0-1,0 1 1,5 21 0,0 17 995,-3 0 1,5 103-1,-14-156-965,15 306 8,29 388 1071,-16-379 5159,-17-108-12520,-11-204 6166,1 0-1,-1 0 1,-1 0 0,1 0-1,-1 0 1,-1-1 0,1 1-1,-1 0 1,1 0 0,-2-1-1,1 1 1,-6 8 0,4-9 101,0-1 0,0 1 1,-1-1-1,1 0 0,-1 0 1,0-1-1,0 1 0,0-1 1,-1 0-1,1-1 1,-1 1-1,-9 2 0,1-1-7,0 0 0,0-1 0,-1 0 0,1-2 0,-1 1 0,-18-2 0,-89-12 0,-62-23-364,-97-32 4732,121 28-2953,69 17-8241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1B124-F008-4812-8C3C-7322EF152ED0}" type="datetimeFigureOut">
              <a:rPr lang="en-US" smtClean="0"/>
              <a:t>7/6/2025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641699-4C5C-4635-94E5-5AE39DBEB665}" type="slidenum">
              <a:rPr lang="en-US" smtClean="0"/>
              <a:t>‹#›</a:t>
            </a:fld>
            <a:endParaRPr lang="en-US"/>
          </a:p>
        </p:txBody>
      </p:sp>
    </p:spTree>
    <p:extLst>
      <p:ext uri="{BB962C8B-B14F-4D97-AF65-F5344CB8AC3E}">
        <p14:creationId xmlns:p14="http://schemas.microsoft.com/office/powerpoint/2010/main" val="4137898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641699-4C5C-4635-94E5-5AE39DBEB665}" type="slidenum">
              <a:rPr lang="en-US" smtClean="0"/>
              <a:t>1</a:t>
            </a:fld>
            <a:endParaRPr lang="en-US"/>
          </a:p>
        </p:txBody>
      </p:sp>
    </p:spTree>
    <p:extLst>
      <p:ext uri="{BB962C8B-B14F-4D97-AF65-F5344CB8AC3E}">
        <p14:creationId xmlns:p14="http://schemas.microsoft.com/office/powerpoint/2010/main" val="16091286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A39EE-BEB5-0079-9C80-D6F7B1A5C1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364489-06DF-F584-A69D-BD6B101D80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5E6C30-7CA3-B3EB-6D73-751D400C9085}"/>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5" name="Footer Placeholder 4">
            <a:extLst>
              <a:ext uri="{FF2B5EF4-FFF2-40B4-BE49-F238E27FC236}">
                <a16:creationId xmlns:a16="http://schemas.microsoft.com/office/drawing/2014/main" id="{0A273E0A-C318-2789-EEEA-2AF36EA52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A05C6F-9384-4208-1997-F93EBF45D9F2}"/>
              </a:ext>
            </a:extLst>
          </p:cNvPr>
          <p:cNvSpPr>
            <a:spLocks noGrp="1"/>
          </p:cNvSpPr>
          <p:nvPr>
            <p:ph type="sldNum" sz="quarter" idx="12"/>
          </p:nvPr>
        </p:nvSpPr>
        <p:spPr/>
        <p:txBody>
          <a:bodyPr/>
          <a:lstStyle/>
          <a:p>
            <a:fld id="{B15811C8-7B02-46CE-9E51-658D1E471C50}" type="slidenum">
              <a:rPr lang="en-US" smtClean="0"/>
              <a:t>‹#›</a:t>
            </a:fld>
            <a:endParaRPr lang="en-US"/>
          </a:p>
        </p:txBody>
      </p:sp>
      <p:pic>
        <p:nvPicPr>
          <p:cNvPr id="7" name="Picture 6">
            <a:extLst>
              <a:ext uri="{FF2B5EF4-FFF2-40B4-BE49-F238E27FC236}">
                <a16:creationId xmlns:a16="http://schemas.microsoft.com/office/drawing/2014/main" id="{A423DE48-7822-1E24-B416-B3251EDCDCEC}"/>
              </a:ext>
            </a:extLst>
          </p:cNvPr>
          <p:cNvPicPr>
            <a:picLocks noChangeAspect="1"/>
          </p:cNvPicPr>
          <p:nvPr userDrawn="1"/>
        </p:nvPicPr>
        <p:blipFill rotWithShape="1">
          <a:blip r:embed="rId2"/>
          <a:srcRect l="28118" t="1" b="34440"/>
          <a:stretch/>
        </p:blipFill>
        <p:spPr>
          <a:xfrm>
            <a:off x="0" y="0"/>
            <a:ext cx="12192000" cy="6857999"/>
          </a:xfrm>
          <a:prstGeom prst="rect">
            <a:avLst/>
          </a:prstGeom>
        </p:spPr>
      </p:pic>
      <p:pic>
        <p:nvPicPr>
          <p:cNvPr id="8" name="Picture 7">
            <a:extLst>
              <a:ext uri="{FF2B5EF4-FFF2-40B4-BE49-F238E27FC236}">
                <a16:creationId xmlns:a16="http://schemas.microsoft.com/office/drawing/2014/main" id="{8BAFBFD7-14B8-9F8C-6A48-89B02501B76D}"/>
              </a:ext>
            </a:extLst>
          </p:cNvPr>
          <p:cNvPicPr>
            <a:picLocks noChangeAspect="1"/>
          </p:cNvPicPr>
          <p:nvPr userDrawn="1"/>
        </p:nvPicPr>
        <p:blipFill>
          <a:blip r:embed="rId3"/>
          <a:stretch>
            <a:fillRect/>
          </a:stretch>
        </p:blipFill>
        <p:spPr>
          <a:xfrm>
            <a:off x="381000" y="5902045"/>
            <a:ext cx="688908" cy="682811"/>
          </a:xfrm>
          <a:prstGeom prst="rect">
            <a:avLst/>
          </a:prstGeom>
        </p:spPr>
      </p:pic>
      <p:sp>
        <p:nvSpPr>
          <p:cNvPr id="9" name="Rectangle 8">
            <a:extLst>
              <a:ext uri="{FF2B5EF4-FFF2-40B4-BE49-F238E27FC236}">
                <a16:creationId xmlns:a16="http://schemas.microsoft.com/office/drawing/2014/main" id="{9C87F8E4-8551-96AB-41F7-F767124BC93E}"/>
              </a:ext>
            </a:extLst>
          </p:cNvPr>
          <p:cNvSpPr/>
          <p:nvPr userDrawn="1"/>
        </p:nvSpPr>
        <p:spPr>
          <a:xfrm>
            <a:off x="3733800" y="1524794"/>
            <a:ext cx="8458200" cy="1985169"/>
          </a:xfrm>
          <a:custGeom>
            <a:avLst/>
            <a:gdLst>
              <a:gd name="connsiteX0" fmla="*/ 0 w 6096000"/>
              <a:gd name="connsiteY0" fmla="*/ 0 h 1308100"/>
              <a:gd name="connsiteX1" fmla="*/ 6096000 w 6096000"/>
              <a:gd name="connsiteY1" fmla="*/ 0 h 1308100"/>
              <a:gd name="connsiteX2" fmla="*/ 6096000 w 6096000"/>
              <a:gd name="connsiteY2" fmla="*/ 1308100 h 1308100"/>
              <a:gd name="connsiteX3" fmla="*/ 0 w 6096000"/>
              <a:gd name="connsiteY3" fmla="*/ 1308100 h 1308100"/>
              <a:gd name="connsiteX4" fmla="*/ 0 w 6096000"/>
              <a:gd name="connsiteY4" fmla="*/ 0 h 1308100"/>
              <a:gd name="connsiteX0" fmla="*/ 584200 w 6096000"/>
              <a:gd name="connsiteY0" fmla="*/ 0 h 1308100"/>
              <a:gd name="connsiteX1" fmla="*/ 6096000 w 6096000"/>
              <a:gd name="connsiteY1" fmla="*/ 0 h 1308100"/>
              <a:gd name="connsiteX2" fmla="*/ 6096000 w 6096000"/>
              <a:gd name="connsiteY2" fmla="*/ 1308100 h 1308100"/>
              <a:gd name="connsiteX3" fmla="*/ 0 w 6096000"/>
              <a:gd name="connsiteY3" fmla="*/ 1308100 h 1308100"/>
              <a:gd name="connsiteX4" fmla="*/ 584200 w 6096000"/>
              <a:gd name="connsiteY4" fmla="*/ 0 h 1308100"/>
              <a:gd name="connsiteX0" fmla="*/ 305526 w 6096000"/>
              <a:gd name="connsiteY0" fmla="*/ 12700 h 1308100"/>
              <a:gd name="connsiteX1" fmla="*/ 6096000 w 6096000"/>
              <a:gd name="connsiteY1" fmla="*/ 0 h 1308100"/>
              <a:gd name="connsiteX2" fmla="*/ 6096000 w 6096000"/>
              <a:gd name="connsiteY2" fmla="*/ 1308100 h 1308100"/>
              <a:gd name="connsiteX3" fmla="*/ 0 w 6096000"/>
              <a:gd name="connsiteY3" fmla="*/ 1308100 h 1308100"/>
              <a:gd name="connsiteX4" fmla="*/ 305526 w 6096000"/>
              <a:gd name="connsiteY4" fmla="*/ 12700 h 130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1308100">
                <a:moveTo>
                  <a:pt x="305526" y="12700"/>
                </a:moveTo>
                <a:lnTo>
                  <a:pt x="6096000" y="0"/>
                </a:lnTo>
                <a:lnTo>
                  <a:pt x="6096000" y="1308100"/>
                </a:lnTo>
                <a:lnTo>
                  <a:pt x="0" y="1308100"/>
                </a:lnTo>
                <a:lnTo>
                  <a:pt x="305526" y="1270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5930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B18E9-BEA5-8AF6-A86B-4576B92D70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407D47-875A-7538-D74B-D9E38FF4C0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1B271B-236E-BC0A-85BA-E725CD020556}"/>
              </a:ext>
            </a:extLst>
          </p:cNvPr>
          <p:cNvSpPr>
            <a:spLocks noGrp="1"/>
          </p:cNvSpPr>
          <p:nvPr>
            <p:ph type="dt" sz="half" idx="10"/>
          </p:nvPr>
        </p:nvSpPr>
        <p:spPr/>
        <p:txBody>
          <a:bodyPr/>
          <a:lstStyle/>
          <a:p>
            <a:fld id="{BBAB2B42-F852-4C02-80DC-C8056EBC4F9E}" type="datetimeFigureOut">
              <a:rPr lang="en-US" smtClean="0"/>
              <a:pPr/>
              <a:t>7/6/2025</a:t>
            </a:fld>
            <a:r>
              <a:rPr lang="en-US" dirty="0"/>
              <a:t> </a:t>
            </a:r>
          </a:p>
        </p:txBody>
      </p:sp>
      <p:sp>
        <p:nvSpPr>
          <p:cNvPr id="5" name="Footer Placeholder 4">
            <a:extLst>
              <a:ext uri="{FF2B5EF4-FFF2-40B4-BE49-F238E27FC236}">
                <a16:creationId xmlns:a16="http://schemas.microsoft.com/office/drawing/2014/main" id="{AD8F0FBC-935F-FA5F-B334-0866C3195501}"/>
              </a:ext>
            </a:extLst>
          </p:cNvPr>
          <p:cNvSpPr>
            <a:spLocks noGrp="1"/>
          </p:cNvSpPr>
          <p:nvPr>
            <p:ph type="ftr" sz="quarter" idx="11"/>
          </p:nvPr>
        </p:nvSpPr>
        <p:spPr/>
        <p:txBody>
          <a:bodyPr/>
          <a:lstStyle/>
          <a:p>
            <a:r>
              <a:rPr lang="en-US" dirty="0"/>
              <a:t>BITS </a:t>
            </a:r>
            <a:r>
              <a:rPr lang="en-US" dirty="0" err="1"/>
              <a:t>Pilani</a:t>
            </a:r>
            <a:r>
              <a:rPr lang="en-US" dirty="0"/>
              <a:t> – Work Integrated Learning </a:t>
            </a:r>
            <a:r>
              <a:rPr lang="en-US" dirty="0" err="1"/>
              <a:t>Programmes</a:t>
            </a:r>
            <a:r>
              <a:rPr lang="en-US" dirty="0"/>
              <a:t> Division</a:t>
            </a:r>
          </a:p>
        </p:txBody>
      </p:sp>
      <p:sp>
        <p:nvSpPr>
          <p:cNvPr id="6" name="Slide Number Placeholder 5">
            <a:extLst>
              <a:ext uri="{FF2B5EF4-FFF2-40B4-BE49-F238E27FC236}">
                <a16:creationId xmlns:a16="http://schemas.microsoft.com/office/drawing/2014/main" id="{42210D98-DB67-00A5-976D-6FA274D8CCEB}"/>
              </a:ext>
            </a:extLst>
          </p:cNvPr>
          <p:cNvSpPr>
            <a:spLocks noGrp="1"/>
          </p:cNvSpPr>
          <p:nvPr>
            <p:ph type="sldNum" sz="quarter" idx="12"/>
          </p:nvPr>
        </p:nvSpPr>
        <p:spPr/>
        <p:txBody>
          <a:bodyPr/>
          <a:lstStyle/>
          <a:p>
            <a:fld id="{B15811C8-7B02-46CE-9E51-658D1E471C50}" type="slidenum">
              <a:rPr lang="en-US" smtClean="0"/>
              <a:t>‹#›</a:t>
            </a:fld>
            <a:endParaRPr lang="en-US"/>
          </a:p>
        </p:txBody>
      </p:sp>
      <p:pic>
        <p:nvPicPr>
          <p:cNvPr id="7" name="Picture 6">
            <a:extLst>
              <a:ext uri="{FF2B5EF4-FFF2-40B4-BE49-F238E27FC236}">
                <a16:creationId xmlns:a16="http://schemas.microsoft.com/office/drawing/2014/main" id="{38ED3EE6-ECE8-3F73-1666-9246BF5E07A4}"/>
              </a:ext>
            </a:extLst>
          </p:cNvPr>
          <p:cNvPicPr>
            <a:picLocks noChangeAspect="1"/>
          </p:cNvPicPr>
          <p:nvPr userDrawn="1"/>
        </p:nvPicPr>
        <p:blipFill>
          <a:blip r:embed="rId2"/>
          <a:stretch>
            <a:fillRect/>
          </a:stretch>
        </p:blipFill>
        <p:spPr>
          <a:xfrm>
            <a:off x="95250" y="6192838"/>
            <a:ext cx="571500" cy="566442"/>
          </a:xfrm>
          <a:prstGeom prst="rect">
            <a:avLst/>
          </a:prstGeom>
        </p:spPr>
      </p:pic>
      <p:sp>
        <p:nvSpPr>
          <p:cNvPr id="10" name="Footer Placeholder 4">
            <a:extLst>
              <a:ext uri="{FF2B5EF4-FFF2-40B4-BE49-F238E27FC236}">
                <a16:creationId xmlns:a16="http://schemas.microsoft.com/office/drawing/2014/main" id="{4EF4E408-EFA7-4496-B89B-A927839EF35C}"/>
              </a:ext>
            </a:extLst>
          </p:cNvPr>
          <p:cNvSpPr txBox="1">
            <a:spLocks/>
          </p:cNvSpPr>
          <p:nvPr userDrawn="1"/>
        </p:nvSpPr>
        <p:spPr>
          <a:xfrm>
            <a:off x="4038600" y="635000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BITS Pilani – Work Integrated Learning Programmes Division</a:t>
            </a:r>
            <a:endParaRPr lang="en-US" dirty="0"/>
          </a:p>
        </p:txBody>
      </p:sp>
      <p:sp>
        <p:nvSpPr>
          <p:cNvPr id="11" name="Slide Number Placeholder 5">
            <a:extLst>
              <a:ext uri="{FF2B5EF4-FFF2-40B4-BE49-F238E27FC236}">
                <a16:creationId xmlns:a16="http://schemas.microsoft.com/office/drawing/2014/main" id="{2EA01541-97FB-9188-08A8-B916DA090085}"/>
              </a:ext>
            </a:extLst>
          </p:cNvPr>
          <p:cNvSpPr txBox="1">
            <a:spLocks/>
          </p:cNvSpPr>
          <p:nvPr userDrawn="1"/>
        </p:nvSpPr>
        <p:spPr>
          <a:xfrm>
            <a:off x="8610600" y="634999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5811C8-7B02-46CE-9E51-658D1E471C50}" type="slidenum">
              <a:rPr lang="en-US" smtClean="0"/>
              <a:pPr/>
              <a:t>‹#›</a:t>
            </a:fld>
            <a:endParaRPr lang="en-US"/>
          </a:p>
        </p:txBody>
      </p:sp>
    </p:spTree>
    <p:extLst>
      <p:ext uri="{BB962C8B-B14F-4D97-AF65-F5344CB8AC3E}">
        <p14:creationId xmlns:p14="http://schemas.microsoft.com/office/powerpoint/2010/main" val="830335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BD1E9-3E92-79FE-4F90-425921073B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AD59D-3066-13E3-7FEF-AFB50D7360A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107A54-46DF-4DE7-C9BD-AFABA74A0B2D}"/>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5" name="Footer Placeholder 4">
            <a:extLst>
              <a:ext uri="{FF2B5EF4-FFF2-40B4-BE49-F238E27FC236}">
                <a16:creationId xmlns:a16="http://schemas.microsoft.com/office/drawing/2014/main" id="{BCC402D4-1CBC-B0C9-55EE-59066C819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30A62-D3EF-7929-6652-DDB663615194}"/>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1016612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BD1F-D673-16F5-1A6C-E9DCB27F73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5833D0-49D2-7BF5-8AEA-AD9003CD99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C31A85-7AF9-4112-5803-FE5223ECDE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1C56A0-BBAB-3FF5-1F35-5254B133DF4C}"/>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6" name="Footer Placeholder 5">
            <a:extLst>
              <a:ext uri="{FF2B5EF4-FFF2-40B4-BE49-F238E27FC236}">
                <a16:creationId xmlns:a16="http://schemas.microsoft.com/office/drawing/2014/main" id="{3F1CDA4D-3C44-F48E-370F-858F0F5980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A941F1-6759-1318-BE57-5A3FE0813096}"/>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3975540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4ECA3-5CAA-4880-3684-37CC96C5B9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45FB28-2AA0-7834-C4B1-4F5B1EA5F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F0E58B-F30B-A76C-5FB7-B7D39BC4E6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4CF27E-B43E-A640-771F-AA2E9B1E20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D7948-F331-CD55-0548-3A843303F0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1D90D0-E243-D533-87AE-FB632E05DE6E}"/>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8" name="Footer Placeholder 7">
            <a:extLst>
              <a:ext uri="{FF2B5EF4-FFF2-40B4-BE49-F238E27FC236}">
                <a16:creationId xmlns:a16="http://schemas.microsoft.com/office/drawing/2014/main" id="{2CEE1DD5-9F1F-6E48-B17A-2B66752F62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A0E2F55-11D5-BBA0-750E-75320ACC125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424266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81CED-FDA4-EF29-E5DB-0FA7FF4D2C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41AFA4-EAE9-6E09-8594-134475FD6A1F}"/>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4" name="Footer Placeholder 3">
            <a:extLst>
              <a:ext uri="{FF2B5EF4-FFF2-40B4-BE49-F238E27FC236}">
                <a16:creationId xmlns:a16="http://schemas.microsoft.com/office/drawing/2014/main" id="{4142462B-F623-356A-FFAD-DF41B23CE6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503CCE6-79DD-6E5F-9B04-542369C0EE0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135180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BFDFA8-307C-2482-1287-C2A64C724ED3}"/>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3" name="Footer Placeholder 2">
            <a:extLst>
              <a:ext uri="{FF2B5EF4-FFF2-40B4-BE49-F238E27FC236}">
                <a16:creationId xmlns:a16="http://schemas.microsoft.com/office/drawing/2014/main" id="{67DE9060-B074-BDC4-CA4D-DB7199CAF1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AC5906-9983-AE43-EAB3-350CADF69CC4}"/>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3104195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07C8-0019-E8F4-F015-7316322935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47668D-09A9-C61D-33CF-4D4A97E0DC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B6FEFB-24F1-9584-7DB0-5036BD34D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9BA3D5-CB31-7FE7-83CE-EBF00F7143B9}"/>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6" name="Footer Placeholder 5">
            <a:extLst>
              <a:ext uri="{FF2B5EF4-FFF2-40B4-BE49-F238E27FC236}">
                <a16:creationId xmlns:a16="http://schemas.microsoft.com/office/drawing/2014/main" id="{275FA992-3DAC-2951-B404-32B990541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F43EB-F8DE-1048-C24E-65FA4A6E04FE}"/>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08805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05D67-450D-2B99-327E-DE366D7B10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350ACE-1BD6-B188-97A6-BD99DDE059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C8F4CC-0145-D3ED-4A63-1AC1DCDC2C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32681-B957-918E-9F62-394213D4AADE}"/>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6" name="Footer Placeholder 5">
            <a:extLst>
              <a:ext uri="{FF2B5EF4-FFF2-40B4-BE49-F238E27FC236}">
                <a16:creationId xmlns:a16="http://schemas.microsoft.com/office/drawing/2014/main" id="{F427CD77-A505-25A7-87DA-2E68D8B72E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B38BA7-1BAA-3241-A914-64D2B1AE854B}"/>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244147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48201-6F9E-FBC6-8B50-A3016316C3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39975C-8C8B-145F-7B54-4EA2539C01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F7474E-67E7-3332-6D99-5B3D9F8497B0}"/>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5" name="Footer Placeholder 4">
            <a:extLst>
              <a:ext uri="{FF2B5EF4-FFF2-40B4-BE49-F238E27FC236}">
                <a16:creationId xmlns:a16="http://schemas.microsoft.com/office/drawing/2014/main" id="{4F54F72B-817E-3681-6558-9ADA517B2B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6D234C-E656-81B2-F7F8-7DF375F13218}"/>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4271114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6A694-9FCB-C755-EC67-4BDEF03744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9C26B4-AC0F-A713-BC81-BBE50A5984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6E63A0-41A4-BADD-A70F-2BA0F52A62D6}"/>
              </a:ext>
            </a:extLst>
          </p:cNvPr>
          <p:cNvSpPr>
            <a:spLocks noGrp="1"/>
          </p:cNvSpPr>
          <p:nvPr>
            <p:ph type="dt" sz="half" idx="10"/>
          </p:nvPr>
        </p:nvSpPr>
        <p:spPr/>
        <p:txBody>
          <a:bodyPr/>
          <a:lstStyle/>
          <a:p>
            <a:fld id="{BBAB2B42-F852-4C02-80DC-C8056EBC4F9E}" type="datetimeFigureOut">
              <a:rPr lang="en-US" smtClean="0"/>
              <a:t>7/6/2025</a:t>
            </a:fld>
            <a:endParaRPr lang="en-US"/>
          </a:p>
        </p:txBody>
      </p:sp>
      <p:sp>
        <p:nvSpPr>
          <p:cNvPr id="5" name="Footer Placeholder 4">
            <a:extLst>
              <a:ext uri="{FF2B5EF4-FFF2-40B4-BE49-F238E27FC236}">
                <a16:creationId xmlns:a16="http://schemas.microsoft.com/office/drawing/2014/main" id="{82CFC10C-006E-F20A-F687-6CF254E751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23EFC-6E58-4BD5-CB53-38565F9455CB}"/>
              </a:ext>
            </a:extLst>
          </p:cNvPr>
          <p:cNvSpPr>
            <a:spLocks noGrp="1"/>
          </p:cNvSpPr>
          <p:nvPr>
            <p:ph type="sldNum" sz="quarter" idx="12"/>
          </p:nvPr>
        </p:nvSpPr>
        <p:spPr/>
        <p:txBody>
          <a:bodyPr/>
          <a:lstStyle/>
          <a:p>
            <a:fld id="{B15811C8-7B02-46CE-9E51-658D1E471C50}" type="slidenum">
              <a:rPr lang="en-US" smtClean="0"/>
              <a:t>‹#›</a:t>
            </a:fld>
            <a:endParaRPr lang="en-US"/>
          </a:p>
        </p:txBody>
      </p:sp>
    </p:spTree>
    <p:extLst>
      <p:ext uri="{BB962C8B-B14F-4D97-AF65-F5344CB8AC3E}">
        <p14:creationId xmlns:p14="http://schemas.microsoft.com/office/powerpoint/2010/main" val="608843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76164E-F46B-656A-5FE8-0E145C106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765D2A-52A7-73BE-40C5-A991C1953F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D35AF-470D-79FA-BA4D-D10373830E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AB2B42-F852-4C02-80DC-C8056EBC4F9E}" type="datetimeFigureOut">
              <a:rPr lang="en-US" smtClean="0"/>
              <a:t>7/6/2025</a:t>
            </a:fld>
            <a:endParaRPr lang="en-US"/>
          </a:p>
        </p:txBody>
      </p:sp>
      <p:sp>
        <p:nvSpPr>
          <p:cNvPr id="5" name="Footer Placeholder 4">
            <a:extLst>
              <a:ext uri="{FF2B5EF4-FFF2-40B4-BE49-F238E27FC236}">
                <a16:creationId xmlns:a16="http://schemas.microsoft.com/office/drawing/2014/main" id="{2F3575E0-D692-BF94-4BDF-3B71573073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7AE334-5200-BBB1-46CD-EAA8172B26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5811C8-7B02-46CE-9E51-658D1E471C50}" type="slidenum">
              <a:rPr lang="en-US" smtClean="0"/>
              <a:t>‹#›</a:t>
            </a:fld>
            <a:endParaRPr lang="en-US"/>
          </a:p>
        </p:txBody>
      </p:sp>
    </p:spTree>
    <p:extLst>
      <p:ext uri="{BB962C8B-B14F-4D97-AF65-F5344CB8AC3E}">
        <p14:creationId xmlns:p14="http://schemas.microsoft.com/office/powerpoint/2010/main" val="34528295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3.png"/><Relationship Id="rId42" Type="http://schemas.openxmlformats.org/officeDocument/2006/relationships/customXml" Target="../ink/ink21.xml"/><Relationship Id="rId47" Type="http://schemas.openxmlformats.org/officeDocument/2006/relationships/image" Target="../media/image26.png"/><Relationship Id="rId63" Type="http://schemas.openxmlformats.org/officeDocument/2006/relationships/image" Target="../media/image34.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customXml" Target="../ink/ink45.xml"/><Relationship Id="rId16" Type="http://schemas.openxmlformats.org/officeDocument/2006/relationships/customXml" Target="../ink/ink8.xml"/><Relationship Id="rId11" Type="http://schemas.openxmlformats.org/officeDocument/2006/relationships/image" Target="../media/image8.png"/><Relationship Id="rId32" Type="http://schemas.openxmlformats.org/officeDocument/2006/relationships/customXml" Target="../ink/ink16.xml"/><Relationship Id="rId37" Type="http://schemas.openxmlformats.org/officeDocument/2006/relationships/image" Target="../media/image21.png"/><Relationship Id="rId53" Type="http://schemas.openxmlformats.org/officeDocument/2006/relationships/image" Target="../media/image29.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2.png"/><Relationship Id="rId5" Type="http://schemas.openxmlformats.org/officeDocument/2006/relationships/image" Target="../media/image5.png"/><Relationship Id="rId90" Type="http://schemas.openxmlformats.org/officeDocument/2006/relationships/image" Target="../media/image47.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6.png"/><Relationship Id="rId30" Type="http://schemas.openxmlformats.org/officeDocument/2006/relationships/customXml" Target="../ink/ink15.xml"/><Relationship Id="rId35" Type="http://schemas.openxmlformats.org/officeDocument/2006/relationships/image" Target="../media/image20.png"/><Relationship Id="rId43" Type="http://schemas.openxmlformats.org/officeDocument/2006/relationships/image" Target="../media/image24.png"/><Relationship Id="rId48" Type="http://schemas.openxmlformats.org/officeDocument/2006/relationships/customXml" Target="../ink/ink24.xml"/><Relationship Id="rId56" Type="http://schemas.openxmlformats.org/officeDocument/2006/relationships/customXml" Target="../ink/ink28.xml"/><Relationship Id="rId64" Type="http://schemas.openxmlformats.org/officeDocument/2006/relationships/customXml" Target="../ink/ink32.xml"/><Relationship Id="rId69" Type="http://schemas.openxmlformats.org/officeDocument/2006/relationships/image" Target="../media/image37.png"/><Relationship Id="rId77" Type="http://schemas.openxmlformats.org/officeDocument/2006/relationships/image" Target="../media/image41.png"/><Relationship Id="rId8" Type="http://schemas.openxmlformats.org/officeDocument/2006/relationships/customXml" Target="../ink/ink4.xml"/><Relationship Id="rId51" Type="http://schemas.openxmlformats.org/officeDocument/2006/relationships/image" Target="../media/image28.png"/><Relationship Id="rId72" Type="http://schemas.openxmlformats.org/officeDocument/2006/relationships/customXml" Target="../ink/ink36.xml"/><Relationship Id="rId80" Type="http://schemas.openxmlformats.org/officeDocument/2006/relationships/customXml" Target="../ink/ink40.xml"/><Relationship Id="rId85" Type="http://schemas.openxmlformats.org/officeDocument/2006/relationships/image" Target="../media/image45.png"/><Relationship Id="rId3" Type="http://schemas.openxmlformats.org/officeDocument/2006/relationships/image" Target="../media/image4.png"/><Relationship Id="rId12" Type="http://schemas.openxmlformats.org/officeDocument/2006/relationships/customXml" Target="../ink/ink6.xml"/><Relationship Id="rId17" Type="http://schemas.openxmlformats.org/officeDocument/2006/relationships/image" Target="../media/image11.png"/><Relationship Id="rId25" Type="http://schemas.openxmlformats.org/officeDocument/2006/relationships/image" Target="../media/image15.png"/><Relationship Id="rId33" Type="http://schemas.openxmlformats.org/officeDocument/2006/relationships/image" Target="../media/image19.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32.png"/><Relationship Id="rId67" Type="http://schemas.openxmlformats.org/officeDocument/2006/relationships/image" Target="../media/image36.png"/><Relationship Id="rId20" Type="http://schemas.openxmlformats.org/officeDocument/2006/relationships/customXml" Target="../ink/ink10.xml"/><Relationship Id="rId41" Type="http://schemas.openxmlformats.org/officeDocument/2006/relationships/image" Target="../media/image23.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image" Target="../media/image40.png"/><Relationship Id="rId83" Type="http://schemas.openxmlformats.org/officeDocument/2006/relationships/image" Target="../media/image44.png"/><Relationship Id="rId88" Type="http://schemas.openxmlformats.org/officeDocument/2006/relationships/image" Target="../media/image46.png"/><Relationship Id="rId91" Type="http://schemas.openxmlformats.org/officeDocument/2006/relationships/customXml" Target="../ink/ink46.xml"/><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image" Target="../media/image10.png"/><Relationship Id="rId23" Type="http://schemas.openxmlformats.org/officeDocument/2006/relationships/image" Target="../media/image14.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27.png"/><Relationship Id="rId57" Type="http://schemas.openxmlformats.org/officeDocument/2006/relationships/image" Target="../media/image31.png"/><Relationship Id="rId10" Type="http://schemas.openxmlformats.org/officeDocument/2006/relationships/customXml" Target="../ink/ink5.xml"/><Relationship Id="rId31" Type="http://schemas.openxmlformats.org/officeDocument/2006/relationships/image" Target="../media/image18.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35.png"/><Relationship Id="rId73" Type="http://schemas.openxmlformats.org/officeDocument/2006/relationships/image" Target="../media/image39.png"/><Relationship Id="rId78" Type="http://schemas.openxmlformats.org/officeDocument/2006/relationships/customXml" Target="../ink/ink39.xml"/><Relationship Id="rId81" Type="http://schemas.openxmlformats.org/officeDocument/2006/relationships/image" Target="../media/image43.png"/><Relationship Id="rId86" Type="http://schemas.openxmlformats.org/officeDocument/2006/relationships/customXml" Target="../ink/ink43.xml"/><Relationship Id="rId4" Type="http://schemas.openxmlformats.org/officeDocument/2006/relationships/customXml" Target="../ink/ink2.xml"/><Relationship Id="rId9" Type="http://schemas.openxmlformats.org/officeDocument/2006/relationships/image" Target="../media/image7.png"/><Relationship Id="rId13" Type="http://schemas.openxmlformats.org/officeDocument/2006/relationships/image" Target="../media/image9.png"/><Relationship Id="rId18" Type="http://schemas.openxmlformats.org/officeDocument/2006/relationships/customXml" Target="../ink/ink9.xml"/><Relationship Id="rId39" Type="http://schemas.openxmlformats.org/officeDocument/2006/relationships/image" Target="../media/image22.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0.png"/><Relationship Id="rId76" Type="http://schemas.openxmlformats.org/officeDocument/2006/relationships/customXml" Target="../ink/ink38.xml"/><Relationship Id="rId7" Type="http://schemas.openxmlformats.org/officeDocument/2006/relationships/image" Target="../media/image6.png"/><Relationship Id="rId71" Type="http://schemas.openxmlformats.org/officeDocument/2006/relationships/image" Target="../media/image38.png"/><Relationship Id="rId92" Type="http://schemas.openxmlformats.org/officeDocument/2006/relationships/image" Target="../media/image48.png"/><Relationship Id="rId2" Type="http://schemas.openxmlformats.org/officeDocument/2006/relationships/customXml" Target="../ink/ink1.xml"/><Relationship Id="rId29" Type="http://schemas.openxmlformats.org/officeDocument/2006/relationships/image" Target="../media/image17.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5.png"/><Relationship Id="rId66" Type="http://schemas.openxmlformats.org/officeDocument/2006/relationships/customXml" Target="../ink/ink33.xml"/><Relationship Id="rId87" Type="http://schemas.openxmlformats.org/officeDocument/2006/relationships/customXml" Target="../ink/ink44.xml"/><Relationship Id="rId61" Type="http://schemas.openxmlformats.org/officeDocument/2006/relationships/image" Target="../media/image33.png"/><Relationship Id="rId82" Type="http://schemas.openxmlformats.org/officeDocument/2006/relationships/customXml" Target="../ink/ink41.xml"/><Relationship Id="rId19" Type="http://schemas.openxmlformats.org/officeDocument/2006/relationships/image" Target="../media/image12.png"/></Relationships>
</file>

<file path=ppt/slides/_rels/slide5.xml.rels><?xml version="1.0" encoding="UTF-8" standalone="yes"?>
<Relationships xmlns="http://schemas.openxmlformats.org/package/2006/relationships"><Relationship Id="rId13" Type="http://schemas.openxmlformats.org/officeDocument/2006/relationships/image" Target="../media/image53.png"/><Relationship Id="rId18" Type="http://schemas.openxmlformats.org/officeDocument/2006/relationships/customXml" Target="../ink/ink55.xml"/><Relationship Id="rId26" Type="http://schemas.openxmlformats.org/officeDocument/2006/relationships/customXml" Target="../ink/ink59.xml"/><Relationship Id="rId39" Type="http://schemas.openxmlformats.org/officeDocument/2006/relationships/customXml" Target="../ink/ink66.xml"/><Relationship Id="rId21" Type="http://schemas.openxmlformats.org/officeDocument/2006/relationships/image" Target="../media/image57.png"/><Relationship Id="rId34" Type="http://schemas.openxmlformats.org/officeDocument/2006/relationships/image" Target="../media/image63.png"/><Relationship Id="rId42" Type="http://schemas.openxmlformats.org/officeDocument/2006/relationships/image" Target="../media/image67.png"/><Relationship Id="rId7" Type="http://schemas.openxmlformats.org/officeDocument/2006/relationships/image" Target="../media/image51.png"/><Relationship Id="rId2" Type="http://schemas.openxmlformats.org/officeDocument/2006/relationships/customXml" Target="../ink/ink47.xml"/><Relationship Id="rId16" Type="http://schemas.openxmlformats.org/officeDocument/2006/relationships/customXml" Target="../ink/ink54.xml"/><Relationship Id="rId20" Type="http://schemas.openxmlformats.org/officeDocument/2006/relationships/customXml" Target="../ink/ink56.xml"/><Relationship Id="rId29" Type="http://schemas.openxmlformats.org/officeDocument/2006/relationships/image" Target="../media/image61.png"/><Relationship Id="rId41" Type="http://schemas.openxmlformats.org/officeDocument/2006/relationships/customXml" Target="../ink/ink67.xml"/><Relationship Id="rId1" Type="http://schemas.openxmlformats.org/officeDocument/2006/relationships/slideLayout" Target="../slideLayouts/slideLayout7.xml"/><Relationship Id="rId6" Type="http://schemas.openxmlformats.org/officeDocument/2006/relationships/customXml" Target="../ink/ink49.xml"/><Relationship Id="rId11" Type="http://schemas.openxmlformats.org/officeDocument/2006/relationships/image" Target="../media/image52.png"/><Relationship Id="rId24" Type="http://schemas.openxmlformats.org/officeDocument/2006/relationships/customXml" Target="../ink/ink58.xml"/><Relationship Id="rId32" Type="http://schemas.openxmlformats.org/officeDocument/2006/relationships/image" Target="../media/image62.png"/><Relationship Id="rId37" Type="http://schemas.openxmlformats.org/officeDocument/2006/relationships/customXml" Target="../ink/ink65.xml"/><Relationship Id="rId40" Type="http://schemas.openxmlformats.org/officeDocument/2006/relationships/image" Target="../media/image66.png"/><Relationship Id="rId5" Type="http://schemas.openxmlformats.org/officeDocument/2006/relationships/image" Target="../media/image50.png"/><Relationship Id="rId15" Type="http://schemas.openxmlformats.org/officeDocument/2006/relationships/image" Target="../media/image54.png"/><Relationship Id="rId23" Type="http://schemas.openxmlformats.org/officeDocument/2006/relationships/image" Target="../media/image58.png"/><Relationship Id="rId28" Type="http://schemas.openxmlformats.org/officeDocument/2006/relationships/customXml" Target="../ink/ink60.xml"/><Relationship Id="rId36" Type="http://schemas.openxmlformats.org/officeDocument/2006/relationships/image" Target="../media/image64.png"/><Relationship Id="rId10" Type="http://schemas.openxmlformats.org/officeDocument/2006/relationships/customXml" Target="../ink/ink51.xml"/><Relationship Id="rId19" Type="http://schemas.openxmlformats.org/officeDocument/2006/relationships/image" Target="../media/image56.png"/><Relationship Id="rId31" Type="http://schemas.openxmlformats.org/officeDocument/2006/relationships/customXml" Target="../ink/ink62.xml"/><Relationship Id="rId44" Type="http://schemas.openxmlformats.org/officeDocument/2006/relationships/image" Target="../media/image68.png"/><Relationship Id="rId4" Type="http://schemas.openxmlformats.org/officeDocument/2006/relationships/customXml" Target="../ink/ink48.xml"/><Relationship Id="rId9" Type="http://schemas.openxmlformats.org/officeDocument/2006/relationships/image" Target="../media/image25.png"/><Relationship Id="rId14" Type="http://schemas.openxmlformats.org/officeDocument/2006/relationships/customXml" Target="../ink/ink53.xml"/><Relationship Id="rId22" Type="http://schemas.openxmlformats.org/officeDocument/2006/relationships/customXml" Target="../ink/ink57.xml"/><Relationship Id="rId27" Type="http://schemas.openxmlformats.org/officeDocument/2006/relationships/image" Target="../media/image60.png"/><Relationship Id="rId30" Type="http://schemas.openxmlformats.org/officeDocument/2006/relationships/customXml" Target="../ink/ink61.xml"/><Relationship Id="rId35" Type="http://schemas.openxmlformats.org/officeDocument/2006/relationships/customXml" Target="../ink/ink64.xml"/><Relationship Id="rId43" Type="http://schemas.openxmlformats.org/officeDocument/2006/relationships/customXml" Target="../ink/ink68.xml"/><Relationship Id="rId8" Type="http://schemas.openxmlformats.org/officeDocument/2006/relationships/customXml" Target="../ink/ink50.xml"/><Relationship Id="rId3" Type="http://schemas.openxmlformats.org/officeDocument/2006/relationships/image" Target="../media/image49.png"/><Relationship Id="rId12" Type="http://schemas.openxmlformats.org/officeDocument/2006/relationships/customXml" Target="../ink/ink52.xml"/><Relationship Id="rId17" Type="http://schemas.openxmlformats.org/officeDocument/2006/relationships/image" Target="../media/image55.png"/><Relationship Id="rId25" Type="http://schemas.openxmlformats.org/officeDocument/2006/relationships/image" Target="../media/image59.png"/><Relationship Id="rId33" Type="http://schemas.openxmlformats.org/officeDocument/2006/relationships/customXml" Target="../ink/ink63.xml"/><Relationship Id="rId38" Type="http://schemas.openxmlformats.org/officeDocument/2006/relationships/image" Target="../media/image6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customXml" Target="../ink/ink69.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image" Target="../media/image74.png"/><Relationship Id="rId18" Type="http://schemas.openxmlformats.org/officeDocument/2006/relationships/customXml" Target="../ink/ink78.xml"/><Relationship Id="rId26" Type="http://schemas.openxmlformats.org/officeDocument/2006/relationships/customXml" Target="../ink/ink82.xml"/><Relationship Id="rId3" Type="http://schemas.openxmlformats.org/officeDocument/2006/relationships/image" Target="../media/image69.png"/><Relationship Id="rId21" Type="http://schemas.openxmlformats.org/officeDocument/2006/relationships/image" Target="../media/image78.png"/><Relationship Id="rId7" Type="http://schemas.openxmlformats.org/officeDocument/2006/relationships/image" Target="../media/image71.png"/><Relationship Id="rId12" Type="http://schemas.openxmlformats.org/officeDocument/2006/relationships/customXml" Target="../ink/ink75.xml"/><Relationship Id="rId17" Type="http://schemas.openxmlformats.org/officeDocument/2006/relationships/image" Target="../media/image76.png"/><Relationship Id="rId25" Type="http://schemas.openxmlformats.org/officeDocument/2006/relationships/image" Target="../media/image80.png"/><Relationship Id="rId2" Type="http://schemas.openxmlformats.org/officeDocument/2006/relationships/customXml" Target="../ink/ink70.xml"/><Relationship Id="rId16" Type="http://schemas.openxmlformats.org/officeDocument/2006/relationships/customXml" Target="../ink/ink77.xml"/><Relationship Id="rId20" Type="http://schemas.openxmlformats.org/officeDocument/2006/relationships/customXml" Target="../ink/ink79.xml"/><Relationship Id="rId29"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customXml" Target="../ink/ink72.xml"/><Relationship Id="rId11" Type="http://schemas.openxmlformats.org/officeDocument/2006/relationships/image" Target="../media/image73.png"/><Relationship Id="rId24" Type="http://schemas.openxmlformats.org/officeDocument/2006/relationships/customXml" Target="../ink/ink81.xml"/><Relationship Id="rId5" Type="http://schemas.openxmlformats.org/officeDocument/2006/relationships/image" Target="../media/image70.png"/><Relationship Id="rId15" Type="http://schemas.openxmlformats.org/officeDocument/2006/relationships/image" Target="../media/image75.png"/><Relationship Id="rId23" Type="http://schemas.openxmlformats.org/officeDocument/2006/relationships/image" Target="../media/image79.png"/><Relationship Id="rId28" Type="http://schemas.openxmlformats.org/officeDocument/2006/relationships/customXml" Target="../ink/ink83.xml"/><Relationship Id="rId10" Type="http://schemas.openxmlformats.org/officeDocument/2006/relationships/customXml" Target="../ink/ink74.xml"/><Relationship Id="rId19" Type="http://schemas.openxmlformats.org/officeDocument/2006/relationships/image" Target="../media/image77.png"/><Relationship Id="rId31" Type="http://schemas.openxmlformats.org/officeDocument/2006/relationships/image" Target="../media/image83.png"/><Relationship Id="rId4" Type="http://schemas.openxmlformats.org/officeDocument/2006/relationships/customXml" Target="../ink/ink71.xml"/><Relationship Id="rId9" Type="http://schemas.openxmlformats.org/officeDocument/2006/relationships/image" Target="../media/image72.png"/><Relationship Id="rId14" Type="http://schemas.openxmlformats.org/officeDocument/2006/relationships/customXml" Target="../ink/ink76.xml"/><Relationship Id="rId22" Type="http://schemas.openxmlformats.org/officeDocument/2006/relationships/customXml" Target="../ink/ink80.xml"/><Relationship Id="rId27" Type="http://schemas.openxmlformats.org/officeDocument/2006/relationships/image" Target="../media/image81.png"/><Relationship Id="rId30" Type="http://schemas.openxmlformats.org/officeDocument/2006/relationships/customXml" Target="../ink/ink84.xml"/></Relationships>
</file>

<file path=ppt/slides/_rels/slide12.xml.rels><?xml version="1.0" encoding="UTF-8" standalone="yes"?>
<Relationships xmlns="http://schemas.openxmlformats.org/package/2006/relationships"><Relationship Id="rId117" Type="http://schemas.openxmlformats.org/officeDocument/2006/relationships/image" Target="../media/image141.png"/><Relationship Id="rId21" Type="http://schemas.openxmlformats.org/officeDocument/2006/relationships/image" Target="../media/image93.png"/><Relationship Id="rId42" Type="http://schemas.openxmlformats.org/officeDocument/2006/relationships/customXml" Target="../ink/ink105.xml"/><Relationship Id="rId47" Type="http://schemas.openxmlformats.org/officeDocument/2006/relationships/image" Target="../media/image106.png"/><Relationship Id="rId63" Type="http://schemas.openxmlformats.org/officeDocument/2006/relationships/image" Target="../media/image114.png"/><Relationship Id="rId68" Type="http://schemas.openxmlformats.org/officeDocument/2006/relationships/customXml" Target="../ink/ink118.xml"/><Relationship Id="rId84" Type="http://schemas.openxmlformats.org/officeDocument/2006/relationships/customXml" Target="../ink/ink126.xml"/><Relationship Id="rId89" Type="http://schemas.openxmlformats.org/officeDocument/2006/relationships/image" Target="../media/image127.png"/><Relationship Id="rId112" Type="http://schemas.openxmlformats.org/officeDocument/2006/relationships/customXml" Target="../ink/ink140.xml"/><Relationship Id="rId16" Type="http://schemas.openxmlformats.org/officeDocument/2006/relationships/customXml" Target="../ink/ink92.xml"/><Relationship Id="rId107" Type="http://schemas.openxmlformats.org/officeDocument/2006/relationships/image" Target="../media/image136.png"/><Relationship Id="rId11" Type="http://schemas.openxmlformats.org/officeDocument/2006/relationships/image" Target="../media/image88.png"/><Relationship Id="rId32" Type="http://schemas.openxmlformats.org/officeDocument/2006/relationships/customXml" Target="../ink/ink100.xml"/><Relationship Id="rId37" Type="http://schemas.openxmlformats.org/officeDocument/2006/relationships/image" Target="../media/image101.png"/><Relationship Id="rId53" Type="http://schemas.openxmlformats.org/officeDocument/2006/relationships/image" Target="../media/image109.png"/><Relationship Id="rId58" Type="http://schemas.openxmlformats.org/officeDocument/2006/relationships/customXml" Target="../ink/ink113.xml"/><Relationship Id="rId74" Type="http://schemas.openxmlformats.org/officeDocument/2006/relationships/customXml" Target="../ink/ink121.xml"/><Relationship Id="rId79" Type="http://schemas.openxmlformats.org/officeDocument/2006/relationships/image" Target="../media/image122.png"/><Relationship Id="rId102" Type="http://schemas.openxmlformats.org/officeDocument/2006/relationships/customXml" Target="../ink/ink135.xml"/><Relationship Id="rId123" Type="http://schemas.openxmlformats.org/officeDocument/2006/relationships/image" Target="../media/image144.png"/><Relationship Id="rId128" Type="http://schemas.openxmlformats.org/officeDocument/2006/relationships/customXml" Target="../ink/ink148.xml"/><Relationship Id="rId5" Type="http://schemas.openxmlformats.org/officeDocument/2006/relationships/image" Target="../media/image85.png"/><Relationship Id="rId90" Type="http://schemas.openxmlformats.org/officeDocument/2006/relationships/customXml" Target="../ink/ink129.xml"/><Relationship Id="rId95" Type="http://schemas.openxmlformats.org/officeDocument/2006/relationships/image" Target="../media/image130.png"/><Relationship Id="rId22" Type="http://schemas.openxmlformats.org/officeDocument/2006/relationships/customXml" Target="../ink/ink95.xml"/><Relationship Id="rId27" Type="http://schemas.openxmlformats.org/officeDocument/2006/relationships/image" Target="../media/image96.png"/><Relationship Id="rId43" Type="http://schemas.openxmlformats.org/officeDocument/2006/relationships/image" Target="../media/image104.png"/><Relationship Id="rId48" Type="http://schemas.openxmlformats.org/officeDocument/2006/relationships/customXml" Target="../ink/ink108.xml"/><Relationship Id="rId64" Type="http://schemas.openxmlformats.org/officeDocument/2006/relationships/customXml" Target="../ink/ink116.xml"/><Relationship Id="rId69" Type="http://schemas.openxmlformats.org/officeDocument/2006/relationships/image" Target="../media/image117.png"/><Relationship Id="rId113" Type="http://schemas.openxmlformats.org/officeDocument/2006/relationships/image" Target="../media/image139.png"/><Relationship Id="rId118" Type="http://schemas.openxmlformats.org/officeDocument/2006/relationships/customXml" Target="../ink/ink143.xml"/><Relationship Id="rId80" Type="http://schemas.openxmlformats.org/officeDocument/2006/relationships/customXml" Target="../ink/ink124.xml"/><Relationship Id="rId85" Type="http://schemas.openxmlformats.org/officeDocument/2006/relationships/image" Target="../media/image125.png"/><Relationship Id="rId12" Type="http://schemas.openxmlformats.org/officeDocument/2006/relationships/customXml" Target="../ink/ink90.xml"/><Relationship Id="rId17" Type="http://schemas.openxmlformats.org/officeDocument/2006/relationships/image" Target="../media/image91.png"/><Relationship Id="rId33" Type="http://schemas.openxmlformats.org/officeDocument/2006/relationships/image" Target="../media/image99.png"/><Relationship Id="rId38" Type="http://schemas.openxmlformats.org/officeDocument/2006/relationships/customXml" Target="../ink/ink103.xml"/><Relationship Id="rId59" Type="http://schemas.openxmlformats.org/officeDocument/2006/relationships/image" Target="../media/image112.png"/><Relationship Id="rId103" Type="http://schemas.openxmlformats.org/officeDocument/2006/relationships/image" Target="../media/image134.png"/><Relationship Id="rId108" Type="http://schemas.openxmlformats.org/officeDocument/2006/relationships/customXml" Target="../ink/ink138.xml"/><Relationship Id="rId124" Type="http://schemas.openxmlformats.org/officeDocument/2006/relationships/customXml" Target="../ink/ink146.xml"/><Relationship Id="rId129" Type="http://schemas.openxmlformats.org/officeDocument/2006/relationships/image" Target="../media/image147.png"/><Relationship Id="rId54" Type="http://schemas.openxmlformats.org/officeDocument/2006/relationships/customXml" Target="../ink/ink111.xml"/><Relationship Id="rId70" Type="http://schemas.openxmlformats.org/officeDocument/2006/relationships/customXml" Target="../ink/ink119.xml"/><Relationship Id="rId75" Type="http://schemas.openxmlformats.org/officeDocument/2006/relationships/image" Target="../media/image120.png"/><Relationship Id="rId91" Type="http://schemas.openxmlformats.org/officeDocument/2006/relationships/image" Target="../media/image128.png"/><Relationship Id="rId96" Type="http://schemas.openxmlformats.org/officeDocument/2006/relationships/customXml" Target="../ink/ink132.xml"/><Relationship Id="rId1" Type="http://schemas.openxmlformats.org/officeDocument/2006/relationships/slideLayout" Target="../slideLayouts/slideLayout7.xml"/><Relationship Id="rId6" Type="http://schemas.openxmlformats.org/officeDocument/2006/relationships/customXml" Target="../ink/ink87.xml"/><Relationship Id="rId23" Type="http://schemas.openxmlformats.org/officeDocument/2006/relationships/image" Target="../media/image94.png"/><Relationship Id="rId28" Type="http://schemas.openxmlformats.org/officeDocument/2006/relationships/customXml" Target="../ink/ink98.xml"/><Relationship Id="rId49" Type="http://schemas.openxmlformats.org/officeDocument/2006/relationships/image" Target="../media/image107.png"/><Relationship Id="rId114" Type="http://schemas.openxmlformats.org/officeDocument/2006/relationships/customXml" Target="../ink/ink141.xml"/><Relationship Id="rId119" Type="http://schemas.openxmlformats.org/officeDocument/2006/relationships/image" Target="../media/image142.png"/><Relationship Id="rId44" Type="http://schemas.openxmlformats.org/officeDocument/2006/relationships/customXml" Target="../ink/ink106.xml"/><Relationship Id="rId60" Type="http://schemas.openxmlformats.org/officeDocument/2006/relationships/customXml" Target="../ink/ink114.xml"/><Relationship Id="rId65" Type="http://schemas.openxmlformats.org/officeDocument/2006/relationships/image" Target="../media/image115.png"/><Relationship Id="rId81" Type="http://schemas.openxmlformats.org/officeDocument/2006/relationships/image" Target="../media/image123.png"/><Relationship Id="rId86" Type="http://schemas.openxmlformats.org/officeDocument/2006/relationships/customXml" Target="../ink/ink127.xml"/><Relationship Id="rId13" Type="http://schemas.openxmlformats.org/officeDocument/2006/relationships/image" Target="../media/image89.png"/><Relationship Id="rId18" Type="http://schemas.openxmlformats.org/officeDocument/2006/relationships/customXml" Target="../ink/ink93.xml"/><Relationship Id="rId39" Type="http://schemas.openxmlformats.org/officeDocument/2006/relationships/image" Target="../media/image102.png"/><Relationship Id="rId109" Type="http://schemas.openxmlformats.org/officeDocument/2006/relationships/image" Target="../media/image137.png"/><Relationship Id="rId34" Type="http://schemas.openxmlformats.org/officeDocument/2006/relationships/customXml" Target="../ink/ink101.xml"/><Relationship Id="rId50" Type="http://schemas.openxmlformats.org/officeDocument/2006/relationships/customXml" Target="../ink/ink109.xml"/><Relationship Id="rId55" Type="http://schemas.openxmlformats.org/officeDocument/2006/relationships/image" Target="../media/image110.png"/><Relationship Id="rId76" Type="http://schemas.openxmlformats.org/officeDocument/2006/relationships/customXml" Target="../ink/ink122.xml"/><Relationship Id="rId97" Type="http://schemas.openxmlformats.org/officeDocument/2006/relationships/image" Target="../media/image131.png"/><Relationship Id="rId104" Type="http://schemas.openxmlformats.org/officeDocument/2006/relationships/customXml" Target="../ink/ink136.xml"/><Relationship Id="rId120" Type="http://schemas.openxmlformats.org/officeDocument/2006/relationships/customXml" Target="../ink/ink144.xml"/><Relationship Id="rId125" Type="http://schemas.openxmlformats.org/officeDocument/2006/relationships/image" Target="../media/image145.png"/><Relationship Id="rId7" Type="http://schemas.openxmlformats.org/officeDocument/2006/relationships/image" Target="../media/image86.png"/><Relationship Id="rId71" Type="http://schemas.openxmlformats.org/officeDocument/2006/relationships/image" Target="../media/image118.png"/><Relationship Id="rId92" Type="http://schemas.openxmlformats.org/officeDocument/2006/relationships/customXml" Target="../ink/ink130.xml"/><Relationship Id="rId2" Type="http://schemas.openxmlformats.org/officeDocument/2006/relationships/customXml" Target="../ink/ink85.xml"/><Relationship Id="rId29" Type="http://schemas.openxmlformats.org/officeDocument/2006/relationships/image" Target="../media/image97.png"/><Relationship Id="rId24" Type="http://schemas.openxmlformats.org/officeDocument/2006/relationships/customXml" Target="../ink/ink96.xml"/><Relationship Id="rId40" Type="http://schemas.openxmlformats.org/officeDocument/2006/relationships/customXml" Target="../ink/ink104.xml"/><Relationship Id="rId45" Type="http://schemas.openxmlformats.org/officeDocument/2006/relationships/image" Target="../media/image105.png"/><Relationship Id="rId66" Type="http://schemas.openxmlformats.org/officeDocument/2006/relationships/customXml" Target="../ink/ink117.xml"/><Relationship Id="rId87" Type="http://schemas.openxmlformats.org/officeDocument/2006/relationships/image" Target="../media/image126.png"/><Relationship Id="rId110" Type="http://schemas.openxmlformats.org/officeDocument/2006/relationships/customXml" Target="../ink/ink139.xml"/><Relationship Id="rId115" Type="http://schemas.openxmlformats.org/officeDocument/2006/relationships/image" Target="../media/image140.png"/><Relationship Id="rId61" Type="http://schemas.openxmlformats.org/officeDocument/2006/relationships/image" Target="../media/image113.png"/><Relationship Id="rId82" Type="http://schemas.openxmlformats.org/officeDocument/2006/relationships/customXml" Target="../ink/ink125.xml"/><Relationship Id="rId19" Type="http://schemas.openxmlformats.org/officeDocument/2006/relationships/image" Target="../media/image92.png"/><Relationship Id="rId14" Type="http://schemas.openxmlformats.org/officeDocument/2006/relationships/customXml" Target="../ink/ink91.xml"/><Relationship Id="rId30" Type="http://schemas.openxmlformats.org/officeDocument/2006/relationships/customXml" Target="../ink/ink99.xml"/><Relationship Id="rId35" Type="http://schemas.openxmlformats.org/officeDocument/2006/relationships/image" Target="../media/image100.png"/><Relationship Id="rId56" Type="http://schemas.openxmlformats.org/officeDocument/2006/relationships/customXml" Target="../ink/ink112.xml"/><Relationship Id="rId77" Type="http://schemas.openxmlformats.org/officeDocument/2006/relationships/image" Target="../media/image121.png"/><Relationship Id="rId100" Type="http://schemas.openxmlformats.org/officeDocument/2006/relationships/customXml" Target="../ink/ink134.xml"/><Relationship Id="rId105" Type="http://schemas.openxmlformats.org/officeDocument/2006/relationships/image" Target="../media/image135.png"/><Relationship Id="rId126" Type="http://schemas.openxmlformats.org/officeDocument/2006/relationships/customXml" Target="../ink/ink147.xml"/><Relationship Id="rId8" Type="http://schemas.openxmlformats.org/officeDocument/2006/relationships/customXml" Target="../ink/ink88.xml"/><Relationship Id="rId51" Type="http://schemas.openxmlformats.org/officeDocument/2006/relationships/image" Target="../media/image108.png"/><Relationship Id="rId72" Type="http://schemas.openxmlformats.org/officeDocument/2006/relationships/customXml" Target="../ink/ink120.xml"/><Relationship Id="rId93" Type="http://schemas.openxmlformats.org/officeDocument/2006/relationships/image" Target="../media/image129.png"/><Relationship Id="rId98" Type="http://schemas.openxmlformats.org/officeDocument/2006/relationships/customXml" Target="../ink/ink133.xml"/><Relationship Id="rId121" Type="http://schemas.openxmlformats.org/officeDocument/2006/relationships/image" Target="../media/image143.png"/><Relationship Id="rId3" Type="http://schemas.openxmlformats.org/officeDocument/2006/relationships/image" Target="../media/image84.png"/><Relationship Id="rId25" Type="http://schemas.openxmlformats.org/officeDocument/2006/relationships/image" Target="../media/image95.png"/><Relationship Id="rId46" Type="http://schemas.openxmlformats.org/officeDocument/2006/relationships/customXml" Target="../ink/ink107.xml"/><Relationship Id="rId67" Type="http://schemas.openxmlformats.org/officeDocument/2006/relationships/image" Target="../media/image116.png"/><Relationship Id="rId116" Type="http://schemas.openxmlformats.org/officeDocument/2006/relationships/customXml" Target="../ink/ink142.xml"/><Relationship Id="rId20" Type="http://schemas.openxmlformats.org/officeDocument/2006/relationships/customXml" Target="../ink/ink94.xml"/><Relationship Id="rId41" Type="http://schemas.openxmlformats.org/officeDocument/2006/relationships/image" Target="../media/image103.png"/><Relationship Id="rId62" Type="http://schemas.openxmlformats.org/officeDocument/2006/relationships/customXml" Target="../ink/ink115.xml"/><Relationship Id="rId83" Type="http://schemas.openxmlformats.org/officeDocument/2006/relationships/image" Target="../media/image124.png"/><Relationship Id="rId88" Type="http://schemas.openxmlformats.org/officeDocument/2006/relationships/customXml" Target="../ink/ink128.xml"/><Relationship Id="rId111" Type="http://schemas.openxmlformats.org/officeDocument/2006/relationships/image" Target="../media/image138.png"/><Relationship Id="rId15" Type="http://schemas.openxmlformats.org/officeDocument/2006/relationships/image" Target="../media/image90.png"/><Relationship Id="rId36" Type="http://schemas.openxmlformats.org/officeDocument/2006/relationships/customXml" Target="../ink/ink102.xml"/><Relationship Id="rId57" Type="http://schemas.openxmlformats.org/officeDocument/2006/relationships/image" Target="../media/image111.png"/><Relationship Id="rId106" Type="http://schemas.openxmlformats.org/officeDocument/2006/relationships/customXml" Target="../ink/ink137.xml"/><Relationship Id="rId127" Type="http://schemas.openxmlformats.org/officeDocument/2006/relationships/image" Target="../media/image146.png"/><Relationship Id="rId10" Type="http://schemas.openxmlformats.org/officeDocument/2006/relationships/customXml" Target="../ink/ink89.xml"/><Relationship Id="rId31" Type="http://schemas.openxmlformats.org/officeDocument/2006/relationships/image" Target="../media/image98.png"/><Relationship Id="rId52" Type="http://schemas.openxmlformats.org/officeDocument/2006/relationships/customXml" Target="../ink/ink110.xml"/><Relationship Id="rId73" Type="http://schemas.openxmlformats.org/officeDocument/2006/relationships/image" Target="../media/image119.png"/><Relationship Id="rId78" Type="http://schemas.openxmlformats.org/officeDocument/2006/relationships/customXml" Target="../ink/ink123.xml"/><Relationship Id="rId94" Type="http://schemas.openxmlformats.org/officeDocument/2006/relationships/customXml" Target="../ink/ink131.xml"/><Relationship Id="rId99" Type="http://schemas.openxmlformats.org/officeDocument/2006/relationships/image" Target="../media/image132.png"/><Relationship Id="rId101" Type="http://schemas.openxmlformats.org/officeDocument/2006/relationships/image" Target="../media/image133.png"/><Relationship Id="rId122" Type="http://schemas.openxmlformats.org/officeDocument/2006/relationships/customXml" Target="../ink/ink145.xml"/><Relationship Id="rId4" Type="http://schemas.openxmlformats.org/officeDocument/2006/relationships/customXml" Target="../ink/ink86.xml"/><Relationship Id="rId9" Type="http://schemas.openxmlformats.org/officeDocument/2006/relationships/image" Target="../media/image87.png"/><Relationship Id="rId26" Type="http://schemas.openxmlformats.org/officeDocument/2006/relationships/customXml" Target="../ink/ink97.xml"/></Relationships>
</file>

<file path=ppt/slides/_rels/slide13.xml.rels><?xml version="1.0" encoding="UTF-8" standalone="yes"?>
<Relationships xmlns="http://schemas.openxmlformats.org/package/2006/relationships"><Relationship Id="rId26" Type="http://schemas.openxmlformats.org/officeDocument/2006/relationships/customXml" Target="../ink/ink161.xml"/><Relationship Id="rId21" Type="http://schemas.openxmlformats.org/officeDocument/2006/relationships/image" Target="../media/image157.png"/><Relationship Id="rId42" Type="http://schemas.openxmlformats.org/officeDocument/2006/relationships/customXml" Target="../ink/ink169.xml"/><Relationship Id="rId47" Type="http://schemas.openxmlformats.org/officeDocument/2006/relationships/image" Target="../media/image170.png"/><Relationship Id="rId63" Type="http://schemas.openxmlformats.org/officeDocument/2006/relationships/image" Target="../media/image178.png"/><Relationship Id="rId68" Type="http://schemas.openxmlformats.org/officeDocument/2006/relationships/customXml" Target="../ink/ink182.xml"/><Relationship Id="rId84" Type="http://schemas.openxmlformats.org/officeDocument/2006/relationships/customXml" Target="../ink/ink190.xml"/><Relationship Id="rId89" Type="http://schemas.openxmlformats.org/officeDocument/2006/relationships/image" Target="../media/image191.png"/><Relationship Id="rId16" Type="http://schemas.openxmlformats.org/officeDocument/2006/relationships/customXml" Target="../ink/ink156.xml"/><Relationship Id="rId11" Type="http://schemas.openxmlformats.org/officeDocument/2006/relationships/image" Target="../media/image152.png"/><Relationship Id="rId32" Type="http://schemas.openxmlformats.org/officeDocument/2006/relationships/customXml" Target="../ink/ink164.xml"/><Relationship Id="rId37" Type="http://schemas.openxmlformats.org/officeDocument/2006/relationships/image" Target="../media/image165.png"/><Relationship Id="rId53" Type="http://schemas.openxmlformats.org/officeDocument/2006/relationships/image" Target="../media/image173.png"/><Relationship Id="rId58" Type="http://schemas.openxmlformats.org/officeDocument/2006/relationships/customXml" Target="../ink/ink177.xml"/><Relationship Id="rId74" Type="http://schemas.openxmlformats.org/officeDocument/2006/relationships/customXml" Target="../ink/ink185.xml"/><Relationship Id="rId79" Type="http://schemas.openxmlformats.org/officeDocument/2006/relationships/image" Target="../media/image186.png"/><Relationship Id="rId5" Type="http://schemas.openxmlformats.org/officeDocument/2006/relationships/image" Target="../media/image149.png"/><Relationship Id="rId90" Type="http://schemas.openxmlformats.org/officeDocument/2006/relationships/customXml" Target="../ink/ink193.xml"/><Relationship Id="rId22" Type="http://schemas.openxmlformats.org/officeDocument/2006/relationships/customXml" Target="../ink/ink159.xml"/><Relationship Id="rId27" Type="http://schemas.openxmlformats.org/officeDocument/2006/relationships/image" Target="../media/image160.png"/><Relationship Id="rId43" Type="http://schemas.openxmlformats.org/officeDocument/2006/relationships/image" Target="../media/image168.png"/><Relationship Id="rId48" Type="http://schemas.openxmlformats.org/officeDocument/2006/relationships/customXml" Target="../ink/ink172.xml"/><Relationship Id="rId64" Type="http://schemas.openxmlformats.org/officeDocument/2006/relationships/customXml" Target="../ink/ink180.xml"/><Relationship Id="rId69" Type="http://schemas.openxmlformats.org/officeDocument/2006/relationships/image" Target="../media/image181.png"/><Relationship Id="rId8" Type="http://schemas.openxmlformats.org/officeDocument/2006/relationships/customXml" Target="../ink/ink152.xml"/><Relationship Id="rId51" Type="http://schemas.openxmlformats.org/officeDocument/2006/relationships/image" Target="../media/image172.png"/><Relationship Id="rId72" Type="http://schemas.openxmlformats.org/officeDocument/2006/relationships/customXml" Target="../ink/ink184.xml"/><Relationship Id="rId80" Type="http://schemas.openxmlformats.org/officeDocument/2006/relationships/customXml" Target="../ink/ink188.xml"/><Relationship Id="rId85" Type="http://schemas.openxmlformats.org/officeDocument/2006/relationships/image" Target="../media/image189.png"/><Relationship Id="rId93" Type="http://schemas.openxmlformats.org/officeDocument/2006/relationships/image" Target="../media/image193.png"/><Relationship Id="rId3" Type="http://schemas.openxmlformats.org/officeDocument/2006/relationships/image" Target="../media/image148.png"/><Relationship Id="rId12" Type="http://schemas.openxmlformats.org/officeDocument/2006/relationships/customXml" Target="../ink/ink154.xml"/><Relationship Id="rId17" Type="http://schemas.openxmlformats.org/officeDocument/2006/relationships/image" Target="../media/image155.png"/><Relationship Id="rId25" Type="http://schemas.openxmlformats.org/officeDocument/2006/relationships/image" Target="../media/image159.png"/><Relationship Id="rId33" Type="http://schemas.openxmlformats.org/officeDocument/2006/relationships/image" Target="../media/image163.png"/><Relationship Id="rId38" Type="http://schemas.openxmlformats.org/officeDocument/2006/relationships/customXml" Target="../ink/ink167.xml"/><Relationship Id="rId46" Type="http://schemas.openxmlformats.org/officeDocument/2006/relationships/customXml" Target="../ink/ink171.xml"/><Relationship Id="rId59" Type="http://schemas.openxmlformats.org/officeDocument/2006/relationships/image" Target="../media/image176.png"/><Relationship Id="rId67" Type="http://schemas.openxmlformats.org/officeDocument/2006/relationships/image" Target="../media/image180.png"/><Relationship Id="rId20" Type="http://schemas.openxmlformats.org/officeDocument/2006/relationships/customXml" Target="../ink/ink158.xml"/><Relationship Id="rId41" Type="http://schemas.openxmlformats.org/officeDocument/2006/relationships/image" Target="../media/image167.png"/><Relationship Id="rId54" Type="http://schemas.openxmlformats.org/officeDocument/2006/relationships/customXml" Target="../ink/ink175.xml"/><Relationship Id="rId62" Type="http://schemas.openxmlformats.org/officeDocument/2006/relationships/customXml" Target="../ink/ink179.xml"/><Relationship Id="rId70" Type="http://schemas.openxmlformats.org/officeDocument/2006/relationships/customXml" Target="../ink/ink183.xml"/><Relationship Id="rId75" Type="http://schemas.openxmlformats.org/officeDocument/2006/relationships/image" Target="../media/image184.png"/><Relationship Id="rId83" Type="http://schemas.openxmlformats.org/officeDocument/2006/relationships/image" Target="../media/image188.png"/><Relationship Id="rId88" Type="http://schemas.openxmlformats.org/officeDocument/2006/relationships/customXml" Target="../ink/ink192.xml"/><Relationship Id="rId91" Type="http://schemas.openxmlformats.org/officeDocument/2006/relationships/image" Target="../media/image192.png"/><Relationship Id="rId1" Type="http://schemas.openxmlformats.org/officeDocument/2006/relationships/slideLayout" Target="../slideLayouts/slideLayout7.xml"/><Relationship Id="rId6" Type="http://schemas.openxmlformats.org/officeDocument/2006/relationships/customXml" Target="../ink/ink151.xml"/><Relationship Id="rId15" Type="http://schemas.openxmlformats.org/officeDocument/2006/relationships/image" Target="../media/image154.png"/><Relationship Id="rId23" Type="http://schemas.openxmlformats.org/officeDocument/2006/relationships/image" Target="../media/image158.png"/><Relationship Id="rId28" Type="http://schemas.openxmlformats.org/officeDocument/2006/relationships/customXml" Target="../ink/ink162.xml"/><Relationship Id="rId36" Type="http://schemas.openxmlformats.org/officeDocument/2006/relationships/customXml" Target="../ink/ink166.xml"/><Relationship Id="rId49" Type="http://schemas.openxmlformats.org/officeDocument/2006/relationships/image" Target="../media/image171.png"/><Relationship Id="rId57" Type="http://schemas.openxmlformats.org/officeDocument/2006/relationships/image" Target="../media/image175.png"/><Relationship Id="rId10" Type="http://schemas.openxmlformats.org/officeDocument/2006/relationships/customXml" Target="../ink/ink153.xml"/><Relationship Id="rId31" Type="http://schemas.openxmlformats.org/officeDocument/2006/relationships/image" Target="../media/image162.png"/><Relationship Id="rId44" Type="http://schemas.openxmlformats.org/officeDocument/2006/relationships/customXml" Target="../ink/ink170.xml"/><Relationship Id="rId52" Type="http://schemas.openxmlformats.org/officeDocument/2006/relationships/customXml" Target="../ink/ink174.xml"/><Relationship Id="rId60" Type="http://schemas.openxmlformats.org/officeDocument/2006/relationships/customXml" Target="../ink/ink178.xml"/><Relationship Id="rId65" Type="http://schemas.openxmlformats.org/officeDocument/2006/relationships/image" Target="../media/image179.png"/><Relationship Id="rId73" Type="http://schemas.openxmlformats.org/officeDocument/2006/relationships/image" Target="../media/image183.png"/><Relationship Id="rId78" Type="http://schemas.openxmlformats.org/officeDocument/2006/relationships/customXml" Target="../ink/ink187.xml"/><Relationship Id="rId81" Type="http://schemas.openxmlformats.org/officeDocument/2006/relationships/image" Target="../media/image187.png"/><Relationship Id="rId86" Type="http://schemas.openxmlformats.org/officeDocument/2006/relationships/customXml" Target="../ink/ink191.xml"/><Relationship Id="rId4" Type="http://schemas.openxmlformats.org/officeDocument/2006/relationships/customXml" Target="../ink/ink150.xml"/><Relationship Id="rId9" Type="http://schemas.openxmlformats.org/officeDocument/2006/relationships/image" Target="../media/image151.png"/><Relationship Id="rId13" Type="http://schemas.openxmlformats.org/officeDocument/2006/relationships/image" Target="../media/image153.png"/><Relationship Id="rId18" Type="http://schemas.openxmlformats.org/officeDocument/2006/relationships/customXml" Target="../ink/ink157.xml"/><Relationship Id="rId39" Type="http://schemas.openxmlformats.org/officeDocument/2006/relationships/image" Target="../media/image166.png"/><Relationship Id="rId34" Type="http://schemas.openxmlformats.org/officeDocument/2006/relationships/customXml" Target="../ink/ink165.xml"/><Relationship Id="rId50" Type="http://schemas.openxmlformats.org/officeDocument/2006/relationships/customXml" Target="../ink/ink173.xml"/><Relationship Id="rId55" Type="http://schemas.openxmlformats.org/officeDocument/2006/relationships/image" Target="../media/image174.png"/><Relationship Id="rId76" Type="http://schemas.openxmlformats.org/officeDocument/2006/relationships/customXml" Target="../ink/ink186.xml"/><Relationship Id="rId7" Type="http://schemas.openxmlformats.org/officeDocument/2006/relationships/image" Target="../media/image150.png"/><Relationship Id="rId71" Type="http://schemas.openxmlformats.org/officeDocument/2006/relationships/image" Target="../media/image182.png"/><Relationship Id="rId92" Type="http://schemas.openxmlformats.org/officeDocument/2006/relationships/customXml" Target="../ink/ink194.xml"/><Relationship Id="rId2" Type="http://schemas.openxmlformats.org/officeDocument/2006/relationships/customXml" Target="../ink/ink149.xml"/><Relationship Id="rId29" Type="http://schemas.openxmlformats.org/officeDocument/2006/relationships/image" Target="../media/image161.png"/><Relationship Id="rId24" Type="http://schemas.openxmlformats.org/officeDocument/2006/relationships/customXml" Target="../ink/ink160.xml"/><Relationship Id="rId40" Type="http://schemas.openxmlformats.org/officeDocument/2006/relationships/customXml" Target="../ink/ink168.xml"/><Relationship Id="rId45" Type="http://schemas.openxmlformats.org/officeDocument/2006/relationships/image" Target="../media/image169.png"/><Relationship Id="rId66" Type="http://schemas.openxmlformats.org/officeDocument/2006/relationships/customXml" Target="../ink/ink181.xml"/><Relationship Id="rId87" Type="http://schemas.openxmlformats.org/officeDocument/2006/relationships/image" Target="../media/image190.png"/><Relationship Id="rId61" Type="http://schemas.openxmlformats.org/officeDocument/2006/relationships/image" Target="../media/image177.png"/><Relationship Id="rId82" Type="http://schemas.openxmlformats.org/officeDocument/2006/relationships/customXml" Target="../ink/ink189.xml"/><Relationship Id="rId19" Type="http://schemas.openxmlformats.org/officeDocument/2006/relationships/image" Target="../media/image156.png"/><Relationship Id="rId14" Type="http://schemas.openxmlformats.org/officeDocument/2006/relationships/customXml" Target="../ink/ink155.xml"/><Relationship Id="rId30" Type="http://schemas.openxmlformats.org/officeDocument/2006/relationships/customXml" Target="../ink/ink163.xml"/><Relationship Id="rId35" Type="http://schemas.openxmlformats.org/officeDocument/2006/relationships/image" Target="../media/image164.png"/><Relationship Id="rId56" Type="http://schemas.openxmlformats.org/officeDocument/2006/relationships/customXml" Target="../ink/ink176.xml"/><Relationship Id="rId77" Type="http://schemas.openxmlformats.org/officeDocument/2006/relationships/image" Target="../media/image185.png"/></Relationships>
</file>

<file path=ppt/slides/_rels/slide14.xml.rels><?xml version="1.0" encoding="UTF-8" standalone="yes"?>
<Relationships xmlns="http://schemas.openxmlformats.org/package/2006/relationships"><Relationship Id="rId26" Type="http://schemas.openxmlformats.org/officeDocument/2006/relationships/customXml" Target="../ink/ink207.xml"/><Relationship Id="rId21" Type="http://schemas.openxmlformats.org/officeDocument/2006/relationships/image" Target="../media/image203.png"/><Relationship Id="rId42" Type="http://schemas.openxmlformats.org/officeDocument/2006/relationships/customXml" Target="../ink/ink215.xml"/><Relationship Id="rId47" Type="http://schemas.openxmlformats.org/officeDocument/2006/relationships/customXml" Target="../ink/ink218.xml"/><Relationship Id="rId63" Type="http://schemas.openxmlformats.org/officeDocument/2006/relationships/customXml" Target="../ink/ink226.xml"/><Relationship Id="rId68" Type="http://schemas.openxmlformats.org/officeDocument/2006/relationships/image" Target="../media/image226.png"/><Relationship Id="rId84" Type="http://schemas.openxmlformats.org/officeDocument/2006/relationships/image" Target="../media/image234.png"/><Relationship Id="rId89" Type="http://schemas.openxmlformats.org/officeDocument/2006/relationships/customXml" Target="../ink/ink239.xml"/><Relationship Id="rId16" Type="http://schemas.openxmlformats.org/officeDocument/2006/relationships/customXml" Target="../ink/ink202.xml"/><Relationship Id="rId11" Type="http://schemas.openxmlformats.org/officeDocument/2006/relationships/image" Target="../media/image198.png"/><Relationship Id="rId32" Type="http://schemas.openxmlformats.org/officeDocument/2006/relationships/customXml" Target="../ink/ink210.xml"/><Relationship Id="rId37" Type="http://schemas.openxmlformats.org/officeDocument/2006/relationships/image" Target="../media/image211.png"/><Relationship Id="rId53" Type="http://schemas.openxmlformats.org/officeDocument/2006/relationships/customXml" Target="../ink/ink221.xml"/><Relationship Id="rId58" Type="http://schemas.openxmlformats.org/officeDocument/2006/relationships/image" Target="../media/image221.png"/><Relationship Id="rId74" Type="http://schemas.openxmlformats.org/officeDocument/2006/relationships/image" Target="../media/image229.png"/><Relationship Id="rId79" Type="http://schemas.openxmlformats.org/officeDocument/2006/relationships/customXml" Target="../ink/ink234.xml"/><Relationship Id="rId5" Type="http://schemas.openxmlformats.org/officeDocument/2006/relationships/image" Target="../media/image195.png"/><Relationship Id="rId90" Type="http://schemas.openxmlformats.org/officeDocument/2006/relationships/image" Target="../media/image237.png"/><Relationship Id="rId95" Type="http://schemas.openxmlformats.org/officeDocument/2006/relationships/customXml" Target="../ink/ink242.xml"/><Relationship Id="rId22" Type="http://schemas.openxmlformats.org/officeDocument/2006/relationships/customXml" Target="../ink/ink205.xml"/><Relationship Id="rId27" Type="http://schemas.openxmlformats.org/officeDocument/2006/relationships/image" Target="../media/image206.png"/><Relationship Id="rId43" Type="http://schemas.openxmlformats.org/officeDocument/2006/relationships/customXml" Target="../ink/ink216.xml"/><Relationship Id="rId48" Type="http://schemas.openxmlformats.org/officeDocument/2006/relationships/image" Target="../media/image216.png"/><Relationship Id="rId64" Type="http://schemas.openxmlformats.org/officeDocument/2006/relationships/image" Target="../media/image224.png"/><Relationship Id="rId69" Type="http://schemas.openxmlformats.org/officeDocument/2006/relationships/customXml" Target="../ink/ink229.xml"/><Relationship Id="rId80" Type="http://schemas.openxmlformats.org/officeDocument/2006/relationships/image" Target="../media/image232.png"/><Relationship Id="rId85" Type="http://schemas.openxmlformats.org/officeDocument/2006/relationships/customXml" Target="../ink/ink237.xml"/><Relationship Id="rId3" Type="http://schemas.openxmlformats.org/officeDocument/2006/relationships/image" Target="../media/image194.png"/><Relationship Id="rId12" Type="http://schemas.openxmlformats.org/officeDocument/2006/relationships/customXml" Target="../ink/ink200.xml"/><Relationship Id="rId17" Type="http://schemas.openxmlformats.org/officeDocument/2006/relationships/image" Target="../media/image201.png"/><Relationship Id="rId25" Type="http://schemas.openxmlformats.org/officeDocument/2006/relationships/image" Target="../media/image205.png"/><Relationship Id="rId33" Type="http://schemas.openxmlformats.org/officeDocument/2006/relationships/image" Target="../media/image209.png"/><Relationship Id="rId38" Type="http://schemas.openxmlformats.org/officeDocument/2006/relationships/customXml" Target="../ink/ink213.xml"/><Relationship Id="rId46" Type="http://schemas.openxmlformats.org/officeDocument/2006/relationships/image" Target="../media/image215.png"/><Relationship Id="rId59" Type="http://schemas.openxmlformats.org/officeDocument/2006/relationships/customXml" Target="../ink/ink224.xml"/><Relationship Id="rId67" Type="http://schemas.openxmlformats.org/officeDocument/2006/relationships/customXml" Target="../ink/ink228.xml"/><Relationship Id="rId20" Type="http://schemas.openxmlformats.org/officeDocument/2006/relationships/customXml" Target="../ink/ink204.xml"/><Relationship Id="rId41" Type="http://schemas.openxmlformats.org/officeDocument/2006/relationships/image" Target="../media/image213.png"/><Relationship Id="rId54" Type="http://schemas.openxmlformats.org/officeDocument/2006/relationships/image" Target="../media/image219.png"/><Relationship Id="rId62" Type="http://schemas.openxmlformats.org/officeDocument/2006/relationships/image" Target="../media/image223.png"/><Relationship Id="rId70" Type="http://schemas.openxmlformats.org/officeDocument/2006/relationships/image" Target="../media/image227.png"/><Relationship Id="rId75" Type="http://schemas.openxmlformats.org/officeDocument/2006/relationships/customXml" Target="../ink/ink232.xml"/><Relationship Id="rId83" Type="http://schemas.openxmlformats.org/officeDocument/2006/relationships/customXml" Target="../ink/ink236.xml"/><Relationship Id="rId88" Type="http://schemas.openxmlformats.org/officeDocument/2006/relationships/image" Target="../media/image236.png"/><Relationship Id="rId91" Type="http://schemas.openxmlformats.org/officeDocument/2006/relationships/customXml" Target="../ink/ink240.xml"/><Relationship Id="rId96" Type="http://schemas.openxmlformats.org/officeDocument/2006/relationships/image" Target="../media/image240.png"/><Relationship Id="rId1" Type="http://schemas.openxmlformats.org/officeDocument/2006/relationships/slideLayout" Target="../slideLayouts/slideLayout7.xml"/><Relationship Id="rId6" Type="http://schemas.openxmlformats.org/officeDocument/2006/relationships/customXml" Target="../ink/ink197.xml"/><Relationship Id="rId15" Type="http://schemas.openxmlformats.org/officeDocument/2006/relationships/image" Target="../media/image200.png"/><Relationship Id="rId23" Type="http://schemas.openxmlformats.org/officeDocument/2006/relationships/image" Target="../media/image204.png"/><Relationship Id="rId28" Type="http://schemas.openxmlformats.org/officeDocument/2006/relationships/customXml" Target="../ink/ink208.xml"/><Relationship Id="rId36" Type="http://schemas.openxmlformats.org/officeDocument/2006/relationships/customXml" Target="../ink/ink212.xml"/><Relationship Id="rId49" Type="http://schemas.openxmlformats.org/officeDocument/2006/relationships/customXml" Target="../ink/ink219.xml"/><Relationship Id="rId57" Type="http://schemas.openxmlformats.org/officeDocument/2006/relationships/customXml" Target="../ink/ink223.xml"/><Relationship Id="rId10" Type="http://schemas.openxmlformats.org/officeDocument/2006/relationships/customXml" Target="../ink/ink199.xml"/><Relationship Id="rId31" Type="http://schemas.openxmlformats.org/officeDocument/2006/relationships/image" Target="../media/image208.png"/><Relationship Id="rId44" Type="http://schemas.openxmlformats.org/officeDocument/2006/relationships/image" Target="../media/image214.png"/><Relationship Id="rId52" Type="http://schemas.openxmlformats.org/officeDocument/2006/relationships/image" Target="../media/image218.png"/><Relationship Id="rId60" Type="http://schemas.openxmlformats.org/officeDocument/2006/relationships/image" Target="../media/image222.png"/><Relationship Id="rId65" Type="http://schemas.openxmlformats.org/officeDocument/2006/relationships/customXml" Target="../ink/ink227.xml"/><Relationship Id="rId73" Type="http://schemas.openxmlformats.org/officeDocument/2006/relationships/customXml" Target="../ink/ink231.xml"/><Relationship Id="rId78" Type="http://schemas.openxmlformats.org/officeDocument/2006/relationships/image" Target="../media/image231.png"/><Relationship Id="rId81" Type="http://schemas.openxmlformats.org/officeDocument/2006/relationships/customXml" Target="../ink/ink235.xml"/><Relationship Id="rId86" Type="http://schemas.openxmlformats.org/officeDocument/2006/relationships/image" Target="../media/image235.png"/><Relationship Id="rId94" Type="http://schemas.openxmlformats.org/officeDocument/2006/relationships/image" Target="../media/image239.png"/><Relationship Id="rId99" Type="http://schemas.openxmlformats.org/officeDocument/2006/relationships/customXml" Target="../ink/ink244.xml"/><Relationship Id="rId4" Type="http://schemas.openxmlformats.org/officeDocument/2006/relationships/customXml" Target="../ink/ink196.xml"/><Relationship Id="rId9" Type="http://schemas.openxmlformats.org/officeDocument/2006/relationships/image" Target="../media/image197.png"/><Relationship Id="rId13" Type="http://schemas.openxmlformats.org/officeDocument/2006/relationships/image" Target="../media/image199.png"/><Relationship Id="rId18" Type="http://schemas.openxmlformats.org/officeDocument/2006/relationships/customXml" Target="../ink/ink203.xml"/><Relationship Id="rId39" Type="http://schemas.openxmlformats.org/officeDocument/2006/relationships/image" Target="../media/image212.png"/><Relationship Id="rId34" Type="http://schemas.openxmlformats.org/officeDocument/2006/relationships/customXml" Target="../ink/ink211.xml"/><Relationship Id="rId50" Type="http://schemas.openxmlformats.org/officeDocument/2006/relationships/image" Target="../media/image217.png"/><Relationship Id="rId55" Type="http://schemas.openxmlformats.org/officeDocument/2006/relationships/customXml" Target="../ink/ink222.xml"/><Relationship Id="rId76" Type="http://schemas.openxmlformats.org/officeDocument/2006/relationships/image" Target="../media/image230.png"/><Relationship Id="rId97" Type="http://schemas.openxmlformats.org/officeDocument/2006/relationships/customXml" Target="../ink/ink243.xml"/><Relationship Id="rId7" Type="http://schemas.openxmlformats.org/officeDocument/2006/relationships/image" Target="../media/image196.png"/><Relationship Id="rId71" Type="http://schemas.openxmlformats.org/officeDocument/2006/relationships/customXml" Target="../ink/ink230.xml"/><Relationship Id="rId92" Type="http://schemas.openxmlformats.org/officeDocument/2006/relationships/image" Target="../media/image238.png"/><Relationship Id="rId2" Type="http://schemas.openxmlformats.org/officeDocument/2006/relationships/customXml" Target="../ink/ink195.xml"/><Relationship Id="rId29" Type="http://schemas.openxmlformats.org/officeDocument/2006/relationships/image" Target="../media/image207.png"/><Relationship Id="rId24" Type="http://schemas.openxmlformats.org/officeDocument/2006/relationships/customXml" Target="../ink/ink206.xml"/><Relationship Id="rId40" Type="http://schemas.openxmlformats.org/officeDocument/2006/relationships/customXml" Target="../ink/ink214.xml"/><Relationship Id="rId45" Type="http://schemas.openxmlformats.org/officeDocument/2006/relationships/customXml" Target="../ink/ink217.xml"/><Relationship Id="rId66" Type="http://schemas.openxmlformats.org/officeDocument/2006/relationships/image" Target="../media/image225.png"/><Relationship Id="rId87" Type="http://schemas.openxmlformats.org/officeDocument/2006/relationships/customXml" Target="../ink/ink238.xml"/><Relationship Id="rId61" Type="http://schemas.openxmlformats.org/officeDocument/2006/relationships/customXml" Target="../ink/ink225.xml"/><Relationship Id="rId82" Type="http://schemas.openxmlformats.org/officeDocument/2006/relationships/image" Target="../media/image233.png"/><Relationship Id="rId19" Type="http://schemas.openxmlformats.org/officeDocument/2006/relationships/image" Target="../media/image202.png"/><Relationship Id="rId14" Type="http://schemas.openxmlformats.org/officeDocument/2006/relationships/customXml" Target="../ink/ink201.xml"/><Relationship Id="rId30" Type="http://schemas.openxmlformats.org/officeDocument/2006/relationships/customXml" Target="../ink/ink209.xml"/><Relationship Id="rId35" Type="http://schemas.openxmlformats.org/officeDocument/2006/relationships/image" Target="../media/image210.png"/><Relationship Id="rId56" Type="http://schemas.openxmlformats.org/officeDocument/2006/relationships/image" Target="../media/image220.png"/><Relationship Id="rId77" Type="http://schemas.openxmlformats.org/officeDocument/2006/relationships/customXml" Target="../ink/ink233.xml"/><Relationship Id="rId100" Type="http://schemas.openxmlformats.org/officeDocument/2006/relationships/image" Target="../media/image242.png"/><Relationship Id="rId8" Type="http://schemas.openxmlformats.org/officeDocument/2006/relationships/customXml" Target="../ink/ink198.xml"/><Relationship Id="rId51" Type="http://schemas.openxmlformats.org/officeDocument/2006/relationships/customXml" Target="../ink/ink220.xml"/><Relationship Id="rId72" Type="http://schemas.openxmlformats.org/officeDocument/2006/relationships/image" Target="../media/image228.png"/><Relationship Id="rId93" Type="http://schemas.openxmlformats.org/officeDocument/2006/relationships/customXml" Target="../ink/ink241.xml"/><Relationship Id="rId98" Type="http://schemas.openxmlformats.org/officeDocument/2006/relationships/image" Target="../media/image241.png"/></Relationships>
</file>

<file path=ppt/slides/_rels/slide15.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customXml" Target="../ink/ink24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6" Type="http://schemas.openxmlformats.org/officeDocument/2006/relationships/image" Target="../media/image253.png"/><Relationship Id="rId21" Type="http://schemas.openxmlformats.org/officeDocument/2006/relationships/customXml" Target="../ink/ink256.xml"/><Relationship Id="rId42" Type="http://schemas.openxmlformats.org/officeDocument/2006/relationships/customXml" Target="../ink/ink267.xml"/><Relationship Id="rId47" Type="http://schemas.openxmlformats.org/officeDocument/2006/relationships/image" Target="../media/image263.png"/><Relationship Id="rId63" Type="http://schemas.openxmlformats.org/officeDocument/2006/relationships/image" Target="../media/image271.png"/><Relationship Id="rId68" Type="http://schemas.openxmlformats.org/officeDocument/2006/relationships/customXml" Target="../ink/ink280.xml"/><Relationship Id="rId16" Type="http://schemas.openxmlformats.org/officeDocument/2006/relationships/customXml" Target="../ink/ink253.xml"/><Relationship Id="rId11" Type="http://schemas.openxmlformats.org/officeDocument/2006/relationships/image" Target="../media/image247.png"/><Relationship Id="rId32" Type="http://schemas.openxmlformats.org/officeDocument/2006/relationships/customXml" Target="../ink/ink262.xml"/><Relationship Id="rId37" Type="http://schemas.openxmlformats.org/officeDocument/2006/relationships/image" Target="../media/image258.png"/><Relationship Id="rId53" Type="http://schemas.openxmlformats.org/officeDocument/2006/relationships/image" Target="../media/image266.png"/><Relationship Id="rId58" Type="http://schemas.openxmlformats.org/officeDocument/2006/relationships/customXml" Target="../ink/ink275.xml"/><Relationship Id="rId74" Type="http://schemas.openxmlformats.org/officeDocument/2006/relationships/customXml" Target="../ink/ink283.xml"/><Relationship Id="rId79" Type="http://schemas.openxmlformats.org/officeDocument/2006/relationships/image" Target="../media/image279.png"/><Relationship Id="rId5" Type="http://schemas.openxmlformats.org/officeDocument/2006/relationships/image" Target="../media/image245.png"/><Relationship Id="rId61" Type="http://schemas.openxmlformats.org/officeDocument/2006/relationships/image" Target="../media/image270.png"/><Relationship Id="rId82" Type="http://schemas.openxmlformats.org/officeDocument/2006/relationships/customXml" Target="../ink/ink287.xml"/><Relationship Id="rId19" Type="http://schemas.openxmlformats.org/officeDocument/2006/relationships/customXml" Target="../ink/ink255.xml"/><Relationship Id="rId14" Type="http://schemas.openxmlformats.org/officeDocument/2006/relationships/customXml" Target="../ink/ink252.xml"/><Relationship Id="rId22" Type="http://schemas.openxmlformats.org/officeDocument/2006/relationships/image" Target="../media/image251.png"/><Relationship Id="rId27" Type="http://schemas.openxmlformats.org/officeDocument/2006/relationships/customXml" Target="../ink/ink259.xml"/><Relationship Id="rId30" Type="http://schemas.openxmlformats.org/officeDocument/2006/relationships/customXml" Target="../ink/ink261.xml"/><Relationship Id="rId35" Type="http://schemas.openxmlformats.org/officeDocument/2006/relationships/image" Target="../media/image257.png"/><Relationship Id="rId43" Type="http://schemas.openxmlformats.org/officeDocument/2006/relationships/image" Target="../media/image261.png"/><Relationship Id="rId48" Type="http://schemas.openxmlformats.org/officeDocument/2006/relationships/customXml" Target="../ink/ink270.xml"/><Relationship Id="rId56" Type="http://schemas.openxmlformats.org/officeDocument/2006/relationships/customXml" Target="../ink/ink274.xml"/><Relationship Id="rId64" Type="http://schemas.openxmlformats.org/officeDocument/2006/relationships/customXml" Target="../ink/ink278.xml"/><Relationship Id="rId69" Type="http://schemas.openxmlformats.org/officeDocument/2006/relationships/image" Target="../media/image274.png"/><Relationship Id="rId77" Type="http://schemas.openxmlformats.org/officeDocument/2006/relationships/image" Target="../media/image278.png"/><Relationship Id="rId8" Type="http://schemas.openxmlformats.org/officeDocument/2006/relationships/customXml" Target="../ink/ink249.xml"/><Relationship Id="rId51" Type="http://schemas.openxmlformats.org/officeDocument/2006/relationships/image" Target="../media/image265.png"/><Relationship Id="rId72" Type="http://schemas.openxmlformats.org/officeDocument/2006/relationships/customXml" Target="../ink/ink282.xml"/><Relationship Id="rId80" Type="http://schemas.openxmlformats.org/officeDocument/2006/relationships/customXml" Target="../ink/ink286.xml"/><Relationship Id="rId3" Type="http://schemas.openxmlformats.org/officeDocument/2006/relationships/image" Target="../media/image244.png"/><Relationship Id="rId12" Type="http://schemas.openxmlformats.org/officeDocument/2006/relationships/customXml" Target="../ink/ink251.xml"/><Relationship Id="rId17" Type="http://schemas.openxmlformats.org/officeDocument/2006/relationships/image" Target="../media/image250.png"/><Relationship Id="rId25" Type="http://schemas.openxmlformats.org/officeDocument/2006/relationships/customXml" Target="../ink/ink258.xml"/><Relationship Id="rId33" Type="http://schemas.openxmlformats.org/officeDocument/2006/relationships/image" Target="../media/image256.png"/><Relationship Id="rId38" Type="http://schemas.openxmlformats.org/officeDocument/2006/relationships/customXml" Target="../ink/ink265.xml"/><Relationship Id="rId46" Type="http://schemas.openxmlformats.org/officeDocument/2006/relationships/customXml" Target="../ink/ink269.xml"/><Relationship Id="rId59" Type="http://schemas.openxmlformats.org/officeDocument/2006/relationships/image" Target="../media/image269.png"/><Relationship Id="rId67" Type="http://schemas.openxmlformats.org/officeDocument/2006/relationships/image" Target="../media/image273.png"/><Relationship Id="rId20" Type="http://schemas.openxmlformats.org/officeDocument/2006/relationships/image" Target="../media/image65.png"/><Relationship Id="rId41" Type="http://schemas.openxmlformats.org/officeDocument/2006/relationships/image" Target="../media/image260.png"/><Relationship Id="rId54" Type="http://schemas.openxmlformats.org/officeDocument/2006/relationships/customXml" Target="../ink/ink273.xml"/><Relationship Id="rId62" Type="http://schemas.openxmlformats.org/officeDocument/2006/relationships/customXml" Target="../ink/ink277.xml"/><Relationship Id="rId70" Type="http://schemas.openxmlformats.org/officeDocument/2006/relationships/customXml" Target="../ink/ink281.xml"/><Relationship Id="rId75" Type="http://schemas.openxmlformats.org/officeDocument/2006/relationships/image" Target="../media/image277.png"/><Relationship Id="rId83" Type="http://schemas.openxmlformats.org/officeDocument/2006/relationships/image" Target="../media/image281.png"/><Relationship Id="rId1" Type="http://schemas.openxmlformats.org/officeDocument/2006/relationships/slideLayout" Target="../slideLayouts/slideLayout7.xml"/><Relationship Id="rId6" Type="http://schemas.openxmlformats.org/officeDocument/2006/relationships/customXml" Target="../ink/ink248.xml"/><Relationship Id="rId15" Type="http://schemas.openxmlformats.org/officeDocument/2006/relationships/image" Target="../media/image249.png"/><Relationship Id="rId23" Type="http://schemas.openxmlformats.org/officeDocument/2006/relationships/customXml" Target="../ink/ink257.xml"/><Relationship Id="rId28" Type="http://schemas.openxmlformats.org/officeDocument/2006/relationships/customXml" Target="../ink/ink260.xml"/><Relationship Id="rId36" Type="http://schemas.openxmlformats.org/officeDocument/2006/relationships/customXml" Target="../ink/ink264.xml"/><Relationship Id="rId49" Type="http://schemas.openxmlformats.org/officeDocument/2006/relationships/image" Target="../media/image264.png"/><Relationship Id="rId57" Type="http://schemas.openxmlformats.org/officeDocument/2006/relationships/image" Target="../media/image268.png"/><Relationship Id="rId10" Type="http://schemas.openxmlformats.org/officeDocument/2006/relationships/customXml" Target="../ink/ink250.xml"/><Relationship Id="rId31" Type="http://schemas.openxmlformats.org/officeDocument/2006/relationships/image" Target="../media/image255.png"/><Relationship Id="rId44" Type="http://schemas.openxmlformats.org/officeDocument/2006/relationships/customXml" Target="../ink/ink268.xml"/><Relationship Id="rId52" Type="http://schemas.openxmlformats.org/officeDocument/2006/relationships/customXml" Target="../ink/ink272.xml"/><Relationship Id="rId60" Type="http://schemas.openxmlformats.org/officeDocument/2006/relationships/customXml" Target="../ink/ink276.xml"/><Relationship Id="rId65" Type="http://schemas.openxmlformats.org/officeDocument/2006/relationships/image" Target="../media/image272.png"/><Relationship Id="rId73" Type="http://schemas.openxmlformats.org/officeDocument/2006/relationships/image" Target="../media/image276.png"/><Relationship Id="rId78" Type="http://schemas.openxmlformats.org/officeDocument/2006/relationships/customXml" Target="../ink/ink285.xml"/><Relationship Id="rId81" Type="http://schemas.openxmlformats.org/officeDocument/2006/relationships/image" Target="../media/image280.png"/><Relationship Id="rId4" Type="http://schemas.openxmlformats.org/officeDocument/2006/relationships/customXml" Target="../ink/ink247.xml"/><Relationship Id="rId9" Type="http://schemas.openxmlformats.org/officeDocument/2006/relationships/image" Target="../media/image25.png"/><Relationship Id="rId13" Type="http://schemas.openxmlformats.org/officeDocument/2006/relationships/image" Target="../media/image248.png"/><Relationship Id="rId18" Type="http://schemas.openxmlformats.org/officeDocument/2006/relationships/customXml" Target="../ink/ink254.xml"/><Relationship Id="rId39" Type="http://schemas.openxmlformats.org/officeDocument/2006/relationships/image" Target="../media/image259.png"/><Relationship Id="rId34" Type="http://schemas.openxmlformats.org/officeDocument/2006/relationships/customXml" Target="../ink/ink263.xml"/><Relationship Id="rId50" Type="http://schemas.openxmlformats.org/officeDocument/2006/relationships/customXml" Target="../ink/ink271.xml"/><Relationship Id="rId55" Type="http://schemas.openxmlformats.org/officeDocument/2006/relationships/image" Target="../media/image267.png"/><Relationship Id="rId76" Type="http://schemas.openxmlformats.org/officeDocument/2006/relationships/customXml" Target="../ink/ink284.xml"/><Relationship Id="rId7" Type="http://schemas.openxmlformats.org/officeDocument/2006/relationships/image" Target="../media/image246.png"/><Relationship Id="rId71" Type="http://schemas.openxmlformats.org/officeDocument/2006/relationships/image" Target="../media/image275.png"/><Relationship Id="rId2" Type="http://schemas.openxmlformats.org/officeDocument/2006/relationships/customXml" Target="../ink/ink246.xml"/><Relationship Id="rId29" Type="http://schemas.openxmlformats.org/officeDocument/2006/relationships/image" Target="../media/image254.png"/><Relationship Id="rId24" Type="http://schemas.openxmlformats.org/officeDocument/2006/relationships/image" Target="../media/image252.png"/><Relationship Id="rId40" Type="http://schemas.openxmlformats.org/officeDocument/2006/relationships/customXml" Target="../ink/ink266.xml"/><Relationship Id="rId45" Type="http://schemas.openxmlformats.org/officeDocument/2006/relationships/image" Target="../media/image262.png"/><Relationship Id="rId66" Type="http://schemas.openxmlformats.org/officeDocument/2006/relationships/customXml" Target="../ink/ink279.xml"/></Relationships>
</file>

<file path=ppt/slides/_rels/slide17.xml.rels><?xml version="1.0" encoding="UTF-8" standalone="yes"?>
<Relationships xmlns="http://schemas.openxmlformats.org/package/2006/relationships"><Relationship Id="rId3" Type="http://schemas.openxmlformats.org/officeDocument/2006/relationships/image" Target="../media/image1810.png"/><Relationship Id="rId2" Type="http://schemas.openxmlformats.org/officeDocument/2006/relationships/customXml" Target="../ink/ink28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10.png"/><Relationship Id="rId2" Type="http://schemas.openxmlformats.org/officeDocument/2006/relationships/customXml" Target="../ink/ink28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10.png"/><Relationship Id="rId2" Type="http://schemas.openxmlformats.org/officeDocument/2006/relationships/customXml" Target="../ink/ink29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10.png"/><Relationship Id="rId2" Type="http://schemas.openxmlformats.org/officeDocument/2006/relationships/customXml" Target="../ink/ink29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2.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2410.png"/><Relationship Id="rId4" Type="http://schemas.openxmlformats.org/officeDocument/2006/relationships/customXml" Target="../ink/ink292.xml"/></Relationships>
</file>

<file path=ppt/slides/_rels/slide25.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image" Target="../media/image283.png"/><Relationship Id="rId1" Type="http://schemas.openxmlformats.org/officeDocument/2006/relationships/slideLayout" Target="../slideLayouts/slideLayout2.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5.png"/><Relationship Id="rId2" Type="http://schemas.openxmlformats.org/officeDocument/2006/relationships/customXml" Target="../ink/ink293.xml"/><Relationship Id="rId1" Type="http://schemas.openxmlformats.org/officeDocument/2006/relationships/slideLayout" Target="../slideLayouts/slideLayout2.xml"/><Relationship Id="rId5" Type="http://schemas.openxmlformats.org/officeDocument/2006/relationships/image" Target="../media/image286.png"/><Relationship Id="rId4" Type="http://schemas.openxmlformats.org/officeDocument/2006/relationships/customXml" Target="../ink/ink294.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87.emf"/><Relationship Id="rId7" Type="http://schemas.openxmlformats.org/officeDocument/2006/relationships/image" Target="../media/image289.e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288.emf"/><Relationship Id="rId4" Type="http://schemas.openxmlformats.org/officeDocument/2006/relationships/oleObject" Target="../embeddings/oleObject3.bin"/><Relationship Id="rId9" Type="http://schemas.openxmlformats.org/officeDocument/2006/relationships/image" Target="../media/image290.emf"/></Relationships>
</file>

<file path=ppt/slides/_rels/slide30.xml.rels><?xml version="1.0" encoding="UTF-8" standalone="yes"?>
<Relationships xmlns="http://schemas.openxmlformats.org/package/2006/relationships"><Relationship Id="rId3" Type="http://schemas.openxmlformats.org/officeDocument/2006/relationships/image" Target="../media/image291.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2.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3.emf"/><Relationship Id="rId7" Type="http://schemas.openxmlformats.org/officeDocument/2006/relationships/image" Target="../media/image295.emf"/><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294.emf"/><Relationship Id="rId4" Type="http://schemas.openxmlformats.org/officeDocument/2006/relationships/oleObject" Target="../embeddings/oleObject9.bin"/></Relationships>
</file>

<file path=ppt/slides/_rels/slide33.xml.rels><?xml version="1.0" encoding="UTF-8" standalone="yes"?>
<Relationships xmlns="http://schemas.openxmlformats.org/package/2006/relationships"><Relationship Id="rId3" Type="http://schemas.openxmlformats.org/officeDocument/2006/relationships/image" Target="../media/image296.emf"/><Relationship Id="rId7" Type="http://schemas.openxmlformats.org/officeDocument/2006/relationships/image" Target="../media/image298.e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oleObject" Target="../embeddings/oleObject13.bin"/><Relationship Id="rId5" Type="http://schemas.openxmlformats.org/officeDocument/2006/relationships/image" Target="../media/image297.emf"/><Relationship Id="rId4" Type="http://schemas.openxmlformats.org/officeDocument/2006/relationships/oleObject" Target="../embeddings/oleObject12.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0.wmf"/><Relationship Id="rId2" Type="http://schemas.openxmlformats.org/officeDocument/2006/relationships/image" Target="../media/image299.w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1.emf"/><Relationship Id="rId7" Type="http://schemas.openxmlformats.org/officeDocument/2006/relationships/image" Target="../media/image303.e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302.emf"/><Relationship Id="rId4" Type="http://schemas.openxmlformats.org/officeDocument/2006/relationships/oleObject" Target="../embeddings/oleObject15.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04.e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305.emf"/><Relationship Id="rId4" Type="http://schemas.openxmlformats.org/officeDocument/2006/relationships/oleObject" Target="../embeddings/oleObject18.bin"/></Relationships>
</file>

<file path=ppt/slides/_rels/slide40.xml.rels><?xml version="1.0" encoding="UTF-8" standalone="yes"?>
<Relationships xmlns="http://schemas.openxmlformats.org/package/2006/relationships"><Relationship Id="rId3" Type="http://schemas.openxmlformats.org/officeDocument/2006/relationships/image" Target="../media/image306.emf"/><Relationship Id="rId7" Type="http://schemas.openxmlformats.org/officeDocument/2006/relationships/image" Target="../media/image308.emf"/><Relationship Id="rId2" Type="http://schemas.openxmlformats.org/officeDocument/2006/relationships/oleObject" Target="../embeddings/oleObject19.bin"/><Relationship Id="rId1" Type="http://schemas.openxmlformats.org/officeDocument/2006/relationships/slideLayout" Target="../slideLayouts/slideLayout2.xml"/><Relationship Id="rId6" Type="http://schemas.openxmlformats.org/officeDocument/2006/relationships/oleObject" Target="../embeddings/oleObject21.bin"/><Relationship Id="rId5" Type="http://schemas.openxmlformats.org/officeDocument/2006/relationships/image" Target="../media/image307.wmf"/><Relationship Id="rId4" Type="http://schemas.openxmlformats.org/officeDocument/2006/relationships/oleObject" Target="../embeddings/oleObject20.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F95F-ED5D-7D14-004F-BB3F773AACDB}"/>
              </a:ext>
            </a:extLst>
          </p:cNvPr>
          <p:cNvSpPr>
            <a:spLocks noGrp="1"/>
          </p:cNvSpPr>
          <p:nvPr>
            <p:ph type="ctrTitle"/>
          </p:nvPr>
        </p:nvSpPr>
        <p:spPr>
          <a:xfrm>
            <a:off x="4064000" y="1714500"/>
            <a:ext cx="7848600" cy="1485900"/>
          </a:xfrm>
        </p:spPr>
        <p:txBody>
          <a:bodyPr>
            <a:normAutofit/>
          </a:bodyPr>
          <a:lstStyle/>
          <a:p>
            <a:pPr algn="r"/>
            <a:r>
              <a:rPr kumimoji="0" lang="en-US" sz="4000" b="0" i="0" u="none" strike="noStrike" kern="0" cap="none" spc="0" normalizeH="0" baseline="0" noProof="0" dirty="0">
                <a:ln>
                  <a:noFill/>
                </a:ln>
                <a:solidFill>
                  <a:srgbClr val="5E5E5E"/>
                </a:solidFill>
                <a:effectLst/>
                <a:uLnTx/>
                <a:uFillTx/>
                <a:latin typeface="Century Gothic" panose="020B0502020202020204" pitchFamily="34" charset="0"/>
                <a:cs typeface="Arial" panose="020B0604020202020204" pitchFamily="34" charset="0"/>
              </a:rPr>
              <a:t>Time Series Forecasting</a:t>
            </a:r>
            <a:endParaRPr lang="en-US" sz="4000" b="1" dirty="0">
              <a:solidFill>
                <a:schemeClr val="tx1">
                  <a:lumMod val="75000"/>
                  <a:lumOff val="25000"/>
                </a:schemeClr>
              </a:solidFill>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E2E3432E-C589-ADB8-601E-60B423644398}"/>
              </a:ext>
            </a:extLst>
          </p:cNvPr>
          <p:cNvSpPr>
            <a:spLocks noGrp="1"/>
          </p:cNvSpPr>
          <p:nvPr>
            <p:ph type="subTitle" idx="1"/>
          </p:nvPr>
        </p:nvSpPr>
        <p:spPr>
          <a:xfrm>
            <a:off x="2768600" y="5692351"/>
            <a:ext cx="9144000" cy="1000549"/>
          </a:xfrm>
        </p:spPr>
        <p:txBody>
          <a:bodyPr/>
          <a:lstStyle/>
          <a:p>
            <a:pPr algn="r"/>
            <a:r>
              <a:rPr lang="en-US" dirty="0">
                <a:solidFill>
                  <a:schemeClr val="bg1"/>
                </a:solidFill>
              </a:rPr>
              <a:t>Session8</a:t>
            </a:r>
          </a:p>
          <a:p>
            <a:pPr algn="r"/>
            <a:r>
              <a:rPr lang="en-US" dirty="0">
                <a:solidFill>
                  <a:schemeClr val="bg1"/>
                </a:solidFill>
              </a:rPr>
              <a:t>Aakash Goel</a:t>
            </a:r>
          </a:p>
        </p:txBody>
      </p:sp>
    </p:spTree>
    <p:extLst>
      <p:ext uri="{BB962C8B-B14F-4D97-AF65-F5344CB8AC3E}">
        <p14:creationId xmlns:p14="http://schemas.microsoft.com/office/powerpoint/2010/main" val="248799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Time Series Analysis</a:t>
            </a:r>
          </a:p>
        </p:txBody>
      </p:sp>
      <p:sp>
        <p:nvSpPr>
          <p:cNvPr id="3" name="Content Placeholder 2"/>
          <p:cNvSpPr>
            <a:spLocks noGrp="1"/>
          </p:cNvSpPr>
          <p:nvPr>
            <p:ph idx="1"/>
          </p:nvPr>
        </p:nvSpPr>
        <p:spPr/>
        <p:txBody>
          <a:bodyPr/>
          <a:lstStyle/>
          <a:p>
            <a:r>
              <a:t>Time series analysis involves studying datasets collected over time to identify patterns and forecast future values.</a:t>
            </a:r>
          </a:p>
          <a:p>
            <a:r>
              <a:t>Common applications in manufacturing include predicting production volumes, energy consumption, and other key metrics.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Sustainability 14 15292 g001">
            <a:extLst>
              <a:ext uri="{FF2B5EF4-FFF2-40B4-BE49-F238E27FC236}">
                <a16:creationId xmlns:a16="http://schemas.microsoft.com/office/drawing/2014/main" id="{37333056-993B-314B-151C-1F7502BD9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6704" y="499791"/>
            <a:ext cx="10076033" cy="5186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2226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52" name="Ink 51">
                <a:extLst>
                  <a:ext uri="{FF2B5EF4-FFF2-40B4-BE49-F238E27FC236}">
                    <a16:creationId xmlns:a16="http://schemas.microsoft.com/office/drawing/2014/main" id="{C3DCA0EC-90A1-30EA-6295-32D237424518}"/>
                  </a:ext>
                </a:extLst>
              </p14:cNvPr>
              <p14:cNvContentPartPr/>
              <p14:nvPr/>
            </p14:nvContentPartPr>
            <p14:xfrm>
              <a:off x="5863316" y="3762327"/>
              <a:ext cx="653760" cy="1797840"/>
            </p14:xfrm>
          </p:contentPart>
        </mc:Choice>
        <mc:Fallback>
          <p:pic>
            <p:nvPicPr>
              <p:cNvPr id="52" name="Ink 51">
                <a:extLst>
                  <a:ext uri="{FF2B5EF4-FFF2-40B4-BE49-F238E27FC236}">
                    <a16:creationId xmlns:a16="http://schemas.microsoft.com/office/drawing/2014/main" id="{C3DCA0EC-90A1-30EA-6295-32D237424518}"/>
                  </a:ext>
                </a:extLst>
              </p:cNvPr>
              <p:cNvPicPr/>
              <p:nvPr/>
            </p:nvPicPr>
            <p:blipFill>
              <a:blip r:embed="rId3"/>
              <a:stretch>
                <a:fillRect/>
              </a:stretch>
            </p:blipFill>
            <p:spPr>
              <a:xfrm>
                <a:off x="5858996" y="3758007"/>
                <a:ext cx="662400" cy="1806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6" name="Ink 55">
                <a:extLst>
                  <a:ext uri="{FF2B5EF4-FFF2-40B4-BE49-F238E27FC236}">
                    <a16:creationId xmlns:a16="http://schemas.microsoft.com/office/drawing/2014/main" id="{6AA768AD-9C9D-82A6-B465-FD3B600D47A5}"/>
                  </a:ext>
                </a:extLst>
              </p14:cNvPr>
              <p14:cNvContentPartPr/>
              <p14:nvPr/>
            </p14:nvContentPartPr>
            <p14:xfrm>
              <a:off x="7714436" y="4834407"/>
              <a:ext cx="2785680" cy="221400"/>
            </p14:xfrm>
          </p:contentPart>
        </mc:Choice>
        <mc:Fallback>
          <p:pic>
            <p:nvPicPr>
              <p:cNvPr id="56" name="Ink 55">
                <a:extLst>
                  <a:ext uri="{FF2B5EF4-FFF2-40B4-BE49-F238E27FC236}">
                    <a16:creationId xmlns:a16="http://schemas.microsoft.com/office/drawing/2014/main" id="{6AA768AD-9C9D-82A6-B465-FD3B600D47A5}"/>
                  </a:ext>
                </a:extLst>
              </p:cNvPr>
              <p:cNvPicPr/>
              <p:nvPr/>
            </p:nvPicPr>
            <p:blipFill>
              <a:blip r:embed="rId5"/>
              <a:stretch>
                <a:fillRect/>
              </a:stretch>
            </p:blipFill>
            <p:spPr>
              <a:xfrm>
                <a:off x="7710116" y="4830087"/>
                <a:ext cx="279432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4" name="Ink 53">
                <a:extLst>
                  <a:ext uri="{FF2B5EF4-FFF2-40B4-BE49-F238E27FC236}">
                    <a16:creationId xmlns:a16="http://schemas.microsoft.com/office/drawing/2014/main" id="{E6A09321-4EB7-A1B3-9D17-C71B1AF6921C}"/>
                  </a:ext>
                </a:extLst>
              </p14:cNvPr>
              <p14:cNvContentPartPr/>
              <p14:nvPr/>
            </p14:nvContentPartPr>
            <p14:xfrm>
              <a:off x="6547676" y="3762327"/>
              <a:ext cx="1470240" cy="1388160"/>
            </p14:xfrm>
          </p:contentPart>
        </mc:Choice>
        <mc:Fallback>
          <p:pic>
            <p:nvPicPr>
              <p:cNvPr id="54" name="Ink 53">
                <a:extLst>
                  <a:ext uri="{FF2B5EF4-FFF2-40B4-BE49-F238E27FC236}">
                    <a16:creationId xmlns:a16="http://schemas.microsoft.com/office/drawing/2014/main" id="{E6A09321-4EB7-A1B3-9D17-C71B1AF6921C}"/>
                  </a:ext>
                </a:extLst>
              </p:cNvPr>
              <p:cNvPicPr/>
              <p:nvPr/>
            </p:nvPicPr>
            <p:blipFill>
              <a:blip r:embed="rId7"/>
              <a:stretch>
                <a:fillRect/>
              </a:stretch>
            </p:blipFill>
            <p:spPr>
              <a:xfrm>
                <a:off x="6543356" y="3758007"/>
                <a:ext cx="1478880" cy="1396800"/>
              </a:xfrm>
              <a:prstGeom prst="rect">
                <a:avLst/>
              </a:prstGeom>
            </p:spPr>
          </p:pic>
        </mc:Fallback>
      </mc:AlternateContent>
      <p:grpSp>
        <p:nvGrpSpPr>
          <p:cNvPr id="67" name="Group 66">
            <a:extLst>
              <a:ext uri="{FF2B5EF4-FFF2-40B4-BE49-F238E27FC236}">
                <a16:creationId xmlns:a16="http://schemas.microsoft.com/office/drawing/2014/main" id="{5B9E1F2F-EA1B-8299-6953-DA0B522B85B3}"/>
              </a:ext>
            </a:extLst>
          </p:cNvPr>
          <p:cNvGrpSpPr/>
          <p:nvPr/>
        </p:nvGrpSpPr>
        <p:grpSpPr>
          <a:xfrm>
            <a:off x="273236" y="166647"/>
            <a:ext cx="11468160" cy="6360120"/>
            <a:chOff x="273236" y="166647"/>
            <a:chExt cx="11468160" cy="6360120"/>
          </a:xfrm>
        </p:grpSpPr>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871A669F-2908-A2B2-B458-2A140C2B514F}"/>
                    </a:ext>
                  </a:extLst>
                </p14:cNvPr>
                <p14:cNvContentPartPr/>
                <p14:nvPr/>
              </p14:nvContentPartPr>
              <p14:xfrm>
                <a:off x="493916" y="442407"/>
                <a:ext cx="503640" cy="17640"/>
              </p14:xfrm>
            </p:contentPart>
          </mc:Choice>
          <mc:Fallback>
            <p:pic>
              <p:nvPicPr>
                <p:cNvPr id="2" name="Ink 1">
                  <a:extLst>
                    <a:ext uri="{FF2B5EF4-FFF2-40B4-BE49-F238E27FC236}">
                      <a16:creationId xmlns:a16="http://schemas.microsoft.com/office/drawing/2014/main" id="{871A669F-2908-A2B2-B458-2A140C2B514F}"/>
                    </a:ext>
                  </a:extLst>
                </p:cNvPr>
                <p:cNvPicPr/>
                <p:nvPr/>
              </p:nvPicPr>
              <p:blipFill>
                <a:blip r:embed="rId9"/>
                <a:stretch>
                  <a:fillRect/>
                </a:stretch>
              </p:blipFill>
              <p:spPr>
                <a:xfrm>
                  <a:off x="489596" y="438087"/>
                  <a:ext cx="512280" cy="26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 name="Ink 2">
                  <a:extLst>
                    <a:ext uri="{FF2B5EF4-FFF2-40B4-BE49-F238E27FC236}">
                      <a16:creationId xmlns:a16="http://schemas.microsoft.com/office/drawing/2014/main" id="{1C99D796-B6F8-1006-3620-11E785810FDA}"/>
                    </a:ext>
                  </a:extLst>
                </p14:cNvPr>
                <p14:cNvContentPartPr/>
                <p14:nvPr/>
              </p14:nvContentPartPr>
              <p14:xfrm>
                <a:off x="735836" y="472647"/>
                <a:ext cx="360" cy="421920"/>
              </p14:xfrm>
            </p:contentPart>
          </mc:Choice>
          <mc:Fallback>
            <p:pic>
              <p:nvPicPr>
                <p:cNvPr id="3" name="Ink 2">
                  <a:extLst>
                    <a:ext uri="{FF2B5EF4-FFF2-40B4-BE49-F238E27FC236}">
                      <a16:creationId xmlns:a16="http://schemas.microsoft.com/office/drawing/2014/main" id="{1C99D796-B6F8-1006-3620-11E785810FDA}"/>
                    </a:ext>
                  </a:extLst>
                </p:cNvPr>
                <p:cNvPicPr/>
                <p:nvPr/>
              </p:nvPicPr>
              <p:blipFill>
                <a:blip r:embed="rId11"/>
                <a:stretch>
                  <a:fillRect/>
                </a:stretch>
              </p:blipFill>
              <p:spPr>
                <a:xfrm>
                  <a:off x="731516" y="468327"/>
                  <a:ext cx="9000" cy="430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 name="Ink 4">
                  <a:extLst>
                    <a:ext uri="{FF2B5EF4-FFF2-40B4-BE49-F238E27FC236}">
                      <a16:creationId xmlns:a16="http://schemas.microsoft.com/office/drawing/2014/main" id="{E0152887-8D39-ED0C-496C-C6C560A15B20}"/>
                    </a:ext>
                  </a:extLst>
                </p14:cNvPr>
                <p14:cNvContentPartPr/>
                <p14:nvPr/>
              </p14:nvContentPartPr>
              <p14:xfrm>
                <a:off x="1261436" y="521607"/>
                <a:ext cx="280800" cy="331200"/>
              </p14:xfrm>
            </p:contentPart>
          </mc:Choice>
          <mc:Fallback>
            <p:pic>
              <p:nvPicPr>
                <p:cNvPr id="5" name="Ink 4">
                  <a:extLst>
                    <a:ext uri="{FF2B5EF4-FFF2-40B4-BE49-F238E27FC236}">
                      <a16:creationId xmlns:a16="http://schemas.microsoft.com/office/drawing/2014/main" id="{E0152887-8D39-ED0C-496C-C6C560A15B20}"/>
                    </a:ext>
                  </a:extLst>
                </p:cNvPr>
                <p:cNvPicPr/>
                <p:nvPr/>
              </p:nvPicPr>
              <p:blipFill>
                <a:blip r:embed="rId13"/>
                <a:stretch>
                  <a:fillRect/>
                </a:stretch>
              </p:blipFill>
              <p:spPr>
                <a:xfrm>
                  <a:off x="1257116" y="517287"/>
                  <a:ext cx="289440" cy="339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 name="Ink 6">
                  <a:extLst>
                    <a:ext uri="{FF2B5EF4-FFF2-40B4-BE49-F238E27FC236}">
                      <a16:creationId xmlns:a16="http://schemas.microsoft.com/office/drawing/2014/main" id="{201E8FFC-568C-6A35-CE97-06CF0EA3D9DC}"/>
                    </a:ext>
                  </a:extLst>
                </p14:cNvPr>
                <p14:cNvContentPartPr/>
                <p14:nvPr/>
              </p14:nvContentPartPr>
              <p14:xfrm>
                <a:off x="1692716" y="475887"/>
                <a:ext cx="1609560" cy="645120"/>
              </p14:xfrm>
            </p:contentPart>
          </mc:Choice>
          <mc:Fallback>
            <p:pic>
              <p:nvPicPr>
                <p:cNvPr id="7" name="Ink 6">
                  <a:extLst>
                    <a:ext uri="{FF2B5EF4-FFF2-40B4-BE49-F238E27FC236}">
                      <a16:creationId xmlns:a16="http://schemas.microsoft.com/office/drawing/2014/main" id="{201E8FFC-568C-6A35-CE97-06CF0EA3D9DC}"/>
                    </a:ext>
                  </a:extLst>
                </p:cNvPr>
                <p:cNvPicPr/>
                <p:nvPr/>
              </p:nvPicPr>
              <p:blipFill>
                <a:blip r:embed="rId15"/>
                <a:stretch>
                  <a:fillRect/>
                </a:stretch>
              </p:blipFill>
              <p:spPr>
                <a:xfrm>
                  <a:off x="1688396" y="471567"/>
                  <a:ext cx="1618200" cy="6537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8" name="Ink 7">
                  <a:extLst>
                    <a:ext uri="{FF2B5EF4-FFF2-40B4-BE49-F238E27FC236}">
                      <a16:creationId xmlns:a16="http://schemas.microsoft.com/office/drawing/2014/main" id="{FBF7CF32-2F03-7EC7-3269-EF020794DB88}"/>
                    </a:ext>
                  </a:extLst>
                </p14:cNvPr>
                <p14:cNvContentPartPr/>
                <p14:nvPr/>
              </p14:nvContentPartPr>
              <p14:xfrm>
                <a:off x="273236" y="1249887"/>
                <a:ext cx="3275640" cy="200880"/>
              </p14:xfrm>
            </p:contentPart>
          </mc:Choice>
          <mc:Fallback>
            <p:pic>
              <p:nvPicPr>
                <p:cNvPr id="8" name="Ink 7">
                  <a:extLst>
                    <a:ext uri="{FF2B5EF4-FFF2-40B4-BE49-F238E27FC236}">
                      <a16:creationId xmlns:a16="http://schemas.microsoft.com/office/drawing/2014/main" id="{FBF7CF32-2F03-7EC7-3269-EF020794DB88}"/>
                    </a:ext>
                  </a:extLst>
                </p:cNvPr>
                <p:cNvPicPr/>
                <p:nvPr/>
              </p:nvPicPr>
              <p:blipFill>
                <a:blip r:embed="rId17"/>
                <a:stretch>
                  <a:fillRect/>
                </a:stretch>
              </p:blipFill>
              <p:spPr>
                <a:xfrm>
                  <a:off x="268916" y="1245567"/>
                  <a:ext cx="328428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254CF628-E8B5-11A6-F766-C2851B8C429B}"/>
                    </a:ext>
                  </a:extLst>
                </p14:cNvPr>
                <p14:cNvContentPartPr/>
                <p14:nvPr/>
              </p14:nvContentPartPr>
              <p14:xfrm>
                <a:off x="4203716" y="470847"/>
                <a:ext cx="2422800" cy="1725840"/>
              </p14:xfrm>
            </p:contentPart>
          </mc:Choice>
          <mc:Fallback>
            <p:pic>
              <p:nvPicPr>
                <p:cNvPr id="10" name="Ink 9">
                  <a:extLst>
                    <a:ext uri="{FF2B5EF4-FFF2-40B4-BE49-F238E27FC236}">
                      <a16:creationId xmlns:a16="http://schemas.microsoft.com/office/drawing/2014/main" id="{254CF628-E8B5-11A6-F766-C2851B8C429B}"/>
                    </a:ext>
                  </a:extLst>
                </p:cNvPr>
                <p:cNvPicPr/>
                <p:nvPr/>
              </p:nvPicPr>
              <p:blipFill>
                <a:blip r:embed="rId19"/>
                <a:stretch>
                  <a:fillRect/>
                </a:stretch>
              </p:blipFill>
              <p:spPr>
                <a:xfrm>
                  <a:off x="4199396" y="466527"/>
                  <a:ext cx="2431440" cy="1734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64D562F3-A2C3-4194-ED44-2154F641D24C}"/>
                    </a:ext>
                  </a:extLst>
                </p14:cNvPr>
                <p14:cNvContentPartPr/>
                <p14:nvPr/>
              </p14:nvContentPartPr>
              <p14:xfrm>
                <a:off x="7651436" y="651207"/>
                <a:ext cx="1491840" cy="1428480"/>
              </p14:xfrm>
            </p:contentPart>
          </mc:Choice>
          <mc:Fallback>
            <p:pic>
              <p:nvPicPr>
                <p:cNvPr id="12" name="Ink 11">
                  <a:extLst>
                    <a:ext uri="{FF2B5EF4-FFF2-40B4-BE49-F238E27FC236}">
                      <a16:creationId xmlns:a16="http://schemas.microsoft.com/office/drawing/2014/main" id="{64D562F3-A2C3-4194-ED44-2154F641D24C}"/>
                    </a:ext>
                  </a:extLst>
                </p:cNvPr>
                <p:cNvPicPr/>
                <p:nvPr/>
              </p:nvPicPr>
              <p:blipFill>
                <a:blip r:embed="rId21"/>
                <a:stretch>
                  <a:fillRect/>
                </a:stretch>
              </p:blipFill>
              <p:spPr>
                <a:xfrm>
                  <a:off x="7647116" y="646887"/>
                  <a:ext cx="1500480" cy="1437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24A73EAB-5506-AF6D-6E07-46EF9968CB80}"/>
                    </a:ext>
                  </a:extLst>
                </p14:cNvPr>
                <p14:cNvContentPartPr/>
                <p14:nvPr/>
              </p14:nvContentPartPr>
              <p14:xfrm>
                <a:off x="4077716" y="272847"/>
                <a:ext cx="221040" cy="1748520"/>
              </p14:xfrm>
            </p:contentPart>
          </mc:Choice>
          <mc:Fallback>
            <p:pic>
              <p:nvPicPr>
                <p:cNvPr id="14" name="Ink 13">
                  <a:extLst>
                    <a:ext uri="{FF2B5EF4-FFF2-40B4-BE49-F238E27FC236}">
                      <a16:creationId xmlns:a16="http://schemas.microsoft.com/office/drawing/2014/main" id="{24A73EAB-5506-AF6D-6E07-46EF9968CB80}"/>
                    </a:ext>
                  </a:extLst>
                </p:cNvPr>
                <p:cNvPicPr/>
                <p:nvPr/>
              </p:nvPicPr>
              <p:blipFill>
                <a:blip r:embed="rId23"/>
                <a:stretch>
                  <a:fillRect/>
                </a:stretch>
              </p:blipFill>
              <p:spPr>
                <a:xfrm>
                  <a:off x="4073396" y="268527"/>
                  <a:ext cx="229680" cy="17571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7F1FBEDB-2558-D6EB-7AF4-E694C6BB5C63}"/>
                    </a:ext>
                  </a:extLst>
                </p14:cNvPr>
                <p14:cNvContentPartPr/>
                <p14:nvPr/>
              </p14:nvContentPartPr>
              <p14:xfrm>
                <a:off x="4103636" y="166647"/>
                <a:ext cx="385200" cy="291240"/>
              </p14:xfrm>
            </p:contentPart>
          </mc:Choice>
          <mc:Fallback>
            <p:pic>
              <p:nvPicPr>
                <p:cNvPr id="15" name="Ink 14">
                  <a:extLst>
                    <a:ext uri="{FF2B5EF4-FFF2-40B4-BE49-F238E27FC236}">
                      <a16:creationId xmlns:a16="http://schemas.microsoft.com/office/drawing/2014/main" id="{7F1FBEDB-2558-D6EB-7AF4-E694C6BB5C63}"/>
                    </a:ext>
                  </a:extLst>
                </p:cNvPr>
                <p:cNvPicPr/>
                <p:nvPr/>
              </p:nvPicPr>
              <p:blipFill>
                <a:blip r:embed="rId25"/>
                <a:stretch>
                  <a:fillRect/>
                </a:stretch>
              </p:blipFill>
              <p:spPr>
                <a:xfrm>
                  <a:off x="4099316" y="162327"/>
                  <a:ext cx="39384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20AE7112-59E3-7A15-9BA7-3EF6A5B07195}"/>
                    </a:ext>
                  </a:extLst>
                </p14:cNvPr>
                <p14:cNvContentPartPr/>
                <p14:nvPr/>
              </p14:nvContentPartPr>
              <p14:xfrm>
                <a:off x="3678836" y="286167"/>
                <a:ext cx="409680" cy="291240"/>
              </p14:xfrm>
            </p:contentPart>
          </mc:Choice>
          <mc:Fallback>
            <p:pic>
              <p:nvPicPr>
                <p:cNvPr id="16" name="Ink 15">
                  <a:extLst>
                    <a:ext uri="{FF2B5EF4-FFF2-40B4-BE49-F238E27FC236}">
                      <a16:creationId xmlns:a16="http://schemas.microsoft.com/office/drawing/2014/main" id="{20AE7112-59E3-7A15-9BA7-3EF6A5B07195}"/>
                    </a:ext>
                  </a:extLst>
                </p:cNvPr>
                <p:cNvPicPr/>
                <p:nvPr/>
              </p:nvPicPr>
              <p:blipFill>
                <a:blip r:embed="rId27"/>
                <a:stretch>
                  <a:fillRect/>
                </a:stretch>
              </p:blipFill>
              <p:spPr>
                <a:xfrm>
                  <a:off x="3674516" y="281847"/>
                  <a:ext cx="41832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F6562F38-413E-964A-BFF2-FA47B070FAAF}"/>
                    </a:ext>
                  </a:extLst>
                </p14:cNvPr>
                <p14:cNvContentPartPr/>
                <p14:nvPr/>
              </p14:nvContentPartPr>
              <p14:xfrm>
                <a:off x="3960356" y="1702407"/>
                <a:ext cx="3263040" cy="1094040"/>
              </p14:xfrm>
            </p:contentPart>
          </mc:Choice>
          <mc:Fallback>
            <p:pic>
              <p:nvPicPr>
                <p:cNvPr id="17" name="Ink 16">
                  <a:extLst>
                    <a:ext uri="{FF2B5EF4-FFF2-40B4-BE49-F238E27FC236}">
                      <a16:creationId xmlns:a16="http://schemas.microsoft.com/office/drawing/2014/main" id="{F6562F38-413E-964A-BFF2-FA47B070FAAF}"/>
                    </a:ext>
                  </a:extLst>
                </p:cNvPr>
                <p:cNvPicPr/>
                <p:nvPr/>
              </p:nvPicPr>
              <p:blipFill>
                <a:blip r:embed="rId29"/>
                <a:stretch>
                  <a:fillRect/>
                </a:stretch>
              </p:blipFill>
              <p:spPr>
                <a:xfrm>
                  <a:off x="3956036" y="1698087"/>
                  <a:ext cx="3271680" cy="11026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09FEB923-94F7-E6A5-5818-CC86A3981F0B}"/>
                    </a:ext>
                  </a:extLst>
                </p14:cNvPr>
                <p14:cNvContentPartPr/>
                <p14:nvPr/>
              </p14:nvContentPartPr>
              <p14:xfrm>
                <a:off x="5874476" y="2911287"/>
                <a:ext cx="489240" cy="273240"/>
              </p14:xfrm>
            </p:contentPart>
          </mc:Choice>
          <mc:Fallback>
            <p:pic>
              <p:nvPicPr>
                <p:cNvPr id="18" name="Ink 17">
                  <a:extLst>
                    <a:ext uri="{FF2B5EF4-FFF2-40B4-BE49-F238E27FC236}">
                      <a16:creationId xmlns:a16="http://schemas.microsoft.com/office/drawing/2014/main" id="{09FEB923-94F7-E6A5-5818-CC86A3981F0B}"/>
                    </a:ext>
                  </a:extLst>
                </p:cNvPr>
                <p:cNvPicPr/>
                <p:nvPr/>
              </p:nvPicPr>
              <p:blipFill>
                <a:blip r:embed="rId31"/>
                <a:stretch>
                  <a:fillRect/>
                </a:stretch>
              </p:blipFill>
              <p:spPr>
                <a:xfrm>
                  <a:off x="5870156" y="2906967"/>
                  <a:ext cx="49788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66BF3AFD-7D7C-E465-005D-FD7719F57A5D}"/>
                    </a:ext>
                  </a:extLst>
                </p14:cNvPr>
                <p14:cNvContentPartPr/>
                <p14:nvPr/>
              </p14:nvContentPartPr>
              <p14:xfrm>
                <a:off x="6380996" y="2732727"/>
                <a:ext cx="124920" cy="801000"/>
              </p14:xfrm>
            </p:contentPart>
          </mc:Choice>
          <mc:Fallback>
            <p:pic>
              <p:nvPicPr>
                <p:cNvPr id="19" name="Ink 18">
                  <a:extLst>
                    <a:ext uri="{FF2B5EF4-FFF2-40B4-BE49-F238E27FC236}">
                      <a16:creationId xmlns:a16="http://schemas.microsoft.com/office/drawing/2014/main" id="{66BF3AFD-7D7C-E465-005D-FD7719F57A5D}"/>
                    </a:ext>
                  </a:extLst>
                </p:cNvPr>
                <p:cNvPicPr/>
                <p:nvPr/>
              </p:nvPicPr>
              <p:blipFill>
                <a:blip r:embed="rId33"/>
                <a:stretch>
                  <a:fillRect/>
                </a:stretch>
              </p:blipFill>
              <p:spPr>
                <a:xfrm>
                  <a:off x="6376676" y="2728407"/>
                  <a:ext cx="133560" cy="8096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BE1447F2-183F-AC18-6B34-5C19E39CC900}"/>
                    </a:ext>
                  </a:extLst>
                </p14:cNvPr>
                <p14:cNvContentPartPr/>
                <p14:nvPr/>
              </p14:nvContentPartPr>
              <p14:xfrm>
                <a:off x="6674036" y="3016047"/>
                <a:ext cx="357840" cy="351360"/>
              </p14:xfrm>
            </p:contentPart>
          </mc:Choice>
          <mc:Fallback>
            <p:pic>
              <p:nvPicPr>
                <p:cNvPr id="20" name="Ink 19">
                  <a:extLst>
                    <a:ext uri="{FF2B5EF4-FFF2-40B4-BE49-F238E27FC236}">
                      <a16:creationId xmlns:a16="http://schemas.microsoft.com/office/drawing/2014/main" id="{BE1447F2-183F-AC18-6B34-5C19E39CC900}"/>
                    </a:ext>
                  </a:extLst>
                </p:cNvPr>
                <p:cNvPicPr/>
                <p:nvPr/>
              </p:nvPicPr>
              <p:blipFill>
                <a:blip r:embed="rId35"/>
                <a:stretch>
                  <a:fillRect/>
                </a:stretch>
              </p:blipFill>
              <p:spPr>
                <a:xfrm>
                  <a:off x="6669716" y="3011727"/>
                  <a:ext cx="36648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D01AE2B2-5F63-792D-ECF9-CCFFE50DF0DF}"/>
                    </a:ext>
                  </a:extLst>
                </p14:cNvPr>
                <p14:cNvContentPartPr/>
                <p14:nvPr/>
              </p14:nvContentPartPr>
              <p14:xfrm>
                <a:off x="371516" y="3437247"/>
                <a:ext cx="554040" cy="695520"/>
              </p14:xfrm>
            </p:contentPart>
          </mc:Choice>
          <mc:Fallback>
            <p:pic>
              <p:nvPicPr>
                <p:cNvPr id="22" name="Ink 21">
                  <a:extLst>
                    <a:ext uri="{FF2B5EF4-FFF2-40B4-BE49-F238E27FC236}">
                      <a16:creationId xmlns:a16="http://schemas.microsoft.com/office/drawing/2014/main" id="{D01AE2B2-5F63-792D-ECF9-CCFFE50DF0DF}"/>
                    </a:ext>
                  </a:extLst>
                </p:cNvPr>
                <p:cNvPicPr/>
                <p:nvPr/>
              </p:nvPicPr>
              <p:blipFill>
                <a:blip r:embed="rId37"/>
                <a:stretch>
                  <a:fillRect/>
                </a:stretch>
              </p:blipFill>
              <p:spPr>
                <a:xfrm>
                  <a:off x="367196" y="3432927"/>
                  <a:ext cx="562680" cy="704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3" name="Ink 22">
                  <a:extLst>
                    <a:ext uri="{FF2B5EF4-FFF2-40B4-BE49-F238E27FC236}">
                      <a16:creationId xmlns:a16="http://schemas.microsoft.com/office/drawing/2014/main" id="{3FB95679-D8D4-0F6D-7643-34089570A0CA}"/>
                    </a:ext>
                  </a:extLst>
                </p14:cNvPr>
                <p14:cNvContentPartPr/>
                <p14:nvPr/>
              </p14:nvContentPartPr>
              <p14:xfrm>
                <a:off x="1008716" y="3750807"/>
                <a:ext cx="308160" cy="376560"/>
              </p14:xfrm>
            </p:contentPart>
          </mc:Choice>
          <mc:Fallback>
            <p:pic>
              <p:nvPicPr>
                <p:cNvPr id="23" name="Ink 22">
                  <a:extLst>
                    <a:ext uri="{FF2B5EF4-FFF2-40B4-BE49-F238E27FC236}">
                      <a16:creationId xmlns:a16="http://schemas.microsoft.com/office/drawing/2014/main" id="{3FB95679-D8D4-0F6D-7643-34089570A0CA}"/>
                    </a:ext>
                  </a:extLst>
                </p:cNvPr>
                <p:cNvPicPr/>
                <p:nvPr/>
              </p:nvPicPr>
              <p:blipFill>
                <a:blip r:embed="rId39"/>
                <a:stretch>
                  <a:fillRect/>
                </a:stretch>
              </p:blipFill>
              <p:spPr>
                <a:xfrm>
                  <a:off x="1004396" y="3746487"/>
                  <a:ext cx="316800" cy="385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4" name="Ink 23">
                  <a:extLst>
                    <a:ext uri="{FF2B5EF4-FFF2-40B4-BE49-F238E27FC236}">
                      <a16:creationId xmlns:a16="http://schemas.microsoft.com/office/drawing/2014/main" id="{12326AB9-9FAA-C661-41B0-F12F5742AA12}"/>
                    </a:ext>
                  </a:extLst>
                </p14:cNvPr>
                <p14:cNvContentPartPr/>
                <p14:nvPr/>
              </p14:nvContentPartPr>
              <p14:xfrm>
                <a:off x="1501196" y="3639207"/>
                <a:ext cx="526320" cy="801360"/>
              </p14:xfrm>
            </p:contentPart>
          </mc:Choice>
          <mc:Fallback>
            <p:pic>
              <p:nvPicPr>
                <p:cNvPr id="24" name="Ink 23">
                  <a:extLst>
                    <a:ext uri="{FF2B5EF4-FFF2-40B4-BE49-F238E27FC236}">
                      <a16:creationId xmlns:a16="http://schemas.microsoft.com/office/drawing/2014/main" id="{12326AB9-9FAA-C661-41B0-F12F5742AA12}"/>
                    </a:ext>
                  </a:extLst>
                </p:cNvPr>
                <p:cNvPicPr/>
                <p:nvPr/>
              </p:nvPicPr>
              <p:blipFill>
                <a:blip r:embed="rId41"/>
                <a:stretch>
                  <a:fillRect/>
                </a:stretch>
              </p:blipFill>
              <p:spPr>
                <a:xfrm>
                  <a:off x="1496876" y="3634887"/>
                  <a:ext cx="534960" cy="810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45D46AFE-7272-D374-E80A-1482BD514FCE}"/>
                    </a:ext>
                  </a:extLst>
                </p14:cNvPr>
                <p14:cNvContentPartPr/>
                <p14:nvPr/>
              </p14:nvContentPartPr>
              <p14:xfrm>
                <a:off x="2338916" y="3246807"/>
                <a:ext cx="1351440" cy="962280"/>
              </p14:xfrm>
            </p:contentPart>
          </mc:Choice>
          <mc:Fallback>
            <p:pic>
              <p:nvPicPr>
                <p:cNvPr id="26" name="Ink 25">
                  <a:extLst>
                    <a:ext uri="{FF2B5EF4-FFF2-40B4-BE49-F238E27FC236}">
                      <a16:creationId xmlns:a16="http://schemas.microsoft.com/office/drawing/2014/main" id="{45D46AFE-7272-D374-E80A-1482BD514FCE}"/>
                    </a:ext>
                  </a:extLst>
                </p:cNvPr>
                <p:cNvPicPr/>
                <p:nvPr/>
              </p:nvPicPr>
              <p:blipFill>
                <a:blip r:embed="rId43"/>
                <a:stretch>
                  <a:fillRect/>
                </a:stretch>
              </p:blipFill>
              <p:spPr>
                <a:xfrm>
                  <a:off x="2334596" y="3242487"/>
                  <a:ext cx="1360080" cy="9709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D1A40D23-837F-FFCD-C812-A5CF7256292E}"/>
                    </a:ext>
                  </a:extLst>
                </p14:cNvPr>
                <p14:cNvContentPartPr/>
                <p14:nvPr/>
              </p14:nvContentPartPr>
              <p14:xfrm>
                <a:off x="3720596" y="3531207"/>
                <a:ext cx="360" cy="360"/>
              </p14:xfrm>
            </p:contentPart>
          </mc:Choice>
          <mc:Fallback>
            <p:pic>
              <p:nvPicPr>
                <p:cNvPr id="27" name="Ink 26">
                  <a:extLst>
                    <a:ext uri="{FF2B5EF4-FFF2-40B4-BE49-F238E27FC236}">
                      <a16:creationId xmlns:a16="http://schemas.microsoft.com/office/drawing/2014/main" id="{D1A40D23-837F-FFCD-C812-A5CF7256292E}"/>
                    </a:ext>
                  </a:extLst>
                </p:cNvPr>
                <p:cNvPicPr/>
                <p:nvPr/>
              </p:nvPicPr>
              <p:blipFill>
                <a:blip r:embed="rId45"/>
                <a:stretch>
                  <a:fillRect/>
                </a:stretch>
              </p:blipFill>
              <p:spPr>
                <a:xfrm>
                  <a:off x="3716276" y="352688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8" name="Ink 27">
                  <a:extLst>
                    <a:ext uri="{FF2B5EF4-FFF2-40B4-BE49-F238E27FC236}">
                      <a16:creationId xmlns:a16="http://schemas.microsoft.com/office/drawing/2014/main" id="{D8D78D86-4928-15D4-C430-C5D87A41467E}"/>
                    </a:ext>
                  </a:extLst>
                </p14:cNvPr>
                <p14:cNvContentPartPr/>
                <p14:nvPr/>
              </p14:nvContentPartPr>
              <p14:xfrm>
                <a:off x="3924356" y="3531207"/>
                <a:ext cx="7200" cy="577800"/>
              </p14:xfrm>
            </p:contentPart>
          </mc:Choice>
          <mc:Fallback>
            <p:pic>
              <p:nvPicPr>
                <p:cNvPr id="28" name="Ink 27">
                  <a:extLst>
                    <a:ext uri="{FF2B5EF4-FFF2-40B4-BE49-F238E27FC236}">
                      <a16:creationId xmlns:a16="http://schemas.microsoft.com/office/drawing/2014/main" id="{D8D78D86-4928-15D4-C430-C5D87A41467E}"/>
                    </a:ext>
                  </a:extLst>
                </p:cNvPr>
                <p:cNvPicPr/>
                <p:nvPr/>
              </p:nvPicPr>
              <p:blipFill>
                <a:blip r:embed="rId47"/>
                <a:stretch>
                  <a:fillRect/>
                </a:stretch>
              </p:blipFill>
              <p:spPr>
                <a:xfrm>
                  <a:off x="3920036" y="3526887"/>
                  <a:ext cx="15840" cy="586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9" name="Ink 28">
                  <a:extLst>
                    <a:ext uri="{FF2B5EF4-FFF2-40B4-BE49-F238E27FC236}">
                      <a16:creationId xmlns:a16="http://schemas.microsoft.com/office/drawing/2014/main" id="{A2F1C909-3803-F096-3829-7E227EDA27F2}"/>
                    </a:ext>
                  </a:extLst>
                </p14:cNvPr>
                <p14:cNvContentPartPr/>
                <p14:nvPr/>
              </p14:nvContentPartPr>
              <p14:xfrm>
                <a:off x="3762716" y="3689607"/>
                <a:ext cx="943200" cy="955440"/>
              </p14:xfrm>
            </p:contentPart>
          </mc:Choice>
          <mc:Fallback>
            <p:pic>
              <p:nvPicPr>
                <p:cNvPr id="29" name="Ink 28">
                  <a:extLst>
                    <a:ext uri="{FF2B5EF4-FFF2-40B4-BE49-F238E27FC236}">
                      <a16:creationId xmlns:a16="http://schemas.microsoft.com/office/drawing/2014/main" id="{A2F1C909-3803-F096-3829-7E227EDA27F2}"/>
                    </a:ext>
                  </a:extLst>
                </p:cNvPr>
                <p:cNvPicPr/>
                <p:nvPr/>
              </p:nvPicPr>
              <p:blipFill>
                <a:blip r:embed="rId49"/>
                <a:stretch>
                  <a:fillRect/>
                </a:stretch>
              </p:blipFill>
              <p:spPr>
                <a:xfrm>
                  <a:off x="3758396" y="3685287"/>
                  <a:ext cx="951840" cy="9640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0" name="Ink 29">
                  <a:extLst>
                    <a:ext uri="{FF2B5EF4-FFF2-40B4-BE49-F238E27FC236}">
                      <a16:creationId xmlns:a16="http://schemas.microsoft.com/office/drawing/2014/main" id="{25E8B97C-A57F-917F-1ABC-C980C44BF638}"/>
                    </a:ext>
                  </a:extLst>
                </p14:cNvPr>
                <p14:cNvContentPartPr/>
                <p14:nvPr/>
              </p14:nvContentPartPr>
              <p14:xfrm>
                <a:off x="946076" y="4624527"/>
                <a:ext cx="4405680" cy="178200"/>
              </p14:xfrm>
            </p:contentPart>
          </mc:Choice>
          <mc:Fallback>
            <p:pic>
              <p:nvPicPr>
                <p:cNvPr id="30" name="Ink 29">
                  <a:extLst>
                    <a:ext uri="{FF2B5EF4-FFF2-40B4-BE49-F238E27FC236}">
                      <a16:creationId xmlns:a16="http://schemas.microsoft.com/office/drawing/2014/main" id="{25E8B97C-A57F-917F-1ABC-C980C44BF638}"/>
                    </a:ext>
                  </a:extLst>
                </p:cNvPr>
                <p:cNvPicPr/>
                <p:nvPr/>
              </p:nvPicPr>
              <p:blipFill>
                <a:blip r:embed="rId51"/>
                <a:stretch>
                  <a:fillRect/>
                </a:stretch>
              </p:blipFill>
              <p:spPr>
                <a:xfrm>
                  <a:off x="941756" y="4620207"/>
                  <a:ext cx="441432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8C9AE7E3-30E7-7105-799F-D0A3E643D37D}"/>
                    </a:ext>
                  </a:extLst>
                </p14:cNvPr>
                <p14:cNvContentPartPr/>
                <p14:nvPr/>
              </p14:nvContentPartPr>
              <p14:xfrm>
                <a:off x="5717156" y="4440567"/>
                <a:ext cx="5934960" cy="1004400"/>
              </p14:xfrm>
            </p:contentPart>
          </mc:Choice>
          <mc:Fallback>
            <p:pic>
              <p:nvPicPr>
                <p:cNvPr id="32" name="Ink 31">
                  <a:extLst>
                    <a:ext uri="{FF2B5EF4-FFF2-40B4-BE49-F238E27FC236}">
                      <a16:creationId xmlns:a16="http://schemas.microsoft.com/office/drawing/2014/main" id="{8C9AE7E3-30E7-7105-799F-D0A3E643D37D}"/>
                    </a:ext>
                  </a:extLst>
                </p:cNvPr>
                <p:cNvPicPr/>
                <p:nvPr/>
              </p:nvPicPr>
              <p:blipFill>
                <a:blip r:embed="rId53"/>
                <a:stretch>
                  <a:fillRect/>
                </a:stretch>
              </p:blipFill>
              <p:spPr>
                <a:xfrm>
                  <a:off x="5712836" y="4436247"/>
                  <a:ext cx="5943600" cy="1013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FC44343F-54A9-9162-8B6A-A0CB6317686D}"/>
                    </a:ext>
                  </a:extLst>
                </p14:cNvPr>
                <p14:cNvContentPartPr/>
                <p14:nvPr/>
              </p14:nvContentPartPr>
              <p14:xfrm>
                <a:off x="5592236" y="2995527"/>
                <a:ext cx="300600" cy="2396160"/>
              </p14:xfrm>
            </p:contentPart>
          </mc:Choice>
          <mc:Fallback>
            <p:pic>
              <p:nvPicPr>
                <p:cNvPr id="33" name="Ink 32">
                  <a:extLst>
                    <a:ext uri="{FF2B5EF4-FFF2-40B4-BE49-F238E27FC236}">
                      <a16:creationId xmlns:a16="http://schemas.microsoft.com/office/drawing/2014/main" id="{FC44343F-54A9-9162-8B6A-A0CB6317686D}"/>
                    </a:ext>
                  </a:extLst>
                </p:cNvPr>
                <p:cNvPicPr/>
                <p:nvPr/>
              </p:nvPicPr>
              <p:blipFill>
                <a:blip r:embed="rId55"/>
                <a:stretch>
                  <a:fillRect/>
                </a:stretch>
              </p:blipFill>
              <p:spPr>
                <a:xfrm>
                  <a:off x="5587916" y="2991207"/>
                  <a:ext cx="309240" cy="2404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5" name="Ink 34">
                  <a:extLst>
                    <a:ext uri="{FF2B5EF4-FFF2-40B4-BE49-F238E27FC236}">
                      <a16:creationId xmlns:a16="http://schemas.microsoft.com/office/drawing/2014/main" id="{3C5A3080-D545-48CB-08B1-133E00A12D25}"/>
                    </a:ext>
                  </a:extLst>
                </p14:cNvPr>
                <p14:cNvContentPartPr/>
                <p14:nvPr/>
              </p14:nvContentPartPr>
              <p14:xfrm>
                <a:off x="6663596" y="5108007"/>
                <a:ext cx="6840" cy="457920"/>
              </p14:xfrm>
            </p:contentPart>
          </mc:Choice>
          <mc:Fallback>
            <p:pic>
              <p:nvPicPr>
                <p:cNvPr id="35" name="Ink 34">
                  <a:extLst>
                    <a:ext uri="{FF2B5EF4-FFF2-40B4-BE49-F238E27FC236}">
                      <a16:creationId xmlns:a16="http://schemas.microsoft.com/office/drawing/2014/main" id="{3C5A3080-D545-48CB-08B1-133E00A12D25}"/>
                    </a:ext>
                  </a:extLst>
                </p:cNvPr>
                <p:cNvPicPr/>
                <p:nvPr/>
              </p:nvPicPr>
              <p:blipFill>
                <a:blip r:embed="rId57"/>
                <a:stretch>
                  <a:fillRect/>
                </a:stretch>
              </p:blipFill>
              <p:spPr>
                <a:xfrm>
                  <a:off x="6659276" y="5103687"/>
                  <a:ext cx="15480" cy="4665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65EA6788-8EA2-E974-551D-8ACF0E2982F9}"/>
                    </a:ext>
                  </a:extLst>
                </p14:cNvPr>
                <p14:cNvContentPartPr/>
                <p14:nvPr/>
              </p14:nvContentPartPr>
              <p14:xfrm>
                <a:off x="6599876" y="5822247"/>
                <a:ext cx="18000" cy="353520"/>
              </p14:xfrm>
            </p:contentPart>
          </mc:Choice>
          <mc:Fallback>
            <p:pic>
              <p:nvPicPr>
                <p:cNvPr id="36" name="Ink 35">
                  <a:extLst>
                    <a:ext uri="{FF2B5EF4-FFF2-40B4-BE49-F238E27FC236}">
                      <a16:creationId xmlns:a16="http://schemas.microsoft.com/office/drawing/2014/main" id="{65EA6788-8EA2-E974-551D-8ACF0E2982F9}"/>
                    </a:ext>
                  </a:extLst>
                </p:cNvPr>
                <p:cNvPicPr/>
                <p:nvPr/>
              </p:nvPicPr>
              <p:blipFill>
                <a:blip r:embed="rId59"/>
                <a:stretch>
                  <a:fillRect/>
                </a:stretch>
              </p:blipFill>
              <p:spPr>
                <a:xfrm>
                  <a:off x="6595556" y="5817927"/>
                  <a:ext cx="26640" cy="36216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3D79842A-4C3F-B37C-BD17-3367264ACE7E}"/>
                    </a:ext>
                  </a:extLst>
                </p14:cNvPr>
                <p14:cNvContentPartPr/>
                <p14:nvPr/>
              </p14:nvContentPartPr>
              <p14:xfrm>
                <a:off x="6820916" y="5895687"/>
                <a:ext cx="501840" cy="345960"/>
              </p14:xfrm>
            </p:contentPart>
          </mc:Choice>
          <mc:Fallback>
            <p:pic>
              <p:nvPicPr>
                <p:cNvPr id="37" name="Ink 36">
                  <a:extLst>
                    <a:ext uri="{FF2B5EF4-FFF2-40B4-BE49-F238E27FC236}">
                      <a16:creationId xmlns:a16="http://schemas.microsoft.com/office/drawing/2014/main" id="{3D79842A-4C3F-B37C-BD17-3367264ACE7E}"/>
                    </a:ext>
                  </a:extLst>
                </p:cNvPr>
                <p:cNvPicPr/>
                <p:nvPr/>
              </p:nvPicPr>
              <p:blipFill>
                <a:blip r:embed="rId61"/>
                <a:stretch>
                  <a:fillRect/>
                </a:stretch>
              </p:blipFill>
              <p:spPr>
                <a:xfrm>
                  <a:off x="6816596" y="5891367"/>
                  <a:ext cx="51048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2DC1DCFF-4B8F-456A-C0E9-550AC87E0B31}"/>
                    </a:ext>
                  </a:extLst>
                </p14:cNvPr>
                <p14:cNvContentPartPr/>
                <p14:nvPr/>
              </p14:nvContentPartPr>
              <p14:xfrm>
                <a:off x="7861676" y="5002887"/>
                <a:ext cx="360" cy="345960"/>
              </p14:xfrm>
            </p:contentPart>
          </mc:Choice>
          <mc:Fallback>
            <p:pic>
              <p:nvPicPr>
                <p:cNvPr id="38" name="Ink 37">
                  <a:extLst>
                    <a:ext uri="{FF2B5EF4-FFF2-40B4-BE49-F238E27FC236}">
                      <a16:creationId xmlns:a16="http://schemas.microsoft.com/office/drawing/2014/main" id="{2DC1DCFF-4B8F-456A-C0E9-550AC87E0B31}"/>
                    </a:ext>
                  </a:extLst>
                </p:cNvPr>
                <p:cNvPicPr/>
                <p:nvPr/>
              </p:nvPicPr>
              <p:blipFill>
                <a:blip r:embed="rId63"/>
                <a:stretch>
                  <a:fillRect/>
                </a:stretch>
              </p:blipFill>
              <p:spPr>
                <a:xfrm>
                  <a:off x="7857356" y="4998567"/>
                  <a:ext cx="900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9" name="Ink 38">
                  <a:extLst>
                    <a:ext uri="{FF2B5EF4-FFF2-40B4-BE49-F238E27FC236}">
                      <a16:creationId xmlns:a16="http://schemas.microsoft.com/office/drawing/2014/main" id="{AF1B6F64-3513-EBED-B1AB-323B1B3A0D9F}"/>
                    </a:ext>
                  </a:extLst>
                </p14:cNvPr>
                <p14:cNvContentPartPr/>
                <p14:nvPr/>
              </p14:nvContentPartPr>
              <p14:xfrm>
                <a:off x="7798676" y="5683287"/>
                <a:ext cx="335160" cy="313560"/>
              </p14:xfrm>
            </p:contentPart>
          </mc:Choice>
          <mc:Fallback>
            <p:pic>
              <p:nvPicPr>
                <p:cNvPr id="39" name="Ink 38">
                  <a:extLst>
                    <a:ext uri="{FF2B5EF4-FFF2-40B4-BE49-F238E27FC236}">
                      <a16:creationId xmlns:a16="http://schemas.microsoft.com/office/drawing/2014/main" id="{AF1B6F64-3513-EBED-B1AB-323B1B3A0D9F}"/>
                    </a:ext>
                  </a:extLst>
                </p:cNvPr>
                <p:cNvPicPr/>
                <p:nvPr/>
              </p:nvPicPr>
              <p:blipFill>
                <a:blip r:embed="rId65"/>
                <a:stretch>
                  <a:fillRect/>
                </a:stretch>
              </p:blipFill>
              <p:spPr>
                <a:xfrm>
                  <a:off x="7794356" y="5678967"/>
                  <a:ext cx="343800" cy="322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0" name="Ink 39">
                  <a:extLst>
                    <a:ext uri="{FF2B5EF4-FFF2-40B4-BE49-F238E27FC236}">
                      <a16:creationId xmlns:a16="http://schemas.microsoft.com/office/drawing/2014/main" id="{0D951230-04D7-39C4-C7D5-E78BDB7136BC}"/>
                    </a:ext>
                  </a:extLst>
                </p14:cNvPr>
                <p14:cNvContentPartPr/>
                <p14:nvPr/>
              </p14:nvContentPartPr>
              <p14:xfrm>
                <a:off x="8187116" y="5718567"/>
                <a:ext cx="270000" cy="407880"/>
              </p14:xfrm>
            </p:contentPart>
          </mc:Choice>
          <mc:Fallback>
            <p:pic>
              <p:nvPicPr>
                <p:cNvPr id="40" name="Ink 39">
                  <a:extLst>
                    <a:ext uri="{FF2B5EF4-FFF2-40B4-BE49-F238E27FC236}">
                      <a16:creationId xmlns:a16="http://schemas.microsoft.com/office/drawing/2014/main" id="{0D951230-04D7-39C4-C7D5-E78BDB7136BC}"/>
                    </a:ext>
                  </a:extLst>
                </p:cNvPr>
                <p:cNvPicPr/>
                <p:nvPr/>
              </p:nvPicPr>
              <p:blipFill>
                <a:blip r:embed="rId67"/>
                <a:stretch>
                  <a:fillRect/>
                </a:stretch>
              </p:blipFill>
              <p:spPr>
                <a:xfrm>
                  <a:off x="8182796" y="5714247"/>
                  <a:ext cx="278640" cy="416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2" name="Ink 41">
                  <a:extLst>
                    <a:ext uri="{FF2B5EF4-FFF2-40B4-BE49-F238E27FC236}">
                      <a16:creationId xmlns:a16="http://schemas.microsoft.com/office/drawing/2014/main" id="{40015ACB-9D9C-6E7D-6EDE-06D3392450E5}"/>
                    </a:ext>
                  </a:extLst>
                </p14:cNvPr>
                <p14:cNvContentPartPr/>
                <p14:nvPr/>
              </p14:nvContentPartPr>
              <p14:xfrm>
                <a:off x="9007196" y="4824327"/>
                <a:ext cx="75240" cy="476280"/>
              </p14:xfrm>
            </p:contentPart>
          </mc:Choice>
          <mc:Fallback>
            <p:pic>
              <p:nvPicPr>
                <p:cNvPr id="42" name="Ink 41">
                  <a:extLst>
                    <a:ext uri="{FF2B5EF4-FFF2-40B4-BE49-F238E27FC236}">
                      <a16:creationId xmlns:a16="http://schemas.microsoft.com/office/drawing/2014/main" id="{40015ACB-9D9C-6E7D-6EDE-06D3392450E5}"/>
                    </a:ext>
                  </a:extLst>
                </p:cNvPr>
                <p:cNvPicPr/>
                <p:nvPr/>
              </p:nvPicPr>
              <p:blipFill>
                <a:blip r:embed="rId69"/>
                <a:stretch>
                  <a:fillRect/>
                </a:stretch>
              </p:blipFill>
              <p:spPr>
                <a:xfrm>
                  <a:off x="9002876" y="4820007"/>
                  <a:ext cx="83880" cy="4849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3" name="Ink 42">
                  <a:extLst>
                    <a:ext uri="{FF2B5EF4-FFF2-40B4-BE49-F238E27FC236}">
                      <a16:creationId xmlns:a16="http://schemas.microsoft.com/office/drawing/2014/main" id="{C341A812-5E76-A586-0DE2-99E9C16DABCF}"/>
                    </a:ext>
                  </a:extLst>
                </p14:cNvPr>
                <p14:cNvContentPartPr/>
                <p14:nvPr/>
              </p14:nvContentPartPr>
              <p14:xfrm>
                <a:off x="9059396" y="5601927"/>
                <a:ext cx="28800" cy="160200"/>
              </p14:xfrm>
            </p:contentPart>
          </mc:Choice>
          <mc:Fallback>
            <p:pic>
              <p:nvPicPr>
                <p:cNvPr id="43" name="Ink 42">
                  <a:extLst>
                    <a:ext uri="{FF2B5EF4-FFF2-40B4-BE49-F238E27FC236}">
                      <a16:creationId xmlns:a16="http://schemas.microsoft.com/office/drawing/2014/main" id="{C341A812-5E76-A586-0DE2-99E9C16DABCF}"/>
                    </a:ext>
                  </a:extLst>
                </p:cNvPr>
                <p:cNvPicPr/>
                <p:nvPr/>
              </p:nvPicPr>
              <p:blipFill>
                <a:blip r:embed="rId71"/>
                <a:stretch>
                  <a:fillRect/>
                </a:stretch>
              </p:blipFill>
              <p:spPr>
                <a:xfrm>
                  <a:off x="9055076" y="5597607"/>
                  <a:ext cx="3744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4" name="Ink 43">
                  <a:extLst>
                    <a:ext uri="{FF2B5EF4-FFF2-40B4-BE49-F238E27FC236}">
                      <a16:creationId xmlns:a16="http://schemas.microsoft.com/office/drawing/2014/main" id="{B6B2D907-F399-7655-903A-9B59BAD587A6}"/>
                    </a:ext>
                  </a:extLst>
                </p14:cNvPr>
                <p14:cNvContentPartPr/>
                <p14:nvPr/>
              </p14:nvContentPartPr>
              <p14:xfrm>
                <a:off x="9185756" y="5530647"/>
                <a:ext cx="523440" cy="398520"/>
              </p14:xfrm>
            </p:contentPart>
          </mc:Choice>
          <mc:Fallback>
            <p:pic>
              <p:nvPicPr>
                <p:cNvPr id="44" name="Ink 43">
                  <a:extLst>
                    <a:ext uri="{FF2B5EF4-FFF2-40B4-BE49-F238E27FC236}">
                      <a16:creationId xmlns:a16="http://schemas.microsoft.com/office/drawing/2014/main" id="{B6B2D907-F399-7655-903A-9B59BAD587A6}"/>
                    </a:ext>
                  </a:extLst>
                </p:cNvPr>
                <p:cNvPicPr/>
                <p:nvPr/>
              </p:nvPicPr>
              <p:blipFill>
                <a:blip r:embed="rId73"/>
                <a:stretch>
                  <a:fillRect/>
                </a:stretch>
              </p:blipFill>
              <p:spPr>
                <a:xfrm>
                  <a:off x="9181436" y="5526327"/>
                  <a:ext cx="532080" cy="4071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5" name="Ink 44">
                  <a:extLst>
                    <a:ext uri="{FF2B5EF4-FFF2-40B4-BE49-F238E27FC236}">
                      <a16:creationId xmlns:a16="http://schemas.microsoft.com/office/drawing/2014/main" id="{6EE27DBF-261A-8A59-3150-C6CC8DCFDC4A}"/>
                    </a:ext>
                  </a:extLst>
                </p14:cNvPr>
                <p14:cNvContentPartPr/>
                <p14:nvPr/>
              </p14:nvContentPartPr>
              <p14:xfrm>
                <a:off x="10268636" y="4424367"/>
                <a:ext cx="34920" cy="575640"/>
              </p14:xfrm>
            </p:contentPart>
          </mc:Choice>
          <mc:Fallback>
            <p:pic>
              <p:nvPicPr>
                <p:cNvPr id="45" name="Ink 44">
                  <a:extLst>
                    <a:ext uri="{FF2B5EF4-FFF2-40B4-BE49-F238E27FC236}">
                      <a16:creationId xmlns:a16="http://schemas.microsoft.com/office/drawing/2014/main" id="{6EE27DBF-261A-8A59-3150-C6CC8DCFDC4A}"/>
                    </a:ext>
                  </a:extLst>
                </p:cNvPr>
                <p:cNvPicPr/>
                <p:nvPr/>
              </p:nvPicPr>
              <p:blipFill>
                <a:blip r:embed="rId75"/>
                <a:stretch>
                  <a:fillRect/>
                </a:stretch>
              </p:blipFill>
              <p:spPr>
                <a:xfrm>
                  <a:off x="10264316" y="4420047"/>
                  <a:ext cx="43560" cy="5842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6" name="Ink 45">
                  <a:extLst>
                    <a:ext uri="{FF2B5EF4-FFF2-40B4-BE49-F238E27FC236}">
                      <a16:creationId xmlns:a16="http://schemas.microsoft.com/office/drawing/2014/main" id="{0E16F002-55C2-3952-6432-5232BDB5B84F}"/>
                    </a:ext>
                  </a:extLst>
                </p14:cNvPr>
                <p14:cNvContentPartPr/>
                <p14:nvPr/>
              </p14:nvContentPartPr>
              <p14:xfrm>
                <a:off x="10132196" y="5421207"/>
                <a:ext cx="282960" cy="317520"/>
              </p14:xfrm>
            </p:contentPart>
          </mc:Choice>
          <mc:Fallback>
            <p:pic>
              <p:nvPicPr>
                <p:cNvPr id="46" name="Ink 45">
                  <a:extLst>
                    <a:ext uri="{FF2B5EF4-FFF2-40B4-BE49-F238E27FC236}">
                      <a16:creationId xmlns:a16="http://schemas.microsoft.com/office/drawing/2014/main" id="{0E16F002-55C2-3952-6432-5232BDB5B84F}"/>
                    </a:ext>
                  </a:extLst>
                </p:cNvPr>
                <p:cNvPicPr/>
                <p:nvPr/>
              </p:nvPicPr>
              <p:blipFill>
                <a:blip r:embed="rId77"/>
                <a:stretch>
                  <a:fillRect/>
                </a:stretch>
              </p:blipFill>
              <p:spPr>
                <a:xfrm>
                  <a:off x="10127876" y="5416887"/>
                  <a:ext cx="291600" cy="3261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7" name="Ink 46">
                  <a:extLst>
                    <a:ext uri="{FF2B5EF4-FFF2-40B4-BE49-F238E27FC236}">
                      <a16:creationId xmlns:a16="http://schemas.microsoft.com/office/drawing/2014/main" id="{CCD8C06A-9FB9-0446-1209-255DC041E5A9}"/>
                    </a:ext>
                  </a:extLst>
                </p14:cNvPr>
                <p14:cNvContentPartPr/>
                <p14:nvPr/>
              </p14:nvContentPartPr>
              <p14:xfrm>
                <a:off x="10615316" y="5464407"/>
                <a:ext cx="295200" cy="432000"/>
              </p14:xfrm>
            </p:contentPart>
          </mc:Choice>
          <mc:Fallback>
            <p:pic>
              <p:nvPicPr>
                <p:cNvPr id="47" name="Ink 46">
                  <a:extLst>
                    <a:ext uri="{FF2B5EF4-FFF2-40B4-BE49-F238E27FC236}">
                      <a16:creationId xmlns:a16="http://schemas.microsoft.com/office/drawing/2014/main" id="{CCD8C06A-9FB9-0446-1209-255DC041E5A9}"/>
                    </a:ext>
                  </a:extLst>
                </p:cNvPr>
                <p:cNvPicPr/>
                <p:nvPr/>
              </p:nvPicPr>
              <p:blipFill>
                <a:blip r:embed="rId79"/>
                <a:stretch>
                  <a:fillRect/>
                </a:stretch>
              </p:blipFill>
              <p:spPr>
                <a:xfrm>
                  <a:off x="10610996" y="5460087"/>
                  <a:ext cx="303840" cy="4406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1" name="Ink 50">
                  <a:extLst>
                    <a:ext uri="{FF2B5EF4-FFF2-40B4-BE49-F238E27FC236}">
                      <a16:creationId xmlns:a16="http://schemas.microsoft.com/office/drawing/2014/main" id="{C0685ABB-299A-3B7D-39B7-6598B0FEE759}"/>
                    </a:ext>
                  </a:extLst>
                </p14:cNvPr>
                <p14:cNvContentPartPr/>
                <p14:nvPr/>
              </p14:nvContentPartPr>
              <p14:xfrm>
                <a:off x="11260436" y="6151287"/>
                <a:ext cx="480960" cy="375480"/>
              </p14:xfrm>
            </p:contentPart>
          </mc:Choice>
          <mc:Fallback>
            <p:pic>
              <p:nvPicPr>
                <p:cNvPr id="51" name="Ink 50">
                  <a:extLst>
                    <a:ext uri="{FF2B5EF4-FFF2-40B4-BE49-F238E27FC236}">
                      <a16:creationId xmlns:a16="http://schemas.microsoft.com/office/drawing/2014/main" id="{C0685ABB-299A-3B7D-39B7-6598B0FEE759}"/>
                    </a:ext>
                  </a:extLst>
                </p:cNvPr>
                <p:cNvPicPr/>
                <p:nvPr/>
              </p:nvPicPr>
              <p:blipFill>
                <a:blip r:embed="rId81"/>
                <a:stretch>
                  <a:fillRect/>
                </a:stretch>
              </p:blipFill>
              <p:spPr>
                <a:xfrm>
                  <a:off x="11256116" y="6146967"/>
                  <a:ext cx="48960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7" name="Ink 56">
                  <a:extLst>
                    <a:ext uri="{FF2B5EF4-FFF2-40B4-BE49-F238E27FC236}">
                      <a16:creationId xmlns:a16="http://schemas.microsoft.com/office/drawing/2014/main" id="{76D53D23-4C1F-A247-A94E-457700B5A99A}"/>
                    </a:ext>
                  </a:extLst>
                </p14:cNvPr>
                <p14:cNvContentPartPr/>
                <p14:nvPr/>
              </p14:nvContentPartPr>
              <p14:xfrm>
                <a:off x="7829276" y="2572527"/>
                <a:ext cx="876240" cy="2419920"/>
              </p14:xfrm>
            </p:contentPart>
          </mc:Choice>
          <mc:Fallback>
            <p:pic>
              <p:nvPicPr>
                <p:cNvPr id="57" name="Ink 56">
                  <a:extLst>
                    <a:ext uri="{FF2B5EF4-FFF2-40B4-BE49-F238E27FC236}">
                      <a16:creationId xmlns:a16="http://schemas.microsoft.com/office/drawing/2014/main" id="{76D53D23-4C1F-A247-A94E-457700B5A99A}"/>
                    </a:ext>
                  </a:extLst>
                </p:cNvPr>
                <p:cNvPicPr/>
                <p:nvPr/>
              </p:nvPicPr>
              <p:blipFill>
                <a:blip r:embed="rId83"/>
                <a:stretch>
                  <a:fillRect/>
                </a:stretch>
              </p:blipFill>
              <p:spPr>
                <a:xfrm>
                  <a:off x="7824956" y="2568207"/>
                  <a:ext cx="884880" cy="24285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0" name="Ink 59">
                  <a:extLst>
                    <a:ext uri="{FF2B5EF4-FFF2-40B4-BE49-F238E27FC236}">
                      <a16:creationId xmlns:a16="http://schemas.microsoft.com/office/drawing/2014/main" id="{EC55FDBE-49EC-F0CF-746E-314D6BB67DF7}"/>
                    </a:ext>
                  </a:extLst>
                </p14:cNvPr>
                <p14:cNvContentPartPr/>
                <p14:nvPr/>
              </p14:nvContentPartPr>
              <p14:xfrm>
                <a:off x="8933756" y="2680167"/>
                <a:ext cx="1378080" cy="2010240"/>
              </p14:xfrm>
            </p:contentPart>
          </mc:Choice>
          <mc:Fallback>
            <p:pic>
              <p:nvPicPr>
                <p:cNvPr id="60" name="Ink 59">
                  <a:extLst>
                    <a:ext uri="{FF2B5EF4-FFF2-40B4-BE49-F238E27FC236}">
                      <a16:creationId xmlns:a16="http://schemas.microsoft.com/office/drawing/2014/main" id="{EC55FDBE-49EC-F0CF-746E-314D6BB67DF7}"/>
                    </a:ext>
                  </a:extLst>
                </p:cNvPr>
                <p:cNvPicPr/>
                <p:nvPr/>
              </p:nvPicPr>
              <p:blipFill>
                <a:blip r:embed="rId85"/>
                <a:stretch>
                  <a:fillRect/>
                </a:stretch>
              </p:blipFill>
              <p:spPr>
                <a:xfrm>
                  <a:off x="8929436" y="2675847"/>
                  <a:ext cx="1386720" cy="2018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2" name="Ink 61">
                  <a:extLst>
                    <a:ext uri="{FF2B5EF4-FFF2-40B4-BE49-F238E27FC236}">
                      <a16:creationId xmlns:a16="http://schemas.microsoft.com/office/drawing/2014/main" id="{73A07B8B-9CF1-DA1C-59F1-2B2E7C0AA99D}"/>
                    </a:ext>
                  </a:extLst>
                </p14:cNvPr>
                <p14:cNvContentPartPr/>
                <p14:nvPr/>
              </p14:nvContentPartPr>
              <p14:xfrm>
                <a:off x="6631916" y="4855647"/>
                <a:ext cx="360" cy="360"/>
              </p14:xfrm>
            </p:contentPart>
          </mc:Choice>
          <mc:Fallback>
            <p:pic>
              <p:nvPicPr>
                <p:cNvPr id="62" name="Ink 61">
                  <a:extLst>
                    <a:ext uri="{FF2B5EF4-FFF2-40B4-BE49-F238E27FC236}">
                      <a16:creationId xmlns:a16="http://schemas.microsoft.com/office/drawing/2014/main" id="{73A07B8B-9CF1-DA1C-59F1-2B2E7C0AA99D}"/>
                    </a:ext>
                  </a:extLst>
                </p:cNvPr>
                <p:cNvPicPr/>
                <p:nvPr/>
              </p:nvPicPr>
              <p:blipFill>
                <a:blip r:embed="rId45"/>
                <a:stretch>
                  <a:fillRect/>
                </a:stretch>
              </p:blipFill>
              <p:spPr>
                <a:xfrm>
                  <a:off x="6627596" y="485132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3" name="Ink 62">
                  <a:extLst>
                    <a:ext uri="{FF2B5EF4-FFF2-40B4-BE49-F238E27FC236}">
                      <a16:creationId xmlns:a16="http://schemas.microsoft.com/office/drawing/2014/main" id="{9C4064AD-07EB-BA83-5EC5-8C1100B79393}"/>
                    </a:ext>
                  </a:extLst>
                </p14:cNvPr>
                <p14:cNvContentPartPr/>
                <p14:nvPr/>
              </p14:nvContentPartPr>
              <p14:xfrm>
                <a:off x="6783116" y="4477287"/>
                <a:ext cx="6840" cy="360"/>
              </p14:xfrm>
            </p:contentPart>
          </mc:Choice>
          <mc:Fallback>
            <p:pic>
              <p:nvPicPr>
                <p:cNvPr id="63" name="Ink 62">
                  <a:extLst>
                    <a:ext uri="{FF2B5EF4-FFF2-40B4-BE49-F238E27FC236}">
                      <a16:creationId xmlns:a16="http://schemas.microsoft.com/office/drawing/2014/main" id="{9C4064AD-07EB-BA83-5EC5-8C1100B79393}"/>
                    </a:ext>
                  </a:extLst>
                </p:cNvPr>
                <p:cNvPicPr/>
                <p:nvPr/>
              </p:nvPicPr>
              <p:blipFill>
                <a:blip r:embed="rId88"/>
                <a:stretch>
                  <a:fillRect/>
                </a:stretch>
              </p:blipFill>
              <p:spPr>
                <a:xfrm>
                  <a:off x="6778796" y="4472967"/>
                  <a:ext cx="1548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4" name="Ink 63">
                  <a:extLst>
                    <a:ext uri="{FF2B5EF4-FFF2-40B4-BE49-F238E27FC236}">
                      <a16:creationId xmlns:a16="http://schemas.microsoft.com/office/drawing/2014/main" id="{07D761FA-40AD-4ED6-323B-3AADF2F9A45B}"/>
                    </a:ext>
                  </a:extLst>
                </p14:cNvPr>
                <p14:cNvContentPartPr/>
                <p14:nvPr/>
              </p14:nvContentPartPr>
              <p14:xfrm>
                <a:off x="6547676" y="4446327"/>
                <a:ext cx="473760" cy="363600"/>
              </p14:xfrm>
            </p:contentPart>
          </mc:Choice>
          <mc:Fallback>
            <p:pic>
              <p:nvPicPr>
                <p:cNvPr id="64" name="Ink 63">
                  <a:extLst>
                    <a:ext uri="{FF2B5EF4-FFF2-40B4-BE49-F238E27FC236}">
                      <a16:creationId xmlns:a16="http://schemas.microsoft.com/office/drawing/2014/main" id="{07D761FA-40AD-4ED6-323B-3AADF2F9A45B}"/>
                    </a:ext>
                  </a:extLst>
                </p:cNvPr>
                <p:cNvPicPr/>
                <p:nvPr/>
              </p:nvPicPr>
              <p:blipFill>
                <a:blip r:embed="rId90"/>
                <a:stretch>
                  <a:fillRect/>
                </a:stretch>
              </p:blipFill>
              <p:spPr>
                <a:xfrm>
                  <a:off x="6543356" y="4442007"/>
                  <a:ext cx="48240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6" name="Ink 65">
                  <a:extLst>
                    <a:ext uri="{FF2B5EF4-FFF2-40B4-BE49-F238E27FC236}">
                      <a16:creationId xmlns:a16="http://schemas.microsoft.com/office/drawing/2014/main" id="{42A8D617-FF8C-FA80-665D-84AD54C81C58}"/>
                    </a:ext>
                  </a:extLst>
                </p14:cNvPr>
                <p14:cNvContentPartPr/>
                <p14:nvPr/>
              </p14:nvContentPartPr>
              <p14:xfrm>
                <a:off x="8587076" y="3496287"/>
                <a:ext cx="842760" cy="782640"/>
              </p14:xfrm>
            </p:contentPart>
          </mc:Choice>
          <mc:Fallback>
            <p:pic>
              <p:nvPicPr>
                <p:cNvPr id="66" name="Ink 65">
                  <a:extLst>
                    <a:ext uri="{FF2B5EF4-FFF2-40B4-BE49-F238E27FC236}">
                      <a16:creationId xmlns:a16="http://schemas.microsoft.com/office/drawing/2014/main" id="{42A8D617-FF8C-FA80-665D-84AD54C81C58}"/>
                    </a:ext>
                  </a:extLst>
                </p:cNvPr>
                <p:cNvPicPr/>
                <p:nvPr/>
              </p:nvPicPr>
              <p:blipFill>
                <a:blip r:embed="rId92"/>
                <a:stretch>
                  <a:fillRect/>
                </a:stretch>
              </p:blipFill>
              <p:spPr>
                <a:xfrm>
                  <a:off x="8582756" y="3491967"/>
                  <a:ext cx="851400" cy="791280"/>
                </a:xfrm>
                <a:prstGeom prst="rect">
                  <a:avLst/>
                </a:prstGeom>
              </p:spPr>
            </p:pic>
          </mc:Fallback>
        </mc:AlternateContent>
      </p:grpSp>
      <p:sp>
        <p:nvSpPr>
          <p:cNvPr id="68" name="TextBox 67">
            <a:extLst>
              <a:ext uri="{FF2B5EF4-FFF2-40B4-BE49-F238E27FC236}">
                <a16:creationId xmlns:a16="http://schemas.microsoft.com/office/drawing/2014/main" id="{2740CD6A-D7F8-A538-3857-9BF23A52A2FA}"/>
              </a:ext>
            </a:extLst>
          </p:cNvPr>
          <p:cNvSpPr txBox="1"/>
          <p:nvPr/>
        </p:nvSpPr>
        <p:spPr>
          <a:xfrm>
            <a:off x="598961" y="5299887"/>
            <a:ext cx="5531835" cy="646331"/>
          </a:xfrm>
          <a:prstGeom prst="rect">
            <a:avLst/>
          </a:prstGeom>
          <a:noFill/>
        </p:spPr>
        <p:txBody>
          <a:bodyPr wrap="none" rtlCol="0">
            <a:spAutoFit/>
          </a:bodyPr>
          <a:lstStyle/>
          <a:p>
            <a:r>
              <a:rPr lang="en-US" dirty="0"/>
              <a:t>Repeating Patterns at regular intervals.</a:t>
            </a:r>
          </a:p>
          <a:p>
            <a:r>
              <a:rPr lang="en-US" dirty="0"/>
              <a:t>Cooling systems used more during day shift, less at night.</a:t>
            </a:r>
          </a:p>
        </p:txBody>
      </p:sp>
      <p:sp>
        <p:nvSpPr>
          <p:cNvPr id="69" name="TextBox 68">
            <a:extLst>
              <a:ext uri="{FF2B5EF4-FFF2-40B4-BE49-F238E27FC236}">
                <a16:creationId xmlns:a16="http://schemas.microsoft.com/office/drawing/2014/main" id="{258DA20E-4C5C-27A9-D84F-778FE1319875}"/>
              </a:ext>
            </a:extLst>
          </p:cNvPr>
          <p:cNvSpPr txBox="1"/>
          <p:nvPr/>
        </p:nvSpPr>
        <p:spPr>
          <a:xfrm>
            <a:off x="-80419" y="1771808"/>
            <a:ext cx="4347152" cy="923330"/>
          </a:xfrm>
          <a:prstGeom prst="rect">
            <a:avLst/>
          </a:prstGeom>
          <a:noFill/>
        </p:spPr>
        <p:txBody>
          <a:bodyPr wrap="none" rtlCol="0">
            <a:spAutoFit/>
          </a:bodyPr>
          <a:lstStyle/>
          <a:p>
            <a:r>
              <a:rPr lang="en-US" dirty="0"/>
              <a:t>Long term upward or downward movement.</a:t>
            </a:r>
          </a:p>
          <a:p>
            <a:r>
              <a:rPr lang="en-US" dirty="0"/>
              <a:t>Gradual wear and tear in Machine leading</a:t>
            </a:r>
          </a:p>
          <a:p>
            <a:r>
              <a:rPr lang="en-US" dirty="0"/>
              <a:t> to higher vibration.</a:t>
            </a:r>
          </a:p>
        </p:txBody>
      </p:sp>
    </p:spTree>
    <p:extLst>
      <p:ext uri="{BB962C8B-B14F-4D97-AF65-F5344CB8AC3E}">
        <p14:creationId xmlns:p14="http://schemas.microsoft.com/office/powerpoint/2010/main" val="3480260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C563676-2D97-C14C-32DD-FFA46F603B68}"/>
              </a:ext>
            </a:extLst>
          </p:cNvPr>
          <p:cNvSpPr txBox="1"/>
          <p:nvPr/>
        </p:nvSpPr>
        <p:spPr>
          <a:xfrm>
            <a:off x="5906814" y="914367"/>
            <a:ext cx="4604146" cy="646331"/>
          </a:xfrm>
          <a:prstGeom prst="rect">
            <a:avLst/>
          </a:prstGeom>
          <a:noFill/>
        </p:spPr>
        <p:txBody>
          <a:bodyPr wrap="none" rtlCol="0">
            <a:spAutoFit/>
          </a:bodyPr>
          <a:lstStyle/>
          <a:p>
            <a:r>
              <a:rPr lang="en-US" dirty="0"/>
              <a:t>Irregular, unpredictable variation. </a:t>
            </a:r>
            <a:br>
              <a:rPr lang="en-US" dirty="0"/>
            </a:br>
            <a:r>
              <a:rPr lang="en-US" dirty="0"/>
              <a:t>Sudden spike in energy due to load imbalance..</a:t>
            </a:r>
          </a:p>
        </p:txBody>
      </p:sp>
      <p:grpSp>
        <p:nvGrpSpPr>
          <p:cNvPr id="12" name="Group 11">
            <a:extLst>
              <a:ext uri="{FF2B5EF4-FFF2-40B4-BE49-F238E27FC236}">
                <a16:creationId xmlns:a16="http://schemas.microsoft.com/office/drawing/2014/main" id="{C3EA68AA-98FE-973A-B6D7-E059E11903F7}"/>
              </a:ext>
            </a:extLst>
          </p:cNvPr>
          <p:cNvGrpSpPr/>
          <p:nvPr/>
        </p:nvGrpSpPr>
        <p:grpSpPr>
          <a:xfrm>
            <a:off x="1292756" y="578847"/>
            <a:ext cx="4205520" cy="1365120"/>
            <a:chOff x="1292756" y="578847"/>
            <a:chExt cx="4205520" cy="136512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24387AE-547B-5E53-347B-653C84976567}"/>
                    </a:ext>
                  </a:extLst>
                </p14:cNvPr>
                <p14:cNvContentPartPr/>
                <p14:nvPr/>
              </p14:nvContentPartPr>
              <p14:xfrm>
                <a:off x="1523156" y="578847"/>
                <a:ext cx="1021320" cy="1070640"/>
              </p14:xfrm>
            </p:contentPart>
          </mc:Choice>
          <mc:Fallback>
            <p:pic>
              <p:nvPicPr>
                <p:cNvPr id="2" name="Ink 1">
                  <a:extLst>
                    <a:ext uri="{FF2B5EF4-FFF2-40B4-BE49-F238E27FC236}">
                      <a16:creationId xmlns:a16="http://schemas.microsoft.com/office/drawing/2014/main" id="{324387AE-547B-5E53-347B-653C84976567}"/>
                    </a:ext>
                  </a:extLst>
                </p:cNvPr>
                <p:cNvPicPr/>
                <p:nvPr/>
              </p:nvPicPr>
              <p:blipFill>
                <a:blip r:embed="rId3"/>
                <a:stretch>
                  <a:fillRect/>
                </a:stretch>
              </p:blipFill>
              <p:spPr>
                <a:xfrm>
                  <a:off x="1518836" y="574527"/>
                  <a:ext cx="1029960" cy="10792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7805156E-57D0-89CF-20A9-ACC756EFDF21}"/>
                    </a:ext>
                  </a:extLst>
                </p14:cNvPr>
                <p14:cNvContentPartPr/>
                <p14:nvPr/>
              </p14:nvContentPartPr>
              <p14:xfrm>
                <a:off x="2721596" y="1006887"/>
                <a:ext cx="307440" cy="369720"/>
              </p14:xfrm>
            </p:contentPart>
          </mc:Choice>
          <mc:Fallback>
            <p:pic>
              <p:nvPicPr>
                <p:cNvPr id="3" name="Ink 2">
                  <a:extLst>
                    <a:ext uri="{FF2B5EF4-FFF2-40B4-BE49-F238E27FC236}">
                      <a16:creationId xmlns:a16="http://schemas.microsoft.com/office/drawing/2014/main" id="{7805156E-57D0-89CF-20A9-ACC756EFDF21}"/>
                    </a:ext>
                  </a:extLst>
                </p:cNvPr>
                <p:cNvPicPr/>
                <p:nvPr/>
              </p:nvPicPr>
              <p:blipFill>
                <a:blip r:embed="rId5"/>
                <a:stretch>
                  <a:fillRect/>
                </a:stretch>
              </p:blipFill>
              <p:spPr>
                <a:xfrm>
                  <a:off x="2717276" y="1002567"/>
                  <a:ext cx="316080" cy="3783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D08F1B1A-3797-03CD-FF75-CB3F105EEC28}"/>
                    </a:ext>
                  </a:extLst>
                </p14:cNvPr>
                <p14:cNvContentPartPr/>
                <p14:nvPr/>
              </p14:nvContentPartPr>
              <p14:xfrm>
                <a:off x="3425756" y="1092927"/>
                <a:ext cx="11520" cy="293760"/>
              </p14:xfrm>
            </p:contentPart>
          </mc:Choice>
          <mc:Fallback>
            <p:pic>
              <p:nvPicPr>
                <p:cNvPr id="4" name="Ink 3">
                  <a:extLst>
                    <a:ext uri="{FF2B5EF4-FFF2-40B4-BE49-F238E27FC236}">
                      <a16:creationId xmlns:a16="http://schemas.microsoft.com/office/drawing/2014/main" id="{D08F1B1A-3797-03CD-FF75-CB3F105EEC28}"/>
                    </a:ext>
                  </a:extLst>
                </p:cNvPr>
                <p:cNvPicPr/>
                <p:nvPr/>
              </p:nvPicPr>
              <p:blipFill>
                <a:blip r:embed="rId7"/>
                <a:stretch>
                  <a:fillRect/>
                </a:stretch>
              </p:blipFill>
              <p:spPr>
                <a:xfrm>
                  <a:off x="3421436" y="1088607"/>
                  <a:ext cx="2016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34F43787-C24F-19CB-8B0F-A3197B00FE9E}"/>
                    </a:ext>
                  </a:extLst>
                </p14:cNvPr>
                <p14:cNvContentPartPr/>
                <p14:nvPr/>
              </p14:nvContentPartPr>
              <p14:xfrm>
                <a:off x="3520796" y="756687"/>
                <a:ext cx="360" cy="360"/>
              </p14:xfrm>
            </p:contentPart>
          </mc:Choice>
          <mc:Fallback>
            <p:pic>
              <p:nvPicPr>
                <p:cNvPr id="5" name="Ink 4">
                  <a:extLst>
                    <a:ext uri="{FF2B5EF4-FFF2-40B4-BE49-F238E27FC236}">
                      <a16:creationId xmlns:a16="http://schemas.microsoft.com/office/drawing/2014/main" id="{34F43787-C24F-19CB-8B0F-A3197B00FE9E}"/>
                    </a:ext>
                  </a:extLst>
                </p:cNvPr>
                <p:cNvPicPr/>
                <p:nvPr/>
              </p:nvPicPr>
              <p:blipFill>
                <a:blip r:embed="rId9"/>
                <a:stretch>
                  <a:fillRect/>
                </a:stretch>
              </p:blipFill>
              <p:spPr>
                <a:xfrm>
                  <a:off x="3516476" y="75236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3DDB4623-2B33-A785-76BF-086F594F6FFC}"/>
                    </a:ext>
                  </a:extLst>
                </p14:cNvPr>
                <p14:cNvContentPartPr/>
                <p14:nvPr/>
              </p14:nvContentPartPr>
              <p14:xfrm>
                <a:off x="3898796" y="798807"/>
                <a:ext cx="260280" cy="767880"/>
              </p14:xfrm>
            </p:contentPart>
          </mc:Choice>
          <mc:Fallback>
            <p:pic>
              <p:nvPicPr>
                <p:cNvPr id="6" name="Ink 5">
                  <a:extLst>
                    <a:ext uri="{FF2B5EF4-FFF2-40B4-BE49-F238E27FC236}">
                      <a16:creationId xmlns:a16="http://schemas.microsoft.com/office/drawing/2014/main" id="{3DDB4623-2B33-A785-76BF-086F594F6FFC}"/>
                    </a:ext>
                  </a:extLst>
                </p:cNvPr>
                <p:cNvPicPr/>
                <p:nvPr/>
              </p:nvPicPr>
              <p:blipFill>
                <a:blip r:embed="rId11"/>
                <a:stretch>
                  <a:fillRect/>
                </a:stretch>
              </p:blipFill>
              <p:spPr>
                <a:xfrm>
                  <a:off x="3894476" y="794487"/>
                  <a:ext cx="268920" cy="776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9480DC7D-A76C-9D01-A3AE-371B76067A71}"/>
                    </a:ext>
                  </a:extLst>
                </p14:cNvPr>
                <p14:cNvContentPartPr/>
                <p14:nvPr/>
              </p14:nvContentPartPr>
              <p14:xfrm>
                <a:off x="4424756" y="914367"/>
                <a:ext cx="408600" cy="601560"/>
              </p14:xfrm>
            </p:contentPart>
          </mc:Choice>
          <mc:Fallback>
            <p:pic>
              <p:nvPicPr>
                <p:cNvPr id="7" name="Ink 6">
                  <a:extLst>
                    <a:ext uri="{FF2B5EF4-FFF2-40B4-BE49-F238E27FC236}">
                      <a16:creationId xmlns:a16="http://schemas.microsoft.com/office/drawing/2014/main" id="{9480DC7D-A76C-9D01-A3AE-371B76067A71}"/>
                    </a:ext>
                  </a:extLst>
                </p:cNvPr>
                <p:cNvPicPr/>
                <p:nvPr/>
              </p:nvPicPr>
              <p:blipFill>
                <a:blip r:embed="rId13"/>
                <a:stretch>
                  <a:fillRect/>
                </a:stretch>
              </p:blipFill>
              <p:spPr>
                <a:xfrm>
                  <a:off x="4420436" y="910047"/>
                  <a:ext cx="417240" cy="610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CFA62DC1-7755-189C-FF04-330BD90B430E}"/>
                    </a:ext>
                  </a:extLst>
                </p14:cNvPr>
                <p14:cNvContentPartPr/>
                <p14:nvPr/>
              </p14:nvContentPartPr>
              <p14:xfrm>
                <a:off x="1292756" y="1765407"/>
                <a:ext cx="4205520" cy="178560"/>
              </p14:xfrm>
            </p:contentPart>
          </mc:Choice>
          <mc:Fallback>
            <p:pic>
              <p:nvPicPr>
                <p:cNvPr id="8" name="Ink 7">
                  <a:extLst>
                    <a:ext uri="{FF2B5EF4-FFF2-40B4-BE49-F238E27FC236}">
                      <a16:creationId xmlns:a16="http://schemas.microsoft.com/office/drawing/2014/main" id="{CFA62DC1-7755-189C-FF04-330BD90B430E}"/>
                    </a:ext>
                  </a:extLst>
                </p:cNvPr>
                <p:cNvPicPr/>
                <p:nvPr/>
              </p:nvPicPr>
              <p:blipFill>
                <a:blip r:embed="rId15"/>
                <a:stretch>
                  <a:fillRect/>
                </a:stretch>
              </p:blipFill>
              <p:spPr>
                <a:xfrm>
                  <a:off x="1288436" y="1761087"/>
                  <a:ext cx="421416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833AF701-9BC2-5BB0-98B2-482B63B9BB99}"/>
                    </a:ext>
                  </a:extLst>
                </p14:cNvPr>
                <p14:cNvContentPartPr/>
                <p14:nvPr/>
              </p14:nvContentPartPr>
              <p14:xfrm>
                <a:off x="3026876" y="809247"/>
                <a:ext cx="4680" cy="360"/>
              </p14:xfrm>
            </p:contentPart>
          </mc:Choice>
          <mc:Fallback>
            <p:pic>
              <p:nvPicPr>
                <p:cNvPr id="11" name="Ink 10">
                  <a:extLst>
                    <a:ext uri="{FF2B5EF4-FFF2-40B4-BE49-F238E27FC236}">
                      <a16:creationId xmlns:a16="http://schemas.microsoft.com/office/drawing/2014/main" id="{833AF701-9BC2-5BB0-98B2-482B63B9BB99}"/>
                    </a:ext>
                  </a:extLst>
                </p:cNvPr>
                <p:cNvPicPr/>
                <p:nvPr/>
              </p:nvPicPr>
              <p:blipFill>
                <a:blip r:embed="rId17"/>
                <a:stretch>
                  <a:fillRect/>
                </a:stretch>
              </p:blipFill>
              <p:spPr>
                <a:xfrm>
                  <a:off x="3022556" y="804927"/>
                  <a:ext cx="13320" cy="9000"/>
                </a:xfrm>
                <a:prstGeom prst="rect">
                  <a:avLst/>
                </a:prstGeom>
              </p:spPr>
            </p:pic>
          </mc:Fallback>
        </mc:AlternateContent>
      </p:grpSp>
      <p:grpSp>
        <p:nvGrpSpPr>
          <p:cNvPr id="27" name="Group 26">
            <a:extLst>
              <a:ext uri="{FF2B5EF4-FFF2-40B4-BE49-F238E27FC236}">
                <a16:creationId xmlns:a16="http://schemas.microsoft.com/office/drawing/2014/main" id="{2D572F37-6E0E-7163-0789-A76FD9324B4C}"/>
              </a:ext>
            </a:extLst>
          </p:cNvPr>
          <p:cNvGrpSpPr/>
          <p:nvPr/>
        </p:nvGrpSpPr>
        <p:grpSpPr>
          <a:xfrm>
            <a:off x="702716" y="2997327"/>
            <a:ext cx="5955120" cy="2126880"/>
            <a:chOff x="702716" y="2997327"/>
            <a:chExt cx="5955120" cy="2126880"/>
          </a:xfrm>
        </p:grpSpPr>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24281432-A352-BCAE-1A9B-1747AD5504A3}"/>
                    </a:ext>
                  </a:extLst>
                </p14:cNvPr>
                <p14:cNvContentPartPr/>
                <p14:nvPr/>
              </p14:nvContentPartPr>
              <p14:xfrm>
                <a:off x="702716" y="2997327"/>
                <a:ext cx="611280" cy="1176840"/>
              </p14:xfrm>
            </p:contentPart>
          </mc:Choice>
          <mc:Fallback>
            <p:pic>
              <p:nvPicPr>
                <p:cNvPr id="13" name="Ink 12">
                  <a:extLst>
                    <a:ext uri="{FF2B5EF4-FFF2-40B4-BE49-F238E27FC236}">
                      <a16:creationId xmlns:a16="http://schemas.microsoft.com/office/drawing/2014/main" id="{24281432-A352-BCAE-1A9B-1747AD5504A3}"/>
                    </a:ext>
                  </a:extLst>
                </p:cNvPr>
                <p:cNvPicPr/>
                <p:nvPr/>
              </p:nvPicPr>
              <p:blipFill>
                <a:blip r:embed="rId19"/>
                <a:stretch>
                  <a:fillRect/>
                </a:stretch>
              </p:blipFill>
              <p:spPr>
                <a:xfrm>
                  <a:off x="698396" y="2993007"/>
                  <a:ext cx="619920" cy="1185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8E1DB611-7C37-202A-1D17-B68353CCDA43}"/>
                    </a:ext>
                  </a:extLst>
                </p14:cNvPr>
                <p14:cNvContentPartPr/>
                <p14:nvPr/>
              </p14:nvContentPartPr>
              <p14:xfrm>
                <a:off x="1396076" y="3184527"/>
                <a:ext cx="285480" cy="1147680"/>
              </p14:xfrm>
            </p:contentPart>
          </mc:Choice>
          <mc:Fallback>
            <p:pic>
              <p:nvPicPr>
                <p:cNvPr id="14" name="Ink 13">
                  <a:extLst>
                    <a:ext uri="{FF2B5EF4-FFF2-40B4-BE49-F238E27FC236}">
                      <a16:creationId xmlns:a16="http://schemas.microsoft.com/office/drawing/2014/main" id="{8E1DB611-7C37-202A-1D17-B68353CCDA43}"/>
                    </a:ext>
                  </a:extLst>
                </p:cNvPr>
                <p:cNvPicPr/>
                <p:nvPr/>
              </p:nvPicPr>
              <p:blipFill>
                <a:blip r:embed="rId21"/>
                <a:stretch>
                  <a:fillRect/>
                </a:stretch>
              </p:blipFill>
              <p:spPr>
                <a:xfrm>
                  <a:off x="1391756" y="3180207"/>
                  <a:ext cx="294120" cy="1156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20BA1108-17C6-61A0-37E8-27267A838FCA}"/>
                    </a:ext>
                  </a:extLst>
                </p14:cNvPr>
                <p14:cNvContentPartPr/>
                <p14:nvPr/>
              </p14:nvContentPartPr>
              <p14:xfrm>
                <a:off x="1250636" y="3665847"/>
                <a:ext cx="497880" cy="107640"/>
              </p14:xfrm>
            </p:contentPart>
          </mc:Choice>
          <mc:Fallback>
            <p:pic>
              <p:nvPicPr>
                <p:cNvPr id="15" name="Ink 14">
                  <a:extLst>
                    <a:ext uri="{FF2B5EF4-FFF2-40B4-BE49-F238E27FC236}">
                      <a16:creationId xmlns:a16="http://schemas.microsoft.com/office/drawing/2014/main" id="{20BA1108-17C6-61A0-37E8-27267A838FCA}"/>
                    </a:ext>
                  </a:extLst>
                </p:cNvPr>
                <p:cNvPicPr/>
                <p:nvPr/>
              </p:nvPicPr>
              <p:blipFill>
                <a:blip r:embed="rId23"/>
                <a:stretch>
                  <a:fillRect/>
                </a:stretch>
              </p:blipFill>
              <p:spPr>
                <a:xfrm>
                  <a:off x="1246316" y="3661527"/>
                  <a:ext cx="50652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3E20B9F0-EF54-C98B-4DDA-CCEB855F8555}"/>
                    </a:ext>
                  </a:extLst>
                </p14:cNvPr>
                <p14:cNvContentPartPr/>
                <p14:nvPr/>
              </p14:nvContentPartPr>
              <p14:xfrm>
                <a:off x="1972796" y="3754047"/>
                <a:ext cx="377640" cy="302760"/>
              </p14:xfrm>
            </p:contentPart>
          </mc:Choice>
          <mc:Fallback>
            <p:pic>
              <p:nvPicPr>
                <p:cNvPr id="16" name="Ink 15">
                  <a:extLst>
                    <a:ext uri="{FF2B5EF4-FFF2-40B4-BE49-F238E27FC236}">
                      <a16:creationId xmlns:a16="http://schemas.microsoft.com/office/drawing/2014/main" id="{3E20B9F0-EF54-C98B-4DDA-CCEB855F8555}"/>
                    </a:ext>
                  </a:extLst>
                </p:cNvPr>
                <p:cNvPicPr/>
                <p:nvPr/>
              </p:nvPicPr>
              <p:blipFill>
                <a:blip r:embed="rId25"/>
                <a:stretch>
                  <a:fillRect/>
                </a:stretch>
              </p:blipFill>
              <p:spPr>
                <a:xfrm>
                  <a:off x="1968476" y="3749727"/>
                  <a:ext cx="38628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7F6A8F89-58D4-9078-9BD3-34A0F19448A8}"/>
                    </a:ext>
                  </a:extLst>
                </p14:cNvPr>
                <p14:cNvContentPartPr/>
                <p14:nvPr/>
              </p14:nvContentPartPr>
              <p14:xfrm>
                <a:off x="2488316" y="3174087"/>
                <a:ext cx="255240" cy="1061640"/>
              </p14:xfrm>
            </p:contentPart>
          </mc:Choice>
          <mc:Fallback>
            <p:pic>
              <p:nvPicPr>
                <p:cNvPr id="17" name="Ink 16">
                  <a:extLst>
                    <a:ext uri="{FF2B5EF4-FFF2-40B4-BE49-F238E27FC236}">
                      <a16:creationId xmlns:a16="http://schemas.microsoft.com/office/drawing/2014/main" id="{7F6A8F89-58D4-9078-9BD3-34A0F19448A8}"/>
                    </a:ext>
                  </a:extLst>
                </p:cNvPr>
                <p:cNvPicPr/>
                <p:nvPr/>
              </p:nvPicPr>
              <p:blipFill>
                <a:blip r:embed="rId27"/>
                <a:stretch>
                  <a:fillRect/>
                </a:stretch>
              </p:blipFill>
              <p:spPr>
                <a:xfrm>
                  <a:off x="2483996" y="3169767"/>
                  <a:ext cx="263880" cy="10702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C8430C0B-2651-8C3A-16EA-64C45A134FB0}"/>
                    </a:ext>
                  </a:extLst>
                </p14:cNvPr>
                <p14:cNvContentPartPr/>
                <p14:nvPr/>
              </p14:nvContentPartPr>
              <p14:xfrm>
                <a:off x="2385716" y="3530127"/>
                <a:ext cx="619920" cy="826560"/>
              </p14:xfrm>
            </p:contentPart>
          </mc:Choice>
          <mc:Fallback>
            <p:pic>
              <p:nvPicPr>
                <p:cNvPr id="18" name="Ink 17">
                  <a:extLst>
                    <a:ext uri="{FF2B5EF4-FFF2-40B4-BE49-F238E27FC236}">
                      <a16:creationId xmlns:a16="http://schemas.microsoft.com/office/drawing/2014/main" id="{C8430C0B-2651-8C3A-16EA-64C45A134FB0}"/>
                    </a:ext>
                  </a:extLst>
                </p:cNvPr>
                <p:cNvPicPr/>
                <p:nvPr/>
              </p:nvPicPr>
              <p:blipFill>
                <a:blip r:embed="rId29"/>
                <a:stretch>
                  <a:fillRect/>
                </a:stretch>
              </p:blipFill>
              <p:spPr>
                <a:xfrm>
                  <a:off x="2381396" y="3525807"/>
                  <a:ext cx="628560" cy="8352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606822B7-8C4C-D01E-D3CD-352A3BB6ABC8}"/>
                    </a:ext>
                  </a:extLst>
                </p14:cNvPr>
                <p14:cNvContentPartPr/>
                <p14:nvPr/>
              </p14:nvContentPartPr>
              <p14:xfrm>
                <a:off x="3131636" y="3352287"/>
                <a:ext cx="360" cy="360"/>
              </p14:xfrm>
            </p:contentPart>
          </mc:Choice>
          <mc:Fallback>
            <p:pic>
              <p:nvPicPr>
                <p:cNvPr id="19" name="Ink 18">
                  <a:extLst>
                    <a:ext uri="{FF2B5EF4-FFF2-40B4-BE49-F238E27FC236}">
                      <a16:creationId xmlns:a16="http://schemas.microsoft.com/office/drawing/2014/main" id="{606822B7-8C4C-D01E-D3CD-352A3BB6ABC8}"/>
                    </a:ext>
                  </a:extLst>
                </p:cNvPr>
                <p:cNvPicPr/>
                <p:nvPr/>
              </p:nvPicPr>
              <p:blipFill>
                <a:blip r:embed="rId9"/>
                <a:stretch>
                  <a:fillRect/>
                </a:stretch>
              </p:blipFill>
              <p:spPr>
                <a:xfrm>
                  <a:off x="3127316" y="334796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0" name="Ink 19">
                  <a:extLst>
                    <a:ext uri="{FF2B5EF4-FFF2-40B4-BE49-F238E27FC236}">
                      <a16:creationId xmlns:a16="http://schemas.microsoft.com/office/drawing/2014/main" id="{52C15822-4397-080F-A69B-6461F8F9A267}"/>
                    </a:ext>
                  </a:extLst>
                </p14:cNvPr>
                <p14:cNvContentPartPr/>
                <p14:nvPr/>
              </p14:nvContentPartPr>
              <p14:xfrm>
                <a:off x="3341516" y="3593847"/>
                <a:ext cx="821880" cy="771120"/>
              </p14:xfrm>
            </p:contentPart>
          </mc:Choice>
          <mc:Fallback>
            <p:pic>
              <p:nvPicPr>
                <p:cNvPr id="20" name="Ink 19">
                  <a:extLst>
                    <a:ext uri="{FF2B5EF4-FFF2-40B4-BE49-F238E27FC236}">
                      <a16:creationId xmlns:a16="http://schemas.microsoft.com/office/drawing/2014/main" id="{52C15822-4397-080F-A69B-6461F8F9A267}"/>
                    </a:ext>
                  </a:extLst>
                </p:cNvPr>
                <p:cNvPicPr/>
                <p:nvPr/>
              </p:nvPicPr>
              <p:blipFill>
                <a:blip r:embed="rId32"/>
                <a:stretch>
                  <a:fillRect/>
                </a:stretch>
              </p:blipFill>
              <p:spPr>
                <a:xfrm>
                  <a:off x="3337196" y="3589527"/>
                  <a:ext cx="830520" cy="7797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1" name="Ink 20">
                  <a:extLst>
                    <a:ext uri="{FF2B5EF4-FFF2-40B4-BE49-F238E27FC236}">
                      <a16:creationId xmlns:a16="http://schemas.microsoft.com/office/drawing/2014/main" id="{D424C264-B0F4-9516-48FF-1CDE2B44B41D}"/>
                    </a:ext>
                  </a:extLst>
                </p14:cNvPr>
                <p14:cNvContentPartPr/>
                <p14:nvPr/>
              </p14:nvContentPartPr>
              <p14:xfrm>
                <a:off x="4370036" y="3857007"/>
                <a:ext cx="225360" cy="395280"/>
              </p14:xfrm>
            </p:contentPart>
          </mc:Choice>
          <mc:Fallback>
            <p:pic>
              <p:nvPicPr>
                <p:cNvPr id="21" name="Ink 20">
                  <a:extLst>
                    <a:ext uri="{FF2B5EF4-FFF2-40B4-BE49-F238E27FC236}">
                      <a16:creationId xmlns:a16="http://schemas.microsoft.com/office/drawing/2014/main" id="{D424C264-B0F4-9516-48FF-1CDE2B44B41D}"/>
                    </a:ext>
                  </a:extLst>
                </p:cNvPr>
                <p:cNvPicPr/>
                <p:nvPr/>
              </p:nvPicPr>
              <p:blipFill>
                <a:blip r:embed="rId34"/>
                <a:stretch>
                  <a:fillRect/>
                </a:stretch>
              </p:blipFill>
              <p:spPr>
                <a:xfrm>
                  <a:off x="4365716" y="3852687"/>
                  <a:ext cx="234000" cy="4039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7F161256-F4FE-BDCA-131C-62A431961443}"/>
                    </a:ext>
                  </a:extLst>
                </p14:cNvPr>
                <p14:cNvContentPartPr/>
                <p14:nvPr/>
              </p14:nvContentPartPr>
              <p14:xfrm>
                <a:off x="4655876" y="3636327"/>
                <a:ext cx="493560" cy="667800"/>
              </p14:xfrm>
            </p:contentPart>
          </mc:Choice>
          <mc:Fallback>
            <p:pic>
              <p:nvPicPr>
                <p:cNvPr id="22" name="Ink 21">
                  <a:extLst>
                    <a:ext uri="{FF2B5EF4-FFF2-40B4-BE49-F238E27FC236}">
                      <a16:creationId xmlns:a16="http://schemas.microsoft.com/office/drawing/2014/main" id="{7F161256-F4FE-BDCA-131C-62A431961443}"/>
                    </a:ext>
                  </a:extLst>
                </p:cNvPr>
                <p:cNvPicPr/>
                <p:nvPr/>
              </p:nvPicPr>
              <p:blipFill>
                <a:blip r:embed="rId36"/>
                <a:stretch>
                  <a:fillRect/>
                </a:stretch>
              </p:blipFill>
              <p:spPr>
                <a:xfrm>
                  <a:off x="4651556" y="3632007"/>
                  <a:ext cx="502200" cy="6764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917F309D-1F83-6BB0-85F6-1744CDD4E819}"/>
                    </a:ext>
                  </a:extLst>
                </p14:cNvPr>
                <p14:cNvContentPartPr/>
                <p14:nvPr/>
              </p14:nvContentPartPr>
              <p14:xfrm>
                <a:off x="5297036" y="3415647"/>
                <a:ext cx="360" cy="6840"/>
              </p14:xfrm>
            </p:contentPart>
          </mc:Choice>
          <mc:Fallback>
            <p:pic>
              <p:nvPicPr>
                <p:cNvPr id="23" name="Ink 22">
                  <a:extLst>
                    <a:ext uri="{FF2B5EF4-FFF2-40B4-BE49-F238E27FC236}">
                      <a16:creationId xmlns:a16="http://schemas.microsoft.com/office/drawing/2014/main" id="{917F309D-1F83-6BB0-85F6-1744CDD4E819}"/>
                    </a:ext>
                  </a:extLst>
                </p:cNvPr>
                <p:cNvPicPr/>
                <p:nvPr/>
              </p:nvPicPr>
              <p:blipFill>
                <a:blip r:embed="rId38"/>
                <a:stretch>
                  <a:fillRect/>
                </a:stretch>
              </p:blipFill>
              <p:spPr>
                <a:xfrm>
                  <a:off x="5292716" y="3411327"/>
                  <a:ext cx="900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0374F2B4-B707-89D8-AC5B-C1D4DCAB4A43}"/>
                    </a:ext>
                  </a:extLst>
                </p14:cNvPr>
                <p14:cNvContentPartPr/>
                <p14:nvPr/>
              </p14:nvContentPartPr>
              <p14:xfrm>
                <a:off x="5403596" y="3521127"/>
                <a:ext cx="560160" cy="910440"/>
              </p14:xfrm>
            </p:contentPart>
          </mc:Choice>
          <mc:Fallback>
            <p:pic>
              <p:nvPicPr>
                <p:cNvPr id="24" name="Ink 23">
                  <a:extLst>
                    <a:ext uri="{FF2B5EF4-FFF2-40B4-BE49-F238E27FC236}">
                      <a16:creationId xmlns:a16="http://schemas.microsoft.com/office/drawing/2014/main" id="{0374F2B4-B707-89D8-AC5B-C1D4DCAB4A43}"/>
                    </a:ext>
                  </a:extLst>
                </p:cNvPr>
                <p:cNvPicPr/>
                <p:nvPr/>
              </p:nvPicPr>
              <p:blipFill>
                <a:blip r:embed="rId40"/>
                <a:stretch>
                  <a:fillRect/>
                </a:stretch>
              </p:blipFill>
              <p:spPr>
                <a:xfrm>
                  <a:off x="5399276" y="3516807"/>
                  <a:ext cx="568800" cy="9190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F4538DBF-91C2-BFEB-1D14-57CCF075A7F3}"/>
                    </a:ext>
                  </a:extLst>
                </p14:cNvPr>
                <p14:cNvContentPartPr/>
                <p14:nvPr/>
              </p14:nvContentPartPr>
              <p14:xfrm>
                <a:off x="5675396" y="4318527"/>
                <a:ext cx="373680" cy="443160"/>
              </p14:xfrm>
            </p:contentPart>
          </mc:Choice>
          <mc:Fallback>
            <p:pic>
              <p:nvPicPr>
                <p:cNvPr id="25" name="Ink 24">
                  <a:extLst>
                    <a:ext uri="{FF2B5EF4-FFF2-40B4-BE49-F238E27FC236}">
                      <a16:creationId xmlns:a16="http://schemas.microsoft.com/office/drawing/2014/main" id="{F4538DBF-91C2-BFEB-1D14-57CCF075A7F3}"/>
                    </a:ext>
                  </a:extLst>
                </p:cNvPr>
                <p:cNvPicPr/>
                <p:nvPr/>
              </p:nvPicPr>
              <p:blipFill>
                <a:blip r:embed="rId42"/>
                <a:stretch>
                  <a:fillRect/>
                </a:stretch>
              </p:blipFill>
              <p:spPr>
                <a:xfrm>
                  <a:off x="5671076" y="4314207"/>
                  <a:ext cx="382320" cy="4518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6" name="Ink 25">
                  <a:extLst>
                    <a:ext uri="{FF2B5EF4-FFF2-40B4-BE49-F238E27FC236}">
                      <a16:creationId xmlns:a16="http://schemas.microsoft.com/office/drawing/2014/main" id="{E3ACDFC7-2B3B-B5A3-7BAC-48EDBB02C4C2}"/>
                    </a:ext>
                  </a:extLst>
                </p14:cNvPr>
                <p14:cNvContentPartPr/>
                <p14:nvPr/>
              </p14:nvContentPartPr>
              <p14:xfrm>
                <a:off x="1292756" y="4665207"/>
                <a:ext cx="5365080" cy="459000"/>
              </p14:xfrm>
            </p:contentPart>
          </mc:Choice>
          <mc:Fallback>
            <p:pic>
              <p:nvPicPr>
                <p:cNvPr id="26" name="Ink 25">
                  <a:extLst>
                    <a:ext uri="{FF2B5EF4-FFF2-40B4-BE49-F238E27FC236}">
                      <a16:creationId xmlns:a16="http://schemas.microsoft.com/office/drawing/2014/main" id="{E3ACDFC7-2B3B-B5A3-7BAC-48EDBB02C4C2}"/>
                    </a:ext>
                  </a:extLst>
                </p:cNvPr>
                <p:cNvPicPr/>
                <p:nvPr/>
              </p:nvPicPr>
              <p:blipFill>
                <a:blip r:embed="rId44"/>
                <a:stretch>
                  <a:fillRect/>
                </a:stretch>
              </p:blipFill>
              <p:spPr>
                <a:xfrm>
                  <a:off x="1288436" y="4660887"/>
                  <a:ext cx="5373720" cy="467640"/>
                </a:xfrm>
                <a:prstGeom prst="rect">
                  <a:avLst/>
                </a:prstGeom>
              </p:spPr>
            </p:pic>
          </mc:Fallback>
        </mc:AlternateContent>
      </p:grpSp>
      <p:sp>
        <p:nvSpPr>
          <p:cNvPr id="28" name="TextBox 27">
            <a:extLst>
              <a:ext uri="{FF2B5EF4-FFF2-40B4-BE49-F238E27FC236}">
                <a16:creationId xmlns:a16="http://schemas.microsoft.com/office/drawing/2014/main" id="{4357D09C-A708-E474-B343-EF2E65CAD859}"/>
              </a:ext>
            </a:extLst>
          </p:cNvPr>
          <p:cNvSpPr txBox="1"/>
          <p:nvPr/>
        </p:nvSpPr>
        <p:spPr>
          <a:xfrm>
            <a:off x="7462345" y="4056807"/>
            <a:ext cx="4017510" cy="646331"/>
          </a:xfrm>
          <a:prstGeom prst="rect">
            <a:avLst/>
          </a:prstGeom>
          <a:noFill/>
        </p:spPr>
        <p:txBody>
          <a:bodyPr wrap="none" rtlCol="0">
            <a:spAutoFit/>
          </a:bodyPr>
          <a:lstStyle/>
          <a:p>
            <a:r>
              <a:rPr lang="en-US" dirty="0"/>
              <a:t>Time series whose properties like Mean, </a:t>
            </a:r>
          </a:p>
          <a:p>
            <a:r>
              <a:rPr lang="en-US" dirty="0"/>
              <a:t>Variance don’t changes over time.</a:t>
            </a:r>
          </a:p>
        </p:txBody>
      </p:sp>
    </p:spTree>
    <p:extLst>
      <p:ext uri="{BB962C8B-B14F-4D97-AF65-F5344CB8AC3E}">
        <p14:creationId xmlns:p14="http://schemas.microsoft.com/office/powerpoint/2010/main" val="300748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994F5-55CC-8537-4D52-EE9CF1305667}"/>
              </a:ext>
            </a:extLst>
          </p:cNvPr>
          <p:cNvSpPr txBox="1"/>
          <p:nvPr/>
        </p:nvSpPr>
        <p:spPr>
          <a:xfrm>
            <a:off x="1429407" y="987972"/>
            <a:ext cx="9837683" cy="2862322"/>
          </a:xfrm>
          <a:prstGeom prst="rect">
            <a:avLst/>
          </a:prstGeom>
          <a:noFill/>
        </p:spPr>
        <p:txBody>
          <a:bodyPr wrap="square" rtlCol="0">
            <a:spAutoFit/>
          </a:bodyPr>
          <a:lstStyle/>
          <a:p>
            <a:r>
              <a:rPr lang="en-US" dirty="0"/>
              <a:t>Use Cases</a:t>
            </a:r>
          </a:p>
          <a:p>
            <a:endParaRPr lang="en-US" dirty="0"/>
          </a:p>
          <a:p>
            <a:pPr marL="285750" indent="-285750">
              <a:buFont typeface="Arial" panose="020B0604020202020204" pitchFamily="34" charset="0"/>
              <a:buChar char="•"/>
            </a:pPr>
            <a:r>
              <a:rPr lang="en-US" dirty="0"/>
              <a:t>Predictive Maintenance – Forecast bearing temperature, If it increase beyond safe range </a:t>
            </a:r>
            <a:r>
              <a:rPr lang="en-US" dirty="0">
                <a:sym typeface="Wingdings" panose="05000000000000000000" pitchFamily="2" charset="2"/>
              </a:rPr>
              <a:t> early action </a:t>
            </a:r>
          </a:p>
          <a:p>
            <a:pPr marL="285750" indent="-285750">
              <a:buFont typeface="Arial" panose="020B0604020202020204" pitchFamily="34" charset="0"/>
              <a:buChar char="•"/>
            </a:pPr>
            <a:endParaRPr lang="en-US" dirty="0">
              <a:sym typeface="Wingdings" panose="05000000000000000000" pitchFamily="2" charset="2"/>
            </a:endParaRPr>
          </a:p>
          <a:p>
            <a:pPr marL="285750" indent="-285750">
              <a:buFont typeface="Arial" panose="020B0604020202020204" pitchFamily="34" charset="0"/>
              <a:buChar char="•"/>
            </a:pPr>
            <a:r>
              <a:rPr lang="en-US" dirty="0">
                <a:sym typeface="Wingdings" panose="05000000000000000000" pitchFamily="2" charset="2"/>
              </a:rPr>
              <a:t>Demand Forecasting – Predict raw material needed based on past production data</a:t>
            </a:r>
          </a:p>
          <a:p>
            <a:pPr marL="285750" indent="-285750">
              <a:buFont typeface="Arial" panose="020B0604020202020204" pitchFamily="34" charset="0"/>
              <a:buChar char="•"/>
            </a:pPr>
            <a:endParaRPr lang="en-US" dirty="0">
              <a:sym typeface="Wingdings" panose="05000000000000000000" pitchFamily="2" charset="2"/>
            </a:endParaRPr>
          </a:p>
          <a:p>
            <a:pPr marL="285750" indent="-285750">
              <a:buFont typeface="Arial" panose="020B0604020202020204" pitchFamily="34" charset="0"/>
              <a:buChar char="•"/>
            </a:pPr>
            <a:r>
              <a:rPr lang="en-US" dirty="0">
                <a:sym typeface="Wingdings" panose="05000000000000000000" pitchFamily="2" charset="2"/>
              </a:rPr>
              <a:t>Energy Load Forecasting – </a:t>
            </a:r>
          </a:p>
          <a:p>
            <a:pPr marL="285750" indent="-285750">
              <a:buFont typeface="Arial" panose="020B0604020202020204" pitchFamily="34" charset="0"/>
              <a:buChar char="•"/>
            </a:pPr>
            <a:endParaRPr lang="en-US" dirty="0">
              <a:sym typeface="Wingdings" panose="05000000000000000000" pitchFamily="2" charset="2"/>
            </a:endParaRPr>
          </a:p>
          <a:p>
            <a:pPr marL="285750" indent="-285750">
              <a:buFont typeface="Arial" panose="020B0604020202020204" pitchFamily="34" charset="0"/>
              <a:buChar char="•"/>
            </a:pPr>
            <a:r>
              <a:rPr lang="en-US" dirty="0">
                <a:sym typeface="Wingdings" panose="05000000000000000000" pitchFamily="2" charset="2"/>
              </a:rPr>
              <a:t>Budget Forecasting</a:t>
            </a:r>
            <a:endParaRPr lang="en-US" dirty="0"/>
          </a:p>
        </p:txBody>
      </p:sp>
    </p:spTree>
    <p:extLst>
      <p:ext uri="{BB962C8B-B14F-4D97-AF65-F5344CB8AC3E}">
        <p14:creationId xmlns:p14="http://schemas.microsoft.com/office/powerpoint/2010/main" val="1003444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D390FB0-1646-2D67-2C5C-8636C56AD156}"/>
              </a:ext>
            </a:extLst>
          </p:cNvPr>
          <p:cNvGraphicFramePr>
            <a:graphicFrameLocks noGrp="1"/>
          </p:cNvGraphicFramePr>
          <p:nvPr>
            <p:extLst>
              <p:ext uri="{D42A27DB-BD31-4B8C-83A1-F6EECF244321}">
                <p14:modId xmlns:p14="http://schemas.microsoft.com/office/powerpoint/2010/main" val="278389724"/>
              </p:ext>
            </p:extLst>
          </p:nvPr>
        </p:nvGraphicFramePr>
        <p:xfrm>
          <a:off x="1310640" y="228966"/>
          <a:ext cx="9723120" cy="5802216"/>
        </p:xfrm>
        <a:graphic>
          <a:graphicData uri="http://schemas.openxmlformats.org/drawingml/2006/table">
            <a:tbl>
              <a:tblPr>
                <a:tableStyleId>{0E3FDE45-AF77-4B5C-9715-49D594BDF05E}</a:tableStyleId>
              </a:tblPr>
              <a:tblGrid>
                <a:gridCol w="1215390">
                  <a:extLst>
                    <a:ext uri="{9D8B030D-6E8A-4147-A177-3AD203B41FA5}">
                      <a16:colId xmlns:a16="http://schemas.microsoft.com/office/drawing/2014/main" val="295380430"/>
                    </a:ext>
                  </a:extLst>
                </a:gridCol>
                <a:gridCol w="1215390">
                  <a:extLst>
                    <a:ext uri="{9D8B030D-6E8A-4147-A177-3AD203B41FA5}">
                      <a16:colId xmlns:a16="http://schemas.microsoft.com/office/drawing/2014/main" val="410505920"/>
                    </a:ext>
                  </a:extLst>
                </a:gridCol>
                <a:gridCol w="1215390">
                  <a:extLst>
                    <a:ext uri="{9D8B030D-6E8A-4147-A177-3AD203B41FA5}">
                      <a16:colId xmlns:a16="http://schemas.microsoft.com/office/drawing/2014/main" val="2401140177"/>
                    </a:ext>
                  </a:extLst>
                </a:gridCol>
                <a:gridCol w="1215390">
                  <a:extLst>
                    <a:ext uri="{9D8B030D-6E8A-4147-A177-3AD203B41FA5}">
                      <a16:colId xmlns:a16="http://schemas.microsoft.com/office/drawing/2014/main" val="2777931849"/>
                    </a:ext>
                  </a:extLst>
                </a:gridCol>
                <a:gridCol w="1215390">
                  <a:extLst>
                    <a:ext uri="{9D8B030D-6E8A-4147-A177-3AD203B41FA5}">
                      <a16:colId xmlns:a16="http://schemas.microsoft.com/office/drawing/2014/main" val="2666513417"/>
                    </a:ext>
                  </a:extLst>
                </a:gridCol>
                <a:gridCol w="1215390">
                  <a:extLst>
                    <a:ext uri="{9D8B030D-6E8A-4147-A177-3AD203B41FA5}">
                      <a16:colId xmlns:a16="http://schemas.microsoft.com/office/drawing/2014/main" val="3205452249"/>
                    </a:ext>
                  </a:extLst>
                </a:gridCol>
                <a:gridCol w="1215390">
                  <a:extLst>
                    <a:ext uri="{9D8B030D-6E8A-4147-A177-3AD203B41FA5}">
                      <a16:colId xmlns:a16="http://schemas.microsoft.com/office/drawing/2014/main" val="1531573965"/>
                    </a:ext>
                  </a:extLst>
                </a:gridCol>
                <a:gridCol w="1215390">
                  <a:extLst>
                    <a:ext uri="{9D8B030D-6E8A-4147-A177-3AD203B41FA5}">
                      <a16:colId xmlns:a16="http://schemas.microsoft.com/office/drawing/2014/main" val="1284567528"/>
                    </a:ext>
                  </a:extLst>
                </a:gridCol>
              </a:tblGrid>
              <a:tr h="237778">
                <a:tc>
                  <a:txBody>
                    <a:bodyPr/>
                    <a:lstStyle/>
                    <a:p>
                      <a:r>
                        <a:rPr lang="en-IN" sz="1050" b="1"/>
                        <a:t>Model</a:t>
                      </a:r>
                      <a:endParaRPr lang="en-IN" sz="1050"/>
                    </a:p>
                  </a:txBody>
                  <a:tcPr marL="23778" marR="23778" marT="11889" marB="11889" anchor="ctr"/>
                </a:tc>
                <a:tc>
                  <a:txBody>
                    <a:bodyPr/>
                    <a:lstStyle/>
                    <a:p>
                      <a:r>
                        <a:rPr lang="en-IN" sz="1050" b="1"/>
                        <a:t>Type</a:t>
                      </a:r>
                      <a:endParaRPr lang="en-IN" sz="1050"/>
                    </a:p>
                  </a:txBody>
                  <a:tcPr marL="23778" marR="23778" marT="11889" marB="11889" anchor="ctr"/>
                </a:tc>
                <a:tc>
                  <a:txBody>
                    <a:bodyPr/>
                    <a:lstStyle/>
                    <a:p>
                      <a:r>
                        <a:rPr lang="en-IN" sz="1050" b="1"/>
                        <a:t>Stationarity Requirement</a:t>
                      </a:r>
                      <a:endParaRPr lang="en-IN" sz="1050"/>
                    </a:p>
                  </a:txBody>
                  <a:tcPr marL="23778" marR="23778" marT="11889" marB="11889" anchor="ctr"/>
                </a:tc>
                <a:tc>
                  <a:txBody>
                    <a:bodyPr/>
                    <a:lstStyle/>
                    <a:p>
                      <a:r>
                        <a:rPr lang="en-IN" sz="1050" b="1"/>
                        <a:t>Seasonality Handling</a:t>
                      </a:r>
                      <a:endParaRPr lang="en-IN" sz="1050"/>
                    </a:p>
                  </a:txBody>
                  <a:tcPr marL="23778" marR="23778" marT="11889" marB="11889" anchor="ctr"/>
                </a:tc>
                <a:tc>
                  <a:txBody>
                    <a:bodyPr/>
                    <a:lstStyle/>
                    <a:p>
                      <a:r>
                        <a:rPr lang="en-IN" sz="1050" b="1"/>
                        <a:t>Handles Non-Linearity</a:t>
                      </a:r>
                      <a:endParaRPr lang="en-IN" sz="1050"/>
                    </a:p>
                  </a:txBody>
                  <a:tcPr marL="23778" marR="23778" marT="11889" marB="11889" anchor="ctr"/>
                </a:tc>
                <a:tc>
                  <a:txBody>
                    <a:bodyPr/>
                    <a:lstStyle/>
                    <a:p>
                      <a:r>
                        <a:rPr lang="en-IN" sz="1050" b="1"/>
                        <a:t>Memory</a:t>
                      </a:r>
                      <a:endParaRPr lang="en-IN" sz="1050"/>
                    </a:p>
                  </a:txBody>
                  <a:tcPr marL="23778" marR="23778" marT="11889" marB="11889" anchor="ctr"/>
                </a:tc>
                <a:tc>
                  <a:txBody>
                    <a:bodyPr/>
                    <a:lstStyle/>
                    <a:p>
                      <a:r>
                        <a:rPr lang="en-IN" sz="1050" b="1"/>
                        <a:t>Computational Complexity</a:t>
                      </a:r>
                      <a:endParaRPr lang="en-IN" sz="1050"/>
                    </a:p>
                  </a:txBody>
                  <a:tcPr marL="23778" marR="23778" marT="11889" marB="11889" anchor="ctr"/>
                </a:tc>
                <a:tc>
                  <a:txBody>
                    <a:bodyPr/>
                    <a:lstStyle/>
                    <a:p>
                      <a:r>
                        <a:rPr lang="en-IN" sz="1050" b="1"/>
                        <a:t>Use Case</a:t>
                      </a:r>
                      <a:endParaRPr lang="en-IN" sz="1050"/>
                    </a:p>
                  </a:txBody>
                  <a:tcPr marL="23778" marR="23778" marT="11889" marB="11889" anchor="ctr"/>
                </a:tc>
                <a:extLst>
                  <a:ext uri="{0D108BD9-81ED-4DB2-BD59-A6C34878D82A}">
                    <a16:rowId xmlns:a16="http://schemas.microsoft.com/office/drawing/2014/main" val="3900007470"/>
                  </a:ext>
                </a:extLst>
              </a:tr>
              <a:tr h="380445">
                <a:tc>
                  <a:txBody>
                    <a:bodyPr/>
                    <a:lstStyle/>
                    <a:p>
                      <a:r>
                        <a:rPr lang="en-IN" sz="1100" b="1" dirty="0"/>
                        <a:t>LR</a:t>
                      </a:r>
                      <a:endParaRPr lang="en-IN" sz="1100" dirty="0"/>
                    </a:p>
                  </a:txBody>
                  <a:tcPr marL="23778" marR="23778" marT="11889" marB="11889" anchor="ctr"/>
                </a:tc>
                <a:tc>
                  <a:txBody>
                    <a:bodyPr/>
                    <a:lstStyle/>
                    <a:p>
                      <a:r>
                        <a:rPr lang="en-IN" sz="1100"/>
                        <a:t>Statistical</a:t>
                      </a:r>
                    </a:p>
                  </a:txBody>
                  <a:tcPr marL="23778" marR="23778" marT="11889" marB="11889" anchor="ctr"/>
                </a:tc>
                <a:tc>
                  <a:txBody>
                    <a:bodyPr/>
                    <a:lstStyle/>
                    <a:p>
                      <a:r>
                        <a:rPr lang="en-IN" sz="1100"/>
                        <a:t>No</a:t>
                      </a:r>
                    </a:p>
                  </a:txBody>
                  <a:tcPr marL="23778" marR="23778" marT="11889" marB="11889" anchor="ctr"/>
                </a:tc>
                <a:tc>
                  <a:txBody>
                    <a:bodyPr/>
                    <a:lstStyle/>
                    <a:p>
                      <a:r>
                        <a:rPr lang="en-IN" sz="1100"/>
                        <a:t>No</a:t>
                      </a:r>
                    </a:p>
                  </a:txBody>
                  <a:tcPr marL="23778" marR="23778" marT="11889" marB="11889" anchor="ctr"/>
                </a:tc>
                <a:tc>
                  <a:txBody>
                    <a:bodyPr/>
                    <a:lstStyle/>
                    <a:p>
                      <a:r>
                        <a:rPr lang="en-IN" sz="1100"/>
                        <a:t>No</a:t>
                      </a:r>
                    </a:p>
                  </a:txBody>
                  <a:tcPr marL="23778" marR="23778" marT="11889" marB="11889" anchor="ctr"/>
                </a:tc>
                <a:tc>
                  <a:txBody>
                    <a:bodyPr/>
                    <a:lstStyle/>
                    <a:p>
                      <a:r>
                        <a:rPr lang="en-IN" sz="1100"/>
                        <a:t>None</a:t>
                      </a:r>
                    </a:p>
                  </a:txBody>
                  <a:tcPr marL="23778" marR="23778" marT="11889" marB="11889" anchor="ctr"/>
                </a:tc>
                <a:tc>
                  <a:txBody>
                    <a:bodyPr/>
                    <a:lstStyle/>
                    <a:p>
                      <a:r>
                        <a:rPr lang="en-IN" sz="1100"/>
                        <a:t>Low</a:t>
                      </a:r>
                    </a:p>
                  </a:txBody>
                  <a:tcPr marL="23778" marR="23778" marT="11889" marB="11889" anchor="ctr"/>
                </a:tc>
                <a:tc>
                  <a:txBody>
                    <a:bodyPr/>
                    <a:lstStyle/>
                    <a:p>
                      <a:r>
                        <a:rPr lang="en-US" sz="1100"/>
                        <a:t>Basic trend forecasting, linear relationships</a:t>
                      </a:r>
                    </a:p>
                  </a:txBody>
                  <a:tcPr marL="23778" marR="23778" marT="11889" marB="11889" anchor="ctr"/>
                </a:tc>
                <a:extLst>
                  <a:ext uri="{0D108BD9-81ED-4DB2-BD59-A6C34878D82A}">
                    <a16:rowId xmlns:a16="http://schemas.microsoft.com/office/drawing/2014/main" val="45164790"/>
                  </a:ext>
                </a:extLst>
              </a:tr>
              <a:tr h="237778">
                <a:tc>
                  <a:txBody>
                    <a:bodyPr/>
                    <a:lstStyle/>
                    <a:p>
                      <a:r>
                        <a:rPr lang="en-IN" sz="1100" b="1"/>
                        <a:t>MA</a:t>
                      </a:r>
                      <a:endParaRPr lang="en-IN" sz="1100"/>
                    </a:p>
                  </a:txBody>
                  <a:tcPr marL="23778" marR="23778" marT="11889" marB="11889" anchor="ctr"/>
                </a:tc>
                <a:tc>
                  <a:txBody>
                    <a:bodyPr/>
                    <a:lstStyle/>
                    <a:p>
                      <a:r>
                        <a:rPr lang="en-IN" sz="1100"/>
                        <a:t>Statistical</a:t>
                      </a:r>
                    </a:p>
                  </a:txBody>
                  <a:tcPr marL="23778" marR="23778" marT="11889" marB="11889" anchor="ctr"/>
                </a:tc>
                <a:tc>
                  <a:txBody>
                    <a:bodyPr/>
                    <a:lstStyle/>
                    <a:p>
                      <a:r>
                        <a:rPr lang="en-IN" sz="1100"/>
                        <a:t>Yes</a:t>
                      </a:r>
                    </a:p>
                  </a:txBody>
                  <a:tcPr marL="23778" marR="23778" marT="11889" marB="11889" anchor="ctr"/>
                </a:tc>
                <a:tc>
                  <a:txBody>
                    <a:bodyPr/>
                    <a:lstStyle/>
                    <a:p>
                      <a:r>
                        <a:rPr lang="en-IN" sz="1100"/>
                        <a:t>No</a:t>
                      </a:r>
                    </a:p>
                  </a:txBody>
                  <a:tcPr marL="23778" marR="23778" marT="11889" marB="11889" anchor="ctr"/>
                </a:tc>
                <a:tc>
                  <a:txBody>
                    <a:bodyPr/>
                    <a:lstStyle/>
                    <a:p>
                      <a:r>
                        <a:rPr lang="en-IN" sz="1100"/>
                        <a:t>No</a:t>
                      </a:r>
                    </a:p>
                  </a:txBody>
                  <a:tcPr marL="23778" marR="23778" marT="11889" marB="11889" anchor="ctr"/>
                </a:tc>
                <a:tc>
                  <a:txBody>
                    <a:bodyPr/>
                    <a:lstStyle/>
                    <a:p>
                      <a:r>
                        <a:rPr lang="en-IN" sz="1100"/>
                        <a:t>Short-term</a:t>
                      </a:r>
                    </a:p>
                  </a:txBody>
                  <a:tcPr marL="23778" marR="23778" marT="11889" marB="11889" anchor="ctr"/>
                </a:tc>
                <a:tc>
                  <a:txBody>
                    <a:bodyPr/>
                    <a:lstStyle/>
                    <a:p>
                      <a:r>
                        <a:rPr lang="en-IN" sz="1100"/>
                        <a:t>Low</a:t>
                      </a:r>
                    </a:p>
                  </a:txBody>
                  <a:tcPr marL="23778" marR="23778" marT="11889" marB="11889" anchor="ctr"/>
                </a:tc>
                <a:tc>
                  <a:txBody>
                    <a:bodyPr/>
                    <a:lstStyle/>
                    <a:p>
                      <a:r>
                        <a:rPr lang="en-US" sz="1100"/>
                        <a:t>Forecasting based on past errors</a:t>
                      </a:r>
                    </a:p>
                  </a:txBody>
                  <a:tcPr marL="23778" marR="23778" marT="11889" marB="11889" anchor="ctr"/>
                </a:tc>
                <a:extLst>
                  <a:ext uri="{0D108BD9-81ED-4DB2-BD59-A6C34878D82A}">
                    <a16:rowId xmlns:a16="http://schemas.microsoft.com/office/drawing/2014/main" val="1707026141"/>
                  </a:ext>
                </a:extLst>
              </a:tr>
              <a:tr h="309111">
                <a:tc>
                  <a:txBody>
                    <a:bodyPr/>
                    <a:lstStyle/>
                    <a:p>
                      <a:r>
                        <a:rPr lang="en-IN" sz="1100" b="1"/>
                        <a:t>AR</a:t>
                      </a:r>
                      <a:endParaRPr lang="en-IN" sz="1100"/>
                    </a:p>
                  </a:txBody>
                  <a:tcPr marL="23778" marR="23778" marT="11889" marB="11889" anchor="ctr"/>
                </a:tc>
                <a:tc>
                  <a:txBody>
                    <a:bodyPr/>
                    <a:lstStyle/>
                    <a:p>
                      <a:r>
                        <a:rPr lang="en-IN" sz="1100"/>
                        <a:t>Statistical</a:t>
                      </a:r>
                    </a:p>
                  </a:txBody>
                  <a:tcPr marL="23778" marR="23778" marT="11889" marB="11889" anchor="ctr"/>
                </a:tc>
                <a:tc>
                  <a:txBody>
                    <a:bodyPr/>
                    <a:lstStyle/>
                    <a:p>
                      <a:r>
                        <a:rPr lang="en-IN" sz="1100"/>
                        <a:t>Yes</a:t>
                      </a:r>
                    </a:p>
                  </a:txBody>
                  <a:tcPr marL="23778" marR="23778" marT="11889" marB="11889" anchor="ctr"/>
                </a:tc>
                <a:tc>
                  <a:txBody>
                    <a:bodyPr/>
                    <a:lstStyle/>
                    <a:p>
                      <a:r>
                        <a:rPr lang="en-IN" sz="1100"/>
                        <a:t>No</a:t>
                      </a:r>
                    </a:p>
                  </a:txBody>
                  <a:tcPr marL="23778" marR="23778" marT="11889" marB="11889" anchor="ctr"/>
                </a:tc>
                <a:tc>
                  <a:txBody>
                    <a:bodyPr/>
                    <a:lstStyle/>
                    <a:p>
                      <a:r>
                        <a:rPr lang="en-IN" sz="1100" dirty="0"/>
                        <a:t>No</a:t>
                      </a:r>
                    </a:p>
                  </a:txBody>
                  <a:tcPr marL="23778" marR="23778" marT="11889" marB="11889" anchor="ctr"/>
                </a:tc>
                <a:tc>
                  <a:txBody>
                    <a:bodyPr/>
                    <a:lstStyle/>
                    <a:p>
                      <a:r>
                        <a:rPr lang="en-IN" sz="1100"/>
                        <a:t>Short-term (p lags)</a:t>
                      </a:r>
                    </a:p>
                  </a:txBody>
                  <a:tcPr marL="23778" marR="23778" marT="11889" marB="11889" anchor="ctr"/>
                </a:tc>
                <a:tc>
                  <a:txBody>
                    <a:bodyPr/>
                    <a:lstStyle/>
                    <a:p>
                      <a:r>
                        <a:rPr lang="en-IN" sz="1100"/>
                        <a:t>Low</a:t>
                      </a:r>
                    </a:p>
                  </a:txBody>
                  <a:tcPr marL="23778" marR="23778" marT="11889" marB="11889" anchor="ctr"/>
                </a:tc>
                <a:tc>
                  <a:txBody>
                    <a:bodyPr/>
                    <a:lstStyle/>
                    <a:p>
                      <a:r>
                        <a:rPr lang="en-IN" sz="1100"/>
                        <a:t>Time series with autocorrelation</a:t>
                      </a:r>
                    </a:p>
                  </a:txBody>
                  <a:tcPr marL="23778" marR="23778" marT="11889" marB="11889" anchor="ctr"/>
                </a:tc>
                <a:extLst>
                  <a:ext uri="{0D108BD9-81ED-4DB2-BD59-A6C34878D82A}">
                    <a16:rowId xmlns:a16="http://schemas.microsoft.com/office/drawing/2014/main" val="216036436"/>
                  </a:ext>
                </a:extLst>
              </a:tr>
              <a:tr h="237778">
                <a:tc>
                  <a:txBody>
                    <a:bodyPr/>
                    <a:lstStyle/>
                    <a:p>
                      <a:r>
                        <a:rPr lang="en-IN" sz="1100" b="1"/>
                        <a:t>ARMA</a:t>
                      </a:r>
                      <a:endParaRPr lang="en-IN" sz="1100"/>
                    </a:p>
                  </a:txBody>
                  <a:tcPr marL="23778" marR="23778" marT="11889" marB="11889" anchor="ctr"/>
                </a:tc>
                <a:tc>
                  <a:txBody>
                    <a:bodyPr/>
                    <a:lstStyle/>
                    <a:p>
                      <a:r>
                        <a:rPr lang="en-IN" sz="1100"/>
                        <a:t>Statistical</a:t>
                      </a:r>
                    </a:p>
                  </a:txBody>
                  <a:tcPr marL="23778" marR="23778" marT="11889" marB="11889" anchor="ctr"/>
                </a:tc>
                <a:tc>
                  <a:txBody>
                    <a:bodyPr/>
                    <a:lstStyle/>
                    <a:p>
                      <a:r>
                        <a:rPr lang="en-IN" sz="1100"/>
                        <a:t>Yes</a:t>
                      </a:r>
                    </a:p>
                  </a:txBody>
                  <a:tcPr marL="23778" marR="23778" marT="11889" marB="11889" anchor="ctr"/>
                </a:tc>
                <a:tc>
                  <a:txBody>
                    <a:bodyPr/>
                    <a:lstStyle/>
                    <a:p>
                      <a:r>
                        <a:rPr lang="en-IN" sz="1100"/>
                        <a:t>No</a:t>
                      </a:r>
                    </a:p>
                  </a:txBody>
                  <a:tcPr marL="23778" marR="23778" marT="11889" marB="11889" anchor="ctr"/>
                </a:tc>
                <a:tc>
                  <a:txBody>
                    <a:bodyPr/>
                    <a:lstStyle/>
                    <a:p>
                      <a:r>
                        <a:rPr lang="en-IN" sz="1100"/>
                        <a:t>No</a:t>
                      </a:r>
                    </a:p>
                  </a:txBody>
                  <a:tcPr marL="23778" marR="23778" marT="11889" marB="11889" anchor="ctr"/>
                </a:tc>
                <a:tc>
                  <a:txBody>
                    <a:bodyPr/>
                    <a:lstStyle/>
                    <a:p>
                      <a:r>
                        <a:rPr lang="en-US" sz="1100"/>
                        <a:t>Short-term (p lags, q errors)</a:t>
                      </a:r>
                    </a:p>
                  </a:txBody>
                  <a:tcPr marL="23778" marR="23778" marT="11889" marB="11889" anchor="ctr"/>
                </a:tc>
                <a:tc>
                  <a:txBody>
                    <a:bodyPr/>
                    <a:lstStyle/>
                    <a:p>
                      <a:r>
                        <a:rPr lang="en-IN" sz="1100"/>
                        <a:t>Medium</a:t>
                      </a:r>
                    </a:p>
                  </a:txBody>
                  <a:tcPr marL="23778" marR="23778" marT="11889" marB="11889" anchor="ctr"/>
                </a:tc>
                <a:tc>
                  <a:txBody>
                    <a:bodyPr/>
                    <a:lstStyle/>
                    <a:p>
                      <a:r>
                        <a:rPr lang="en-IN" sz="1100"/>
                        <a:t>Stationary time series</a:t>
                      </a:r>
                    </a:p>
                  </a:txBody>
                  <a:tcPr marL="23778" marR="23778" marT="11889" marB="11889" anchor="ctr"/>
                </a:tc>
                <a:extLst>
                  <a:ext uri="{0D108BD9-81ED-4DB2-BD59-A6C34878D82A}">
                    <a16:rowId xmlns:a16="http://schemas.microsoft.com/office/drawing/2014/main" val="3086918847"/>
                  </a:ext>
                </a:extLst>
              </a:tr>
              <a:tr h="309111">
                <a:tc>
                  <a:txBody>
                    <a:bodyPr/>
                    <a:lstStyle/>
                    <a:p>
                      <a:r>
                        <a:rPr lang="en-IN" sz="1100" b="1"/>
                        <a:t>ARIMA</a:t>
                      </a:r>
                      <a:endParaRPr lang="en-IN" sz="1100"/>
                    </a:p>
                  </a:txBody>
                  <a:tcPr marL="23778" marR="23778" marT="11889" marB="11889" anchor="ctr"/>
                </a:tc>
                <a:tc>
                  <a:txBody>
                    <a:bodyPr/>
                    <a:lstStyle/>
                    <a:p>
                      <a:r>
                        <a:rPr lang="en-IN" sz="1100"/>
                        <a:t>Statistical</a:t>
                      </a:r>
                    </a:p>
                  </a:txBody>
                  <a:tcPr marL="23778" marR="23778" marT="11889" marB="11889" anchor="ctr"/>
                </a:tc>
                <a:tc>
                  <a:txBody>
                    <a:bodyPr/>
                    <a:lstStyle/>
                    <a:p>
                      <a:r>
                        <a:rPr lang="en-US" sz="1100"/>
                        <a:t>No (differencing makes it so)</a:t>
                      </a:r>
                    </a:p>
                  </a:txBody>
                  <a:tcPr marL="23778" marR="23778" marT="11889" marB="11889" anchor="ctr"/>
                </a:tc>
                <a:tc>
                  <a:txBody>
                    <a:bodyPr/>
                    <a:lstStyle/>
                    <a:p>
                      <a:r>
                        <a:rPr lang="en-IN" sz="1100"/>
                        <a:t>No</a:t>
                      </a:r>
                    </a:p>
                  </a:txBody>
                  <a:tcPr marL="23778" marR="23778" marT="11889" marB="11889" anchor="ctr"/>
                </a:tc>
                <a:tc>
                  <a:txBody>
                    <a:bodyPr/>
                    <a:lstStyle/>
                    <a:p>
                      <a:r>
                        <a:rPr lang="en-IN" sz="1100"/>
                        <a:t>No</a:t>
                      </a:r>
                    </a:p>
                  </a:txBody>
                  <a:tcPr marL="23778" marR="23778" marT="11889" marB="11889" anchor="ctr"/>
                </a:tc>
                <a:tc>
                  <a:txBody>
                    <a:bodyPr/>
                    <a:lstStyle/>
                    <a:p>
                      <a:r>
                        <a:rPr lang="en-US" sz="1100"/>
                        <a:t>Short-term (p lags, q errors)</a:t>
                      </a:r>
                    </a:p>
                  </a:txBody>
                  <a:tcPr marL="23778" marR="23778" marT="11889" marB="11889" anchor="ctr"/>
                </a:tc>
                <a:tc>
                  <a:txBody>
                    <a:bodyPr/>
                    <a:lstStyle/>
                    <a:p>
                      <a:r>
                        <a:rPr lang="en-IN" sz="1100"/>
                        <a:t>Medium</a:t>
                      </a:r>
                    </a:p>
                  </a:txBody>
                  <a:tcPr marL="23778" marR="23778" marT="11889" marB="11889" anchor="ctr"/>
                </a:tc>
                <a:tc>
                  <a:txBody>
                    <a:bodyPr/>
                    <a:lstStyle/>
                    <a:p>
                      <a:r>
                        <a:rPr lang="en-IN" sz="1100"/>
                        <a:t>Non-stationary time series</a:t>
                      </a:r>
                    </a:p>
                  </a:txBody>
                  <a:tcPr marL="23778" marR="23778" marT="11889" marB="11889" anchor="ctr"/>
                </a:tc>
                <a:extLst>
                  <a:ext uri="{0D108BD9-81ED-4DB2-BD59-A6C34878D82A}">
                    <a16:rowId xmlns:a16="http://schemas.microsoft.com/office/drawing/2014/main" val="1749177432"/>
                  </a:ext>
                </a:extLst>
              </a:tr>
              <a:tr h="380445">
                <a:tc>
                  <a:txBody>
                    <a:bodyPr/>
                    <a:lstStyle/>
                    <a:p>
                      <a:r>
                        <a:rPr lang="en-IN" sz="1100" b="1"/>
                        <a:t>SARIMA</a:t>
                      </a:r>
                      <a:endParaRPr lang="en-IN" sz="1100"/>
                    </a:p>
                  </a:txBody>
                  <a:tcPr marL="23778" marR="23778" marT="11889" marB="11889" anchor="ctr"/>
                </a:tc>
                <a:tc>
                  <a:txBody>
                    <a:bodyPr/>
                    <a:lstStyle/>
                    <a:p>
                      <a:r>
                        <a:rPr lang="en-IN" sz="1100"/>
                        <a:t>Statistical</a:t>
                      </a:r>
                    </a:p>
                  </a:txBody>
                  <a:tcPr marL="23778" marR="23778" marT="11889" marB="11889" anchor="ctr"/>
                </a:tc>
                <a:tc>
                  <a:txBody>
                    <a:bodyPr/>
                    <a:lstStyle/>
                    <a:p>
                      <a:r>
                        <a:rPr lang="en-US" sz="1100"/>
                        <a:t>No (differencing makes it so)</a:t>
                      </a:r>
                    </a:p>
                  </a:txBody>
                  <a:tcPr marL="23778" marR="23778" marT="11889" marB="11889" anchor="ctr"/>
                </a:tc>
                <a:tc>
                  <a:txBody>
                    <a:bodyPr/>
                    <a:lstStyle/>
                    <a:p>
                      <a:r>
                        <a:rPr lang="en-IN" sz="1100"/>
                        <a:t>Yes</a:t>
                      </a:r>
                    </a:p>
                  </a:txBody>
                  <a:tcPr marL="23778" marR="23778" marT="11889" marB="11889" anchor="ctr"/>
                </a:tc>
                <a:tc>
                  <a:txBody>
                    <a:bodyPr/>
                    <a:lstStyle/>
                    <a:p>
                      <a:r>
                        <a:rPr lang="en-IN" sz="1100"/>
                        <a:t>No</a:t>
                      </a:r>
                    </a:p>
                  </a:txBody>
                  <a:tcPr marL="23778" marR="23778" marT="11889" marB="11889" anchor="ctr"/>
                </a:tc>
                <a:tc>
                  <a:txBody>
                    <a:bodyPr/>
                    <a:lstStyle/>
                    <a:p>
                      <a:r>
                        <a:rPr lang="en-US" sz="1100"/>
                        <a:t>Short-term (p lags, q errors)</a:t>
                      </a:r>
                    </a:p>
                  </a:txBody>
                  <a:tcPr marL="23778" marR="23778" marT="11889" marB="11889" anchor="ctr"/>
                </a:tc>
                <a:tc>
                  <a:txBody>
                    <a:bodyPr/>
                    <a:lstStyle/>
                    <a:p>
                      <a:r>
                        <a:rPr lang="en-IN" sz="1100"/>
                        <a:t>High</a:t>
                      </a:r>
                    </a:p>
                  </a:txBody>
                  <a:tcPr marL="23778" marR="23778" marT="11889" marB="11889" anchor="ctr"/>
                </a:tc>
                <a:tc>
                  <a:txBody>
                    <a:bodyPr/>
                    <a:lstStyle/>
                    <a:p>
                      <a:r>
                        <a:rPr lang="en-US" sz="1100"/>
                        <a:t>Time series with seasonal components</a:t>
                      </a:r>
                    </a:p>
                  </a:txBody>
                  <a:tcPr marL="23778" marR="23778" marT="11889" marB="11889" anchor="ctr"/>
                </a:tc>
                <a:extLst>
                  <a:ext uri="{0D108BD9-81ED-4DB2-BD59-A6C34878D82A}">
                    <a16:rowId xmlns:a16="http://schemas.microsoft.com/office/drawing/2014/main" val="3867992590"/>
                  </a:ext>
                </a:extLst>
              </a:tr>
              <a:tr h="380445">
                <a:tc>
                  <a:txBody>
                    <a:bodyPr/>
                    <a:lstStyle/>
                    <a:p>
                      <a:r>
                        <a:rPr lang="en-IN" sz="1100" b="1"/>
                        <a:t>Prophet</a:t>
                      </a:r>
                      <a:endParaRPr lang="en-IN" sz="1100"/>
                    </a:p>
                  </a:txBody>
                  <a:tcPr marL="23778" marR="23778" marT="11889" marB="11889" anchor="ctr"/>
                </a:tc>
                <a:tc>
                  <a:txBody>
                    <a:bodyPr/>
                    <a:lstStyle/>
                    <a:p>
                      <a:r>
                        <a:rPr lang="en-IN" sz="1100"/>
                        <a:t>Statistical + Heuristic</a:t>
                      </a:r>
                    </a:p>
                  </a:txBody>
                  <a:tcPr marL="23778" marR="23778" marT="11889" marB="11889" anchor="ctr"/>
                </a:tc>
                <a:tc>
                  <a:txBody>
                    <a:bodyPr/>
                    <a:lstStyle/>
                    <a:p>
                      <a:r>
                        <a:rPr lang="en-IN" sz="1100"/>
                        <a:t>No</a:t>
                      </a:r>
                    </a:p>
                  </a:txBody>
                  <a:tcPr marL="23778" marR="23778" marT="11889" marB="11889" anchor="ctr"/>
                </a:tc>
                <a:tc>
                  <a:txBody>
                    <a:bodyPr/>
                    <a:lstStyle/>
                    <a:p>
                      <a:r>
                        <a:rPr lang="en-IN" sz="1100"/>
                        <a:t>Yes</a:t>
                      </a:r>
                    </a:p>
                  </a:txBody>
                  <a:tcPr marL="23778" marR="23778" marT="11889" marB="11889" anchor="ctr"/>
                </a:tc>
                <a:tc>
                  <a:txBody>
                    <a:bodyPr/>
                    <a:lstStyle/>
                    <a:p>
                      <a:r>
                        <a:rPr lang="en-IN" sz="1100"/>
                        <a:t>Yes (through trend fitting)</a:t>
                      </a:r>
                    </a:p>
                  </a:txBody>
                  <a:tcPr marL="23778" marR="23778" marT="11889" marB="11889" anchor="ctr"/>
                </a:tc>
                <a:tc>
                  <a:txBody>
                    <a:bodyPr/>
                    <a:lstStyle/>
                    <a:p>
                      <a:r>
                        <a:rPr lang="en-IN" sz="1100"/>
                        <a:t>Seasonal, yearly, weekly</a:t>
                      </a:r>
                    </a:p>
                  </a:txBody>
                  <a:tcPr marL="23778" marR="23778" marT="11889" marB="11889" anchor="ctr"/>
                </a:tc>
                <a:tc>
                  <a:txBody>
                    <a:bodyPr/>
                    <a:lstStyle/>
                    <a:p>
                      <a:r>
                        <a:rPr lang="en-IN" sz="1100"/>
                        <a:t>Medium</a:t>
                      </a:r>
                    </a:p>
                  </a:txBody>
                  <a:tcPr marL="23778" marR="23778" marT="11889" marB="11889" anchor="ctr"/>
                </a:tc>
                <a:tc>
                  <a:txBody>
                    <a:bodyPr/>
                    <a:lstStyle/>
                    <a:p>
                      <a:r>
                        <a:rPr lang="en-US" sz="1100"/>
                        <a:t>Business time series, missing data, holidays</a:t>
                      </a:r>
                    </a:p>
                  </a:txBody>
                  <a:tcPr marL="23778" marR="23778" marT="11889" marB="11889" anchor="ctr"/>
                </a:tc>
                <a:extLst>
                  <a:ext uri="{0D108BD9-81ED-4DB2-BD59-A6C34878D82A}">
                    <a16:rowId xmlns:a16="http://schemas.microsoft.com/office/drawing/2014/main" val="915981286"/>
                  </a:ext>
                </a:extLst>
              </a:tr>
              <a:tr h="451778">
                <a:tc>
                  <a:txBody>
                    <a:bodyPr/>
                    <a:lstStyle/>
                    <a:p>
                      <a:r>
                        <a:rPr lang="en-IN" sz="1100" b="1"/>
                        <a:t>RNN</a:t>
                      </a:r>
                      <a:endParaRPr lang="en-IN" sz="1100"/>
                    </a:p>
                  </a:txBody>
                  <a:tcPr marL="23778" marR="23778" marT="11889" marB="11889" anchor="ctr"/>
                </a:tc>
                <a:tc>
                  <a:txBody>
                    <a:bodyPr/>
                    <a:lstStyle/>
                    <a:p>
                      <a:r>
                        <a:rPr lang="en-IN" sz="1100"/>
                        <a:t>Deep Learning</a:t>
                      </a:r>
                    </a:p>
                  </a:txBody>
                  <a:tcPr marL="23778" marR="23778" marT="11889" marB="11889" anchor="ctr"/>
                </a:tc>
                <a:tc>
                  <a:txBody>
                    <a:bodyPr/>
                    <a:lstStyle/>
                    <a:p>
                      <a:r>
                        <a:rPr lang="en-IN" sz="1100"/>
                        <a:t>No</a:t>
                      </a:r>
                    </a:p>
                  </a:txBody>
                  <a:tcPr marL="23778" marR="23778" marT="11889" marB="11889" anchor="ctr"/>
                </a:tc>
                <a:tc>
                  <a:txBody>
                    <a:bodyPr/>
                    <a:lstStyle/>
                    <a:p>
                      <a:r>
                        <a:rPr lang="en-IN" sz="1100"/>
                        <a:t>Yes (if modeled)</a:t>
                      </a:r>
                    </a:p>
                  </a:txBody>
                  <a:tcPr marL="23778" marR="23778" marT="11889" marB="11889" anchor="ctr"/>
                </a:tc>
                <a:tc>
                  <a:txBody>
                    <a:bodyPr/>
                    <a:lstStyle/>
                    <a:p>
                      <a:r>
                        <a:rPr lang="en-IN" sz="1100"/>
                        <a:t>Yes</a:t>
                      </a:r>
                    </a:p>
                  </a:txBody>
                  <a:tcPr marL="23778" marR="23778" marT="11889" marB="11889" anchor="ctr"/>
                </a:tc>
                <a:tc>
                  <a:txBody>
                    <a:bodyPr/>
                    <a:lstStyle/>
                    <a:p>
                      <a:r>
                        <a:rPr lang="en-IN" sz="1100"/>
                        <a:t>Short to Medium-term</a:t>
                      </a:r>
                    </a:p>
                  </a:txBody>
                  <a:tcPr marL="23778" marR="23778" marT="11889" marB="11889" anchor="ctr"/>
                </a:tc>
                <a:tc>
                  <a:txBody>
                    <a:bodyPr/>
                    <a:lstStyle/>
                    <a:p>
                      <a:r>
                        <a:rPr lang="en-IN" sz="1100" dirty="0"/>
                        <a:t>High</a:t>
                      </a:r>
                    </a:p>
                  </a:txBody>
                  <a:tcPr marL="23778" marR="23778" marT="11889" marB="11889" anchor="ctr"/>
                </a:tc>
                <a:tc>
                  <a:txBody>
                    <a:bodyPr/>
                    <a:lstStyle/>
                    <a:p>
                      <a:r>
                        <a:rPr lang="en-US" sz="1100"/>
                        <a:t>Sequential data, time series with long-term dependencies</a:t>
                      </a:r>
                    </a:p>
                  </a:txBody>
                  <a:tcPr marL="23778" marR="23778" marT="11889" marB="11889" anchor="ctr"/>
                </a:tc>
                <a:extLst>
                  <a:ext uri="{0D108BD9-81ED-4DB2-BD59-A6C34878D82A}">
                    <a16:rowId xmlns:a16="http://schemas.microsoft.com/office/drawing/2014/main" val="1831110848"/>
                  </a:ext>
                </a:extLst>
              </a:tr>
              <a:tr h="523112">
                <a:tc>
                  <a:txBody>
                    <a:bodyPr/>
                    <a:lstStyle/>
                    <a:p>
                      <a:r>
                        <a:rPr lang="en-IN" sz="1100" b="1"/>
                        <a:t>GRU</a:t>
                      </a:r>
                      <a:endParaRPr lang="en-IN" sz="1100"/>
                    </a:p>
                  </a:txBody>
                  <a:tcPr marL="23778" marR="23778" marT="11889" marB="11889" anchor="ctr"/>
                </a:tc>
                <a:tc>
                  <a:txBody>
                    <a:bodyPr/>
                    <a:lstStyle/>
                    <a:p>
                      <a:r>
                        <a:rPr lang="en-IN" sz="1100"/>
                        <a:t>Deep Learning</a:t>
                      </a:r>
                    </a:p>
                  </a:txBody>
                  <a:tcPr marL="23778" marR="23778" marT="11889" marB="11889" anchor="ctr"/>
                </a:tc>
                <a:tc>
                  <a:txBody>
                    <a:bodyPr/>
                    <a:lstStyle/>
                    <a:p>
                      <a:r>
                        <a:rPr lang="en-IN" sz="1100"/>
                        <a:t>No</a:t>
                      </a:r>
                    </a:p>
                  </a:txBody>
                  <a:tcPr marL="23778" marR="23778" marT="11889" marB="11889" anchor="ctr"/>
                </a:tc>
                <a:tc>
                  <a:txBody>
                    <a:bodyPr/>
                    <a:lstStyle/>
                    <a:p>
                      <a:r>
                        <a:rPr lang="en-IN" sz="1100"/>
                        <a:t>Yes (if modeled)</a:t>
                      </a:r>
                    </a:p>
                  </a:txBody>
                  <a:tcPr marL="23778" marR="23778" marT="11889" marB="11889" anchor="ctr"/>
                </a:tc>
                <a:tc>
                  <a:txBody>
                    <a:bodyPr/>
                    <a:lstStyle/>
                    <a:p>
                      <a:r>
                        <a:rPr lang="en-IN" sz="1100"/>
                        <a:t>Yes</a:t>
                      </a:r>
                    </a:p>
                  </a:txBody>
                  <a:tcPr marL="23778" marR="23778" marT="11889" marB="11889" anchor="ctr"/>
                </a:tc>
                <a:tc>
                  <a:txBody>
                    <a:bodyPr/>
                    <a:lstStyle/>
                    <a:p>
                      <a:r>
                        <a:rPr lang="en-US" sz="1100"/>
                        <a:t>Short to Medium-term (better than RNN)</a:t>
                      </a:r>
                    </a:p>
                  </a:txBody>
                  <a:tcPr marL="23778" marR="23778" marT="11889" marB="11889" anchor="ctr"/>
                </a:tc>
                <a:tc>
                  <a:txBody>
                    <a:bodyPr/>
                    <a:lstStyle/>
                    <a:p>
                      <a:r>
                        <a:rPr lang="en-IN" sz="1100"/>
                        <a:t>High</a:t>
                      </a:r>
                    </a:p>
                  </a:txBody>
                  <a:tcPr marL="23778" marR="23778" marT="11889" marB="11889" anchor="ctr"/>
                </a:tc>
                <a:tc>
                  <a:txBody>
                    <a:bodyPr/>
                    <a:lstStyle/>
                    <a:p>
                      <a:r>
                        <a:rPr lang="en-US" sz="1100" dirty="0"/>
                        <a:t>Sequential data, capturing short and long-term dependencies</a:t>
                      </a:r>
                    </a:p>
                  </a:txBody>
                  <a:tcPr marL="23778" marR="23778" marT="11889" marB="11889" anchor="ctr"/>
                </a:tc>
                <a:extLst>
                  <a:ext uri="{0D108BD9-81ED-4DB2-BD59-A6C34878D82A}">
                    <a16:rowId xmlns:a16="http://schemas.microsoft.com/office/drawing/2014/main" val="742872387"/>
                  </a:ext>
                </a:extLst>
              </a:tr>
              <a:tr h="451778">
                <a:tc>
                  <a:txBody>
                    <a:bodyPr/>
                    <a:lstStyle/>
                    <a:p>
                      <a:r>
                        <a:rPr lang="en-IN" sz="1100" b="1"/>
                        <a:t>LSTM</a:t>
                      </a:r>
                      <a:endParaRPr lang="en-IN" sz="1100"/>
                    </a:p>
                  </a:txBody>
                  <a:tcPr marL="23778" marR="23778" marT="11889" marB="11889" anchor="ctr"/>
                </a:tc>
                <a:tc>
                  <a:txBody>
                    <a:bodyPr/>
                    <a:lstStyle/>
                    <a:p>
                      <a:r>
                        <a:rPr lang="en-IN" sz="1100"/>
                        <a:t>Deep Learning</a:t>
                      </a:r>
                    </a:p>
                  </a:txBody>
                  <a:tcPr marL="23778" marR="23778" marT="11889" marB="11889" anchor="ctr"/>
                </a:tc>
                <a:tc>
                  <a:txBody>
                    <a:bodyPr/>
                    <a:lstStyle/>
                    <a:p>
                      <a:r>
                        <a:rPr lang="en-IN" sz="1100"/>
                        <a:t>No</a:t>
                      </a:r>
                    </a:p>
                  </a:txBody>
                  <a:tcPr marL="23778" marR="23778" marT="11889" marB="11889" anchor="ctr"/>
                </a:tc>
                <a:tc>
                  <a:txBody>
                    <a:bodyPr/>
                    <a:lstStyle/>
                    <a:p>
                      <a:r>
                        <a:rPr lang="en-IN" sz="1100"/>
                        <a:t>Yes (if modeled)</a:t>
                      </a:r>
                    </a:p>
                  </a:txBody>
                  <a:tcPr marL="23778" marR="23778" marT="11889" marB="11889" anchor="ctr"/>
                </a:tc>
                <a:tc>
                  <a:txBody>
                    <a:bodyPr/>
                    <a:lstStyle/>
                    <a:p>
                      <a:r>
                        <a:rPr lang="en-IN" sz="1100"/>
                        <a:t>Yes</a:t>
                      </a:r>
                    </a:p>
                  </a:txBody>
                  <a:tcPr marL="23778" marR="23778" marT="11889" marB="11889" anchor="ctr"/>
                </a:tc>
                <a:tc>
                  <a:txBody>
                    <a:bodyPr/>
                    <a:lstStyle/>
                    <a:p>
                      <a:r>
                        <a:rPr lang="en-IN" sz="1100"/>
                        <a:t>Long-term</a:t>
                      </a:r>
                    </a:p>
                  </a:txBody>
                  <a:tcPr marL="23778" marR="23778" marT="11889" marB="11889" anchor="ctr"/>
                </a:tc>
                <a:tc>
                  <a:txBody>
                    <a:bodyPr/>
                    <a:lstStyle/>
                    <a:p>
                      <a:r>
                        <a:rPr lang="en-IN" sz="1100"/>
                        <a:t>Very High</a:t>
                      </a:r>
                    </a:p>
                  </a:txBody>
                  <a:tcPr marL="23778" marR="23778" marT="11889" marB="11889" anchor="ctr"/>
                </a:tc>
                <a:tc>
                  <a:txBody>
                    <a:bodyPr/>
                    <a:lstStyle/>
                    <a:p>
                      <a:r>
                        <a:rPr lang="en-US" sz="1100" dirty="0"/>
                        <a:t>Complex time series with long-term dependencies</a:t>
                      </a:r>
                    </a:p>
                  </a:txBody>
                  <a:tcPr marL="23778" marR="23778" marT="11889" marB="11889" anchor="ctr"/>
                </a:tc>
                <a:extLst>
                  <a:ext uri="{0D108BD9-81ED-4DB2-BD59-A6C34878D82A}">
                    <a16:rowId xmlns:a16="http://schemas.microsoft.com/office/drawing/2014/main" val="3872377734"/>
                  </a:ext>
                </a:extLst>
              </a:tr>
              <a:tr h="451778">
                <a:tc>
                  <a:txBody>
                    <a:bodyPr/>
                    <a:lstStyle/>
                    <a:p>
                      <a:r>
                        <a:rPr lang="en-IN" sz="1100" b="1"/>
                        <a:t>IndRNN</a:t>
                      </a:r>
                      <a:endParaRPr lang="en-IN" sz="1100"/>
                    </a:p>
                  </a:txBody>
                  <a:tcPr marL="23778" marR="23778" marT="11889" marB="11889" anchor="ctr"/>
                </a:tc>
                <a:tc>
                  <a:txBody>
                    <a:bodyPr/>
                    <a:lstStyle/>
                    <a:p>
                      <a:r>
                        <a:rPr lang="en-IN" sz="1100"/>
                        <a:t>Deep Learning</a:t>
                      </a:r>
                    </a:p>
                  </a:txBody>
                  <a:tcPr marL="23778" marR="23778" marT="11889" marB="11889" anchor="ctr"/>
                </a:tc>
                <a:tc>
                  <a:txBody>
                    <a:bodyPr/>
                    <a:lstStyle/>
                    <a:p>
                      <a:r>
                        <a:rPr lang="en-IN" sz="1100"/>
                        <a:t>No</a:t>
                      </a:r>
                    </a:p>
                  </a:txBody>
                  <a:tcPr marL="23778" marR="23778" marT="11889" marB="11889" anchor="ctr"/>
                </a:tc>
                <a:tc>
                  <a:txBody>
                    <a:bodyPr/>
                    <a:lstStyle/>
                    <a:p>
                      <a:r>
                        <a:rPr lang="en-IN" sz="1100"/>
                        <a:t>Yes (if modeled)</a:t>
                      </a:r>
                    </a:p>
                  </a:txBody>
                  <a:tcPr marL="23778" marR="23778" marT="11889" marB="11889" anchor="ctr"/>
                </a:tc>
                <a:tc>
                  <a:txBody>
                    <a:bodyPr/>
                    <a:lstStyle/>
                    <a:p>
                      <a:r>
                        <a:rPr lang="en-IN" sz="1100"/>
                        <a:t>Yes</a:t>
                      </a:r>
                    </a:p>
                  </a:txBody>
                  <a:tcPr marL="23778" marR="23778" marT="11889" marB="11889" anchor="ctr"/>
                </a:tc>
                <a:tc>
                  <a:txBody>
                    <a:bodyPr/>
                    <a:lstStyle/>
                    <a:p>
                      <a:r>
                        <a:rPr lang="en-US" sz="1100"/>
                        <a:t>Long-term (improved over RNN/LSTM)</a:t>
                      </a:r>
                    </a:p>
                  </a:txBody>
                  <a:tcPr marL="23778" marR="23778" marT="11889" marB="11889" anchor="ctr"/>
                </a:tc>
                <a:tc>
                  <a:txBody>
                    <a:bodyPr/>
                    <a:lstStyle/>
                    <a:p>
                      <a:r>
                        <a:rPr lang="en-IN" sz="1100"/>
                        <a:t>Very High</a:t>
                      </a:r>
                    </a:p>
                  </a:txBody>
                  <a:tcPr marL="23778" marR="23778" marT="11889" marB="11889" anchor="ctr"/>
                </a:tc>
                <a:tc>
                  <a:txBody>
                    <a:bodyPr/>
                    <a:lstStyle/>
                    <a:p>
                      <a:r>
                        <a:rPr lang="en-US" sz="1100" dirty="0"/>
                        <a:t>Scalable deep learning with better gradient handling</a:t>
                      </a:r>
                    </a:p>
                  </a:txBody>
                  <a:tcPr marL="23778" marR="23778" marT="11889" marB="11889" anchor="ctr"/>
                </a:tc>
                <a:extLst>
                  <a:ext uri="{0D108BD9-81ED-4DB2-BD59-A6C34878D82A}">
                    <a16:rowId xmlns:a16="http://schemas.microsoft.com/office/drawing/2014/main" val="166722480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C2E57D0-61AD-16AD-66F6-304A90272DC7}"/>
                  </a:ext>
                </a:extLst>
              </p14:cNvPr>
              <p14:cNvContentPartPr/>
              <p14:nvPr/>
            </p14:nvContentPartPr>
            <p14:xfrm>
              <a:off x="1314000" y="892800"/>
              <a:ext cx="158040" cy="32760"/>
            </p14:xfrm>
          </p:contentPart>
        </mc:Choice>
        <mc:Fallback xmlns="">
          <p:pic>
            <p:nvPicPr>
              <p:cNvPr id="3" name="Ink 2">
                <a:extLst>
                  <a:ext uri="{FF2B5EF4-FFF2-40B4-BE49-F238E27FC236}">
                    <a16:creationId xmlns:a16="http://schemas.microsoft.com/office/drawing/2014/main" id="{EC2E57D0-61AD-16AD-66F6-304A90272DC7}"/>
                  </a:ext>
                </a:extLst>
              </p:cNvPr>
              <p:cNvPicPr/>
              <p:nvPr/>
            </p:nvPicPr>
            <p:blipFill>
              <a:blip r:embed="rId3"/>
              <a:stretch>
                <a:fillRect/>
              </a:stretch>
            </p:blipFill>
            <p:spPr>
              <a:xfrm>
                <a:off x="1304640" y="883440"/>
                <a:ext cx="176760" cy="51480"/>
              </a:xfrm>
              <a:prstGeom prst="rect">
                <a:avLst/>
              </a:prstGeom>
            </p:spPr>
          </p:pic>
        </mc:Fallback>
      </mc:AlternateContent>
    </p:spTree>
    <p:extLst>
      <p:ext uri="{BB962C8B-B14F-4D97-AF65-F5344CB8AC3E}">
        <p14:creationId xmlns:p14="http://schemas.microsoft.com/office/powerpoint/2010/main" val="574314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DFCA2-BFDB-88BC-5551-BCD87DA2B6A8}"/>
              </a:ext>
            </a:extLst>
          </p:cNvPr>
          <p:cNvSpPr>
            <a:spLocks noGrp="1"/>
          </p:cNvSpPr>
          <p:nvPr>
            <p:ph type="title"/>
          </p:nvPr>
        </p:nvSpPr>
        <p:spPr/>
        <p:txBody>
          <a:bodyPr/>
          <a:lstStyle/>
          <a:p>
            <a:r>
              <a:rPr lang="en-US" dirty="0"/>
              <a:t>Naïve Forecasting</a:t>
            </a:r>
          </a:p>
        </p:txBody>
      </p:sp>
      <p:sp>
        <p:nvSpPr>
          <p:cNvPr id="3" name="Content Placeholder 2">
            <a:extLst>
              <a:ext uri="{FF2B5EF4-FFF2-40B4-BE49-F238E27FC236}">
                <a16:creationId xmlns:a16="http://schemas.microsoft.com/office/drawing/2014/main" id="{81E7A0EE-6D28-5A31-0B45-02B567D69C86}"/>
              </a:ext>
            </a:extLst>
          </p:cNvPr>
          <p:cNvSpPr>
            <a:spLocks noGrp="1"/>
          </p:cNvSpPr>
          <p:nvPr>
            <p:ph idx="1"/>
          </p:nvPr>
        </p:nvSpPr>
        <p:spPr/>
        <p:txBody>
          <a:bodyPr/>
          <a:lstStyle/>
          <a:p>
            <a:pPr marL="0" indent="0">
              <a:buNone/>
            </a:pPr>
            <a:r>
              <a:rPr lang="en-US" dirty="0"/>
              <a:t>Assume next value = Last value</a:t>
            </a:r>
          </a:p>
          <a:p>
            <a:pPr marL="0" indent="0">
              <a:buNone/>
            </a:pPr>
            <a:r>
              <a:rPr lang="en-US" dirty="0"/>
              <a:t>Very basic </a:t>
            </a:r>
          </a:p>
          <a:p>
            <a:pPr marL="0" indent="0">
              <a:buNone/>
            </a:pPr>
            <a:r>
              <a:rPr lang="en-US" dirty="0"/>
              <a:t>Sometimes, surprisingly useful !!</a:t>
            </a:r>
          </a:p>
          <a:p>
            <a:pPr marL="0" indent="0">
              <a:buNone/>
            </a:pPr>
            <a:endParaRPr lang="en-US" dirty="0"/>
          </a:p>
          <a:p>
            <a:pPr marL="0" indent="0">
              <a:buNone/>
            </a:pPr>
            <a:r>
              <a:rPr lang="en-US" dirty="0"/>
              <a:t>Forecast = series[-1]</a:t>
            </a:r>
          </a:p>
        </p:txBody>
      </p:sp>
    </p:spTree>
    <p:extLst>
      <p:ext uri="{BB962C8B-B14F-4D97-AF65-F5344CB8AC3E}">
        <p14:creationId xmlns:p14="http://schemas.microsoft.com/office/powerpoint/2010/main" val="4260281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6A14D-D47C-38A7-E1E9-D2333D868365}"/>
              </a:ext>
            </a:extLst>
          </p:cNvPr>
          <p:cNvSpPr>
            <a:spLocks noGrp="1"/>
          </p:cNvSpPr>
          <p:nvPr>
            <p:ph type="title"/>
          </p:nvPr>
        </p:nvSpPr>
        <p:spPr/>
        <p:txBody>
          <a:bodyPr/>
          <a:lstStyle/>
          <a:p>
            <a:r>
              <a:rPr lang="en-US" dirty="0"/>
              <a:t>Moving Average</a:t>
            </a:r>
          </a:p>
        </p:txBody>
      </p:sp>
      <p:sp>
        <p:nvSpPr>
          <p:cNvPr id="3" name="Content Placeholder 2">
            <a:extLst>
              <a:ext uri="{FF2B5EF4-FFF2-40B4-BE49-F238E27FC236}">
                <a16:creationId xmlns:a16="http://schemas.microsoft.com/office/drawing/2014/main" id="{5CC2F7B6-C39A-35C5-F01E-4D7F08A5F3D1}"/>
              </a:ext>
            </a:extLst>
          </p:cNvPr>
          <p:cNvSpPr>
            <a:spLocks noGrp="1"/>
          </p:cNvSpPr>
          <p:nvPr>
            <p:ph idx="1"/>
          </p:nvPr>
        </p:nvSpPr>
        <p:spPr/>
        <p:txBody>
          <a:bodyPr/>
          <a:lstStyle/>
          <a:p>
            <a:r>
              <a:rPr lang="en-US" dirty="0"/>
              <a:t>Average of last N values, smooths out noise..</a:t>
            </a:r>
          </a:p>
          <a:p>
            <a:r>
              <a:rPr lang="en-US" dirty="0"/>
              <a:t>Say, N= 5</a:t>
            </a:r>
          </a:p>
          <a:p>
            <a:r>
              <a:rPr lang="en-US" dirty="0"/>
              <a:t>Forecast = sum(series[-N:])/N</a:t>
            </a:r>
          </a:p>
          <a:p>
            <a:pPr marL="0" indent="0">
              <a:buNone/>
            </a:pPr>
            <a:r>
              <a:rPr lang="en-US" dirty="0"/>
              <a:t>Predict tomorrow’s coating thickness using last N day’s average..</a:t>
            </a:r>
          </a:p>
          <a:p>
            <a:pPr marL="0" indent="0">
              <a:buNone/>
            </a:pPr>
            <a:endParaRPr lang="en-US" dirty="0"/>
          </a:p>
        </p:txBody>
      </p:sp>
    </p:spTree>
    <p:extLst>
      <p:ext uri="{BB962C8B-B14F-4D97-AF65-F5344CB8AC3E}">
        <p14:creationId xmlns:p14="http://schemas.microsoft.com/office/powerpoint/2010/main" val="1301755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39CB-31FD-B713-F4FF-CE592396E29F}"/>
              </a:ext>
            </a:extLst>
          </p:cNvPr>
          <p:cNvSpPr>
            <a:spLocks noGrp="1"/>
          </p:cNvSpPr>
          <p:nvPr>
            <p:ph type="title"/>
          </p:nvPr>
        </p:nvSpPr>
        <p:spPr/>
        <p:txBody>
          <a:bodyPr/>
          <a:lstStyle/>
          <a:p>
            <a:r>
              <a:rPr lang="en-US" dirty="0"/>
              <a:t>Train-Test Split</a:t>
            </a:r>
          </a:p>
        </p:txBody>
      </p:sp>
      <p:sp>
        <p:nvSpPr>
          <p:cNvPr id="3" name="Content Placeholder 2">
            <a:extLst>
              <a:ext uri="{FF2B5EF4-FFF2-40B4-BE49-F238E27FC236}">
                <a16:creationId xmlns:a16="http://schemas.microsoft.com/office/drawing/2014/main" id="{92F21C90-3B22-5C24-078A-B540BDE42658}"/>
              </a:ext>
            </a:extLst>
          </p:cNvPr>
          <p:cNvSpPr>
            <a:spLocks noGrp="1"/>
          </p:cNvSpPr>
          <p:nvPr>
            <p:ph idx="1"/>
          </p:nvPr>
        </p:nvSpPr>
        <p:spPr/>
        <p:txBody>
          <a:bodyPr/>
          <a:lstStyle/>
          <a:p>
            <a:r>
              <a:rPr lang="en-US" dirty="0"/>
              <a:t>Unlike normal ML, we can’t shuffle time series data </a:t>
            </a:r>
          </a:p>
          <a:p>
            <a:r>
              <a:rPr lang="en-US" dirty="0"/>
              <a:t>Always split based on time</a:t>
            </a:r>
          </a:p>
          <a:p>
            <a:pPr lvl="1"/>
            <a:r>
              <a:rPr lang="en-US" dirty="0"/>
              <a:t>Train: Older data (Jan to Sep)</a:t>
            </a:r>
          </a:p>
          <a:p>
            <a:pPr lvl="1"/>
            <a:r>
              <a:rPr lang="en-US" dirty="0"/>
              <a:t>Test: Recent data (Oct.)</a:t>
            </a:r>
          </a:p>
        </p:txBody>
      </p:sp>
    </p:spTree>
    <p:extLst>
      <p:ext uri="{BB962C8B-B14F-4D97-AF65-F5344CB8AC3E}">
        <p14:creationId xmlns:p14="http://schemas.microsoft.com/office/powerpoint/2010/main" val="3909915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Autoregressive Moving Average (ARMA) Model</a:t>
            </a:r>
          </a:p>
        </p:txBody>
      </p:sp>
      <p:sp>
        <p:nvSpPr>
          <p:cNvPr id="3" name="Content Placeholder 2"/>
          <p:cNvSpPr>
            <a:spLocks noGrp="1"/>
          </p:cNvSpPr>
          <p:nvPr>
            <p:ph idx="1"/>
          </p:nvPr>
        </p:nvSpPr>
        <p:spPr/>
        <p:txBody>
          <a:bodyPr/>
          <a:lstStyle/>
          <a:p>
            <a:r>
              <a:t>ARMA combines two components: Autoregressive (AR) and Moving Average (MA).</a:t>
            </a:r>
          </a:p>
          <a:p>
            <a:r>
              <a:t>AR(p): Predicts value based on its previous p values.</a:t>
            </a:r>
          </a:p>
          <a:p>
            <a:r>
              <a:t>MA(q): Predicts value based on previous q errors.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E3A9A0C5-D9EE-B82A-86B4-FC8479E50864}"/>
                  </a:ext>
                </a:extLst>
              </p14:cNvPr>
              <p14:cNvContentPartPr/>
              <p14:nvPr/>
            </p14:nvContentPartPr>
            <p14:xfrm>
              <a:off x="1366196" y="3983367"/>
              <a:ext cx="434880" cy="962280"/>
            </p14:xfrm>
          </p:contentPart>
        </mc:Choice>
        <mc:Fallback>
          <p:pic>
            <p:nvPicPr>
              <p:cNvPr id="4" name="Ink 3">
                <a:extLst>
                  <a:ext uri="{FF2B5EF4-FFF2-40B4-BE49-F238E27FC236}">
                    <a16:creationId xmlns:a16="http://schemas.microsoft.com/office/drawing/2014/main" id="{E3A9A0C5-D9EE-B82A-86B4-FC8479E50864}"/>
                  </a:ext>
                </a:extLst>
              </p:cNvPr>
              <p:cNvPicPr/>
              <p:nvPr/>
            </p:nvPicPr>
            <p:blipFill>
              <a:blip r:embed="rId3"/>
              <a:stretch>
                <a:fillRect/>
              </a:stretch>
            </p:blipFill>
            <p:spPr>
              <a:xfrm>
                <a:off x="1361876" y="3979047"/>
                <a:ext cx="443520" cy="970920"/>
              </a:xfrm>
              <a:prstGeom prst="rect">
                <a:avLst/>
              </a:prstGeom>
            </p:spPr>
          </p:pic>
        </mc:Fallback>
      </mc:AlternateContent>
      <p:grpSp>
        <p:nvGrpSpPr>
          <p:cNvPr id="12" name="Group 11">
            <a:extLst>
              <a:ext uri="{FF2B5EF4-FFF2-40B4-BE49-F238E27FC236}">
                <a16:creationId xmlns:a16="http://schemas.microsoft.com/office/drawing/2014/main" id="{9FD78342-D149-6597-ECEC-F770AF05E195}"/>
              </a:ext>
            </a:extLst>
          </p:cNvPr>
          <p:cNvGrpSpPr/>
          <p:nvPr/>
        </p:nvGrpSpPr>
        <p:grpSpPr>
          <a:xfrm>
            <a:off x="3436916" y="4303407"/>
            <a:ext cx="1303200" cy="1292400"/>
            <a:chOff x="3436916" y="4303407"/>
            <a:chExt cx="1303200" cy="129240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1022A4D-962B-80CB-B9DD-A4627278C435}"/>
                    </a:ext>
                  </a:extLst>
                </p14:cNvPr>
                <p14:cNvContentPartPr/>
                <p14:nvPr/>
              </p14:nvContentPartPr>
              <p14:xfrm>
                <a:off x="3436916" y="4303407"/>
                <a:ext cx="266400" cy="1145520"/>
              </p14:xfrm>
            </p:contentPart>
          </mc:Choice>
          <mc:Fallback>
            <p:pic>
              <p:nvPicPr>
                <p:cNvPr id="5" name="Ink 4">
                  <a:extLst>
                    <a:ext uri="{FF2B5EF4-FFF2-40B4-BE49-F238E27FC236}">
                      <a16:creationId xmlns:a16="http://schemas.microsoft.com/office/drawing/2014/main" id="{11022A4D-962B-80CB-B9DD-A4627278C435}"/>
                    </a:ext>
                  </a:extLst>
                </p:cNvPr>
                <p:cNvPicPr/>
                <p:nvPr/>
              </p:nvPicPr>
              <p:blipFill>
                <a:blip r:embed="rId5"/>
                <a:stretch>
                  <a:fillRect/>
                </a:stretch>
              </p:blipFill>
              <p:spPr>
                <a:xfrm>
                  <a:off x="3432596" y="4299087"/>
                  <a:ext cx="275040" cy="1154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EFB7496F-43FB-58F1-62E8-1B11C97A218B}"/>
                    </a:ext>
                  </a:extLst>
                </p14:cNvPr>
                <p14:cNvContentPartPr/>
                <p14:nvPr/>
              </p14:nvContentPartPr>
              <p14:xfrm>
                <a:off x="3810956" y="4802727"/>
                <a:ext cx="236520" cy="546840"/>
              </p14:xfrm>
            </p:contentPart>
          </mc:Choice>
          <mc:Fallback>
            <p:pic>
              <p:nvPicPr>
                <p:cNvPr id="6" name="Ink 5">
                  <a:extLst>
                    <a:ext uri="{FF2B5EF4-FFF2-40B4-BE49-F238E27FC236}">
                      <a16:creationId xmlns:a16="http://schemas.microsoft.com/office/drawing/2014/main" id="{EFB7496F-43FB-58F1-62E8-1B11C97A218B}"/>
                    </a:ext>
                  </a:extLst>
                </p:cNvPr>
                <p:cNvPicPr/>
                <p:nvPr/>
              </p:nvPicPr>
              <p:blipFill>
                <a:blip r:embed="rId7"/>
                <a:stretch>
                  <a:fillRect/>
                </a:stretch>
              </p:blipFill>
              <p:spPr>
                <a:xfrm>
                  <a:off x="3806636" y="4798407"/>
                  <a:ext cx="245160" cy="555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3265B417-F41D-8C18-D088-7230B22C87CD}"/>
                    </a:ext>
                  </a:extLst>
                </p14:cNvPr>
                <p14:cNvContentPartPr/>
                <p14:nvPr/>
              </p14:nvContentPartPr>
              <p14:xfrm>
                <a:off x="3794396" y="5118447"/>
                <a:ext cx="148320" cy="360"/>
              </p14:xfrm>
            </p:contentPart>
          </mc:Choice>
          <mc:Fallback>
            <p:pic>
              <p:nvPicPr>
                <p:cNvPr id="8" name="Ink 7">
                  <a:extLst>
                    <a:ext uri="{FF2B5EF4-FFF2-40B4-BE49-F238E27FC236}">
                      <a16:creationId xmlns:a16="http://schemas.microsoft.com/office/drawing/2014/main" id="{3265B417-F41D-8C18-D088-7230B22C87CD}"/>
                    </a:ext>
                  </a:extLst>
                </p:cNvPr>
                <p:cNvPicPr/>
                <p:nvPr/>
              </p:nvPicPr>
              <p:blipFill>
                <a:blip r:embed="rId9"/>
                <a:stretch>
                  <a:fillRect/>
                </a:stretch>
              </p:blipFill>
              <p:spPr>
                <a:xfrm>
                  <a:off x="3790076" y="5114127"/>
                  <a:ext cx="15696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C5DA3A89-12B2-EAF8-1975-FDCCA474F3C2}"/>
                    </a:ext>
                  </a:extLst>
                </p14:cNvPr>
                <p14:cNvContentPartPr/>
                <p14:nvPr/>
              </p14:nvContentPartPr>
              <p14:xfrm>
                <a:off x="4141076" y="5126727"/>
                <a:ext cx="303480" cy="33840"/>
              </p14:xfrm>
            </p:contentPart>
          </mc:Choice>
          <mc:Fallback>
            <p:pic>
              <p:nvPicPr>
                <p:cNvPr id="10" name="Ink 9">
                  <a:extLst>
                    <a:ext uri="{FF2B5EF4-FFF2-40B4-BE49-F238E27FC236}">
                      <a16:creationId xmlns:a16="http://schemas.microsoft.com/office/drawing/2014/main" id="{C5DA3A89-12B2-EAF8-1975-FDCCA474F3C2}"/>
                    </a:ext>
                  </a:extLst>
                </p:cNvPr>
                <p:cNvPicPr/>
                <p:nvPr/>
              </p:nvPicPr>
              <p:blipFill>
                <a:blip r:embed="rId11"/>
                <a:stretch>
                  <a:fillRect/>
                </a:stretch>
              </p:blipFill>
              <p:spPr>
                <a:xfrm>
                  <a:off x="4136756" y="5122407"/>
                  <a:ext cx="31212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AE9E8A83-394F-7BFD-691A-BC294D4C3540}"/>
                    </a:ext>
                  </a:extLst>
                </p14:cNvPr>
                <p14:cNvContentPartPr/>
                <p14:nvPr/>
              </p14:nvContentPartPr>
              <p14:xfrm>
                <a:off x="4602236" y="4897407"/>
                <a:ext cx="137880" cy="698400"/>
              </p14:xfrm>
            </p:contentPart>
          </mc:Choice>
          <mc:Fallback>
            <p:pic>
              <p:nvPicPr>
                <p:cNvPr id="11" name="Ink 10">
                  <a:extLst>
                    <a:ext uri="{FF2B5EF4-FFF2-40B4-BE49-F238E27FC236}">
                      <a16:creationId xmlns:a16="http://schemas.microsoft.com/office/drawing/2014/main" id="{AE9E8A83-394F-7BFD-691A-BC294D4C3540}"/>
                    </a:ext>
                  </a:extLst>
                </p:cNvPr>
                <p:cNvPicPr/>
                <p:nvPr/>
              </p:nvPicPr>
              <p:blipFill>
                <a:blip r:embed="rId13"/>
                <a:stretch>
                  <a:fillRect/>
                </a:stretch>
              </p:blipFill>
              <p:spPr>
                <a:xfrm>
                  <a:off x="4597916" y="4893087"/>
                  <a:ext cx="146520" cy="7070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9" name="Ink 18">
                <a:extLst>
                  <a:ext uri="{FF2B5EF4-FFF2-40B4-BE49-F238E27FC236}">
                    <a16:creationId xmlns:a16="http://schemas.microsoft.com/office/drawing/2014/main" id="{D61D501F-032C-04DB-6B30-77A498F2161B}"/>
                  </a:ext>
                </a:extLst>
              </p14:cNvPr>
              <p14:cNvContentPartPr/>
              <p14:nvPr/>
            </p14:nvContentPartPr>
            <p14:xfrm>
              <a:off x="3615476" y="5801367"/>
              <a:ext cx="951480" cy="50040"/>
            </p14:xfrm>
          </p:contentPart>
        </mc:Choice>
        <mc:Fallback>
          <p:pic>
            <p:nvPicPr>
              <p:cNvPr id="19" name="Ink 18">
                <a:extLst>
                  <a:ext uri="{FF2B5EF4-FFF2-40B4-BE49-F238E27FC236}">
                    <a16:creationId xmlns:a16="http://schemas.microsoft.com/office/drawing/2014/main" id="{D61D501F-032C-04DB-6B30-77A498F2161B}"/>
                  </a:ext>
                </a:extLst>
              </p:cNvPr>
              <p:cNvPicPr/>
              <p:nvPr/>
            </p:nvPicPr>
            <p:blipFill>
              <a:blip r:embed="rId15"/>
              <a:stretch>
                <a:fillRect/>
              </a:stretch>
            </p:blipFill>
            <p:spPr>
              <a:xfrm>
                <a:off x="3611156" y="5797047"/>
                <a:ext cx="960120" cy="58680"/>
              </a:xfrm>
              <a:prstGeom prst="rect">
                <a:avLst/>
              </a:prstGeom>
            </p:spPr>
          </p:pic>
        </mc:Fallback>
      </mc:AlternateContent>
      <p:grpSp>
        <p:nvGrpSpPr>
          <p:cNvPr id="21" name="Group 20">
            <a:extLst>
              <a:ext uri="{FF2B5EF4-FFF2-40B4-BE49-F238E27FC236}">
                <a16:creationId xmlns:a16="http://schemas.microsoft.com/office/drawing/2014/main" id="{505F9C57-0E8B-D8C9-1D1F-44230B8ABE68}"/>
              </a:ext>
            </a:extLst>
          </p:cNvPr>
          <p:cNvGrpSpPr/>
          <p:nvPr/>
        </p:nvGrpSpPr>
        <p:grpSpPr>
          <a:xfrm>
            <a:off x="6174356" y="4092087"/>
            <a:ext cx="2362320" cy="2035800"/>
            <a:chOff x="6174356" y="4092087"/>
            <a:chExt cx="2362320" cy="2035800"/>
          </a:xfrm>
        </p:grpSpPr>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B28DF6DE-4A04-3376-C5EA-0028477904B0}"/>
                    </a:ext>
                  </a:extLst>
                </p14:cNvPr>
                <p14:cNvContentPartPr/>
                <p14:nvPr/>
              </p14:nvContentPartPr>
              <p14:xfrm>
                <a:off x="6174356" y="4092087"/>
                <a:ext cx="508680" cy="1384200"/>
              </p14:xfrm>
            </p:contentPart>
          </mc:Choice>
          <mc:Fallback>
            <p:pic>
              <p:nvPicPr>
                <p:cNvPr id="13" name="Ink 12">
                  <a:extLst>
                    <a:ext uri="{FF2B5EF4-FFF2-40B4-BE49-F238E27FC236}">
                      <a16:creationId xmlns:a16="http://schemas.microsoft.com/office/drawing/2014/main" id="{B28DF6DE-4A04-3376-C5EA-0028477904B0}"/>
                    </a:ext>
                  </a:extLst>
                </p:cNvPr>
                <p:cNvPicPr/>
                <p:nvPr/>
              </p:nvPicPr>
              <p:blipFill>
                <a:blip r:embed="rId17"/>
                <a:stretch>
                  <a:fillRect/>
                </a:stretch>
              </p:blipFill>
              <p:spPr>
                <a:xfrm>
                  <a:off x="6170036" y="4087767"/>
                  <a:ext cx="517320" cy="13928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957F4696-17DF-AEDB-5980-5111332A560C}"/>
                    </a:ext>
                  </a:extLst>
                </p14:cNvPr>
                <p14:cNvContentPartPr/>
                <p14:nvPr/>
              </p14:nvContentPartPr>
              <p14:xfrm>
                <a:off x="6860156" y="4971207"/>
                <a:ext cx="308520" cy="881640"/>
              </p14:xfrm>
            </p:contentPart>
          </mc:Choice>
          <mc:Fallback>
            <p:pic>
              <p:nvPicPr>
                <p:cNvPr id="14" name="Ink 13">
                  <a:extLst>
                    <a:ext uri="{FF2B5EF4-FFF2-40B4-BE49-F238E27FC236}">
                      <a16:creationId xmlns:a16="http://schemas.microsoft.com/office/drawing/2014/main" id="{957F4696-17DF-AEDB-5980-5111332A560C}"/>
                    </a:ext>
                  </a:extLst>
                </p:cNvPr>
                <p:cNvPicPr/>
                <p:nvPr/>
              </p:nvPicPr>
              <p:blipFill>
                <a:blip r:embed="rId19"/>
                <a:stretch>
                  <a:fillRect/>
                </a:stretch>
              </p:blipFill>
              <p:spPr>
                <a:xfrm>
                  <a:off x="6855836" y="4966887"/>
                  <a:ext cx="317160" cy="890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DF1077BC-AB2D-D3F9-B968-023B9BCED827}"/>
                    </a:ext>
                  </a:extLst>
                </p14:cNvPr>
                <p14:cNvContentPartPr/>
                <p14:nvPr/>
              </p14:nvContentPartPr>
              <p14:xfrm>
                <a:off x="6652796" y="5463327"/>
                <a:ext cx="414000" cy="96480"/>
              </p14:xfrm>
            </p:contentPart>
          </mc:Choice>
          <mc:Fallback>
            <p:pic>
              <p:nvPicPr>
                <p:cNvPr id="15" name="Ink 14">
                  <a:extLst>
                    <a:ext uri="{FF2B5EF4-FFF2-40B4-BE49-F238E27FC236}">
                      <a16:creationId xmlns:a16="http://schemas.microsoft.com/office/drawing/2014/main" id="{DF1077BC-AB2D-D3F9-B968-023B9BCED827}"/>
                    </a:ext>
                  </a:extLst>
                </p:cNvPr>
                <p:cNvPicPr/>
                <p:nvPr/>
              </p:nvPicPr>
              <p:blipFill>
                <a:blip r:embed="rId21"/>
                <a:stretch>
                  <a:fillRect/>
                </a:stretch>
              </p:blipFill>
              <p:spPr>
                <a:xfrm>
                  <a:off x="6648476" y="5459007"/>
                  <a:ext cx="42264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CBAC4D38-17C6-568C-9FE2-DD4E8B32BD23}"/>
                    </a:ext>
                  </a:extLst>
                </p14:cNvPr>
                <p14:cNvContentPartPr/>
                <p14:nvPr/>
              </p14:nvContentPartPr>
              <p14:xfrm>
                <a:off x="7430396" y="5503287"/>
                <a:ext cx="140400" cy="15120"/>
              </p14:xfrm>
            </p:contentPart>
          </mc:Choice>
          <mc:Fallback>
            <p:pic>
              <p:nvPicPr>
                <p:cNvPr id="16" name="Ink 15">
                  <a:extLst>
                    <a:ext uri="{FF2B5EF4-FFF2-40B4-BE49-F238E27FC236}">
                      <a16:creationId xmlns:a16="http://schemas.microsoft.com/office/drawing/2014/main" id="{CBAC4D38-17C6-568C-9FE2-DD4E8B32BD23}"/>
                    </a:ext>
                  </a:extLst>
                </p:cNvPr>
                <p:cNvPicPr/>
                <p:nvPr/>
              </p:nvPicPr>
              <p:blipFill>
                <a:blip r:embed="rId23"/>
                <a:stretch>
                  <a:fillRect/>
                </a:stretch>
              </p:blipFill>
              <p:spPr>
                <a:xfrm>
                  <a:off x="7426076" y="5498967"/>
                  <a:ext cx="14904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90D4CFA0-C1EB-6E85-3D51-A518666F6574}"/>
                    </a:ext>
                  </a:extLst>
                </p14:cNvPr>
                <p14:cNvContentPartPr/>
                <p14:nvPr/>
              </p14:nvContentPartPr>
              <p14:xfrm>
                <a:off x="7787876" y="5192967"/>
                <a:ext cx="488880" cy="697680"/>
              </p14:xfrm>
            </p:contentPart>
          </mc:Choice>
          <mc:Fallback>
            <p:pic>
              <p:nvPicPr>
                <p:cNvPr id="17" name="Ink 16">
                  <a:extLst>
                    <a:ext uri="{FF2B5EF4-FFF2-40B4-BE49-F238E27FC236}">
                      <a16:creationId xmlns:a16="http://schemas.microsoft.com/office/drawing/2014/main" id="{90D4CFA0-C1EB-6E85-3D51-A518666F6574}"/>
                    </a:ext>
                  </a:extLst>
                </p:cNvPr>
                <p:cNvPicPr/>
                <p:nvPr/>
              </p:nvPicPr>
              <p:blipFill>
                <a:blip r:embed="rId25"/>
                <a:stretch>
                  <a:fillRect/>
                </a:stretch>
              </p:blipFill>
              <p:spPr>
                <a:xfrm>
                  <a:off x="7783556" y="5188647"/>
                  <a:ext cx="497520" cy="706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61FA10F2-D143-DB22-0ABC-919F1BDC050D}"/>
                    </a:ext>
                  </a:extLst>
                </p14:cNvPr>
                <p14:cNvContentPartPr/>
                <p14:nvPr/>
              </p14:nvContentPartPr>
              <p14:xfrm>
                <a:off x="6537236" y="5986047"/>
                <a:ext cx="1999440" cy="141840"/>
              </p14:xfrm>
            </p:contentPart>
          </mc:Choice>
          <mc:Fallback>
            <p:pic>
              <p:nvPicPr>
                <p:cNvPr id="20" name="Ink 19">
                  <a:extLst>
                    <a:ext uri="{FF2B5EF4-FFF2-40B4-BE49-F238E27FC236}">
                      <a16:creationId xmlns:a16="http://schemas.microsoft.com/office/drawing/2014/main" id="{61FA10F2-D143-DB22-0ABC-919F1BDC050D}"/>
                    </a:ext>
                  </a:extLst>
                </p:cNvPr>
                <p:cNvPicPr/>
                <p:nvPr/>
              </p:nvPicPr>
              <p:blipFill>
                <a:blip r:embed="rId27"/>
                <a:stretch>
                  <a:fillRect/>
                </a:stretch>
              </p:blipFill>
              <p:spPr>
                <a:xfrm>
                  <a:off x="6532916" y="5981727"/>
                  <a:ext cx="2008080" cy="1504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22" name="Ink 21">
                <a:extLst>
                  <a:ext uri="{FF2B5EF4-FFF2-40B4-BE49-F238E27FC236}">
                    <a16:creationId xmlns:a16="http://schemas.microsoft.com/office/drawing/2014/main" id="{DA688998-AC12-DD6E-57B4-8304FEFF6368}"/>
                  </a:ext>
                </a:extLst>
              </p14:cNvPr>
              <p14:cNvContentPartPr/>
              <p14:nvPr/>
            </p14:nvContentPartPr>
            <p14:xfrm>
              <a:off x="2280956" y="3110367"/>
              <a:ext cx="5388840" cy="126720"/>
            </p14:xfrm>
          </p:contentPart>
        </mc:Choice>
        <mc:Fallback>
          <p:pic>
            <p:nvPicPr>
              <p:cNvPr id="22" name="Ink 21">
                <a:extLst>
                  <a:ext uri="{FF2B5EF4-FFF2-40B4-BE49-F238E27FC236}">
                    <a16:creationId xmlns:a16="http://schemas.microsoft.com/office/drawing/2014/main" id="{DA688998-AC12-DD6E-57B4-8304FEFF6368}"/>
                  </a:ext>
                </a:extLst>
              </p:cNvPr>
              <p:cNvPicPr/>
              <p:nvPr/>
            </p:nvPicPr>
            <p:blipFill>
              <a:blip r:embed="rId29"/>
              <a:stretch>
                <a:fillRect/>
              </a:stretch>
            </p:blipFill>
            <p:spPr>
              <a:xfrm>
                <a:off x="2276636" y="3106047"/>
                <a:ext cx="5397480" cy="1353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3" name="Ink 22">
                <a:extLst>
                  <a:ext uri="{FF2B5EF4-FFF2-40B4-BE49-F238E27FC236}">
                    <a16:creationId xmlns:a16="http://schemas.microsoft.com/office/drawing/2014/main" id="{89DA6247-ADAD-29C1-1FDB-5FD248254D48}"/>
                  </a:ext>
                </a:extLst>
              </p14:cNvPr>
              <p14:cNvContentPartPr/>
              <p14:nvPr/>
            </p14:nvContentPartPr>
            <p14:xfrm>
              <a:off x="7062836" y="3772047"/>
              <a:ext cx="1113480" cy="21960"/>
            </p14:xfrm>
          </p:contentPart>
        </mc:Choice>
        <mc:Fallback>
          <p:pic>
            <p:nvPicPr>
              <p:cNvPr id="23" name="Ink 22">
                <a:extLst>
                  <a:ext uri="{FF2B5EF4-FFF2-40B4-BE49-F238E27FC236}">
                    <a16:creationId xmlns:a16="http://schemas.microsoft.com/office/drawing/2014/main" id="{89DA6247-ADAD-29C1-1FDB-5FD248254D48}"/>
                  </a:ext>
                </a:extLst>
              </p:cNvPr>
              <p:cNvPicPr/>
              <p:nvPr/>
            </p:nvPicPr>
            <p:blipFill>
              <a:blip r:embed="rId31"/>
              <a:stretch>
                <a:fillRect/>
              </a:stretch>
            </p:blipFill>
            <p:spPr>
              <a:xfrm>
                <a:off x="7058516" y="3767727"/>
                <a:ext cx="1122120" cy="3060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26C7A7E1-1CC8-AB08-32B0-37752488431F}"/>
              </a:ext>
            </a:extLst>
          </p:cNvPr>
          <p:cNvGrpSpPr/>
          <p:nvPr/>
        </p:nvGrpSpPr>
        <p:grpSpPr>
          <a:xfrm>
            <a:off x="693356" y="271407"/>
            <a:ext cx="10973880" cy="5626080"/>
            <a:chOff x="693356" y="271407"/>
            <a:chExt cx="10973880" cy="562608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DA59BA12-C1FF-8B2B-243A-1CF3B8D7783E}"/>
                    </a:ext>
                  </a:extLst>
                </p14:cNvPr>
                <p14:cNvContentPartPr/>
                <p14:nvPr/>
              </p14:nvContentPartPr>
              <p14:xfrm>
                <a:off x="1576436" y="524127"/>
                <a:ext cx="725760" cy="85680"/>
              </p14:xfrm>
            </p:contentPart>
          </mc:Choice>
          <mc:Fallback>
            <p:pic>
              <p:nvPicPr>
                <p:cNvPr id="2" name="Ink 1">
                  <a:extLst>
                    <a:ext uri="{FF2B5EF4-FFF2-40B4-BE49-F238E27FC236}">
                      <a16:creationId xmlns:a16="http://schemas.microsoft.com/office/drawing/2014/main" id="{DA59BA12-C1FF-8B2B-243A-1CF3B8D7783E}"/>
                    </a:ext>
                  </a:extLst>
                </p:cNvPr>
                <p:cNvPicPr/>
                <p:nvPr/>
              </p:nvPicPr>
              <p:blipFill>
                <a:blip r:embed="rId3"/>
                <a:stretch>
                  <a:fillRect/>
                </a:stretch>
              </p:blipFill>
              <p:spPr>
                <a:xfrm>
                  <a:off x="1572116" y="519807"/>
                  <a:ext cx="73440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692E79C-EF15-1EFE-76B4-79F3EBD1FA99}"/>
                    </a:ext>
                  </a:extLst>
                </p14:cNvPr>
                <p14:cNvContentPartPr/>
                <p14:nvPr/>
              </p14:nvContentPartPr>
              <p14:xfrm>
                <a:off x="1796036" y="788367"/>
                <a:ext cx="159120" cy="786600"/>
              </p14:xfrm>
            </p:contentPart>
          </mc:Choice>
          <mc:Fallback>
            <p:pic>
              <p:nvPicPr>
                <p:cNvPr id="3" name="Ink 2">
                  <a:extLst>
                    <a:ext uri="{FF2B5EF4-FFF2-40B4-BE49-F238E27FC236}">
                      <a16:creationId xmlns:a16="http://schemas.microsoft.com/office/drawing/2014/main" id="{9692E79C-EF15-1EFE-76B4-79F3EBD1FA99}"/>
                    </a:ext>
                  </a:extLst>
                </p:cNvPr>
                <p:cNvPicPr/>
                <p:nvPr/>
              </p:nvPicPr>
              <p:blipFill>
                <a:blip r:embed="rId5"/>
                <a:stretch>
                  <a:fillRect/>
                </a:stretch>
              </p:blipFill>
              <p:spPr>
                <a:xfrm>
                  <a:off x="1791716" y="784047"/>
                  <a:ext cx="167760" cy="7952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0BE43A5F-60DB-1A40-127E-520645966DD6}"/>
                    </a:ext>
                  </a:extLst>
                </p14:cNvPr>
                <p14:cNvContentPartPr/>
                <p14:nvPr/>
              </p14:nvContentPartPr>
              <p14:xfrm>
                <a:off x="2217236" y="1418727"/>
                <a:ext cx="342360" cy="664560"/>
              </p14:xfrm>
            </p:contentPart>
          </mc:Choice>
          <mc:Fallback>
            <p:pic>
              <p:nvPicPr>
                <p:cNvPr id="4" name="Ink 3">
                  <a:extLst>
                    <a:ext uri="{FF2B5EF4-FFF2-40B4-BE49-F238E27FC236}">
                      <a16:creationId xmlns:a16="http://schemas.microsoft.com/office/drawing/2014/main" id="{0BE43A5F-60DB-1A40-127E-520645966DD6}"/>
                    </a:ext>
                  </a:extLst>
                </p:cNvPr>
                <p:cNvPicPr/>
                <p:nvPr/>
              </p:nvPicPr>
              <p:blipFill>
                <a:blip r:embed="rId7"/>
                <a:stretch>
                  <a:fillRect/>
                </a:stretch>
              </p:blipFill>
              <p:spPr>
                <a:xfrm>
                  <a:off x="2212916" y="1414407"/>
                  <a:ext cx="351000" cy="673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0BA4D910-F8F6-5EF3-ECAB-CE0D63D0B038}"/>
                    </a:ext>
                  </a:extLst>
                </p14:cNvPr>
                <p14:cNvContentPartPr/>
                <p14:nvPr/>
              </p14:nvContentPartPr>
              <p14:xfrm>
                <a:off x="2070356" y="1670727"/>
                <a:ext cx="606240" cy="231840"/>
              </p14:xfrm>
            </p:contentPart>
          </mc:Choice>
          <mc:Fallback>
            <p:pic>
              <p:nvPicPr>
                <p:cNvPr id="5" name="Ink 4">
                  <a:extLst>
                    <a:ext uri="{FF2B5EF4-FFF2-40B4-BE49-F238E27FC236}">
                      <a16:creationId xmlns:a16="http://schemas.microsoft.com/office/drawing/2014/main" id="{0BA4D910-F8F6-5EF3-ECAB-CE0D63D0B038}"/>
                    </a:ext>
                  </a:extLst>
                </p:cNvPr>
                <p:cNvPicPr/>
                <p:nvPr/>
              </p:nvPicPr>
              <p:blipFill>
                <a:blip r:embed="rId9"/>
                <a:stretch>
                  <a:fillRect/>
                </a:stretch>
              </p:blipFill>
              <p:spPr>
                <a:xfrm>
                  <a:off x="2066036" y="1666407"/>
                  <a:ext cx="6148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0E7ECCD7-FC3A-E4FA-9664-0D7C1F549089}"/>
                    </a:ext>
                  </a:extLst>
                </p14:cNvPr>
                <p14:cNvContentPartPr/>
                <p14:nvPr/>
              </p14:nvContentPartPr>
              <p14:xfrm>
                <a:off x="3247196" y="525207"/>
                <a:ext cx="1426320" cy="893880"/>
              </p14:xfrm>
            </p:contentPart>
          </mc:Choice>
          <mc:Fallback>
            <p:pic>
              <p:nvPicPr>
                <p:cNvPr id="7" name="Ink 6">
                  <a:extLst>
                    <a:ext uri="{FF2B5EF4-FFF2-40B4-BE49-F238E27FC236}">
                      <a16:creationId xmlns:a16="http://schemas.microsoft.com/office/drawing/2014/main" id="{0E7ECCD7-FC3A-E4FA-9664-0D7C1F549089}"/>
                    </a:ext>
                  </a:extLst>
                </p:cNvPr>
                <p:cNvPicPr/>
                <p:nvPr/>
              </p:nvPicPr>
              <p:blipFill>
                <a:blip r:embed="rId11"/>
                <a:stretch>
                  <a:fillRect/>
                </a:stretch>
              </p:blipFill>
              <p:spPr>
                <a:xfrm>
                  <a:off x="3242876" y="520887"/>
                  <a:ext cx="1434960" cy="902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D5D8DB21-A371-A879-338C-62FEE9FDD69A}"/>
                    </a:ext>
                  </a:extLst>
                </p14:cNvPr>
                <p14:cNvContentPartPr/>
                <p14:nvPr/>
              </p14:nvContentPartPr>
              <p14:xfrm>
                <a:off x="5065916" y="271407"/>
                <a:ext cx="786240" cy="107280"/>
              </p14:xfrm>
            </p:contentPart>
          </mc:Choice>
          <mc:Fallback>
            <p:pic>
              <p:nvPicPr>
                <p:cNvPr id="8" name="Ink 7">
                  <a:extLst>
                    <a:ext uri="{FF2B5EF4-FFF2-40B4-BE49-F238E27FC236}">
                      <a16:creationId xmlns:a16="http://schemas.microsoft.com/office/drawing/2014/main" id="{D5D8DB21-A371-A879-338C-62FEE9FDD69A}"/>
                    </a:ext>
                  </a:extLst>
                </p:cNvPr>
                <p:cNvPicPr/>
                <p:nvPr/>
              </p:nvPicPr>
              <p:blipFill>
                <a:blip r:embed="rId13"/>
                <a:stretch>
                  <a:fillRect/>
                </a:stretch>
              </p:blipFill>
              <p:spPr>
                <a:xfrm>
                  <a:off x="5061596" y="267087"/>
                  <a:ext cx="794880" cy="1159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C8BE3295-C821-7D82-F17F-5011BD503303}"/>
                    </a:ext>
                  </a:extLst>
                </p14:cNvPr>
                <p14:cNvContentPartPr/>
                <p14:nvPr/>
              </p14:nvContentPartPr>
              <p14:xfrm>
                <a:off x="5327996" y="503967"/>
                <a:ext cx="200880" cy="541080"/>
              </p14:xfrm>
            </p:contentPart>
          </mc:Choice>
          <mc:Fallback>
            <p:pic>
              <p:nvPicPr>
                <p:cNvPr id="9" name="Ink 8">
                  <a:extLst>
                    <a:ext uri="{FF2B5EF4-FFF2-40B4-BE49-F238E27FC236}">
                      <a16:creationId xmlns:a16="http://schemas.microsoft.com/office/drawing/2014/main" id="{C8BE3295-C821-7D82-F17F-5011BD503303}"/>
                    </a:ext>
                  </a:extLst>
                </p:cNvPr>
                <p:cNvPicPr/>
                <p:nvPr/>
              </p:nvPicPr>
              <p:blipFill>
                <a:blip r:embed="rId15"/>
                <a:stretch>
                  <a:fillRect/>
                </a:stretch>
              </p:blipFill>
              <p:spPr>
                <a:xfrm>
                  <a:off x="5323676" y="499647"/>
                  <a:ext cx="209520" cy="5497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5E608B87-8959-903D-2FE6-160F5AA8BB38}"/>
                    </a:ext>
                  </a:extLst>
                </p14:cNvPr>
                <p14:cNvContentPartPr/>
                <p14:nvPr/>
              </p14:nvContentPartPr>
              <p14:xfrm>
                <a:off x="5863676" y="798447"/>
                <a:ext cx="331920" cy="755280"/>
              </p14:xfrm>
            </p:contentPart>
          </mc:Choice>
          <mc:Fallback>
            <p:pic>
              <p:nvPicPr>
                <p:cNvPr id="10" name="Ink 9">
                  <a:extLst>
                    <a:ext uri="{FF2B5EF4-FFF2-40B4-BE49-F238E27FC236}">
                      <a16:creationId xmlns:a16="http://schemas.microsoft.com/office/drawing/2014/main" id="{5E608B87-8959-903D-2FE6-160F5AA8BB38}"/>
                    </a:ext>
                  </a:extLst>
                </p:cNvPr>
                <p:cNvPicPr/>
                <p:nvPr/>
              </p:nvPicPr>
              <p:blipFill>
                <a:blip r:embed="rId17"/>
                <a:stretch>
                  <a:fillRect/>
                </a:stretch>
              </p:blipFill>
              <p:spPr>
                <a:xfrm>
                  <a:off x="5859356" y="794127"/>
                  <a:ext cx="340560" cy="7639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E79A0347-F27F-FC4B-4499-78FA4E9CBF60}"/>
                    </a:ext>
                  </a:extLst>
                </p14:cNvPr>
                <p14:cNvContentPartPr/>
                <p14:nvPr/>
              </p14:nvContentPartPr>
              <p14:xfrm>
                <a:off x="5685476" y="1197327"/>
                <a:ext cx="403920" cy="158760"/>
              </p14:xfrm>
            </p:contentPart>
          </mc:Choice>
          <mc:Fallback>
            <p:pic>
              <p:nvPicPr>
                <p:cNvPr id="11" name="Ink 10">
                  <a:extLst>
                    <a:ext uri="{FF2B5EF4-FFF2-40B4-BE49-F238E27FC236}">
                      <a16:creationId xmlns:a16="http://schemas.microsoft.com/office/drawing/2014/main" id="{E79A0347-F27F-FC4B-4499-78FA4E9CBF60}"/>
                    </a:ext>
                  </a:extLst>
                </p:cNvPr>
                <p:cNvPicPr/>
                <p:nvPr/>
              </p:nvPicPr>
              <p:blipFill>
                <a:blip r:embed="rId19"/>
                <a:stretch>
                  <a:fillRect/>
                </a:stretch>
              </p:blipFill>
              <p:spPr>
                <a:xfrm>
                  <a:off x="5681156" y="1193007"/>
                  <a:ext cx="412560" cy="167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 name="Ink 11">
                  <a:extLst>
                    <a:ext uri="{FF2B5EF4-FFF2-40B4-BE49-F238E27FC236}">
                      <a16:creationId xmlns:a16="http://schemas.microsoft.com/office/drawing/2014/main" id="{F79EEE7E-0A6B-25F9-31EB-0A5EF865E19B}"/>
                    </a:ext>
                  </a:extLst>
                </p14:cNvPr>
                <p14:cNvContentPartPr/>
                <p14:nvPr/>
              </p14:nvContentPartPr>
              <p14:xfrm>
                <a:off x="6809396" y="777567"/>
                <a:ext cx="243360" cy="955800"/>
              </p14:xfrm>
            </p:contentPart>
          </mc:Choice>
          <mc:Fallback>
            <p:pic>
              <p:nvPicPr>
                <p:cNvPr id="12" name="Ink 11">
                  <a:extLst>
                    <a:ext uri="{FF2B5EF4-FFF2-40B4-BE49-F238E27FC236}">
                      <a16:creationId xmlns:a16="http://schemas.microsoft.com/office/drawing/2014/main" id="{F79EEE7E-0A6B-25F9-31EB-0A5EF865E19B}"/>
                    </a:ext>
                  </a:extLst>
                </p:cNvPr>
                <p:cNvPicPr/>
                <p:nvPr/>
              </p:nvPicPr>
              <p:blipFill>
                <a:blip r:embed="rId21"/>
                <a:stretch>
                  <a:fillRect/>
                </a:stretch>
              </p:blipFill>
              <p:spPr>
                <a:xfrm>
                  <a:off x="6805076" y="773247"/>
                  <a:ext cx="252000" cy="964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5153F02C-6A06-4D22-E02E-6E138F63BEF6}"/>
                    </a:ext>
                  </a:extLst>
                </p14:cNvPr>
                <p14:cNvContentPartPr/>
                <p14:nvPr/>
              </p14:nvContentPartPr>
              <p14:xfrm>
                <a:off x="6305756" y="1126047"/>
                <a:ext cx="251640" cy="82800"/>
              </p14:xfrm>
            </p:contentPart>
          </mc:Choice>
          <mc:Fallback>
            <p:pic>
              <p:nvPicPr>
                <p:cNvPr id="14" name="Ink 13">
                  <a:extLst>
                    <a:ext uri="{FF2B5EF4-FFF2-40B4-BE49-F238E27FC236}">
                      <a16:creationId xmlns:a16="http://schemas.microsoft.com/office/drawing/2014/main" id="{5153F02C-6A06-4D22-E02E-6E138F63BEF6}"/>
                    </a:ext>
                  </a:extLst>
                </p:cNvPr>
                <p:cNvPicPr/>
                <p:nvPr/>
              </p:nvPicPr>
              <p:blipFill>
                <a:blip r:embed="rId23"/>
                <a:stretch>
                  <a:fillRect/>
                </a:stretch>
              </p:blipFill>
              <p:spPr>
                <a:xfrm>
                  <a:off x="6301436" y="1121727"/>
                  <a:ext cx="26028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EEAD73F3-1B40-35A0-9052-360FA7616A57}"/>
                    </a:ext>
                  </a:extLst>
                </p14:cNvPr>
                <p14:cNvContentPartPr/>
                <p14:nvPr/>
              </p14:nvContentPartPr>
              <p14:xfrm>
                <a:off x="3058556" y="1576767"/>
                <a:ext cx="1757160" cy="1196640"/>
              </p14:xfrm>
            </p:contentPart>
          </mc:Choice>
          <mc:Fallback>
            <p:pic>
              <p:nvPicPr>
                <p:cNvPr id="16" name="Ink 15">
                  <a:extLst>
                    <a:ext uri="{FF2B5EF4-FFF2-40B4-BE49-F238E27FC236}">
                      <a16:creationId xmlns:a16="http://schemas.microsoft.com/office/drawing/2014/main" id="{EEAD73F3-1B40-35A0-9052-360FA7616A57}"/>
                    </a:ext>
                  </a:extLst>
                </p:cNvPr>
                <p:cNvPicPr/>
                <p:nvPr/>
              </p:nvPicPr>
              <p:blipFill>
                <a:blip r:embed="rId25"/>
                <a:stretch>
                  <a:fillRect/>
                </a:stretch>
              </p:blipFill>
              <p:spPr>
                <a:xfrm>
                  <a:off x="3054236" y="1572447"/>
                  <a:ext cx="1765800" cy="12052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38B747B8-8D1F-CD04-3052-60277459BF49}"/>
                    </a:ext>
                  </a:extLst>
                </p14:cNvPr>
                <p14:cNvContentPartPr/>
                <p14:nvPr/>
              </p14:nvContentPartPr>
              <p14:xfrm>
                <a:off x="5360396" y="2195607"/>
                <a:ext cx="680400" cy="86040"/>
              </p14:xfrm>
            </p:contentPart>
          </mc:Choice>
          <mc:Fallback>
            <p:pic>
              <p:nvPicPr>
                <p:cNvPr id="17" name="Ink 16">
                  <a:extLst>
                    <a:ext uri="{FF2B5EF4-FFF2-40B4-BE49-F238E27FC236}">
                      <a16:creationId xmlns:a16="http://schemas.microsoft.com/office/drawing/2014/main" id="{38B747B8-8D1F-CD04-3052-60277459BF49}"/>
                    </a:ext>
                  </a:extLst>
                </p:cNvPr>
                <p:cNvPicPr/>
                <p:nvPr/>
              </p:nvPicPr>
              <p:blipFill>
                <a:blip r:embed="rId27"/>
                <a:stretch>
                  <a:fillRect/>
                </a:stretch>
              </p:blipFill>
              <p:spPr>
                <a:xfrm>
                  <a:off x="5356076" y="2191287"/>
                  <a:ext cx="68904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4D946AEB-1B2A-860B-D3EA-A24950E6D84A}"/>
                    </a:ext>
                  </a:extLst>
                </p14:cNvPr>
                <p14:cNvContentPartPr/>
                <p14:nvPr/>
              </p14:nvContentPartPr>
              <p14:xfrm>
                <a:off x="5507636" y="2332767"/>
                <a:ext cx="199800" cy="742320"/>
              </p14:xfrm>
            </p:contentPart>
          </mc:Choice>
          <mc:Fallback>
            <p:pic>
              <p:nvPicPr>
                <p:cNvPr id="18" name="Ink 17">
                  <a:extLst>
                    <a:ext uri="{FF2B5EF4-FFF2-40B4-BE49-F238E27FC236}">
                      <a16:creationId xmlns:a16="http://schemas.microsoft.com/office/drawing/2014/main" id="{4D946AEB-1B2A-860B-D3EA-A24950E6D84A}"/>
                    </a:ext>
                  </a:extLst>
                </p:cNvPr>
                <p:cNvPicPr/>
                <p:nvPr/>
              </p:nvPicPr>
              <p:blipFill>
                <a:blip r:embed="rId29"/>
                <a:stretch>
                  <a:fillRect/>
                </a:stretch>
              </p:blipFill>
              <p:spPr>
                <a:xfrm>
                  <a:off x="5503316" y="2328447"/>
                  <a:ext cx="208440" cy="750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FD7858DE-5B22-985E-6220-98984F879F22}"/>
                    </a:ext>
                  </a:extLst>
                </p14:cNvPr>
                <p14:cNvContentPartPr/>
                <p14:nvPr/>
              </p14:nvContentPartPr>
              <p14:xfrm>
                <a:off x="5947916" y="2921727"/>
                <a:ext cx="555480" cy="758520"/>
              </p14:xfrm>
            </p:contentPart>
          </mc:Choice>
          <mc:Fallback>
            <p:pic>
              <p:nvPicPr>
                <p:cNvPr id="19" name="Ink 18">
                  <a:extLst>
                    <a:ext uri="{FF2B5EF4-FFF2-40B4-BE49-F238E27FC236}">
                      <a16:creationId xmlns:a16="http://schemas.microsoft.com/office/drawing/2014/main" id="{FD7858DE-5B22-985E-6220-98984F879F22}"/>
                    </a:ext>
                  </a:extLst>
                </p:cNvPr>
                <p:cNvPicPr/>
                <p:nvPr/>
              </p:nvPicPr>
              <p:blipFill>
                <a:blip r:embed="rId31"/>
                <a:stretch>
                  <a:fillRect/>
                </a:stretch>
              </p:blipFill>
              <p:spPr>
                <a:xfrm>
                  <a:off x="5943596" y="2917407"/>
                  <a:ext cx="564120" cy="7671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1CD43E19-DD8C-227A-13F7-C0F20D242E6E}"/>
                    </a:ext>
                  </a:extLst>
                </p14:cNvPr>
                <p14:cNvContentPartPr/>
                <p14:nvPr/>
              </p14:nvContentPartPr>
              <p14:xfrm>
                <a:off x="5927396" y="3214767"/>
                <a:ext cx="387720" cy="85320"/>
              </p14:xfrm>
            </p:contentPart>
          </mc:Choice>
          <mc:Fallback>
            <p:pic>
              <p:nvPicPr>
                <p:cNvPr id="20" name="Ink 19">
                  <a:extLst>
                    <a:ext uri="{FF2B5EF4-FFF2-40B4-BE49-F238E27FC236}">
                      <a16:creationId xmlns:a16="http://schemas.microsoft.com/office/drawing/2014/main" id="{1CD43E19-DD8C-227A-13F7-C0F20D242E6E}"/>
                    </a:ext>
                  </a:extLst>
                </p:cNvPr>
                <p:cNvPicPr/>
                <p:nvPr/>
              </p:nvPicPr>
              <p:blipFill>
                <a:blip r:embed="rId33"/>
                <a:stretch>
                  <a:fillRect/>
                </a:stretch>
              </p:blipFill>
              <p:spPr>
                <a:xfrm>
                  <a:off x="5923076" y="3210447"/>
                  <a:ext cx="39636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D7715B44-0F61-F14A-A272-531A0FBC0E6B}"/>
                    </a:ext>
                  </a:extLst>
                </p14:cNvPr>
                <p14:cNvContentPartPr/>
                <p14:nvPr/>
              </p14:nvContentPartPr>
              <p14:xfrm>
                <a:off x="6978596" y="2888247"/>
                <a:ext cx="474480" cy="581400"/>
              </p14:xfrm>
            </p:contentPart>
          </mc:Choice>
          <mc:Fallback>
            <p:pic>
              <p:nvPicPr>
                <p:cNvPr id="21" name="Ink 20">
                  <a:extLst>
                    <a:ext uri="{FF2B5EF4-FFF2-40B4-BE49-F238E27FC236}">
                      <a16:creationId xmlns:a16="http://schemas.microsoft.com/office/drawing/2014/main" id="{D7715B44-0F61-F14A-A272-531A0FBC0E6B}"/>
                    </a:ext>
                  </a:extLst>
                </p:cNvPr>
                <p:cNvPicPr/>
                <p:nvPr/>
              </p:nvPicPr>
              <p:blipFill>
                <a:blip r:embed="rId35"/>
                <a:stretch>
                  <a:fillRect/>
                </a:stretch>
              </p:blipFill>
              <p:spPr>
                <a:xfrm>
                  <a:off x="6974276" y="2883927"/>
                  <a:ext cx="483120" cy="590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2" name="Ink 21">
                  <a:extLst>
                    <a:ext uri="{FF2B5EF4-FFF2-40B4-BE49-F238E27FC236}">
                      <a16:creationId xmlns:a16="http://schemas.microsoft.com/office/drawing/2014/main" id="{21893FB7-9CFD-0B6C-84C3-8F4AFF0153E7}"/>
                    </a:ext>
                  </a:extLst>
                </p14:cNvPr>
                <p14:cNvContentPartPr/>
                <p14:nvPr/>
              </p14:nvContentPartPr>
              <p14:xfrm>
                <a:off x="6558836" y="2931807"/>
                <a:ext cx="216360" cy="148320"/>
              </p14:xfrm>
            </p:contentPart>
          </mc:Choice>
          <mc:Fallback>
            <p:pic>
              <p:nvPicPr>
                <p:cNvPr id="22" name="Ink 21">
                  <a:extLst>
                    <a:ext uri="{FF2B5EF4-FFF2-40B4-BE49-F238E27FC236}">
                      <a16:creationId xmlns:a16="http://schemas.microsoft.com/office/drawing/2014/main" id="{21893FB7-9CFD-0B6C-84C3-8F4AFF0153E7}"/>
                    </a:ext>
                  </a:extLst>
                </p:cNvPr>
                <p:cNvPicPr/>
                <p:nvPr/>
              </p:nvPicPr>
              <p:blipFill>
                <a:blip r:embed="rId37"/>
                <a:stretch>
                  <a:fillRect/>
                </a:stretch>
              </p:blipFill>
              <p:spPr>
                <a:xfrm>
                  <a:off x="6554516" y="2927487"/>
                  <a:ext cx="2250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4" name="Ink 23">
                  <a:extLst>
                    <a:ext uri="{FF2B5EF4-FFF2-40B4-BE49-F238E27FC236}">
                      <a16:creationId xmlns:a16="http://schemas.microsoft.com/office/drawing/2014/main" id="{3428CF0C-430E-4D88-8F92-D411A1FD8B7F}"/>
                    </a:ext>
                  </a:extLst>
                </p14:cNvPr>
                <p14:cNvContentPartPr/>
                <p14:nvPr/>
              </p14:nvContentPartPr>
              <p14:xfrm>
                <a:off x="7608956" y="1156287"/>
                <a:ext cx="546480" cy="2134440"/>
              </p14:xfrm>
            </p:contentPart>
          </mc:Choice>
          <mc:Fallback>
            <p:pic>
              <p:nvPicPr>
                <p:cNvPr id="24" name="Ink 23">
                  <a:extLst>
                    <a:ext uri="{FF2B5EF4-FFF2-40B4-BE49-F238E27FC236}">
                      <a16:creationId xmlns:a16="http://schemas.microsoft.com/office/drawing/2014/main" id="{3428CF0C-430E-4D88-8F92-D411A1FD8B7F}"/>
                    </a:ext>
                  </a:extLst>
                </p:cNvPr>
                <p:cNvPicPr/>
                <p:nvPr/>
              </p:nvPicPr>
              <p:blipFill>
                <a:blip r:embed="rId39"/>
                <a:stretch>
                  <a:fillRect/>
                </a:stretch>
              </p:blipFill>
              <p:spPr>
                <a:xfrm>
                  <a:off x="7604636" y="1151967"/>
                  <a:ext cx="555120" cy="21430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5" name="Ink 24">
                  <a:extLst>
                    <a:ext uri="{FF2B5EF4-FFF2-40B4-BE49-F238E27FC236}">
                      <a16:creationId xmlns:a16="http://schemas.microsoft.com/office/drawing/2014/main" id="{4DAABDB4-B29A-6BA1-140E-675A1A6D006E}"/>
                    </a:ext>
                  </a:extLst>
                </p14:cNvPr>
                <p14:cNvContentPartPr/>
                <p14:nvPr/>
              </p14:nvContentPartPr>
              <p14:xfrm>
                <a:off x="8409596" y="1208487"/>
                <a:ext cx="497160" cy="958680"/>
              </p14:xfrm>
            </p:contentPart>
          </mc:Choice>
          <mc:Fallback>
            <p:pic>
              <p:nvPicPr>
                <p:cNvPr id="25" name="Ink 24">
                  <a:extLst>
                    <a:ext uri="{FF2B5EF4-FFF2-40B4-BE49-F238E27FC236}">
                      <a16:creationId xmlns:a16="http://schemas.microsoft.com/office/drawing/2014/main" id="{4DAABDB4-B29A-6BA1-140E-675A1A6D006E}"/>
                    </a:ext>
                  </a:extLst>
                </p:cNvPr>
                <p:cNvPicPr/>
                <p:nvPr/>
              </p:nvPicPr>
              <p:blipFill>
                <a:blip r:embed="rId41"/>
                <a:stretch>
                  <a:fillRect/>
                </a:stretch>
              </p:blipFill>
              <p:spPr>
                <a:xfrm>
                  <a:off x="8405276" y="1204167"/>
                  <a:ext cx="505800" cy="9673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6" name="Ink 25">
                  <a:extLst>
                    <a:ext uri="{FF2B5EF4-FFF2-40B4-BE49-F238E27FC236}">
                      <a16:creationId xmlns:a16="http://schemas.microsoft.com/office/drawing/2014/main" id="{6B224A21-D211-54B3-9C45-1793A4357A6C}"/>
                    </a:ext>
                  </a:extLst>
                </p14:cNvPr>
                <p14:cNvContentPartPr/>
                <p14:nvPr/>
              </p14:nvContentPartPr>
              <p14:xfrm>
                <a:off x="9007556" y="1279767"/>
                <a:ext cx="1275480" cy="1046520"/>
              </p14:xfrm>
            </p:contentPart>
          </mc:Choice>
          <mc:Fallback>
            <p:pic>
              <p:nvPicPr>
                <p:cNvPr id="26" name="Ink 25">
                  <a:extLst>
                    <a:ext uri="{FF2B5EF4-FFF2-40B4-BE49-F238E27FC236}">
                      <a16:creationId xmlns:a16="http://schemas.microsoft.com/office/drawing/2014/main" id="{6B224A21-D211-54B3-9C45-1793A4357A6C}"/>
                    </a:ext>
                  </a:extLst>
                </p:cNvPr>
                <p:cNvPicPr/>
                <p:nvPr/>
              </p:nvPicPr>
              <p:blipFill>
                <a:blip r:embed="rId43"/>
                <a:stretch>
                  <a:fillRect/>
                </a:stretch>
              </p:blipFill>
              <p:spPr>
                <a:xfrm>
                  <a:off x="9003236" y="1275447"/>
                  <a:ext cx="1284120" cy="10551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7" name="Ink 26">
                  <a:extLst>
                    <a:ext uri="{FF2B5EF4-FFF2-40B4-BE49-F238E27FC236}">
                      <a16:creationId xmlns:a16="http://schemas.microsoft.com/office/drawing/2014/main" id="{4C0D1FD4-C72D-97A9-FAAD-618D63345D9C}"/>
                    </a:ext>
                  </a:extLst>
                </p14:cNvPr>
                <p14:cNvContentPartPr/>
                <p14:nvPr/>
              </p14:nvContentPartPr>
              <p14:xfrm>
                <a:off x="10102676" y="792327"/>
                <a:ext cx="1519200" cy="1593720"/>
              </p14:xfrm>
            </p:contentPart>
          </mc:Choice>
          <mc:Fallback>
            <p:pic>
              <p:nvPicPr>
                <p:cNvPr id="27" name="Ink 26">
                  <a:extLst>
                    <a:ext uri="{FF2B5EF4-FFF2-40B4-BE49-F238E27FC236}">
                      <a16:creationId xmlns:a16="http://schemas.microsoft.com/office/drawing/2014/main" id="{4C0D1FD4-C72D-97A9-FAAD-618D63345D9C}"/>
                    </a:ext>
                  </a:extLst>
                </p:cNvPr>
                <p:cNvPicPr/>
                <p:nvPr/>
              </p:nvPicPr>
              <p:blipFill>
                <a:blip r:embed="rId45"/>
                <a:stretch>
                  <a:fillRect/>
                </a:stretch>
              </p:blipFill>
              <p:spPr>
                <a:xfrm>
                  <a:off x="10098356" y="788007"/>
                  <a:ext cx="1527840" cy="16023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BF5033FC-1F31-A311-E25C-6505FBA0E3E8}"/>
                    </a:ext>
                  </a:extLst>
                </p14:cNvPr>
                <p14:cNvContentPartPr/>
                <p14:nvPr/>
              </p14:nvContentPartPr>
              <p14:xfrm>
                <a:off x="693356" y="3750447"/>
                <a:ext cx="936000" cy="169920"/>
              </p14:xfrm>
            </p:contentPart>
          </mc:Choice>
          <mc:Fallback>
            <p:pic>
              <p:nvPicPr>
                <p:cNvPr id="29" name="Ink 28">
                  <a:extLst>
                    <a:ext uri="{FF2B5EF4-FFF2-40B4-BE49-F238E27FC236}">
                      <a16:creationId xmlns:a16="http://schemas.microsoft.com/office/drawing/2014/main" id="{BF5033FC-1F31-A311-E25C-6505FBA0E3E8}"/>
                    </a:ext>
                  </a:extLst>
                </p:cNvPr>
                <p:cNvPicPr/>
                <p:nvPr/>
              </p:nvPicPr>
              <p:blipFill>
                <a:blip r:embed="rId47"/>
                <a:stretch>
                  <a:fillRect/>
                </a:stretch>
              </p:blipFill>
              <p:spPr>
                <a:xfrm>
                  <a:off x="689036" y="3746127"/>
                  <a:ext cx="94464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5E6C829A-933E-1262-44A0-9728C0252562}"/>
                    </a:ext>
                  </a:extLst>
                </p14:cNvPr>
                <p14:cNvContentPartPr/>
                <p14:nvPr/>
              </p14:nvContentPartPr>
              <p14:xfrm>
                <a:off x="996836" y="3930447"/>
                <a:ext cx="243360" cy="872280"/>
              </p14:xfrm>
            </p:contentPart>
          </mc:Choice>
          <mc:Fallback>
            <p:pic>
              <p:nvPicPr>
                <p:cNvPr id="30" name="Ink 29">
                  <a:extLst>
                    <a:ext uri="{FF2B5EF4-FFF2-40B4-BE49-F238E27FC236}">
                      <a16:creationId xmlns:a16="http://schemas.microsoft.com/office/drawing/2014/main" id="{5E6C829A-933E-1262-44A0-9728C0252562}"/>
                    </a:ext>
                  </a:extLst>
                </p:cNvPr>
                <p:cNvPicPr/>
                <p:nvPr/>
              </p:nvPicPr>
              <p:blipFill>
                <a:blip r:embed="rId49"/>
                <a:stretch>
                  <a:fillRect/>
                </a:stretch>
              </p:blipFill>
              <p:spPr>
                <a:xfrm>
                  <a:off x="992516" y="3926127"/>
                  <a:ext cx="252000" cy="880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8B6902F7-0B7F-83C6-86CB-6551ADE095A5}"/>
                    </a:ext>
                  </a:extLst>
                </p14:cNvPr>
                <p14:cNvContentPartPr/>
                <p14:nvPr/>
              </p14:nvContentPartPr>
              <p14:xfrm>
                <a:off x="1564196" y="4656207"/>
                <a:ext cx="396360" cy="828720"/>
              </p14:xfrm>
            </p:contentPart>
          </mc:Choice>
          <mc:Fallback>
            <p:pic>
              <p:nvPicPr>
                <p:cNvPr id="31" name="Ink 30">
                  <a:extLst>
                    <a:ext uri="{FF2B5EF4-FFF2-40B4-BE49-F238E27FC236}">
                      <a16:creationId xmlns:a16="http://schemas.microsoft.com/office/drawing/2014/main" id="{8B6902F7-0B7F-83C6-86CB-6551ADE095A5}"/>
                    </a:ext>
                  </a:extLst>
                </p:cNvPr>
                <p:cNvPicPr/>
                <p:nvPr/>
              </p:nvPicPr>
              <p:blipFill>
                <a:blip r:embed="rId51"/>
                <a:stretch>
                  <a:fillRect/>
                </a:stretch>
              </p:blipFill>
              <p:spPr>
                <a:xfrm>
                  <a:off x="1559876" y="4651887"/>
                  <a:ext cx="405000" cy="8373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B3C8A2C1-4B8C-0ADF-9845-7051E9076668}"/>
                    </a:ext>
                  </a:extLst>
                </p14:cNvPr>
                <p14:cNvContentPartPr/>
                <p14:nvPr/>
              </p14:nvContentPartPr>
              <p14:xfrm>
                <a:off x="1418396" y="5011527"/>
                <a:ext cx="494640" cy="191520"/>
              </p14:xfrm>
            </p:contentPart>
          </mc:Choice>
          <mc:Fallback>
            <p:pic>
              <p:nvPicPr>
                <p:cNvPr id="32" name="Ink 31">
                  <a:extLst>
                    <a:ext uri="{FF2B5EF4-FFF2-40B4-BE49-F238E27FC236}">
                      <a16:creationId xmlns:a16="http://schemas.microsoft.com/office/drawing/2014/main" id="{B3C8A2C1-4B8C-0ADF-9845-7051E9076668}"/>
                    </a:ext>
                  </a:extLst>
                </p:cNvPr>
                <p:cNvPicPr/>
                <p:nvPr/>
              </p:nvPicPr>
              <p:blipFill>
                <a:blip r:embed="rId53"/>
                <a:stretch>
                  <a:fillRect/>
                </a:stretch>
              </p:blipFill>
              <p:spPr>
                <a:xfrm>
                  <a:off x="1414076" y="5007207"/>
                  <a:ext cx="503280" cy="2001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01222703-5481-2D6F-DF99-5F228094818F}"/>
                    </a:ext>
                  </a:extLst>
                </p14:cNvPr>
                <p14:cNvContentPartPr/>
                <p14:nvPr/>
              </p14:nvContentPartPr>
              <p14:xfrm>
                <a:off x="2396516" y="4444167"/>
                <a:ext cx="482760" cy="97560"/>
              </p14:xfrm>
            </p:contentPart>
          </mc:Choice>
          <mc:Fallback>
            <p:pic>
              <p:nvPicPr>
                <p:cNvPr id="33" name="Ink 32">
                  <a:extLst>
                    <a:ext uri="{FF2B5EF4-FFF2-40B4-BE49-F238E27FC236}">
                      <a16:creationId xmlns:a16="http://schemas.microsoft.com/office/drawing/2014/main" id="{01222703-5481-2D6F-DF99-5F228094818F}"/>
                    </a:ext>
                  </a:extLst>
                </p:cNvPr>
                <p:cNvPicPr/>
                <p:nvPr/>
              </p:nvPicPr>
              <p:blipFill>
                <a:blip r:embed="rId55"/>
                <a:stretch>
                  <a:fillRect/>
                </a:stretch>
              </p:blipFill>
              <p:spPr>
                <a:xfrm>
                  <a:off x="2392196" y="4439847"/>
                  <a:ext cx="4914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F324705F-1359-ECD0-4B49-ABAA27DB1802}"/>
                    </a:ext>
                  </a:extLst>
                </p14:cNvPr>
                <p14:cNvContentPartPr/>
                <p14:nvPr/>
              </p14:nvContentPartPr>
              <p14:xfrm>
                <a:off x="2438276" y="4844127"/>
                <a:ext cx="431280" cy="64440"/>
              </p14:xfrm>
            </p:contentPart>
          </mc:Choice>
          <mc:Fallback>
            <p:pic>
              <p:nvPicPr>
                <p:cNvPr id="34" name="Ink 33">
                  <a:extLst>
                    <a:ext uri="{FF2B5EF4-FFF2-40B4-BE49-F238E27FC236}">
                      <a16:creationId xmlns:a16="http://schemas.microsoft.com/office/drawing/2014/main" id="{F324705F-1359-ECD0-4B49-ABAA27DB1802}"/>
                    </a:ext>
                  </a:extLst>
                </p:cNvPr>
                <p:cNvPicPr/>
                <p:nvPr/>
              </p:nvPicPr>
              <p:blipFill>
                <a:blip r:embed="rId57"/>
                <a:stretch>
                  <a:fillRect/>
                </a:stretch>
              </p:blipFill>
              <p:spPr>
                <a:xfrm>
                  <a:off x="2433956" y="4839807"/>
                  <a:ext cx="439920" cy="730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6" name="Ink 35">
                  <a:extLst>
                    <a:ext uri="{FF2B5EF4-FFF2-40B4-BE49-F238E27FC236}">
                      <a16:creationId xmlns:a16="http://schemas.microsoft.com/office/drawing/2014/main" id="{6196BCBB-854E-6FB2-8FD9-D6787F2899C6}"/>
                    </a:ext>
                  </a:extLst>
                </p14:cNvPr>
                <p14:cNvContentPartPr/>
                <p14:nvPr/>
              </p14:nvContentPartPr>
              <p14:xfrm>
                <a:off x="3448076" y="4309527"/>
                <a:ext cx="483120" cy="809280"/>
              </p14:xfrm>
            </p:contentPart>
          </mc:Choice>
          <mc:Fallback>
            <p:pic>
              <p:nvPicPr>
                <p:cNvPr id="36" name="Ink 35">
                  <a:extLst>
                    <a:ext uri="{FF2B5EF4-FFF2-40B4-BE49-F238E27FC236}">
                      <a16:creationId xmlns:a16="http://schemas.microsoft.com/office/drawing/2014/main" id="{6196BCBB-854E-6FB2-8FD9-D6787F2899C6}"/>
                    </a:ext>
                  </a:extLst>
                </p:cNvPr>
                <p:cNvPicPr/>
                <p:nvPr/>
              </p:nvPicPr>
              <p:blipFill>
                <a:blip r:embed="rId59"/>
                <a:stretch>
                  <a:fillRect/>
                </a:stretch>
              </p:blipFill>
              <p:spPr>
                <a:xfrm>
                  <a:off x="3443756" y="4305207"/>
                  <a:ext cx="491760" cy="817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7" name="Ink 36">
                  <a:extLst>
                    <a:ext uri="{FF2B5EF4-FFF2-40B4-BE49-F238E27FC236}">
                      <a16:creationId xmlns:a16="http://schemas.microsoft.com/office/drawing/2014/main" id="{27DB2B94-994C-DBE4-6A3F-DF3BC45D19A1}"/>
                    </a:ext>
                  </a:extLst>
                </p14:cNvPr>
                <p14:cNvContentPartPr/>
                <p14:nvPr/>
              </p14:nvContentPartPr>
              <p14:xfrm>
                <a:off x="4382276" y="4707687"/>
                <a:ext cx="484560" cy="169200"/>
              </p14:xfrm>
            </p:contentPart>
          </mc:Choice>
          <mc:Fallback>
            <p:pic>
              <p:nvPicPr>
                <p:cNvPr id="37" name="Ink 36">
                  <a:extLst>
                    <a:ext uri="{FF2B5EF4-FFF2-40B4-BE49-F238E27FC236}">
                      <a16:creationId xmlns:a16="http://schemas.microsoft.com/office/drawing/2014/main" id="{27DB2B94-994C-DBE4-6A3F-DF3BC45D19A1}"/>
                    </a:ext>
                  </a:extLst>
                </p:cNvPr>
                <p:cNvPicPr/>
                <p:nvPr/>
              </p:nvPicPr>
              <p:blipFill>
                <a:blip r:embed="rId61"/>
                <a:stretch>
                  <a:fillRect/>
                </a:stretch>
              </p:blipFill>
              <p:spPr>
                <a:xfrm>
                  <a:off x="4377956" y="4703367"/>
                  <a:ext cx="49320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8" name="Ink 37">
                  <a:extLst>
                    <a:ext uri="{FF2B5EF4-FFF2-40B4-BE49-F238E27FC236}">
                      <a16:creationId xmlns:a16="http://schemas.microsoft.com/office/drawing/2014/main" id="{6F0E754A-FC42-C013-20FB-89359B718251}"/>
                    </a:ext>
                  </a:extLst>
                </p14:cNvPr>
                <p14:cNvContentPartPr/>
                <p14:nvPr/>
              </p14:nvContentPartPr>
              <p14:xfrm>
                <a:off x="4507196" y="4445967"/>
                <a:ext cx="201240" cy="986760"/>
              </p14:xfrm>
            </p:contentPart>
          </mc:Choice>
          <mc:Fallback>
            <p:pic>
              <p:nvPicPr>
                <p:cNvPr id="38" name="Ink 37">
                  <a:extLst>
                    <a:ext uri="{FF2B5EF4-FFF2-40B4-BE49-F238E27FC236}">
                      <a16:creationId xmlns:a16="http://schemas.microsoft.com/office/drawing/2014/main" id="{6F0E754A-FC42-C013-20FB-89359B718251}"/>
                    </a:ext>
                  </a:extLst>
                </p:cNvPr>
                <p:cNvPicPr/>
                <p:nvPr/>
              </p:nvPicPr>
              <p:blipFill>
                <a:blip r:embed="rId63"/>
                <a:stretch>
                  <a:fillRect/>
                </a:stretch>
              </p:blipFill>
              <p:spPr>
                <a:xfrm>
                  <a:off x="4502876" y="4441647"/>
                  <a:ext cx="209880" cy="9954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0" name="Ink 39">
                  <a:extLst>
                    <a:ext uri="{FF2B5EF4-FFF2-40B4-BE49-F238E27FC236}">
                      <a16:creationId xmlns:a16="http://schemas.microsoft.com/office/drawing/2014/main" id="{158FF9D0-2128-D13F-86E8-0574B51D8655}"/>
                    </a:ext>
                  </a:extLst>
                </p14:cNvPr>
                <p14:cNvContentPartPr/>
                <p14:nvPr/>
              </p14:nvContentPartPr>
              <p14:xfrm>
                <a:off x="5214596" y="4402767"/>
                <a:ext cx="914760" cy="783720"/>
              </p14:xfrm>
            </p:contentPart>
          </mc:Choice>
          <mc:Fallback>
            <p:pic>
              <p:nvPicPr>
                <p:cNvPr id="40" name="Ink 39">
                  <a:extLst>
                    <a:ext uri="{FF2B5EF4-FFF2-40B4-BE49-F238E27FC236}">
                      <a16:creationId xmlns:a16="http://schemas.microsoft.com/office/drawing/2014/main" id="{158FF9D0-2128-D13F-86E8-0574B51D8655}"/>
                    </a:ext>
                  </a:extLst>
                </p:cNvPr>
                <p:cNvPicPr/>
                <p:nvPr/>
              </p:nvPicPr>
              <p:blipFill>
                <a:blip r:embed="rId65"/>
                <a:stretch>
                  <a:fillRect/>
                </a:stretch>
              </p:blipFill>
              <p:spPr>
                <a:xfrm>
                  <a:off x="5210276" y="4398447"/>
                  <a:ext cx="923400" cy="792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1" name="Ink 40">
                  <a:extLst>
                    <a:ext uri="{FF2B5EF4-FFF2-40B4-BE49-F238E27FC236}">
                      <a16:creationId xmlns:a16="http://schemas.microsoft.com/office/drawing/2014/main" id="{F88FECA2-ED18-6374-C7C0-4E52897A87F9}"/>
                    </a:ext>
                  </a:extLst>
                </p14:cNvPr>
                <p14:cNvContentPartPr/>
                <p14:nvPr/>
              </p14:nvContentPartPr>
              <p14:xfrm>
                <a:off x="5348516" y="4067607"/>
                <a:ext cx="600120" cy="1829880"/>
              </p14:xfrm>
            </p:contentPart>
          </mc:Choice>
          <mc:Fallback>
            <p:pic>
              <p:nvPicPr>
                <p:cNvPr id="41" name="Ink 40">
                  <a:extLst>
                    <a:ext uri="{FF2B5EF4-FFF2-40B4-BE49-F238E27FC236}">
                      <a16:creationId xmlns:a16="http://schemas.microsoft.com/office/drawing/2014/main" id="{F88FECA2-ED18-6374-C7C0-4E52897A87F9}"/>
                    </a:ext>
                  </a:extLst>
                </p:cNvPr>
                <p:cNvPicPr/>
                <p:nvPr/>
              </p:nvPicPr>
              <p:blipFill>
                <a:blip r:embed="rId67"/>
                <a:stretch>
                  <a:fillRect/>
                </a:stretch>
              </p:blipFill>
              <p:spPr>
                <a:xfrm>
                  <a:off x="5344196" y="4063287"/>
                  <a:ext cx="608760" cy="1838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C5F4BA9C-BC13-91CC-3DDA-474E83DA80DF}"/>
                    </a:ext>
                  </a:extLst>
                </p14:cNvPr>
                <p14:cNvContentPartPr/>
                <p14:nvPr/>
              </p14:nvContentPartPr>
              <p14:xfrm>
                <a:off x="6272996" y="5265687"/>
                <a:ext cx="201240" cy="424800"/>
              </p14:xfrm>
            </p:contentPart>
          </mc:Choice>
          <mc:Fallback>
            <p:pic>
              <p:nvPicPr>
                <p:cNvPr id="43" name="Ink 42">
                  <a:extLst>
                    <a:ext uri="{FF2B5EF4-FFF2-40B4-BE49-F238E27FC236}">
                      <a16:creationId xmlns:a16="http://schemas.microsoft.com/office/drawing/2014/main" id="{C5F4BA9C-BC13-91CC-3DDA-474E83DA80DF}"/>
                    </a:ext>
                  </a:extLst>
                </p:cNvPr>
                <p:cNvPicPr/>
                <p:nvPr/>
              </p:nvPicPr>
              <p:blipFill>
                <a:blip r:embed="rId69"/>
                <a:stretch>
                  <a:fillRect/>
                </a:stretch>
              </p:blipFill>
              <p:spPr>
                <a:xfrm>
                  <a:off x="6268676" y="5261367"/>
                  <a:ext cx="209880" cy="4334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8254DAA4-0391-8E22-1A3F-837997A580F9}"/>
                    </a:ext>
                  </a:extLst>
                </p14:cNvPr>
                <p14:cNvContentPartPr/>
                <p14:nvPr/>
              </p14:nvContentPartPr>
              <p14:xfrm>
                <a:off x="6726596" y="4277127"/>
                <a:ext cx="715680" cy="84960"/>
              </p14:xfrm>
            </p:contentPart>
          </mc:Choice>
          <mc:Fallback>
            <p:pic>
              <p:nvPicPr>
                <p:cNvPr id="44" name="Ink 43">
                  <a:extLst>
                    <a:ext uri="{FF2B5EF4-FFF2-40B4-BE49-F238E27FC236}">
                      <a16:creationId xmlns:a16="http://schemas.microsoft.com/office/drawing/2014/main" id="{8254DAA4-0391-8E22-1A3F-837997A580F9}"/>
                    </a:ext>
                  </a:extLst>
                </p:cNvPr>
                <p:cNvPicPr/>
                <p:nvPr/>
              </p:nvPicPr>
              <p:blipFill>
                <a:blip r:embed="rId71"/>
                <a:stretch>
                  <a:fillRect/>
                </a:stretch>
              </p:blipFill>
              <p:spPr>
                <a:xfrm>
                  <a:off x="6722276" y="4272807"/>
                  <a:ext cx="724320" cy="936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DF8CF445-6016-9C7F-DB81-85C90D892A4E}"/>
                    </a:ext>
                  </a:extLst>
                </p14:cNvPr>
                <p14:cNvContentPartPr/>
                <p14:nvPr/>
              </p14:nvContentPartPr>
              <p14:xfrm>
                <a:off x="7093796" y="4277847"/>
                <a:ext cx="179640" cy="757080"/>
              </p14:xfrm>
            </p:contentPart>
          </mc:Choice>
          <mc:Fallback>
            <p:pic>
              <p:nvPicPr>
                <p:cNvPr id="45" name="Ink 44">
                  <a:extLst>
                    <a:ext uri="{FF2B5EF4-FFF2-40B4-BE49-F238E27FC236}">
                      <a16:creationId xmlns:a16="http://schemas.microsoft.com/office/drawing/2014/main" id="{DF8CF445-6016-9C7F-DB81-85C90D892A4E}"/>
                    </a:ext>
                  </a:extLst>
                </p:cNvPr>
                <p:cNvPicPr/>
                <p:nvPr/>
              </p:nvPicPr>
              <p:blipFill>
                <a:blip r:embed="rId73"/>
                <a:stretch>
                  <a:fillRect/>
                </a:stretch>
              </p:blipFill>
              <p:spPr>
                <a:xfrm>
                  <a:off x="7089476" y="4273527"/>
                  <a:ext cx="188280" cy="7657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6" name="Ink 45">
                  <a:extLst>
                    <a:ext uri="{FF2B5EF4-FFF2-40B4-BE49-F238E27FC236}">
                      <a16:creationId xmlns:a16="http://schemas.microsoft.com/office/drawing/2014/main" id="{443F66ED-A033-A375-8099-7ACED3400BD2}"/>
                    </a:ext>
                  </a:extLst>
                </p14:cNvPr>
                <p14:cNvContentPartPr/>
                <p14:nvPr/>
              </p14:nvContentPartPr>
              <p14:xfrm>
                <a:off x="7269836" y="4981647"/>
                <a:ext cx="282960" cy="849600"/>
              </p14:xfrm>
            </p:contentPart>
          </mc:Choice>
          <mc:Fallback>
            <p:pic>
              <p:nvPicPr>
                <p:cNvPr id="46" name="Ink 45">
                  <a:extLst>
                    <a:ext uri="{FF2B5EF4-FFF2-40B4-BE49-F238E27FC236}">
                      <a16:creationId xmlns:a16="http://schemas.microsoft.com/office/drawing/2014/main" id="{443F66ED-A033-A375-8099-7ACED3400BD2}"/>
                    </a:ext>
                  </a:extLst>
                </p:cNvPr>
                <p:cNvPicPr/>
                <p:nvPr/>
              </p:nvPicPr>
              <p:blipFill>
                <a:blip r:embed="rId75"/>
                <a:stretch>
                  <a:fillRect/>
                </a:stretch>
              </p:blipFill>
              <p:spPr>
                <a:xfrm>
                  <a:off x="7265516" y="4977327"/>
                  <a:ext cx="291600" cy="8582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 name="Ink 46">
                  <a:extLst>
                    <a:ext uri="{FF2B5EF4-FFF2-40B4-BE49-F238E27FC236}">
                      <a16:creationId xmlns:a16="http://schemas.microsoft.com/office/drawing/2014/main" id="{0DB07566-AC67-8E2D-13A4-1E948A25550A}"/>
                    </a:ext>
                  </a:extLst>
                </p14:cNvPr>
                <p14:cNvContentPartPr/>
                <p14:nvPr/>
              </p14:nvContentPartPr>
              <p14:xfrm>
                <a:off x="7157516" y="5465127"/>
                <a:ext cx="221040" cy="95040"/>
              </p14:xfrm>
            </p:contentPart>
          </mc:Choice>
          <mc:Fallback>
            <p:pic>
              <p:nvPicPr>
                <p:cNvPr id="47" name="Ink 46">
                  <a:extLst>
                    <a:ext uri="{FF2B5EF4-FFF2-40B4-BE49-F238E27FC236}">
                      <a16:creationId xmlns:a16="http://schemas.microsoft.com/office/drawing/2014/main" id="{0DB07566-AC67-8E2D-13A4-1E948A25550A}"/>
                    </a:ext>
                  </a:extLst>
                </p:cNvPr>
                <p:cNvPicPr/>
                <p:nvPr/>
              </p:nvPicPr>
              <p:blipFill>
                <a:blip r:embed="rId77"/>
                <a:stretch>
                  <a:fillRect/>
                </a:stretch>
              </p:blipFill>
              <p:spPr>
                <a:xfrm>
                  <a:off x="7153196" y="5460807"/>
                  <a:ext cx="22968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8" name="Ink 47">
                  <a:extLst>
                    <a:ext uri="{FF2B5EF4-FFF2-40B4-BE49-F238E27FC236}">
                      <a16:creationId xmlns:a16="http://schemas.microsoft.com/office/drawing/2014/main" id="{FE1FEA34-B90C-E903-DF93-2CDF262882EB}"/>
                    </a:ext>
                  </a:extLst>
                </p14:cNvPr>
                <p14:cNvContentPartPr/>
                <p14:nvPr/>
              </p14:nvContentPartPr>
              <p14:xfrm>
                <a:off x="7746116" y="5505447"/>
                <a:ext cx="269280" cy="86400"/>
              </p14:xfrm>
            </p:contentPart>
          </mc:Choice>
          <mc:Fallback>
            <p:pic>
              <p:nvPicPr>
                <p:cNvPr id="48" name="Ink 47">
                  <a:extLst>
                    <a:ext uri="{FF2B5EF4-FFF2-40B4-BE49-F238E27FC236}">
                      <a16:creationId xmlns:a16="http://schemas.microsoft.com/office/drawing/2014/main" id="{FE1FEA34-B90C-E903-DF93-2CDF262882EB}"/>
                    </a:ext>
                  </a:extLst>
                </p:cNvPr>
                <p:cNvPicPr/>
                <p:nvPr/>
              </p:nvPicPr>
              <p:blipFill>
                <a:blip r:embed="rId79"/>
                <a:stretch>
                  <a:fillRect/>
                </a:stretch>
              </p:blipFill>
              <p:spPr>
                <a:xfrm>
                  <a:off x="7741796" y="5501127"/>
                  <a:ext cx="27792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9" name="Ink 48">
                  <a:extLst>
                    <a:ext uri="{FF2B5EF4-FFF2-40B4-BE49-F238E27FC236}">
                      <a16:creationId xmlns:a16="http://schemas.microsoft.com/office/drawing/2014/main" id="{B82FBE09-E90C-B04A-C799-5279DDB4E760}"/>
                    </a:ext>
                  </a:extLst>
                </p14:cNvPr>
                <p14:cNvContentPartPr/>
                <p14:nvPr/>
              </p14:nvContentPartPr>
              <p14:xfrm>
                <a:off x="8033036" y="5181087"/>
                <a:ext cx="112680" cy="526680"/>
              </p14:xfrm>
            </p:contentPart>
          </mc:Choice>
          <mc:Fallback>
            <p:pic>
              <p:nvPicPr>
                <p:cNvPr id="49" name="Ink 48">
                  <a:extLst>
                    <a:ext uri="{FF2B5EF4-FFF2-40B4-BE49-F238E27FC236}">
                      <a16:creationId xmlns:a16="http://schemas.microsoft.com/office/drawing/2014/main" id="{B82FBE09-E90C-B04A-C799-5279DDB4E760}"/>
                    </a:ext>
                  </a:extLst>
                </p:cNvPr>
                <p:cNvPicPr/>
                <p:nvPr/>
              </p:nvPicPr>
              <p:blipFill>
                <a:blip r:embed="rId81"/>
                <a:stretch>
                  <a:fillRect/>
                </a:stretch>
              </p:blipFill>
              <p:spPr>
                <a:xfrm>
                  <a:off x="8028716" y="5176767"/>
                  <a:ext cx="121320" cy="5353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0" name="Ink 49">
                  <a:extLst>
                    <a:ext uri="{FF2B5EF4-FFF2-40B4-BE49-F238E27FC236}">
                      <a16:creationId xmlns:a16="http://schemas.microsoft.com/office/drawing/2014/main" id="{ADEA341E-53B1-FD4E-5070-BA1837A76B55}"/>
                    </a:ext>
                  </a:extLst>
                </p14:cNvPr>
                <p14:cNvContentPartPr/>
                <p14:nvPr/>
              </p14:nvContentPartPr>
              <p14:xfrm>
                <a:off x="8229236" y="4381887"/>
                <a:ext cx="416520" cy="148320"/>
              </p14:xfrm>
            </p:contentPart>
          </mc:Choice>
          <mc:Fallback>
            <p:pic>
              <p:nvPicPr>
                <p:cNvPr id="50" name="Ink 49">
                  <a:extLst>
                    <a:ext uri="{FF2B5EF4-FFF2-40B4-BE49-F238E27FC236}">
                      <a16:creationId xmlns:a16="http://schemas.microsoft.com/office/drawing/2014/main" id="{ADEA341E-53B1-FD4E-5070-BA1837A76B55}"/>
                    </a:ext>
                  </a:extLst>
                </p:cNvPr>
                <p:cNvPicPr/>
                <p:nvPr/>
              </p:nvPicPr>
              <p:blipFill>
                <a:blip r:embed="rId83"/>
                <a:stretch>
                  <a:fillRect/>
                </a:stretch>
              </p:blipFill>
              <p:spPr>
                <a:xfrm>
                  <a:off x="8224916" y="4377567"/>
                  <a:ext cx="42516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1" name="Ink 50">
                  <a:extLst>
                    <a:ext uri="{FF2B5EF4-FFF2-40B4-BE49-F238E27FC236}">
                      <a16:creationId xmlns:a16="http://schemas.microsoft.com/office/drawing/2014/main" id="{51E310A8-A9A2-4A6C-F966-319416A621CF}"/>
                    </a:ext>
                  </a:extLst>
                </p14:cNvPr>
                <p14:cNvContentPartPr/>
                <p14:nvPr/>
              </p14:nvContentPartPr>
              <p14:xfrm>
                <a:off x="8492036" y="4308807"/>
                <a:ext cx="30960" cy="640440"/>
              </p14:xfrm>
            </p:contentPart>
          </mc:Choice>
          <mc:Fallback>
            <p:pic>
              <p:nvPicPr>
                <p:cNvPr id="51" name="Ink 50">
                  <a:extLst>
                    <a:ext uri="{FF2B5EF4-FFF2-40B4-BE49-F238E27FC236}">
                      <a16:creationId xmlns:a16="http://schemas.microsoft.com/office/drawing/2014/main" id="{51E310A8-A9A2-4A6C-F966-319416A621CF}"/>
                    </a:ext>
                  </a:extLst>
                </p:cNvPr>
                <p:cNvPicPr/>
                <p:nvPr/>
              </p:nvPicPr>
              <p:blipFill>
                <a:blip r:embed="rId85"/>
                <a:stretch>
                  <a:fillRect/>
                </a:stretch>
              </p:blipFill>
              <p:spPr>
                <a:xfrm>
                  <a:off x="8487716" y="4304487"/>
                  <a:ext cx="39600" cy="6490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2" name="Ink 51">
                  <a:extLst>
                    <a:ext uri="{FF2B5EF4-FFF2-40B4-BE49-F238E27FC236}">
                      <a16:creationId xmlns:a16="http://schemas.microsoft.com/office/drawing/2014/main" id="{39CE3D7C-9F91-3E93-9985-BB63B1C3398A}"/>
                    </a:ext>
                  </a:extLst>
                </p14:cNvPr>
                <p14:cNvContentPartPr/>
                <p14:nvPr/>
              </p14:nvContentPartPr>
              <p14:xfrm>
                <a:off x="9015116" y="4307367"/>
                <a:ext cx="412560" cy="548280"/>
              </p14:xfrm>
            </p:contentPart>
          </mc:Choice>
          <mc:Fallback>
            <p:pic>
              <p:nvPicPr>
                <p:cNvPr id="52" name="Ink 51">
                  <a:extLst>
                    <a:ext uri="{FF2B5EF4-FFF2-40B4-BE49-F238E27FC236}">
                      <a16:creationId xmlns:a16="http://schemas.microsoft.com/office/drawing/2014/main" id="{39CE3D7C-9F91-3E93-9985-BB63B1C3398A}"/>
                    </a:ext>
                  </a:extLst>
                </p:cNvPr>
                <p:cNvPicPr/>
                <p:nvPr/>
              </p:nvPicPr>
              <p:blipFill>
                <a:blip r:embed="rId87"/>
                <a:stretch>
                  <a:fillRect/>
                </a:stretch>
              </p:blipFill>
              <p:spPr>
                <a:xfrm>
                  <a:off x="9010796" y="4303047"/>
                  <a:ext cx="421200" cy="5569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3" name="Ink 52">
                  <a:extLst>
                    <a:ext uri="{FF2B5EF4-FFF2-40B4-BE49-F238E27FC236}">
                      <a16:creationId xmlns:a16="http://schemas.microsoft.com/office/drawing/2014/main" id="{251F8588-DF36-03D4-04CE-41882A7F7524}"/>
                    </a:ext>
                  </a:extLst>
                </p14:cNvPr>
                <p14:cNvContentPartPr/>
                <p14:nvPr/>
              </p14:nvContentPartPr>
              <p14:xfrm>
                <a:off x="9089636" y="3646767"/>
                <a:ext cx="433080" cy="1767600"/>
              </p14:xfrm>
            </p:contentPart>
          </mc:Choice>
          <mc:Fallback>
            <p:pic>
              <p:nvPicPr>
                <p:cNvPr id="53" name="Ink 52">
                  <a:extLst>
                    <a:ext uri="{FF2B5EF4-FFF2-40B4-BE49-F238E27FC236}">
                      <a16:creationId xmlns:a16="http://schemas.microsoft.com/office/drawing/2014/main" id="{251F8588-DF36-03D4-04CE-41882A7F7524}"/>
                    </a:ext>
                  </a:extLst>
                </p:cNvPr>
                <p:cNvPicPr/>
                <p:nvPr/>
              </p:nvPicPr>
              <p:blipFill>
                <a:blip r:embed="rId89"/>
                <a:stretch>
                  <a:fillRect/>
                </a:stretch>
              </p:blipFill>
              <p:spPr>
                <a:xfrm>
                  <a:off x="9085316" y="3642447"/>
                  <a:ext cx="441720" cy="17762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4" name="Ink 53">
                  <a:extLst>
                    <a:ext uri="{FF2B5EF4-FFF2-40B4-BE49-F238E27FC236}">
                      <a16:creationId xmlns:a16="http://schemas.microsoft.com/office/drawing/2014/main" id="{2AB9E18E-EE33-DF0A-70AB-5F3CCC0EC1CF}"/>
                    </a:ext>
                  </a:extLst>
                </p14:cNvPr>
                <p14:cNvContentPartPr/>
                <p14:nvPr/>
              </p14:nvContentPartPr>
              <p14:xfrm>
                <a:off x="9460076" y="5043207"/>
                <a:ext cx="471960" cy="609120"/>
              </p14:xfrm>
            </p:contentPart>
          </mc:Choice>
          <mc:Fallback>
            <p:pic>
              <p:nvPicPr>
                <p:cNvPr id="54" name="Ink 53">
                  <a:extLst>
                    <a:ext uri="{FF2B5EF4-FFF2-40B4-BE49-F238E27FC236}">
                      <a16:creationId xmlns:a16="http://schemas.microsoft.com/office/drawing/2014/main" id="{2AB9E18E-EE33-DF0A-70AB-5F3CCC0EC1CF}"/>
                    </a:ext>
                  </a:extLst>
                </p:cNvPr>
                <p:cNvPicPr/>
                <p:nvPr/>
              </p:nvPicPr>
              <p:blipFill>
                <a:blip r:embed="rId91"/>
                <a:stretch>
                  <a:fillRect/>
                </a:stretch>
              </p:blipFill>
              <p:spPr>
                <a:xfrm>
                  <a:off x="9455756" y="5038887"/>
                  <a:ext cx="480600" cy="6177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5" name="Ink 54">
                  <a:extLst>
                    <a:ext uri="{FF2B5EF4-FFF2-40B4-BE49-F238E27FC236}">
                      <a16:creationId xmlns:a16="http://schemas.microsoft.com/office/drawing/2014/main" id="{749B32EE-319E-0E63-66CC-A930D7270BF9}"/>
                    </a:ext>
                  </a:extLst>
                </p14:cNvPr>
                <p14:cNvContentPartPr/>
                <p14:nvPr/>
              </p14:nvContentPartPr>
              <p14:xfrm>
                <a:off x="10005836" y="3983007"/>
                <a:ext cx="507240" cy="31320"/>
              </p14:xfrm>
            </p:contentPart>
          </mc:Choice>
          <mc:Fallback>
            <p:pic>
              <p:nvPicPr>
                <p:cNvPr id="55" name="Ink 54">
                  <a:extLst>
                    <a:ext uri="{FF2B5EF4-FFF2-40B4-BE49-F238E27FC236}">
                      <a16:creationId xmlns:a16="http://schemas.microsoft.com/office/drawing/2014/main" id="{749B32EE-319E-0E63-66CC-A930D7270BF9}"/>
                    </a:ext>
                  </a:extLst>
                </p:cNvPr>
                <p:cNvPicPr/>
                <p:nvPr/>
              </p:nvPicPr>
              <p:blipFill>
                <a:blip r:embed="rId93"/>
                <a:stretch>
                  <a:fillRect/>
                </a:stretch>
              </p:blipFill>
              <p:spPr>
                <a:xfrm>
                  <a:off x="10001516" y="3978687"/>
                  <a:ext cx="51588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6" name="Ink 55">
                  <a:extLst>
                    <a:ext uri="{FF2B5EF4-FFF2-40B4-BE49-F238E27FC236}">
                      <a16:creationId xmlns:a16="http://schemas.microsoft.com/office/drawing/2014/main" id="{326F77FF-6866-1480-0C1F-C87E17A44857}"/>
                    </a:ext>
                  </a:extLst>
                </p14:cNvPr>
                <p14:cNvContentPartPr/>
                <p14:nvPr/>
              </p14:nvContentPartPr>
              <p14:xfrm>
                <a:off x="10226156" y="4214487"/>
                <a:ext cx="96480" cy="845280"/>
              </p14:xfrm>
            </p:contentPart>
          </mc:Choice>
          <mc:Fallback>
            <p:pic>
              <p:nvPicPr>
                <p:cNvPr id="56" name="Ink 55">
                  <a:extLst>
                    <a:ext uri="{FF2B5EF4-FFF2-40B4-BE49-F238E27FC236}">
                      <a16:creationId xmlns:a16="http://schemas.microsoft.com/office/drawing/2014/main" id="{326F77FF-6866-1480-0C1F-C87E17A44857}"/>
                    </a:ext>
                  </a:extLst>
                </p:cNvPr>
                <p:cNvPicPr/>
                <p:nvPr/>
              </p:nvPicPr>
              <p:blipFill>
                <a:blip r:embed="rId95"/>
                <a:stretch>
                  <a:fillRect/>
                </a:stretch>
              </p:blipFill>
              <p:spPr>
                <a:xfrm>
                  <a:off x="10221836" y="4210167"/>
                  <a:ext cx="105120" cy="8539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7" name="Ink 56">
                  <a:extLst>
                    <a:ext uri="{FF2B5EF4-FFF2-40B4-BE49-F238E27FC236}">
                      <a16:creationId xmlns:a16="http://schemas.microsoft.com/office/drawing/2014/main" id="{5F904BFE-023E-6918-CB54-056D9FE943FC}"/>
                    </a:ext>
                  </a:extLst>
                </p14:cNvPr>
                <p14:cNvContentPartPr/>
                <p14:nvPr/>
              </p14:nvContentPartPr>
              <p14:xfrm>
                <a:off x="10467356" y="4939887"/>
                <a:ext cx="366480" cy="653040"/>
              </p14:xfrm>
            </p:contentPart>
          </mc:Choice>
          <mc:Fallback>
            <p:pic>
              <p:nvPicPr>
                <p:cNvPr id="57" name="Ink 56">
                  <a:extLst>
                    <a:ext uri="{FF2B5EF4-FFF2-40B4-BE49-F238E27FC236}">
                      <a16:creationId xmlns:a16="http://schemas.microsoft.com/office/drawing/2014/main" id="{5F904BFE-023E-6918-CB54-056D9FE943FC}"/>
                    </a:ext>
                  </a:extLst>
                </p:cNvPr>
                <p:cNvPicPr/>
                <p:nvPr/>
              </p:nvPicPr>
              <p:blipFill>
                <a:blip r:embed="rId97"/>
                <a:stretch>
                  <a:fillRect/>
                </a:stretch>
              </p:blipFill>
              <p:spPr>
                <a:xfrm>
                  <a:off x="10463036" y="4935567"/>
                  <a:ext cx="375120" cy="6616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8" name="Ink 57">
                  <a:extLst>
                    <a:ext uri="{FF2B5EF4-FFF2-40B4-BE49-F238E27FC236}">
                      <a16:creationId xmlns:a16="http://schemas.microsoft.com/office/drawing/2014/main" id="{AF735FFB-DCF0-DAFA-DC8C-B684FE1F4696}"/>
                    </a:ext>
                  </a:extLst>
                </p14:cNvPr>
                <p14:cNvContentPartPr/>
                <p14:nvPr/>
              </p14:nvContentPartPr>
              <p14:xfrm>
                <a:off x="10373396" y="5470887"/>
                <a:ext cx="366480" cy="99720"/>
              </p14:xfrm>
            </p:contentPart>
          </mc:Choice>
          <mc:Fallback>
            <p:pic>
              <p:nvPicPr>
                <p:cNvPr id="58" name="Ink 57">
                  <a:extLst>
                    <a:ext uri="{FF2B5EF4-FFF2-40B4-BE49-F238E27FC236}">
                      <a16:creationId xmlns:a16="http://schemas.microsoft.com/office/drawing/2014/main" id="{AF735FFB-DCF0-DAFA-DC8C-B684FE1F4696}"/>
                    </a:ext>
                  </a:extLst>
                </p:cNvPr>
                <p:cNvPicPr/>
                <p:nvPr/>
              </p:nvPicPr>
              <p:blipFill>
                <a:blip r:embed="rId99"/>
                <a:stretch>
                  <a:fillRect/>
                </a:stretch>
              </p:blipFill>
              <p:spPr>
                <a:xfrm>
                  <a:off x="10369076" y="5466567"/>
                  <a:ext cx="37512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9" name="Ink 58">
                  <a:extLst>
                    <a:ext uri="{FF2B5EF4-FFF2-40B4-BE49-F238E27FC236}">
                      <a16:creationId xmlns:a16="http://schemas.microsoft.com/office/drawing/2014/main" id="{E1BE4B38-06C8-D470-C875-C6491F4BE7CE}"/>
                    </a:ext>
                  </a:extLst>
                </p14:cNvPr>
                <p14:cNvContentPartPr/>
                <p14:nvPr/>
              </p14:nvContentPartPr>
              <p14:xfrm>
                <a:off x="10951196" y="5237607"/>
                <a:ext cx="173160" cy="164880"/>
              </p14:xfrm>
            </p:contentPart>
          </mc:Choice>
          <mc:Fallback>
            <p:pic>
              <p:nvPicPr>
                <p:cNvPr id="59" name="Ink 58">
                  <a:extLst>
                    <a:ext uri="{FF2B5EF4-FFF2-40B4-BE49-F238E27FC236}">
                      <a16:creationId xmlns:a16="http://schemas.microsoft.com/office/drawing/2014/main" id="{E1BE4B38-06C8-D470-C875-C6491F4BE7CE}"/>
                    </a:ext>
                  </a:extLst>
                </p:cNvPr>
                <p:cNvPicPr/>
                <p:nvPr/>
              </p:nvPicPr>
              <p:blipFill>
                <a:blip r:embed="rId101"/>
                <a:stretch>
                  <a:fillRect/>
                </a:stretch>
              </p:blipFill>
              <p:spPr>
                <a:xfrm>
                  <a:off x="10946876" y="5233287"/>
                  <a:ext cx="1818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4961F07C-B6AE-A34D-A9D3-8AA2E5552055}"/>
                    </a:ext>
                  </a:extLst>
                </p14:cNvPr>
                <p14:cNvContentPartPr/>
                <p14:nvPr/>
              </p14:nvContentPartPr>
              <p14:xfrm>
                <a:off x="11277356" y="4939887"/>
                <a:ext cx="389880" cy="596520"/>
              </p14:xfrm>
            </p:contentPart>
          </mc:Choice>
          <mc:Fallback>
            <p:pic>
              <p:nvPicPr>
                <p:cNvPr id="60" name="Ink 59">
                  <a:extLst>
                    <a:ext uri="{FF2B5EF4-FFF2-40B4-BE49-F238E27FC236}">
                      <a16:creationId xmlns:a16="http://schemas.microsoft.com/office/drawing/2014/main" id="{4961F07C-B6AE-A34D-A9D3-8AA2E5552055}"/>
                    </a:ext>
                  </a:extLst>
                </p:cNvPr>
                <p:cNvPicPr/>
                <p:nvPr/>
              </p:nvPicPr>
              <p:blipFill>
                <a:blip r:embed="rId103"/>
                <a:stretch>
                  <a:fillRect/>
                </a:stretch>
              </p:blipFill>
              <p:spPr>
                <a:xfrm>
                  <a:off x="11273036" y="4935567"/>
                  <a:ext cx="398520" cy="605160"/>
                </a:xfrm>
                <a:prstGeom prst="rect">
                  <a:avLst/>
                </a:prstGeom>
              </p:spPr>
            </p:pic>
          </mc:Fallback>
        </mc:AlternateContent>
      </p:grpSp>
      <p:grpSp>
        <p:nvGrpSpPr>
          <p:cNvPr id="69" name="Group 68">
            <a:extLst>
              <a:ext uri="{FF2B5EF4-FFF2-40B4-BE49-F238E27FC236}">
                <a16:creationId xmlns:a16="http://schemas.microsoft.com/office/drawing/2014/main" id="{546B1433-3010-B253-2E7B-FB6D824C1231}"/>
              </a:ext>
            </a:extLst>
          </p:cNvPr>
          <p:cNvGrpSpPr/>
          <p:nvPr/>
        </p:nvGrpSpPr>
        <p:grpSpPr>
          <a:xfrm>
            <a:off x="5024156" y="3467847"/>
            <a:ext cx="5102640" cy="3483000"/>
            <a:chOff x="5024156" y="3467847"/>
            <a:chExt cx="5102640" cy="3483000"/>
          </a:xfrm>
        </p:grpSpPr>
        <mc:AlternateContent xmlns:mc="http://schemas.openxmlformats.org/markup-compatibility/2006">
          <mc:Choice xmlns:p14="http://schemas.microsoft.com/office/powerpoint/2010/main" Requires="p14">
            <p:contentPart p14:bwMode="auto" r:id="rId104">
              <p14:nvContentPartPr>
                <p14:cNvPr id="62" name="Ink 61">
                  <a:extLst>
                    <a:ext uri="{FF2B5EF4-FFF2-40B4-BE49-F238E27FC236}">
                      <a16:creationId xmlns:a16="http://schemas.microsoft.com/office/drawing/2014/main" id="{0544EE18-6D5A-9E3F-F4E3-41674D93E9B1}"/>
                    </a:ext>
                  </a:extLst>
                </p14:cNvPr>
                <p14:cNvContentPartPr/>
                <p14:nvPr/>
              </p14:nvContentPartPr>
              <p14:xfrm>
                <a:off x="5024156" y="3763407"/>
                <a:ext cx="1820160" cy="2637000"/>
              </p14:xfrm>
            </p:contentPart>
          </mc:Choice>
          <mc:Fallback>
            <p:pic>
              <p:nvPicPr>
                <p:cNvPr id="62" name="Ink 61">
                  <a:extLst>
                    <a:ext uri="{FF2B5EF4-FFF2-40B4-BE49-F238E27FC236}">
                      <a16:creationId xmlns:a16="http://schemas.microsoft.com/office/drawing/2014/main" id="{0544EE18-6D5A-9E3F-F4E3-41674D93E9B1}"/>
                    </a:ext>
                  </a:extLst>
                </p:cNvPr>
                <p:cNvPicPr/>
                <p:nvPr/>
              </p:nvPicPr>
              <p:blipFill>
                <a:blip r:embed="rId105"/>
                <a:stretch>
                  <a:fillRect/>
                </a:stretch>
              </p:blipFill>
              <p:spPr>
                <a:xfrm>
                  <a:off x="5015516" y="3754407"/>
                  <a:ext cx="1837800" cy="26546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BA00BF90-C4A0-2BBA-16F4-B1BB59AB58C4}"/>
                    </a:ext>
                  </a:extLst>
                </p14:cNvPr>
                <p14:cNvContentPartPr/>
                <p14:nvPr/>
              </p14:nvContentPartPr>
              <p14:xfrm>
                <a:off x="8566556" y="3467847"/>
                <a:ext cx="1560240" cy="3046320"/>
              </p14:xfrm>
            </p:contentPart>
          </mc:Choice>
          <mc:Fallback>
            <p:pic>
              <p:nvPicPr>
                <p:cNvPr id="63" name="Ink 62">
                  <a:extLst>
                    <a:ext uri="{FF2B5EF4-FFF2-40B4-BE49-F238E27FC236}">
                      <a16:creationId xmlns:a16="http://schemas.microsoft.com/office/drawing/2014/main" id="{BA00BF90-C4A0-2BBA-16F4-B1BB59AB58C4}"/>
                    </a:ext>
                  </a:extLst>
                </p:cNvPr>
                <p:cNvPicPr/>
                <p:nvPr/>
              </p:nvPicPr>
              <p:blipFill>
                <a:blip r:embed="rId107"/>
                <a:stretch>
                  <a:fillRect/>
                </a:stretch>
              </p:blipFill>
              <p:spPr>
                <a:xfrm>
                  <a:off x="8557556" y="3458847"/>
                  <a:ext cx="1577880" cy="306396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4" name="Ink 63">
                  <a:extLst>
                    <a:ext uri="{FF2B5EF4-FFF2-40B4-BE49-F238E27FC236}">
                      <a16:creationId xmlns:a16="http://schemas.microsoft.com/office/drawing/2014/main" id="{602779AA-8B15-27B4-8D60-66E1C22F3039}"/>
                    </a:ext>
                  </a:extLst>
                </p14:cNvPr>
                <p14:cNvContentPartPr/>
                <p14:nvPr/>
              </p14:nvContentPartPr>
              <p14:xfrm>
                <a:off x="6800036" y="6389607"/>
                <a:ext cx="558360" cy="21960"/>
              </p14:xfrm>
            </p:contentPart>
          </mc:Choice>
          <mc:Fallback>
            <p:pic>
              <p:nvPicPr>
                <p:cNvPr id="64" name="Ink 63">
                  <a:extLst>
                    <a:ext uri="{FF2B5EF4-FFF2-40B4-BE49-F238E27FC236}">
                      <a16:creationId xmlns:a16="http://schemas.microsoft.com/office/drawing/2014/main" id="{602779AA-8B15-27B4-8D60-66E1C22F3039}"/>
                    </a:ext>
                  </a:extLst>
                </p:cNvPr>
                <p:cNvPicPr/>
                <p:nvPr/>
              </p:nvPicPr>
              <p:blipFill>
                <a:blip r:embed="rId109"/>
                <a:stretch>
                  <a:fillRect/>
                </a:stretch>
              </p:blipFill>
              <p:spPr>
                <a:xfrm>
                  <a:off x="6791036" y="6380967"/>
                  <a:ext cx="57600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5" name="Ink 64">
                  <a:extLst>
                    <a:ext uri="{FF2B5EF4-FFF2-40B4-BE49-F238E27FC236}">
                      <a16:creationId xmlns:a16="http://schemas.microsoft.com/office/drawing/2014/main" id="{06E58F33-D3C2-956F-311B-01784AF13DAE}"/>
                    </a:ext>
                  </a:extLst>
                </p14:cNvPr>
                <p14:cNvContentPartPr/>
                <p14:nvPr/>
              </p14:nvContentPartPr>
              <p14:xfrm>
                <a:off x="7146356" y="6190527"/>
                <a:ext cx="32400" cy="760320"/>
              </p14:xfrm>
            </p:contentPart>
          </mc:Choice>
          <mc:Fallback>
            <p:pic>
              <p:nvPicPr>
                <p:cNvPr id="65" name="Ink 64">
                  <a:extLst>
                    <a:ext uri="{FF2B5EF4-FFF2-40B4-BE49-F238E27FC236}">
                      <a16:creationId xmlns:a16="http://schemas.microsoft.com/office/drawing/2014/main" id="{06E58F33-D3C2-956F-311B-01784AF13DAE}"/>
                    </a:ext>
                  </a:extLst>
                </p:cNvPr>
                <p:cNvPicPr/>
                <p:nvPr/>
              </p:nvPicPr>
              <p:blipFill>
                <a:blip r:embed="rId111"/>
                <a:stretch>
                  <a:fillRect/>
                </a:stretch>
              </p:blipFill>
              <p:spPr>
                <a:xfrm>
                  <a:off x="7137356" y="6181887"/>
                  <a:ext cx="50040" cy="77796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6" name="Ink 65">
                  <a:extLst>
                    <a:ext uri="{FF2B5EF4-FFF2-40B4-BE49-F238E27FC236}">
                      <a16:creationId xmlns:a16="http://schemas.microsoft.com/office/drawing/2014/main" id="{0C956457-C71B-7FD1-A1CA-C321500E03A0}"/>
                    </a:ext>
                  </a:extLst>
                </p14:cNvPr>
                <p14:cNvContentPartPr/>
                <p14:nvPr/>
              </p14:nvContentPartPr>
              <p14:xfrm>
                <a:off x="7735316" y="6086847"/>
                <a:ext cx="313560" cy="667440"/>
              </p14:xfrm>
            </p:contentPart>
          </mc:Choice>
          <mc:Fallback>
            <p:pic>
              <p:nvPicPr>
                <p:cNvPr id="66" name="Ink 65">
                  <a:extLst>
                    <a:ext uri="{FF2B5EF4-FFF2-40B4-BE49-F238E27FC236}">
                      <a16:creationId xmlns:a16="http://schemas.microsoft.com/office/drawing/2014/main" id="{0C956457-C71B-7FD1-A1CA-C321500E03A0}"/>
                    </a:ext>
                  </a:extLst>
                </p:cNvPr>
                <p:cNvPicPr/>
                <p:nvPr/>
              </p:nvPicPr>
              <p:blipFill>
                <a:blip r:embed="rId113"/>
                <a:stretch>
                  <a:fillRect/>
                </a:stretch>
              </p:blipFill>
              <p:spPr>
                <a:xfrm>
                  <a:off x="7726676" y="6078207"/>
                  <a:ext cx="331200" cy="6850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7" name="Ink 66">
                  <a:extLst>
                    <a:ext uri="{FF2B5EF4-FFF2-40B4-BE49-F238E27FC236}">
                      <a16:creationId xmlns:a16="http://schemas.microsoft.com/office/drawing/2014/main" id="{D901B0A9-6BFD-BE69-392F-3A0B2085BD9C}"/>
                    </a:ext>
                  </a:extLst>
                </p14:cNvPr>
                <p14:cNvContentPartPr/>
                <p14:nvPr/>
              </p14:nvContentPartPr>
              <p14:xfrm>
                <a:off x="8302676" y="6463407"/>
                <a:ext cx="150480" cy="401760"/>
              </p14:xfrm>
            </p:contentPart>
          </mc:Choice>
          <mc:Fallback>
            <p:pic>
              <p:nvPicPr>
                <p:cNvPr id="67" name="Ink 66">
                  <a:extLst>
                    <a:ext uri="{FF2B5EF4-FFF2-40B4-BE49-F238E27FC236}">
                      <a16:creationId xmlns:a16="http://schemas.microsoft.com/office/drawing/2014/main" id="{D901B0A9-6BFD-BE69-392F-3A0B2085BD9C}"/>
                    </a:ext>
                  </a:extLst>
                </p:cNvPr>
                <p:cNvPicPr/>
                <p:nvPr/>
              </p:nvPicPr>
              <p:blipFill>
                <a:blip r:embed="rId115"/>
                <a:stretch>
                  <a:fillRect/>
                </a:stretch>
              </p:blipFill>
              <p:spPr>
                <a:xfrm>
                  <a:off x="8293676" y="6454767"/>
                  <a:ext cx="168120" cy="41940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68" name="Ink 67">
                  <a:extLst>
                    <a:ext uri="{FF2B5EF4-FFF2-40B4-BE49-F238E27FC236}">
                      <a16:creationId xmlns:a16="http://schemas.microsoft.com/office/drawing/2014/main" id="{D97A84CD-D002-0FA0-B804-03DD7FCE2C60}"/>
                    </a:ext>
                  </a:extLst>
                </p14:cNvPr>
                <p14:cNvContentPartPr/>
                <p14:nvPr/>
              </p14:nvContentPartPr>
              <p14:xfrm>
                <a:off x="8134556" y="6602007"/>
                <a:ext cx="507600" cy="156240"/>
              </p14:xfrm>
            </p:contentPart>
          </mc:Choice>
          <mc:Fallback>
            <p:pic>
              <p:nvPicPr>
                <p:cNvPr id="68" name="Ink 67">
                  <a:extLst>
                    <a:ext uri="{FF2B5EF4-FFF2-40B4-BE49-F238E27FC236}">
                      <a16:creationId xmlns:a16="http://schemas.microsoft.com/office/drawing/2014/main" id="{D97A84CD-D002-0FA0-B804-03DD7FCE2C60}"/>
                    </a:ext>
                  </a:extLst>
                </p:cNvPr>
                <p:cNvPicPr/>
                <p:nvPr/>
              </p:nvPicPr>
              <p:blipFill>
                <a:blip r:embed="rId117"/>
                <a:stretch>
                  <a:fillRect/>
                </a:stretch>
              </p:blipFill>
              <p:spPr>
                <a:xfrm>
                  <a:off x="8125916" y="6593367"/>
                  <a:ext cx="525240" cy="173880"/>
                </a:xfrm>
                <a:prstGeom prst="rect">
                  <a:avLst/>
                </a:prstGeom>
              </p:spPr>
            </p:pic>
          </mc:Fallback>
        </mc:AlternateContent>
      </p:grpSp>
      <p:grpSp>
        <p:nvGrpSpPr>
          <p:cNvPr id="77" name="Group 76">
            <a:extLst>
              <a:ext uri="{FF2B5EF4-FFF2-40B4-BE49-F238E27FC236}">
                <a16:creationId xmlns:a16="http://schemas.microsoft.com/office/drawing/2014/main" id="{F8FEE728-C313-EDE1-19A7-983444A3E4F1}"/>
              </a:ext>
            </a:extLst>
          </p:cNvPr>
          <p:cNvGrpSpPr/>
          <p:nvPr/>
        </p:nvGrpSpPr>
        <p:grpSpPr>
          <a:xfrm>
            <a:off x="314636" y="2480007"/>
            <a:ext cx="3466080" cy="3525120"/>
            <a:chOff x="314636" y="2480007"/>
            <a:chExt cx="3466080" cy="3525120"/>
          </a:xfrm>
        </p:grpSpPr>
        <mc:AlternateContent xmlns:mc="http://schemas.openxmlformats.org/markup-compatibility/2006">
          <mc:Choice xmlns:p14="http://schemas.microsoft.com/office/powerpoint/2010/main" Requires="p14">
            <p:contentPart p14:bwMode="auto" r:id="rId118">
              <p14:nvContentPartPr>
                <p14:cNvPr id="70" name="Ink 69">
                  <a:extLst>
                    <a:ext uri="{FF2B5EF4-FFF2-40B4-BE49-F238E27FC236}">
                      <a16:creationId xmlns:a16="http://schemas.microsoft.com/office/drawing/2014/main" id="{06842196-1047-295B-E0C0-E585CD833A1F}"/>
                    </a:ext>
                  </a:extLst>
                </p14:cNvPr>
                <p14:cNvContentPartPr/>
                <p14:nvPr/>
              </p14:nvContentPartPr>
              <p14:xfrm>
                <a:off x="314636" y="2857287"/>
                <a:ext cx="841680" cy="3147840"/>
              </p14:xfrm>
            </p:contentPart>
          </mc:Choice>
          <mc:Fallback>
            <p:pic>
              <p:nvPicPr>
                <p:cNvPr id="70" name="Ink 69">
                  <a:extLst>
                    <a:ext uri="{FF2B5EF4-FFF2-40B4-BE49-F238E27FC236}">
                      <a16:creationId xmlns:a16="http://schemas.microsoft.com/office/drawing/2014/main" id="{06842196-1047-295B-E0C0-E585CD833A1F}"/>
                    </a:ext>
                  </a:extLst>
                </p:cNvPr>
                <p:cNvPicPr/>
                <p:nvPr/>
              </p:nvPicPr>
              <p:blipFill>
                <a:blip r:embed="rId119"/>
                <a:stretch>
                  <a:fillRect/>
                </a:stretch>
              </p:blipFill>
              <p:spPr>
                <a:xfrm>
                  <a:off x="305636" y="2848287"/>
                  <a:ext cx="859320" cy="31654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1" name="Ink 70">
                  <a:extLst>
                    <a:ext uri="{FF2B5EF4-FFF2-40B4-BE49-F238E27FC236}">
                      <a16:creationId xmlns:a16="http://schemas.microsoft.com/office/drawing/2014/main" id="{60306F2F-B277-74D4-36FD-2662956C772E}"/>
                    </a:ext>
                  </a:extLst>
                </p14:cNvPr>
                <p14:cNvContentPartPr/>
                <p14:nvPr/>
              </p14:nvContentPartPr>
              <p14:xfrm>
                <a:off x="977036" y="2629407"/>
                <a:ext cx="805680" cy="565920"/>
              </p14:xfrm>
            </p:contentPart>
          </mc:Choice>
          <mc:Fallback>
            <p:pic>
              <p:nvPicPr>
                <p:cNvPr id="71" name="Ink 70">
                  <a:extLst>
                    <a:ext uri="{FF2B5EF4-FFF2-40B4-BE49-F238E27FC236}">
                      <a16:creationId xmlns:a16="http://schemas.microsoft.com/office/drawing/2014/main" id="{60306F2F-B277-74D4-36FD-2662956C772E}"/>
                    </a:ext>
                  </a:extLst>
                </p:cNvPr>
                <p:cNvPicPr/>
                <p:nvPr/>
              </p:nvPicPr>
              <p:blipFill>
                <a:blip r:embed="rId121"/>
                <a:stretch>
                  <a:fillRect/>
                </a:stretch>
              </p:blipFill>
              <p:spPr>
                <a:xfrm>
                  <a:off x="968036" y="2620767"/>
                  <a:ext cx="823320" cy="583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2A6C5CE8-1CC3-FF49-E591-5CEFEA0F559D}"/>
                    </a:ext>
                  </a:extLst>
                </p14:cNvPr>
                <p14:cNvContentPartPr/>
                <p14:nvPr/>
              </p14:nvContentPartPr>
              <p14:xfrm>
                <a:off x="1281956" y="2764047"/>
                <a:ext cx="701280" cy="631080"/>
              </p14:xfrm>
            </p:contentPart>
          </mc:Choice>
          <mc:Fallback>
            <p:pic>
              <p:nvPicPr>
                <p:cNvPr id="72" name="Ink 71">
                  <a:extLst>
                    <a:ext uri="{FF2B5EF4-FFF2-40B4-BE49-F238E27FC236}">
                      <a16:creationId xmlns:a16="http://schemas.microsoft.com/office/drawing/2014/main" id="{2A6C5CE8-1CC3-FF49-E591-5CEFEA0F559D}"/>
                    </a:ext>
                  </a:extLst>
                </p:cNvPr>
                <p:cNvPicPr/>
                <p:nvPr/>
              </p:nvPicPr>
              <p:blipFill>
                <a:blip r:embed="rId123"/>
                <a:stretch>
                  <a:fillRect/>
                </a:stretch>
              </p:blipFill>
              <p:spPr>
                <a:xfrm>
                  <a:off x="1273316" y="2755047"/>
                  <a:ext cx="718920" cy="6487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3" name="Ink 72">
                  <a:extLst>
                    <a:ext uri="{FF2B5EF4-FFF2-40B4-BE49-F238E27FC236}">
                      <a16:creationId xmlns:a16="http://schemas.microsoft.com/office/drawing/2014/main" id="{66C5DA1A-F551-4642-ACAC-4887F3788134}"/>
                    </a:ext>
                  </a:extLst>
                </p14:cNvPr>
                <p14:cNvContentPartPr/>
                <p14:nvPr/>
              </p14:nvContentPartPr>
              <p14:xfrm>
                <a:off x="1271516" y="2627247"/>
                <a:ext cx="472320" cy="878760"/>
              </p14:xfrm>
            </p:contentPart>
          </mc:Choice>
          <mc:Fallback>
            <p:pic>
              <p:nvPicPr>
                <p:cNvPr id="73" name="Ink 72">
                  <a:extLst>
                    <a:ext uri="{FF2B5EF4-FFF2-40B4-BE49-F238E27FC236}">
                      <a16:creationId xmlns:a16="http://schemas.microsoft.com/office/drawing/2014/main" id="{66C5DA1A-F551-4642-ACAC-4887F3788134}"/>
                    </a:ext>
                  </a:extLst>
                </p:cNvPr>
                <p:cNvPicPr/>
                <p:nvPr/>
              </p:nvPicPr>
              <p:blipFill>
                <a:blip r:embed="rId125"/>
                <a:stretch>
                  <a:fillRect/>
                </a:stretch>
              </p:blipFill>
              <p:spPr>
                <a:xfrm>
                  <a:off x="1262516" y="2618247"/>
                  <a:ext cx="489960" cy="89640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4" name="Ink 73">
                  <a:extLst>
                    <a:ext uri="{FF2B5EF4-FFF2-40B4-BE49-F238E27FC236}">
                      <a16:creationId xmlns:a16="http://schemas.microsoft.com/office/drawing/2014/main" id="{E29B3503-BB4A-2F97-CCBA-CD1998344A77}"/>
                    </a:ext>
                  </a:extLst>
                </p14:cNvPr>
                <p14:cNvContentPartPr/>
                <p14:nvPr/>
              </p14:nvContentPartPr>
              <p14:xfrm>
                <a:off x="1681196" y="2480007"/>
                <a:ext cx="391320" cy="954720"/>
              </p14:xfrm>
            </p:contentPart>
          </mc:Choice>
          <mc:Fallback>
            <p:pic>
              <p:nvPicPr>
                <p:cNvPr id="74" name="Ink 73">
                  <a:extLst>
                    <a:ext uri="{FF2B5EF4-FFF2-40B4-BE49-F238E27FC236}">
                      <a16:creationId xmlns:a16="http://schemas.microsoft.com/office/drawing/2014/main" id="{E29B3503-BB4A-2F97-CCBA-CD1998344A77}"/>
                    </a:ext>
                  </a:extLst>
                </p:cNvPr>
                <p:cNvPicPr/>
                <p:nvPr/>
              </p:nvPicPr>
              <p:blipFill>
                <a:blip r:embed="rId127"/>
                <a:stretch>
                  <a:fillRect/>
                </a:stretch>
              </p:blipFill>
              <p:spPr>
                <a:xfrm>
                  <a:off x="1672556" y="2471367"/>
                  <a:ext cx="408960" cy="9723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6" name="Ink 75">
                  <a:extLst>
                    <a:ext uri="{FF2B5EF4-FFF2-40B4-BE49-F238E27FC236}">
                      <a16:creationId xmlns:a16="http://schemas.microsoft.com/office/drawing/2014/main" id="{8204CF49-7E10-5F33-98E2-F302A1D2DBA2}"/>
                    </a:ext>
                  </a:extLst>
                </p14:cNvPr>
                <p14:cNvContentPartPr/>
                <p14:nvPr/>
              </p14:nvContentPartPr>
              <p14:xfrm>
                <a:off x="2258996" y="2562087"/>
                <a:ext cx="1521720" cy="917280"/>
              </p14:xfrm>
            </p:contentPart>
          </mc:Choice>
          <mc:Fallback>
            <p:pic>
              <p:nvPicPr>
                <p:cNvPr id="76" name="Ink 75">
                  <a:extLst>
                    <a:ext uri="{FF2B5EF4-FFF2-40B4-BE49-F238E27FC236}">
                      <a16:creationId xmlns:a16="http://schemas.microsoft.com/office/drawing/2014/main" id="{8204CF49-7E10-5F33-98E2-F302A1D2DBA2}"/>
                    </a:ext>
                  </a:extLst>
                </p:cNvPr>
                <p:cNvPicPr/>
                <p:nvPr/>
              </p:nvPicPr>
              <p:blipFill>
                <a:blip r:embed="rId129"/>
                <a:stretch>
                  <a:fillRect/>
                </a:stretch>
              </p:blipFill>
              <p:spPr>
                <a:xfrm>
                  <a:off x="2249996" y="2553087"/>
                  <a:ext cx="1539360" cy="934920"/>
                </a:xfrm>
                <a:prstGeom prst="rect">
                  <a:avLst/>
                </a:prstGeom>
              </p:spPr>
            </p:pic>
          </mc:Fallback>
        </mc:AlternateContent>
      </p:grpSp>
    </p:spTree>
    <p:extLst>
      <p:ext uri="{BB962C8B-B14F-4D97-AF65-F5344CB8AC3E}">
        <p14:creationId xmlns:p14="http://schemas.microsoft.com/office/powerpoint/2010/main" val="266414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241190-11EC-3AB5-5D80-6988187ADB53}"/>
              </a:ext>
            </a:extLst>
          </p:cNvPr>
          <p:cNvGrpSpPr/>
          <p:nvPr/>
        </p:nvGrpSpPr>
        <p:grpSpPr>
          <a:xfrm>
            <a:off x="2257916" y="366087"/>
            <a:ext cx="2599920" cy="885600"/>
            <a:chOff x="2257916" y="366087"/>
            <a:chExt cx="2599920" cy="88560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459E3F15-4EDA-6D8B-316E-89321D67743D}"/>
                    </a:ext>
                  </a:extLst>
                </p14:cNvPr>
                <p14:cNvContentPartPr/>
                <p14:nvPr/>
              </p14:nvContentPartPr>
              <p14:xfrm>
                <a:off x="2257916" y="610167"/>
                <a:ext cx="498960" cy="579240"/>
              </p14:xfrm>
            </p:contentPart>
          </mc:Choice>
          <mc:Fallback>
            <p:pic>
              <p:nvPicPr>
                <p:cNvPr id="2" name="Ink 1">
                  <a:extLst>
                    <a:ext uri="{FF2B5EF4-FFF2-40B4-BE49-F238E27FC236}">
                      <a16:creationId xmlns:a16="http://schemas.microsoft.com/office/drawing/2014/main" id="{459E3F15-4EDA-6D8B-316E-89321D67743D}"/>
                    </a:ext>
                  </a:extLst>
                </p:cNvPr>
                <p:cNvPicPr/>
                <p:nvPr/>
              </p:nvPicPr>
              <p:blipFill>
                <a:blip r:embed="rId3"/>
                <a:stretch>
                  <a:fillRect/>
                </a:stretch>
              </p:blipFill>
              <p:spPr>
                <a:xfrm>
                  <a:off x="2249276" y="601167"/>
                  <a:ext cx="516600" cy="5968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1B631F1-9490-EA3A-5758-3310FEE7A15F}"/>
                    </a:ext>
                  </a:extLst>
                </p14:cNvPr>
                <p14:cNvContentPartPr/>
                <p14:nvPr/>
              </p14:nvContentPartPr>
              <p14:xfrm>
                <a:off x="2942996" y="366087"/>
                <a:ext cx="1914840" cy="885600"/>
              </p14:xfrm>
            </p:contentPart>
          </mc:Choice>
          <mc:Fallback>
            <p:pic>
              <p:nvPicPr>
                <p:cNvPr id="3" name="Ink 2">
                  <a:extLst>
                    <a:ext uri="{FF2B5EF4-FFF2-40B4-BE49-F238E27FC236}">
                      <a16:creationId xmlns:a16="http://schemas.microsoft.com/office/drawing/2014/main" id="{D1B631F1-9490-EA3A-5758-3310FEE7A15F}"/>
                    </a:ext>
                  </a:extLst>
                </p:cNvPr>
                <p:cNvPicPr/>
                <p:nvPr/>
              </p:nvPicPr>
              <p:blipFill>
                <a:blip r:embed="rId5"/>
                <a:stretch>
                  <a:fillRect/>
                </a:stretch>
              </p:blipFill>
              <p:spPr>
                <a:xfrm>
                  <a:off x="2933996" y="357447"/>
                  <a:ext cx="1932480" cy="903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7756927A-9275-F883-6A39-AB0D1A6C7859}"/>
                  </a:ext>
                </a:extLst>
              </p14:cNvPr>
              <p14:cNvContentPartPr/>
              <p14:nvPr/>
            </p14:nvContentPartPr>
            <p14:xfrm>
              <a:off x="5433476" y="578127"/>
              <a:ext cx="630720" cy="326160"/>
            </p14:xfrm>
          </p:contentPart>
        </mc:Choice>
        <mc:Fallback>
          <p:pic>
            <p:nvPicPr>
              <p:cNvPr id="6" name="Ink 5">
                <a:extLst>
                  <a:ext uri="{FF2B5EF4-FFF2-40B4-BE49-F238E27FC236}">
                    <a16:creationId xmlns:a16="http://schemas.microsoft.com/office/drawing/2014/main" id="{7756927A-9275-F883-6A39-AB0D1A6C7859}"/>
                  </a:ext>
                </a:extLst>
              </p:cNvPr>
              <p:cNvPicPr/>
              <p:nvPr/>
            </p:nvPicPr>
            <p:blipFill>
              <a:blip r:embed="rId7"/>
              <a:stretch>
                <a:fillRect/>
              </a:stretch>
            </p:blipFill>
            <p:spPr>
              <a:xfrm>
                <a:off x="5424836" y="569127"/>
                <a:ext cx="648360" cy="343800"/>
              </a:xfrm>
              <a:prstGeom prst="rect">
                <a:avLst/>
              </a:prstGeom>
            </p:spPr>
          </p:pic>
        </mc:Fallback>
      </mc:AlternateContent>
      <p:grpSp>
        <p:nvGrpSpPr>
          <p:cNvPr id="10" name="Group 9">
            <a:extLst>
              <a:ext uri="{FF2B5EF4-FFF2-40B4-BE49-F238E27FC236}">
                <a16:creationId xmlns:a16="http://schemas.microsoft.com/office/drawing/2014/main" id="{464E092D-0435-525C-A39C-C553DB8982A9}"/>
              </a:ext>
            </a:extLst>
          </p:cNvPr>
          <p:cNvGrpSpPr/>
          <p:nvPr/>
        </p:nvGrpSpPr>
        <p:grpSpPr>
          <a:xfrm>
            <a:off x="6841436" y="704847"/>
            <a:ext cx="1145880" cy="967680"/>
            <a:chOff x="6841436" y="704847"/>
            <a:chExt cx="1145880" cy="967680"/>
          </a:xfrm>
        </p:grpSpPr>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2A0137C9-2FD9-1794-BCE9-3337A388B243}"/>
                    </a:ext>
                  </a:extLst>
                </p14:cNvPr>
                <p14:cNvContentPartPr/>
                <p14:nvPr/>
              </p14:nvContentPartPr>
              <p14:xfrm>
                <a:off x="6841436" y="704847"/>
                <a:ext cx="535320" cy="596520"/>
              </p14:xfrm>
            </p:contentPart>
          </mc:Choice>
          <mc:Fallback>
            <p:pic>
              <p:nvPicPr>
                <p:cNvPr id="7" name="Ink 6">
                  <a:extLst>
                    <a:ext uri="{FF2B5EF4-FFF2-40B4-BE49-F238E27FC236}">
                      <a16:creationId xmlns:a16="http://schemas.microsoft.com/office/drawing/2014/main" id="{2A0137C9-2FD9-1794-BCE9-3337A388B243}"/>
                    </a:ext>
                  </a:extLst>
                </p:cNvPr>
                <p:cNvPicPr/>
                <p:nvPr/>
              </p:nvPicPr>
              <p:blipFill>
                <a:blip r:embed="rId9"/>
                <a:stretch>
                  <a:fillRect/>
                </a:stretch>
              </p:blipFill>
              <p:spPr>
                <a:xfrm>
                  <a:off x="6832436" y="695847"/>
                  <a:ext cx="552960" cy="614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61D18241-461B-CAE8-3DA8-FED4FE2B8C7E}"/>
                    </a:ext>
                  </a:extLst>
                </p14:cNvPr>
                <p14:cNvContentPartPr/>
                <p14:nvPr/>
              </p14:nvContentPartPr>
              <p14:xfrm>
                <a:off x="7628396" y="1029567"/>
                <a:ext cx="358920" cy="642960"/>
              </p14:xfrm>
            </p:contentPart>
          </mc:Choice>
          <mc:Fallback>
            <p:pic>
              <p:nvPicPr>
                <p:cNvPr id="8" name="Ink 7">
                  <a:extLst>
                    <a:ext uri="{FF2B5EF4-FFF2-40B4-BE49-F238E27FC236}">
                      <a16:creationId xmlns:a16="http://schemas.microsoft.com/office/drawing/2014/main" id="{61D18241-461B-CAE8-3DA8-FED4FE2B8C7E}"/>
                    </a:ext>
                  </a:extLst>
                </p:cNvPr>
                <p:cNvPicPr/>
                <p:nvPr/>
              </p:nvPicPr>
              <p:blipFill>
                <a:blip r:embed="rId11"/>
                <a:stretch>
                  <a:fillRect/>
                </a:stretch>
              </p:blipFill>
              <p:spPr>
                <a:xfrm>
                  <a:off x="7619396" y="1020927"/>
                  <a:ext cx="376560" cy="6606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17E54F45-971F-8D8D-BDA4-534DB22B1105}"/>
                    </a:ext>
                  </a:extLst>
                </p14:cNvPr>
                <p14:cNvContentPartPr/>
                <p14:nvPr/>
              </p14:nvContentPartPr>
              <p14:xfrm>
                <a:off x="7514996" y="1355007"/>
                <a:ext cx="331920" cy="32760"/>
              </p14:xfrm>
            </p:contentPart>
          </mc:Choice>
          <mc:Fallback>
            <p:pic>
              <p:nvPicPr>
                <p:cNvPr id="9" name="Ink 8">
                  <a:extLst>
                    <a:ext uri="{FF2B5EF4-FFF2-40B4-BE49-F238E27FC236}">
                      <a16:creationId xmlns:a16="http://schemas.microsoft.com/office/drawing/2014/main" id="{17E54F45-971F-8D8D-BDA4-534DB22B1105}"/>
                    </a:ext>
                  </a:extLst>
                </p:cNvPr>
                <p:cNvPicPr/>
                <p:nvPr/>
              </p:nvPicPr>
              <p:blipFill>
                <a:blip r:embed="rId13"/>
                <a:stretch>
                  <a:fillRect/>
                </a:stretch>
              </p:blipFill>
              <p:spPr>
                <a:xfrm>
                  <a:off x="7505996" y="1346007"/>
                  <a:ext cx="349560" cy="50400"/>
                </a:xfrm>
                <a:prstGeom prst="rect">
                  <a:avLst/>
                </a:prstGeom>
              </p:spPr>
            </p:pic>
          </mc:Fallback>
        </mc:AlternateContent>
      </p:grpSp>
      <p:grpSp>
        <p:nvGrpSpPr>
          <p:cNvPr id="22" name="Group 21">
            <a:extLst>
              <a:ext uri="{FF2B5EF4-FFF2-40B4-BE49-F238E27FC236}">
                <a16:creationId xmlns:a16="http://schemas.microsoft.com/office/drawing/2014/main" id="{261B6468-51D9-DC40-4369-AF950F6C2FE9}"/>
              </a:ext>
            </a:extLst>
          </p:cNvPr>
          <p:cNvGrpSpPr/>
          <p:nvPr/>
        </p:nvGrpSpPr>
        <p:grpSpPr>
          <a:xfrm>
            <a:off x="6975356" y="2175447"/>
            <a:ext cx="1422720" cy="1062000"/>
            <a:chOff x="6975356" y="2175447"/>
            <a:chExt cx="1422720" cy="1062000"/>
          </a:xfrm>
        </p:grpSpPr>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C6DF9DAD-7C61-004F-AA7A-4A3C7AB5EED7}"/>
                    </a:ext>
                  </a:extLst>
                </p14:cNvPr>
                <p14:cNvContentPartPr/>
                <p14:nvPr/>
              </p14:nvContentPartPr>
              <p14:xfrm>
                <a:off x="6975356" y="2175447"/>
                <a:ext cx="396360" cy="716040"/>
              </p14:xfrm>
            </p:contentPart>
          </mc:Choice>
          <mc:Fallback>
            <p:pic>
              <p:nvPicPr>
                <p:cNvPr id="11" name="Ink 10">
                  <a:extLst>
                    <a:ext uri="{FF2B5EF4-FFF2-40B4-BE49-F238E27FC236}">
                      <a16:creationId xmlns:a16="http://schemas.microsoft.com/office/drawing/2014/main" id="{C6DF9DAD-7C61-004F-AA7A-4A3C7AB5EED7}"/>
                    </a:ext>
                  </a:extLst>
                </p:cNvPr>
                <p:cNvPicPr/>
                <p:nvPr/>
              </p:nvPicPr>
              <p:blipFill>
                <a:blip r:embed="rId15"/>
                <a:stretch>
                  <a:fillRect/>
                </a:stretch>
              </p:blipFill>
              <p:spPr>
                <a:xfrm>
                  <a:off x="6966356" y="2166807"/>
                  <a:ext cx="414000" cy="733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055B340A-4BDD-F543-CE42-C407A23AB3D6}"/>
                    </a:ext>
                  </a:extLst>
                </p14:cNvPr>
                <p14:cNvContentPartPr/>
                <p14:nvPr/>
              </p14:nvContentPartPr>
              <p14:xfrm>
                <a:off x="7618676" y="2753607"/>
                <a:ext cx="125280" cy="483840"/>
              </p14:xfrm>
            </p:contentPart>
          </mc:Choice>
          <mc:Fallback>
            <p:pic>
              <p:nvPicPr>
                <p:cNvPr id="12" name="Ink 11">
                  <a:extLst>
                    <a:ext uri="{FF2B5EF4-FFF2-40B4-BE49-F238E27FC236}">
                      <a16:creationId xmlns:a16="http://schemas.microsoft.com/office/drawing/2014/main" id="{055B340A-4BDD-F543-CE42-C407A23AB3D6}"/>
                    </a:ext>
                  </a:extLst>
                </p:cNvPr>
                <p:cNvPicPr/>
                <p:nvPr/>
              </p:nvPicPr>
              <p:blipFill>
                <a:blip r:embed="rId17"/>
                <a:stretch>
                  <a:fillRect/>
                </a:stretch>
              </p:blipFill>
              <p:spPr>
                <a:xfrm>
                  <a:off x="7610036" y="2744607"/>
                  <a:ext cx="142920" cy="501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3ECC2E68-0B6A-3960-BE6E-37F231C9C58E}"/>
                    </a:ext>
                  </a:extLst>
                </p14:cNvPr>
                <p14:cNvContentPartPr/>
                <p14:nvPr/>
              </p14:nvContentPartPr>
              <p14:xfrm>
                <a:off x="7472516" y="3022527"/>
                <a:ext cx="277200" cy="78120"/>
              </p14:xfrm>
            </p:contentPart>
          </mc:Choice>
          <mc:Fallback>
            <p:pic>
              <p:nvPicPr>
                <p:cNvPr id="13" name="Ink 12">
                  <a:extLst>
                    <a:ext uri="{FF2B5EF4-FFF2-40B4-BE49-F238E27FC236}">
                      <a16:creationId xmlns:a16="http://schemas.microsoft.com/office/drawing/2014/main" id="{3ECC2E68-0B6A-3960-BE6E-37F231C9C58E}"/>
                    </a:ext>
                  </a:extLst>
                </p:cNvPr>
                <p:cNvPicPr/>
                <p:nvPr/>
              </p:nvPicPr>
              <p:blipFill>
                <a:blip r:embed="rId19"/>
                <a:stretch>
                  <a:fillRect/>
                </a:stretch>
              </p:blipFill>
              <p:spPr>
                <a:xfrm>
                  <a:off x="7463876" y="3013887"/>
                  <a:ext cx="29484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1D898F52-A28E-39C8-1038-B7F372305FC9}"/>
                    </a:ext>
                  </a:extLst>
                </p14:cNvPr>
                <p14:cNvContentPartPr/>
                <p14:nvPr/>
              </p14:nvContentPartPr>
              <p14:xfrm>
                <a:off x="7977236" y="3014967"/>
                <a:ext cx="75240" cy="33120"/>
              </p14:xfrm>
            </p:contentPart>
          </mc:Choice>
          <mc:Fallback>
            <p:pic>
              <p:nvPicPr>
                <p:cNvPr id="14" name="Ink 13">
                  <a:extLst>
                    <a:ext uri="{FF2B5EF4-FFF2-40B4-BE49-F238E27FC236}">
                      <a16:creationId xmlns:a16="http://schemas.microsoft.com/office/drawing/2014/main" id="{1D898F52-A28E-39C8-1038-B7F372305FC9}"/>
                    </a:ext>
                  </a:extLst>
                </p:cNvPr>
                <p:cNvPicPr/>
                <p:nvPr/>
              </p:nvPicPr>
              <p:blipFill>
                <a:blip r:embed="rId21"/>
                <a:stretch>
                  <a:fillRect/>
                </a:stretch>
              </p:blipFill>
              <p:spPr>
                <a:xfrm>
                  <a:off x="7968596" y="3006327"/>
                  <a:ext cx="92880" cy="50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9A6FE01E-1438-06E3-447A-605074D1BD58}"/>
                    </a:ext>
                  </a:extLst>
                </p14:cNvPr>
                <p14:cNvContentPartPr/>
                <p14:nvPr/>
              </p14:nvContentPartPr>
              <p14:xfrm>
                <a:off x="8312756" y="2742807"/>
                <a:ext cx="85320" cy="357840"/>
              </p14:xfrm>
            </p:contentPart>
          </mc:Choice>
          <mc:Fallback>
            <p:pic>
              <p:nvPicPr>
                <p:cNvPr id="15" name="Ink 14">
                  <a:extLst>
                    <a:ext uri="{FF2B5EF4-FFF2-40B4-BE49-F238E27FC236}">
                      <a16:creationId xmlns:a16="http://schemas.microsoft.com/office/drawing/2014/main" id="{9A6FE01E-1438-06E3-447A-605074D1BD58}"/>
                    </a:ext>
                  </a:extLst>
                </p:cNvPr>
                <p:cNvPicPr/>
                <p:nvPr/>
              </p:nvPicPr>
              <p:blipFill>
                <a:blip r:embed="rId23"/>
                <a:stretch>
                  <a:fillRect/>
                </a:stretch>
              </p:blipFill>
              <p:spPr>
                <a:xfrm>
                  <a:off x="8303756" y="2733807"/>
                  <a:ext cx="102960" cy="375480"/>
                </a:xfrm>
                <a:prstGeom prst="rect">
                  <a:avLst/>
                </a:prstGeom>
              </p:spPr>
            </p:pic>
          </mc:Fallback>
        </mc:AlternateContent>
      </p:grpSp>
      <p:grpSp>
        <p:nvGrpSpPr>
          <p:cNvPr id="21" name="Group 20">
            <a:extLst>
              <a:ext uri="{FF2B5EF4-FFF2-40B4-BE49-F238E27FC236}">
                <a16:creationId xmlns:a16="http://schemas.microsoft.com/office/drawing/2014/main" id="{0C19CB6E-60BE-A1ED-DC52-A26BA7FBC376}"/>
              </a:ext>
            </a:extLst>
          </p:cNvPr>
          <p:cNvGrpSpPr/>
          <p:nvPr/>
        </p:nvGrpSpPr>
        <p:grpSpPr>
          <a:xfrm>
            <a:off x="9269636" y="2063487"/>
            <a:ext cx="1982160" cy="1217160"/>
            <a:chOff x="9269636" y="2063487"/>
            <a:chExt cx="1982160" cy="1217160"/>
          </a:xfrm>
        </p:grpSpPr>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689FCA68-1DBF-A577-9759-49F9EF48B420}"/>
                    </a:ext>
                  </a:extLst>
                </p14:cNvPr>
                <p14:cNvContentPartPr/>
                <p14:nvPr/>
              </p14:nvContentPartPr>
              <p14:xfrm>
                <a:off x="9269636" y="2063487"/>
                <a:ext cx="483120" cy="659880"/>
              </p14:xfrm>
            </p:contentPart>
          </mc:Choice>
          <mc:Fallback>
            <p:pic>
              <p:nvPicPr>
                <p:cNvPr id="16" name="Ink 15">
                  <a:extLst>
                    <a:ext uri="{FF2B5EF4-FFF2-40B4-BE49-F238E27FC236}">
                      <a16:creationId xmlns:a16="http://schemas.microsoft.com/office/drawing/2014/main" id="{689FCA68-1DBF-A577-9759-49F9EF48B420}"/>
                    </a:ext>
                  </a:extLst>
                </p:cNvPr>
                <p:cNvPicPr/>
                <p:nvPr/>
              </p:nvPicPr>
              <p:blipFill>
                <a:blip r:embed="rId25"/>
                <a:stretch>
                  <a:fillRect/>
                </a:stretch>
              </p:blipFill>
              <p:spPr>
                <a:xfrm>
                  <a:off x="9260996" y="2054847"/>
                  <a:ext cx="500760" cy="6775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7" name="Ink 16">
                  <a:extLst>
                    <a:ext uri="{FF2B5EF4-FFF2-40B4-BE49-F238E27FC236}">
                      <a16:creationId xmlns:a16="http://schemas.microsoft.com/office/drawing/2014/main" id="{14CBEF1F-971F-A539-6D95-C1375AFB8CD8}"/>
                    </a:ext>
                  </a:extLst>
                </p14:cNvPr>
                <p14:cNvContentPartPr/>
                <p14:nvPr/>
              </p14:nvContentPartPr>
              <p14:xfrm>
                <a:off x="9973796" y="2574687"/>
                <a:ext cx="280800" cy="705240"/>
              </p14:xfrm>
            </p:contentPart>
          </mc:Choice>
          <mc:Fallback>
            <p:pic>
              <p:nvPicPr>
                <p:cNvPr id="17" name="Ink 16">
                  <a:extLst>
                    <a:ext uri="{FF2B5EF4-FFF2-40B4-BE49-F238E27FC236}">
                      <a16:creationId xmlns:a16="http://schemas.microsoft.com/office/drawing/2014/main" id="{14CBEF1F-971F-A539-6D95-C1375AFB8CD8}"/>
                    </a:ext>
                  </a:extLst>
                </p:cNvPr>
                <p:cNvPicPr/>
                <p:nvPr/>
              </p:nvPicPr>
              <p:blipFill>
                <a:blip r:embed="rId27"/>
                <a:stretch>
                  <a:fillRect/>
                </a:stretch>
              </p:blipFill>
              <p:spPr>
                <a:xfrm>
                  <a:off x="9965156" y="2566047"/>
                  <a:ext cx="298440" cy="722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716D9EDD-6E1F-0205-3357-817678679742}"/>
                    </a:ext>
                  </a:extLst>
                </p14:cNvPr>
                <p14:cNvContentPartPr/>
                <p14:nvPr/>
              </p14:nvContentPartPr>
              <p14:xfrm>
                <a:off x="9837716" y="3027567"/>
                <a:ext cx="288000" cy="104760"/>
              </p14:xfrm>
            </p:contentPart>
          </mc:Choice>
          <mc:Fallback>
            <p:pic>
              <p:nvPicPr>
                <p:cNvPr id="18" name="Ink 17">
                  <a:extLst>
                    <a:ext uri="{FF2B5EF4-FFF2-40B4-BE49-F238E27FC236}">
                      <a16:creationId xmlns:a16="http://schemas.microsoft.com/office/drawing/2014/main" id="{716D9EDD-6E1F-0205-3357-817678679742}"/>
                    </a:ext>
                  </a:extLst>
                </p:cNvPr>
                <p:cNvPicPr/>
                <p:nvPr/>
              </p:nvPicPr>
              <p:blipFill>
                <a:blip r:embed="rId29"/>
                <a:stretch>
                  <a:fillRect/>
                </a:stretch>
              </p:blipFill>
              <p:spPr>
                <a:xfrm>
                  <a:off x="9828716" y="3018927"/>
                  <a:ext cx="30564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7A1BB355-625B-E130-D683-7C2EEC8A98D1}"/>
                    </a:ext>
                  </a:extLst>
                </p14:cNvPr>
                <p14:cNvContentPartPr/>
                <p14:nvPr/>
              </p14:nvContentPartPr>
              <p14:xfrm>
                <a:off x="10488956" y="2890407"/>
                <a:ext cx="101880" cy="42120"/>
              </p14:xfrm>
            </p:contentPart>
          </mc:Choice>
          <mc:Fallback>
            <p:pic>
              <p:nvPicPr>
                <p:cNvPr id="19" name="Ink 18">
                  <a:extLst>
                    <a:ext uri="{FF2B5EF4-FFF2-40B4-BE49-F238E27FC236}">
                      <a16:creationId xmlns:a16="http://schemas.microsoft.com/office/drawing/2014/main" id="{7A1BB355-625B-E130-D683-7C2EEC8A98D1}"/>
                    </a:ext>
                  </a:extLst>
                </p:cNvPr>
                <p:cNvPicPr/>
                <p:nvPr/>
              </p:nvPicPr>
              <p:blipFill>
                <a:blip r:embed="rId31"/>
                <a:stretch>
                  <a:fillRect/>
                </a:stretch>
              </p:blipFill>
              <p:spPr>
                <a:xfrm>
                  <a:off x="10480316" y="2881407"/>
                  <a:ext cx="11952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0" name="Ink 19">
                  <a:extLst>
                    <a:ext uri="{FF2B5EF4-FFF2-40B4-BE49-F238E27FC236}">
                      <a16:creationId xmlns:a16="http://schemas.microsoft.com/office/drawing/2014/main" id="{936393CA-B3CD-B22A-8081-7BE2FBF0E60D}"/>
                    </a:ext>
                  </a:extLst>
                </p14:cNvPr>
                <p14:cNvContentPartPr/>
                <p14:nvPr/>
              </p14:nvContentPartPr>
              <p14:xfrm>
                <a:off x="10773356" y="2638047"/>
                <a:ext cx="478440" cy="642600"/>
              </p14:xfrm>
            </p:contentPart>
          </mc:Choice>
          <mc:Fallback>
            <p:pic>
              <p:nvPicPr>
                <p:cNvPr id="20" name="Ink 19">
                  <a:extLst>
                    <a:ext uri="{FF2B5EF4-FFF2-40B4-BE49-F238E27FC236}">
                      <a16:creationId xmlns:a16="http://schemas.microsoft.com/office/drawing/2014/main" id="{936393CA-B3CD-B22A-8081-7BE2FBF0E60D}"/>
                    </a:ext>
                  </a:extLst>
                </p:cNvPr>
                <p:cNvPicPr/>
                <p:nvPr/>
              </p:nvPicPr>
              <p:blipFill>
                <a:blip r:embed="rId33"/>
                <a:stretch>
                  <a:fillRect/>
                </a:stretch>
              </p:blipFill>
              <p:spPr>
                <a:xfrm>
                  <a:off x="10764356" y="2629407"/>
                  <a:ext cx="496080" cy="660240"/>
                </a:xfrm>
                <a:prstGeom prst="rect">
                  <a:avLst/>
                </a:prstGeom>
              </p:spPr>
            </p:pic>
          </mc:Fallback>
        </mc:AlternateContent>
      </p:grpSp>
      <p:grpSp>
        <p:nvGrpSpPr>
          <p:cNvPr id="58" name="Group 57">
            <a:extLst>
              <a:ext uri="{FF2B5EF4-FFF2-40B4-BE49-F238E27FC236}">
                <a16:creationId xmlns:a16="http://schemas.microsoft.com/office/drawing/2014/main" id="{2059304D-9E97-BC1F-AF9A-CDAB2A73F8C7}"/>
              </a:ext>
            </a:extLst>
          </p:cNvPr>
          <p:cNvGrpSpPr/>
          <p:nvPr/>
        </p:nvGrpSpPr>
        <p:grpSpPr>
          <a:xfrm>
            <a:off x="1281956" y="3509247"/>
            <a:ext cx="3532320" cy="1721160"/>
            <a:chOff x="1281956" y="3509247"/>
            <a:chExt cx="3532320" cy="1721160"/>
          </a:xfrm>
        </p:grpSpPr>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A15D5A01-36D3-6304-2121-763EFAD38788}"/>
                    </a:ext>
                  </a:extLst>
                </p14:cNvPr>
                <p14:cNvContentPartPr/>
                <p14:nvPr/>
              </p14:nvContentPartPr>
              <p14:xfrm>
                <a:off x="1281956" y="3509247"/>
                <a:ext cx="684360" cy="54000"/>
              </p14:xfrm>
            </p:contentPart>
          </mc:Choice>
          <mc:Fallback>
            <p:pic>
              <p:nvPicPr>
                <p:cNvPr id="23" name="Ink 22">
                  <a:extLst>
                    <a:ext uri="{FF2B5EF4-FFF2-40B4-BE49-F238E27FC236}">
                      <a16:creationId xmlns:a16="http://schemas.microsoft.com/office/drawing/2014/main" id="{A15D5A01-36D3-6304-2121-763EFAD38788}"/>
                    </a:ext>
                  </a:extLst>
                </p:cNvPr>
                <p:cNvPicPr/>
                <p:nvPr/>
              </p:nvPicPr>
              <p:blipFill>
                <a:blip r:embed="rId35"/>
                <a:stretch>
                  <a:fillRect/>
                </a:stretch>
              </p:blipFill>
              <p:spPr>
                <a:xfrm>
                  <a:off x="1273316" y="3500247"/>
                  <a:ext cx="702000" cy="716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DE1AB33A-BB86-ABA9-08CD-0BF496BE69C9}"/>
                    </a:ext>
                  </a:extLst>
                </p14:cNvPr>
                <p14:cNvContentPartPr/>
                <p14:nvPr/>
              </p14:nvContentPartPr>
              <p14:xfrm>
                <a:off x="1416596" y="3709767"/>
                <a:ext cx="286200" cy="858240"/>
              </p14:xfrm>
            </p:contentPart>
          </mc:Choice>
          <mc:Fallback>
            <p:pic>
              <p:nvPicPr>
                <p:cNvPr id="24" name="Ink 23">
                  <a:extLst>
                    <a:ext uri="{FF2B5EF4-FFF2-40B4-BE49-F238E27FC236}">
                      <a16:creationId xmlns:a16="http://schemas.microsoft.com/office/drawing/2014/main" id="{DE1AB33A-BB86-ABA9-08CD-0BF496BE69C9}"/>
                    </a:ext>
                  </a:extLst>
                </p:cNvPr>
                <p:cNvPicPr/>
                <p:nvPr/>
              </p:nvPicPr>
              <p:blipFill>
                <a:blip r:embed="rId37"/>
                <a:stretch>
                  <a:fillRect/>
                </a:stretch>
              </p:blipFill>
              <p:spPr>
                <a:xfrm>
                  <a:off x="1407596" y="3701127"/>
                  <a:ext cx="303840" cy="8758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E56FDC45-418F-F4F2-1BED-BB96F7044C87}"/>
                    </a:ext>
                  </a:extLst>
                </p14:cNvPr>
                <p14:cNvContentPartPr/>
                <p14:nvPr/>
              </p14:nvContentPartPr>
              <p14:xfrm>
                <a:off x="2109956" y="4361727"/>
                <a:ext cx="245160" cy="841680"/>
              </p14:xfrm>
            </p:contentPart>
          </mc:Choice>
          <mc:Fallback>
            <p:pic>
              <p:nvPicPr>
                <p:cNvPr id="25" name="Ink 24">
                  <a:extLst>
                    <a:ext uri="{FF2B5EF4-FFF2-40B4-BE49-F238E27FC236}">
                      <a16:creationId xmlns:a16="http://schemas.microsoft.com/office/drawing/2014/main" id="{E56FDC45-418F-F4F2-1BED-BB96F7044C87}"/>
                    </a:ext>
                  </a:extLst>
                </p:cNvPr>
                <p:cNvPicPr/>
                <p:nvPr/>
              </p:nvPicPr>
              <p:blipFill>
                <a:blip r:embed="rId39"/>
                <a:stretch>
                  <a:fillRect/>
                </a:stretch>
              </p:blipFill>
              <p:spPr>
                <a:xfrm>
                  <a:off x="2100956" y="4353087"/>
                  <a:ext cx="262800" cy="859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6" name="Ink 25">
                  <a:extLst>
                    <a:ext uri="{FF2B5EF4-FFF2-40B4-BE49-F238E27FC236}">
                      <a16:creationId xmlns:a16="http://schemas.microsoft.com/office/drawing/2014/main" id="{467E3C8C-E17F-6E4F-F2DA-46FBDA9F954D}"/>
                    </a:ext>
                  </a:extLst>
                </p14:cNvPr>
                <p14:cNvContentPartPr/>
                <p14:nvPr/>
              </p14:nvContentPartPr>
              <p14:xfrm>
                <a:off x="1880996" y="4748727"/>
                <a:ext cx="554400" cy="118080"/>
              </p14:xfrm>
            </p:contentPart>
          </mc:Choice>
          <mc:Fallback>
            <p:pic>
              <p:nvPicPr>
                <p:cNvPr id="26" name="Ink 25">
                  <a:extLst>
                    <a:ext uri="{FF2B5EF4-FFF2-40B4-BE49-F238E27FC236}">
                      <a16:creationId xmlns:a16="http://schemas.microsoft.com/office/drawing/2014/main" id="{467E3C8C-E17F-6E4F-F2DA-46FBDA9F954D}"/>
                    </a:ext>
                  </a:extLst>
                </p:cNvPr>
                <p:cNvPicPr/>
                <p:nvPr/>
              </p:nvPicPr>
              <p:blipFill>
                <a:blip r:embed="rId41"/>
                <a:stretch>
                  <a:fillRect/>
                </a:stretch>
              </p:blipFill>
              <p:spPr>
                <a:xfrm>
                  <a:off x="1871996" y="4739727"/>
                  <a:ext cx="572040" cy="135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7" name="Ink 26">
                  <a:extLst>
                    <a:ext uri="{FF2B5EF4-FFF2-40B4-BE49-F238E27FC236}">
                      <a16:creationId xmlns:a16="http://schemas.microsoft.com/office/drawing/2014/main" id="{C2D1FA49-30A2-A66F-B72E-02239E1B07F6}"/>
                    </a:ext>
                  </a:extLst>
                </p14:cNvPr>
                <p14:cNvContentPartPr/>
                <p14:nvPr/>
              </p14:nvContentPartPr>
              <p14:xfrm>
                <a:off x="2837516" y="4182447"/>
                <a:ext cx="280800" cy="27720"/>
              </p14:xfrm>
            </p:contentPart>
          </mc:Choice>
          <mc:Fallback>
            <p:pic>
              <p:nvPicPr>
                <p:cNvPr id="27" name="Ink 26">
                  <a:extLst>
                    <a:ext uri="{FF2B5EF4-FFF2-40B4-BE49-F238E27FC236}">
                      <a16:creationId xmlns:a16="http://schemas.microsoft.com/office/drawing/2014/main" id="{C2D1FA49-30A2-A66F-B72E-02239E1B07F6}"/>
                    </a:ext>
                  </a:extLst>
                </p:cNvPr>
                <p:cNvPicPr/>
                <p:nvPr/>
              </p:nvPicPr>
              <p:blipFill>
                <a:blip r:embed="rId43"/>
                <a:stretch>
                  <a:fillRect/>
                </a:stretch>
              </p:blipFill>
              <p:spPr>
                <a:xfrm>
                  <a:off x="2828516" y="4173807"/>
                  <a:ext cx="2984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8" name="Ink 27">
                  <a:extLst>
                    <a:ext uri="{FF2B5EF4-FFF2-40B4-BE49-F238E27FC236}">
                      <a16:creationId xmlns:a16="http://schemas.microsoft.com/office/drawing/2014/main" id="{733E3A41-CCE3-04CC-D468-17D34246604C}"/>
                    </a:ext>
                  </a:extLst>
                </p14:cNvPr>
                <p14:cNvContentPartPr/>
                <p14:nvPr/>
              </p14:nvContentPartPr>
              <p14:xfrm>
                <a:off x="2606036" y="4707687"/>
                <a:ext cx="366120" cy="74520"/>
              </p14:xfrm>
            </p:contentPart>
          </mc:Choice>
          <mc:Fallback>
            <p:pic>
              <p:nvPicPr>
                <p:cNvPr id="28" name="Ink 27">
                  <a:extLst>
                    <a:ext uri="{FF2B5EF4-FFF2-40B4-BE49-F238E27FC236}">
                      <a16:creationId xmlns:a16="http://schemas.microsoft.com/office/drawing/2014/main" id="{733E3A41-CCE3-04CC-D468-17D34246604C}"/>
                    </a:ext>
                  </a:extLst>
                </p:cNvPr>
                <p:cNvPicPr/>
                <p:nvPr/>
              </p:nvPicPr>
              <p:blipFill>
                <a:blip r:embed="rId45"/>
                <a:stretch>
                  <a:fillRect/>
                </a:stretch>
              </p:blipFill>
              <p:spPr>
                <a:xfrm>
                  <a:off x="2597396" y="4699047"/>
                  <a:ext cx="383760" cy="921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9" name="Ink 28">
                  <a:extLst>
                    <a:ext uri="{FF2B5EF4-FFF2-40B4-BE49-F238E27FC236}">
                      <a16:creationId xmlns:a16="http://schemas.microsoft.com/office/drawing/2014/main" id="{C9FF8AF8-A402-D6CA-FD2F-FD06BF4815F2}"/>
                    </a:ext>
                  </a:extLst>
                </p14:cNvPr>
                <p14:cNvContentPartPr/>
                <p14:nvPr/>
              </p14:nvContentPartPr>
              <p14:xfrm>
                <a:off x="3318116" y="4013607"/>
                <a:ext cx="581400" cy="1216800"/>
              </p14:xfrm>
            </p:contentPart>
          </mc:Choice>
          <mc:Fallback>
            <p:pic>
              <p:nvPicPr>
                <p:cNvPr id="29" name="Ink 28">
                  <a:extLst>
                    <a:ext uri="{FF2B5EF4-FFF2-40B4-BE49-F238E27FC236}">
                      <a16:creationId xmlns:a16="http://schemas.microsoft.com/office/drawing/2014/main" id="{C9FF8AF8-A402-D6CA-FD2F-FD06BF4815F2}"/>
                    </a:ext>
                  </a:extLst>
                </p:cNvPr>
                <p:cNvPicPr/>
                <p:nvPr/>
              </p:nvPicPr>
              <p:blipFill>
                <a:blip r:embed="rId47"/>
                <a:stretch>
                  <a:fillRect/>
                </a:stretch>
              </p:blipFill>
              <p:spPr>
                <a:xfrm>
                  <a:off x="3309116" y="4004607"/>
                  <a:ext cx="599040" cy="12344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0" name="Ink 29">
                  <a:extLst>
                    <a:ext uri="{FF2B5EF4-FFF2-40B4-BE49-F238E27FC236}">
                      <a16:creationId xmlns:a16="http://schemas.microsoft.com/office/drawing/2014/main" id="{87356A95-2BD9-8E32-CCAC-DB04A3E251F3}"/>
                    </a:ext>
                  </a:extLst>
                </p14:cNvPr>
                <p14:cNvContentPartPr/>
                <p14:nvPr/>
              </p14:nvContentPartPr>
              <p14:xfrm>
                <a:off x="4161956" y="4458927"/>
                <a:ext cx="652320" cy="176040"/>
              </p14:xfrm>
            </p:contentPart>
          </mc:Choice>
          <mc:Fallback>
            <p:pic>
              <p:nvPicPr>
                <p:cNvPr id="30" name="Ink 29">
                  <a:extLst>
                    <a:ext uri="{FF2B5EF4-FFF2-40B4-BE49-F238E27FC236}">
                      <a16:creationId xmlns:a16="http://schemas.microsoft.com/office/drawing/2014/main" id="{87356A95-2BD9-8E32-CCAC-DB04A3E251F3}"/>
                    </a:ext>
                  </a:extLst>
                </p:cNvPr>
                <p:cNvPicPr/>
                <p:nvPr/>
              </p:nvPicPr>
              <p:blipFill>
                <a:blip r:embed="rId49"/>
                <a:stretch>
                  <a:fillRect/>
                </a:stretch>
              </p:blipFill>
              <p:spPr>
                <a:xfrm>
                  <a:off x="4153316" y="4450287"/>
                  <a:ext cx="66996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1" name="Ink 30">
                  <a:extLst>
                    <a:ext uri="{FF2B5EF4-FFF2-40B4-BE49-F238E27FC236}">
                      <a16:creationId xmlns:a16="http://schemas.microsoft.com/office/drawing/2014/main" id="{99358EEF-A028-0D5D-64AA-84233D7336B9}"/>
                    </a:ext>
                  </a:extLst>
                </p14:cNvPr>
                <p14:cNvContentPartPr/>
                <p14:nvPr/>
              </p14:nvContentPartPr>
              <p14:xfrm>
                <a:off x="4423676" y="4256247"/>
                <a:ext cx="148680" cy="774720"/>
              </p14:xfrm>
            </p:contentPart>
          </mc:Choice>
          <mc:Fallback>
            <p:pic>
              <p:nvPicPr>
                <p:cNvPr id="31" name="Ink 30">
                  <a:extLst>
                    <a:ext uri="{FF2B5EF4-FFF2-40B4-BE49-F238E27FC236}">
                      <a16:creationId xmlns:a16="http://schemas.microsoft.com/office/drawing/2014/main" id="{99358EEF-A028-0D5D-64AA-84233D7336B9}"/>
                    </a:ext>
                  </a:extLst>
                </p:cNvPr>
                <p:cNvPicPr/>
                <p:nvPr/>
              </p:nvPicPr>
              <p:blipFill>
                <a:blip r:embed="rId51"/>
                <a:stretch>
                  <a:fillRect/>
                </a:stretch>
              </p:blipFill>
              <p:spPr>
                <a:xfrm>
                  <a:off x="4415036" y="4247607"/>
                  <a:ext cx="166320" cy="792360"/>
                </a:xfrm>
                <a:prstGeom prst="rect">
                  <a:avLst/>
                </a:prstGeom>
              </p:spPr>
            </p:pic>
          </mc:Fallback>
        </mc:AlternateContent>
      </p:grpSp>
      <p:grpSp>
        <p:nvGrpSpPr>
          <p:cNvPr id="57" name="Group 56">
            <a:extLst>
              <a:ext uri="{FF2B5EF4-FFF2-40B4-BE49-F238E27FC236}">
                <a16:creationId xmlns:a16="http://schemas.microsoft.com/office/drawing/2014/main" id="{6C8ED06C-E739-2179-EAC0-1902E78DFF34}"/>
              </a:ext>
            </a:extLst>
          </p:cNvPr>
          <p:cNvGrpSpPr/>
          <p:nvPr/>
        </p:nvGrpSpPr>
        <p:grpSpPr>
          <a:xfrm>
            <a:off x="5391716" y="4110447"/>
            <a:ext cx="1790280" cy="1677240"/>
            <a:chOff x="5391716" y="4110447"/>
            <a:chExt cx="1790280" cy="1677240"/>
          </a:xfrm>
        </p:grpSpPr>
        <mc:AlternateContent xmlns:mc="http://schemas.openxmlformats.org/markup-compatibility/2006">
          <mc:Choice xmlns:p14="http://schemas.microsoft.com/office/powerpoint/2010/main" Requires="p14">
            <p:contentPart p14:bwMode="auto" r:id="rId52">
              <p14:nvContentPartPr>
                <p14:cNvPr id="32" name="Ink 31">
                  <a:extLst>
                    <a:ext uri="{FF2B5EF4-FFF2-40B4-BE49-F238E27FC236}">
                      <a16:creationId xmlns:a16="http://schemas.microsoft.com/office/drawing/2014/main" id="{D0ED2A68-6F36-C477-E64A-C1B7EEAAD0BA}"/>
                    </a:ext>
                  </a:extLst>
                </p14:cNvPr>
                <p14:cNvContentPartPr/>
                <p14:nvPr/>
              </p14:nvContentPartPr>
              <p14:xfrm>
                <a:off x="5391716" y="4110447"/>
                <a:ext cx="486360" cy="965160"/>
              </p14:xfrm>
            </p:contentPart>
          </mc:Choice>
          <mc:Fallback>
            <p:pic>
              <p:nvPicPr>
                <p:cNvPr id="32" name="Ink 31">
                  <a:extLst>
                    <a:ext uri="{FF2B5EF4-FFF2-40B4-BE49-F238E27FC236}">
                      <a16:creationId xmlns:a16="http://schemas.microsoft.com/office/drawing/2014/main" id="{D0ED2A68-6F36-C477-E64A-C1B7EEAAD0BA}"/>
                    </a:ext>
                  </a:extLst>
                </p:cNvPr>
                <p:cNvPicPr/>
                <p:nvPr/>
              </p:nvPicPr>
              <p:blipFill>
                <a:blip r:embed="rId53"/>
                <a:stretch>
                  <a:fillRect/>
                </a:stretch>
              </p:blipFill>
              <p:spPr>
                <a:xfrm>
                  <a:off x="5383076" y="4101807"/>
                  <a:ext cx="504000" cy="9828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3" name="Ink 32">
                  <a:extLst>
                    <a:ext uri="{FF2B5EF4-FFF2-40B4-BE49-F238E27FC236}">
                      <a16:creationId xmlns:a16="http://schemas.microsoft.com/office/drawing/2014/main" id="{70D885E4-C664-38BD-D268-89B232FAC83E}"/>
                    </a:ext>
                  </a:extLst>
                </p14:cNvPr>
                <p14:cNvContentPartPr/>
                <p14:nvPr/>
              </p14:nvContentPartPr>
              <p14:xfrm>
                <a:off x="6077876" y="4929087"/>
                <a:ext cx="460440" cy="858600"/>
              </p14:xfrm>
            </p:contentPart>
          </mc:Choice>
          <mc:Fallback>
            <p:pic>
              <p:nvPicPr>
                <p:cNvPr id="33" name="Ink 32">
                  <a:extLst>
                    <a:ext uri="{FF2B5EF4-FFF2-40B4-BE49-F238E27FC236}">
                      <a16:creationId xmlns:a16="http://schemas.microsoft.com/office/drawing/2014/main" id="{70D885E4-C664-38BD-D268-89B232FAC83E}"/>
                    </a:ext>
                  </a:extLst>
                </p:cNvPr>
                <p:cNvPicPr/>
                <p:nvPr/>
              </p:nvPicPr>
              <p:blipFill>
                <a:blip r:embed="rId55"/>
                <a:stretch>
                  <a:fillRect/>
                </a:stretch>
              </p:blipFill>
              <p:spPr>
                <a:xfrm>
                  <a:off x="6068876" y="4920447"/>
                  <a:ext cx="478080" cy="8762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4" name="Ink 33">
                  <a:extLst>
                    <a:ext uri="{FF2B5EF4-FFF2-40B4-BE49-F238E27FC236}">
                      <a16:creationId xmlns:a16="http://schemas.microsoft.com/office/drawing/2014/main" id="{CB9AB370-E9AE-D298-B39E-39F3F91226BE}"/>
                    </a:ext>
                  </a:extLst>
                </p14:cNvPr>
                <p14:cNvContentPartPr/>
                <p14:nvPr/>
              </p14:nvContentPartPr>
              <p14:xfrm>
                <a:off x="5959076" y="5286567"/>
                <a:ext cx="430920" cy="105480"/>
              </p14:xfrm>
            </p:contentPart>
          </mc:Choice>
          <mc:Fallback>
            <p:pic>
              <p:nvPicPr>
                <p:cNvPr id="34" name="Ink 33">
                  <a:extLst>
                    <a:ext uri="{FF2B5EF4-FFF2-40B4-BE49-F238E27FC236}">
                      <a16:creationId xmlns:a16="http://schemas.microsoft.com/office/drawing/2014/main" id="{CB9AB370-E9AE-D298-B39E-39F3F91226BE}"/>
                    </a:ext>
                  </a:extLst>
                </p:cNvPr>
                <p:cNvPicPr/>
                <p:nvPr/>
              </p:nvPicPr>
              <p:blipFill>
                <a:blip r:embed="rId57"/>
                <a:stretch>
                  <a:fillRect/>
                </a:stretch>
              </p:blipFill>
              <p:spPr>
                <a:xfrm>
                  <a:off x="5950436" y="5277567"/>
                  <a:ext cx="44856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5" name="Ink 34">
                  <a:extLst>
                    <a:ext uri="{FF2B5EF4-FFF2-40B4-BE49-F238E27FC236}">
                      <a16:creationId xmlns:a16="http://schemas.microsoft.com/office/drawing/2014/main" id="{7D0F7D6A-1D09-5D79-FB94-59F6EC4FDAAB}"/>
                    </a:ext>
                  </a:extLst>
                </p14:cNvPr>
                <p14:cNvContentPartPr/>
                <p14:nvPr/>
              </p14:nvContentPartPr>
              <p14:xfrm>
                <a:off x="6621116" y="4744047"/>
                <a:ext cx="560880" cy="17280"/>
              </p14:xfrm>
            </p:contentPart>
          </mc:Choice>
          <mc:Fallback>
            <p:pic>
              <p:nvPicPr>
                <p:cNvPr id="35" name="Ink 34">
                  <a:extLst>
                    <a:ext uri="{FF2B5EF4-FFF2-40B4-BE49-F238E27FC236}">
                      <a16:creationId xmlns:a16="http://schemas.microsoft.com/office/drawing/2014/main" id="{7D0F7D6A-1D09-5D79-FB94-59F6EC4FDAAB}"/>
                    </a:ext>
                  </a:extLst>
                </p:cNvPr>
                <p:cNvPicPr/>
                <p:nvPr/>
              </p:nvPicPr>
              <p:blipFill>
                <a:blip r:embed="rId59"/>
                <a:stretch>
                  <a:fillRect/>
                </a:stretch>
              </p:blipFill>
              <p:spPr>
                <a:xfrm>
                  <a:off x="6612476" y="4735407"/>
                  <a:ext cx="57852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6" name="Ink 35">
                  <a:extLst>
                    <a:ext uri="{FF2B5EF4-FFF2-40B4-BE49-F238E27FC236}">
                      <a16:creationId xmlns:a16="http://schemas.microsoft.com/office/drawing/2014/main" id="{A5AD57CC-7EE4-336D-DD04-584C5B4395DA}"/>
                    </a:ext>
                  </a:extLst>
                </p14:cNvPr>
                <p14:cNvContentPartPr/>
                <p14:nvPr/>
              </p14:nvContentPartPr>
              <p14:xfrm>
                <a:off x="6988316" y="4361727"/>
                <a:ext cx="64440" cy="824760"/>
              </p14:xfrm>
            </p:contentPart>
          </mc:Choice>
          <mc:Fallback>
            <p:pic>
              <p:nvPicPr>
                <p:cNvPr id="36" name="Ink 35">
                  <a:extLst>
                    <a:ext uri="{FF2B5EF4-FFF2-40B4-BE49-F238E27FC236}">
                      <a16:creationId xmlns:a16="http://schemas.microsoft.com/office/drawing/2014/main" id="{A5AD57CC-7EE4-336D-DD04-584C5B4395DA}"/>
                    </a:ext>
                  </a:extLst>
                </p:cNvPr>
                <p:cNvPicPr/>
                <p:nvPr/>
              </p:nvPicPr>
              <p:blipFill>
                <a:blip r:embed="rId61"/>
                <a:stretch>
                  <a:fillRect/>
                </a:stretch>
              </p:blipFill>
              <p:spPr>
                <a:xfrm>
                  <a:off x="6979676" y="4353087"/>
                  <a:ext cx="82080" cy="842400"/>
                </a:xfrm>
                <a:prstGeom prst="rect">
                  <a:avLst/>
                </a:prstGeom>
              </p:spPr>
            </p:pic>
          </mc:Fallback>
        </mc:AlternateContent>
      </p:grpSp>
      <p:grpSp>
        <p:nvGrpSpPr>
          <p:cNvPr id="56" name="Group 55">
            <a:extLst>
              <a:ext uri="{FF2B5EF4-FFF2-40B4-BE49-F238E27FC236}">
                <a16:creationId xmlns:a16="http://schemas.microsoft.com/office/drawing/2014/main" id="{132230D4-00B6-0344-EB47-EFB5F36E0FBE}"/>
              </a:ext>
            </a:extLst>
          </p:cNvPr>
          <p:cNvGrpSpPr/>
          <p:nvPr/>
        </p:nvGrpSpPr>
        <p:grpSpPr>
          <a:xfrm>
            <a:off x="7683836" y="4087407"/>
            <a:ext cx="2837160" cy="1520280"/>
            <a:chOff x="7683836" y="4087407"/>
            <a:chExt cx="2837160" cy="1520280"/>
          </a:xfrm>
        </p:grpSpPr>
        <mc:AlternateContent xmlns:mc="http://schemas.openxmlformats.org/markup-compatibility/2006">
          <mc:Choice xmlns:p14="http://schemas.microsoft.com/office/powerpoint/2010/main" Requires="p14">
            <p:contentPart p14:bwMode="auto" r:id="rId62">
              <p14:nvContentPartPr>
                <p14:cNvPr id="37" name="Ink 36">
                  <a:extLst>
                    <a:ext uri="{FF2B5EF4-FFF2-40B4-BE49-F238E27FC236}">
                      <a16:creationId xmlns:a16="http://schemas.microsoft.com/office/drawing/2014/main" id="{DF6E3958-F06A-A2BD-0D92-3CEF2C5869C1}"/>
                    </a:ext>
                  </a:extLst>
                </p14:cNvPr>
                <p14:cNvContentPartPr/>
                <p14:nvPr/>
              </p14:nvContentPartPr>
              <p14:xfrm>
                <a:off x="7683836" y="4087407"/>
                <a:ext cx="853920" cy="1003680"/>
              </p14:xfrm>
            </p:contentPart>
          </mc:Choice>
          <mc:Fallback>
            <p:pic>
              <p:nvPicPr>
                <p:cNvPr id="37" name="Ink 36">
                  <a:extLst>
                    <a:ext uri="{FF2B5EF4-FFF2-40B4-BE49-F238E27FC236}">
                      <a16:creationId xmlns:a16="http://schemas.microsoft.com/office/drawing/2014/main" id="{DF6E3958-F06A-A2BD-0D92-3CEF2C5869C1}"/>
                    </a:ext>
                  </a:extLst>
                </p:cNvPr>
                <p:cNvPicPr/>
                <p:nvPr/>
              </p:nvPicPr>
              <p:blipFill>
                <a:blip r:embed="rId63"/>
                <a:stretch>
                  <a:fillRect/>
                </a:stretch>
              </p:blipFill>
              <p:spPr>
                <a:xfrm>
                  <a:off x="7674836" y="4078767"/>
                  <a:ext cx="871560" cy="10213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8" name="Ink 37">
                  <a:extLst>
                    <a:ext uri="{FF2B5EF4-FFF2-40B4-BE49-F238E27FC236}">
                      <a16:creationId xmlns:a16="http://schemas.microsoft.com/office/drawing/2014/main" id="{D6396DE6-3F75-CDFB-49B5-594C5598E129}"/>
                    </a:ext>
                  </a:extLst>
                </p14:cNvPr>
                <p14:cNvContentPartPr/>
                <p14:nvPr/>
              </p14:nvContentPartPr>
              <p14:xfrm>
                <a:off x="8669876" y="4876527"/>
                <a:ext cx="169560" cy="586440"/>
              </p14:xfrm>
            </p:contentPart>
          </mc:Choice>
          <mc:Fallback>
            <p:pic>
              <p:nvPicPr>
                <p:cNvPr id="38" name="Ink 37">
                  <a:extLst>
                    <a:ext uri="{FF2B5EF4-FFF2-40B4-BE49-F238E27FC236}">
                      <a16:creationId xmlns:a16="http://schemas.microsoft.com/office/drawing/2014/main" id="{D6396DE6-3F75-CDFB-49B5-594C5598E129}"/>
                    </a:ext>
                  </a:extLst>
                </p:cNvPr>
                <p:cNvPicPr/>
                <p:nvPr/>
              </p:nvPicPr>
              <p:blipFill>
                <a:blip r:embed="rId65"/>
                <a:stretch>
                  <a:fillRect/>
                </a:stretch>
              </p:blipFill>
              <p:spPr>
                <a:xfrm>
                  <a:off x="8660876" y="4867887"/>
                  <a:ext cx="187200" cy="6040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9" name="Ink 38">
                  <a:extLst>
                    <a:ext uri="{FF2B5EF4-FFF2-40B4-BE49-F238E27FC236}">
                      <a16:creationId xmlns:a16="http://schemas.microsoft.com/office/drawing/2014/main" id="{9384794E-1C92-487E-0F8D-3B1E966DFC0B}"/>
                    </a:ext>
                  </a:extLst>
                </p14:cNvPr>
                <p14:cNvContentPartPr/>
                <p14:nvPr/>
              </p14:nvContentPartPr>
              <p14:xfrm>
                <a:off x="9164516" y="4331487"/>
                <a:ext cx="326520" cy="883800"/>
              </p14:xfrm>
            </p:contentPart>
          </mc:Choice>
          <mc:Fallback>
            <p:pic>
              <p:nvPicPr>
                <p:cNvPr id="39" name="Ink 38">
                  <a:extLst>
                    <a:ext uri="{FF2B5EF4-FFF2-40B4-BE49-F238E27FC236}">
                      <a16:creationId xmlns:a16="http://schemas.microsoft.com/office/drawing/2014/main" id="{9384794E-1C92-487E-0F8D-3B1E966DFC0B}"/>
                    </a:ext>
                  </a:extLst>
                </p:cNvPr>
                <p:cNvPicPr/>
                <p:nvPr/>
              </p:nvPicPr>
              <p:blipFill>
                <a:blip r:embed="rId67"/>
                <a:stretch>
                  <a:fillRect/>
                </a:stretch>
              </p:blipFill>
              <p:spPr>
                <a:xfrm>
                  <a:off x="9155876" y="4322487"/>
                  <a:ext cx="344160" cy="9014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0" name="Ink 39">
                  <a:extLst>
                    <a:ext uri="{FF2B5EF4-FFF2-40B4-BE49-F238E27FC236}">
                      <a16:creationId xmlns:a16="http://schemas.microsoft.com/office/drawing/2014/main" id="{B9265F06-A1C0-A705-DEF4-F6EB7F32DB1B}"/>
                    </a:ext>
                  </a:extLst>
                </p14:cNvPr>
                <p14:cNvContentPartPr/>
                <p14:nvPr/>
              </p14:nvContentPartPr>
              <p14:xfrm>
                <a:off x="9754196" y="5002887"/>
                <a:ext cx="235080" cy="577440"/>
              </p14:xfrm>
            </p:contentPart>
          </mc:Choice>
          <mc:Fallback>
            <p:pic>
              <p:nvPicPr>
                <p:cNvPr id="40" name="Ink 39">
                  <a:extLst>
                    <a:ext uri="{FF2B5EF4-FFF2-40B4-BE49-F238E27FC236}">
                      <a16:creationId xmlns:a16="http://schemas.microsoft.com/office/drawing/2014/main" id="{B9265F06-A1C0-A705-DEF4-F6EB7F32DB1B}"/>
                    </a:ext>
                  </a:extLst>
                </p:cNvPr>
                <p:cNvPicPr/>
                <p:nvPr/>
              </p:nvPicPr>
              <p:blipFill>
                <a:blip r:embed="rId69"/>
                <a:stretch>
                  <a:fillRect/>
                </a:stretch>
              </p:blipFill>
              <p:spPr>
                <a:xfrm>
                  <a:off x="9745196" y="4994247"/>
                  <a:ext cx="252720" cy="5950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1" name="Ink 40">
                  <a:extLst>
                    <a:ext uri="{FF2B5EF4-FFF2-40B4-BE49-F238E27FC236}">
                      <a16:creationId xmlns:a16="http://schemas.microsoft.com/office/drawing/2014/main" id="{37B55439-C4B1-D351-9008-709108029C64}"/>
                    </a:ext>
                  </a:extLst>
                </p14:cNvPr>
                <p14:cNvContentPartPr/>
                <p14:nvPr/>
              </p14:nvContentPartPr>
              <p14:xfrm>
                <a:off x="9700556" y="5374407"/>
                <a:ext cx="279000" cy="112320"/>
              </p14:xfrm>
            </p:contentPart>
          </mc:Choice>
          <mc:Fallback>
            <p:pic>
              <p:nvPicPr>
                <p:cNvPr id="41" name="Ink 40">
                  <a:extLst>
                    <a:ext uri="{FF2B5EF4-FFF2-40B4-BE49-F238E27FC236}">
                      <a16:creationId xmlns:a16="http://schemas.microsoft.com/office/drawing/2014/main" id="{37B55439-C4B1-D351-9008-709108029C64}"/>
                    </a:ext>
                  </a:extLst>
                </p:cNvPr>
                <p:cNvPicPr/>
                <p:nvPr/>
              </p:nvPicPr>
              <p:blipFill>
                <a:blip r:embed="rId71"/>
                <a:stretch>
                  <a:fillRect/>
                </a:stretch>
              </p:blipFill>
              <p:spPr>
                <a:xfrm>
                  <a:off x="9691916" y="5365407"/>
                  <a:ext cx="29664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2" name="Ink 41">
                  <a:extLst>
                    <a:ext uri="{FF2B5EF4-FFF2-40B4-BE49-F238E27FC236}">
                      <a16:creationId xmlns:a16="http://schemas.microsoft.com/office/drawing/2014/main" id="{3C0FE18B-AA06-6595-9E6B-F38BD8637D43}"/>
                    </a:ext>
                  </a:extLst>
                </p14:cNvPr>
                <p14:cNvContentPartPr/>
                <p14:nvPr/>
              </p14:nvContentPartPr>
              <p14:xfrm>
                <a:off x="10268636" y="5297367"/>
                <a:ext cx="75600" cy="42120"/>
              </p14:xfrm>
            </p:contentPart>
          </mc:Choice>
          <mc:Fallback>
            <p:pic>
              <p:nvPicPr>
                <p:cNvPr id="42" name="Ink 41">
                  <a:extLst>
                    <a:ext uri="{FF2B5EF4-FFF2-40B4-BE49-F238E27FC236}">
                      <a16:creationId xmlns:a16="http://schemas.microsoft.com/office/drawing/2014/main" id="{3C0FE18B-AA06-6595-9E6B-F38BD8637D43}"/>
                    </a:ext>
                  </a:extLst>
                </p:cNvPr>
                <p:cNvPicPr/>
                <p:nvPr/>
              </p:nvPicPr>
              <p:blipFill>
                <a:blip r:embed="rId73"/>
                <a:stretch>
                  <a:fillRect/>
                </a:stretch>
              </p:blipFill>
              <p:spPr>
                <a:xfrm>
                  <a:off x="10259636" y="5288367"/>
                  <a:ext cx="93240" cy="597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3" name="Ink 42">
                  <a:extLst>
                    <a:ext uri="{FF2B5EF4-FFF2-40B4-BE49-F238E27FC236}">
                      <a16:creationId xmlns:a16="http://schemas.microsoft.com/office/drawing/2014/main" id="{DDB4ACA8-B0F4-3168-0D3C-6C7009EC2EB1}"/>
                    </a:ext>
                  </a:extLst>
                </p14:cNvPr>
                <p14:cNvContentPartPr/>
                <p14:nvPr/>
              </p14:nvContentPartPr>
              <p14:xfrm>
                <a:off x="10478516" y="5097207"/>
                <a:ext cx="42480" cy="510480"/>
              </p14:xfrm>
            </p:contentPart>
          </mc:Choice>
          <mc:Fallback>
            <p:pic>
              <p:nvPicPr>
                <p:cNvPr id="43" name="Ink 42">
                  <a:extLst>
                    <a:ext uri="{FF2B5EF4-FFF2-40B4-BE49-F238E27FC236}">
                      <a16:creationId xmlns:a16="http://schemas.microsoft.com/office/drawing/2014/main" id="{DDB4ACA8-B0F4-3168-0D3C-6C7009EC2EB1}"/>
                    </a:ext>
                  </a:extLst>
                </p:cNvPr>
                <p:cNvPicPr/>
                <p:nvPr/>
              </p:nvPicPr>
              <p:blipFill>
                <a:blip r:embed="rId75"/>
                <a:stretch>
                  <a:fillRect/>
                </a:stretch>
              </p:blipFill>
              <p:spPr>
                <a:xfrm>
                  <a:off x="10469876" y="5088207"/>
                  <a:ext cx="60120" cy="528120"/>
                </a:xfrm>
                <a:prstGeom prst="rect">
                  <a:avLst/>
                </a:prstGeom>
              </p:spPr>
            </p:pic>
          </mc:Fallback>
        </mc:AlternateContent>
      </p:grpSp>
      <p:grpSp>
        <p:nvGrpSpPr>
          <p:cNvPr id="55" name="Group 54">
            <a:extLst>
              <a:ext uri="{FF2B5EF4-FFF2-40B4-BE49-F238E27FC236}">
                <a16:creationId xmlns:a16="http://schemas.microsoft.com/office/drawing/2014/main" id="{BABA94F7-CDC8-F2B5-DB78-2DA15A0C392B}"/>
              </a:ext>
            </a:extLst>
          </p:cNvPr>
          <p:cNvGrpSpPr/>
          <p:nvPr/>
        </p:nvGrpSpPr>
        <p:grpSpPr>
          <a:xfrm>
            <a:off x="10909796" y="4582407"/>
            <a:ext cx="543960" cy="515880"/>
            <a:chOff x="10909796" y="4582407"/>
            <a:chExt cx="543960" cy="515880"/>
          </a:xfrm>
        </p:grpSpPr>
        <mc:AlternateContent xmlns:mc="http://schemas.openxmlformats.org/markup-compatibility/2006">
          <mc:Choice xmlns:p14="http://schemas.microsoft.com/office/powerpoint/2010/main" Requires="p14">
            <p:contentPart p14:bwMode="auto" r:id="rId76">
              <p14:nvContentPartPr>
                <p14:cNvPr id="44" name="Ink 43">
                  <a:extLst>
                    <a:ext uri="{FF2B5EF4-FFF2-40B4-BE49-F238E27FC236}">
                      <a16:creationId xmlns:a16="http://schemas.microsoft.com/office/drawing/2014/main" id="{A0AE506E-860F-A974-699F-2953512002B5}"/>
                    </a:ext>
                  </a:extLst>
                </p14:cNvPr>
                <p14:cNvContentPartPr/>
                <p14:nvPr/>
              </p14:nvContentPartPr>
              <p14:xfrm>
                <a:off x="10909796" y="4665207"/>
                <a:ext cx="543960" cy="201240"/>
              </p14:xfrm>
            </p:contentPart>
          </mc:Choice>
          <mc:Fallback>
            <p:pic>
              <p:nvPicPr>
                <p:cNvPr id="44" name="Ink 43">
                  <a:extLst>
                    <a:ext uri="{FF2B5EF4-FFF2-40B4-BE49-F238E27FC236}">
                      <a16:creationId xmlns:a16="http://schemas.microsoft.com/office/drawing/2014/main" id="{A0AE506E-860F-A974-699F-2953512002B5}"/>
                    </a:ext>
                  </a:extLst>
                </p:cNvPr>
                <p:cNvPicPr/>
                <p:nvPr/>
              </p:nvPicPr>
              <p:blipFill>
                <a:blip r:embed="rId77"/>
                <a:stretch>
                  <a:fillRect/>
                </a:stretch>
              </p:blipFill>
              <p:spPr>
                <a:xfrm>
                  <a:off x="10900796" y="4656207"/>
                  <a:ext cx="56160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5" name="Ink 44">
                  <a:extLst>
                    <a:ext uri="{FF2B5EF4-FFF2-40B4-BE49-F238E27FC236}">
                      <a16:creationId xmlns:a16="http://schemas.microsoft.com/office/drawing/2014/main" id="{50DDF82B-4937-FC37-EB06-65DFEB20EF82}"/>
                    </a:ext>
                  </a:extLst>
                </p14:cNvPr>
                <p14:cNvContentPartPr/>
                <p14:nvPr/>
              </p14:nvContentPartPr>
              <p14:xfrm>
                <a:off x="11156396" y="4582407"/>
                <a:ext cx="89640" cy="515880"/>
              </p14:xfrm>
            </p:contentPart>
          </mc:Choice>
          <mc:Fallback>
            <p:pic>
              <p:nvPicPr>
                <p:cNvPr id="45" name="Ink 44">
                  <a:extLst>
                    <a:ext uri="{FF2B5EF4-FFF2-40B4-BE49-F238E27FC236}">
                      <a16:creationId xmlns:a16="http://schemas.microsoft.com/office/drawing/2014/main" id="{50DDF82B-4937-FC37-EB06-65DFEB20EF82}"/>
                    </a:ext>
                  </a:extLst>
                </p:cNvPr>
                <p:cNvPicPr/>
                <p:nvPr/>
              </p:nvPicPr>
              <p:blipFill>
                <a:blip r:embed="rId79"/>
                <a:stretch>
                  <a:fillRect/>
                </a:stretch>
              </p:blipFill>
              <p:spPr>
                <a:xfrm>
                  <a:off x="11147396" y="4573407"/>
                  <a:ext cx="107280" cy="533520"/>
                </a:xfrm>
                <a:prstGeom prst="rect">
                  <a:avLst/>
                </a:prstGeom>
              </p:spPr>
            </p:pic>
          </mc:Fallback>
        </mc:AlternateContent>
      </p:grpSp>
      <p:grpSp>
        <p:nvGrpSpPr>
          <p:cNvPr id="54" name="Group 53">
            <a:extLst>
              <a:ext uri="{FF2B5EF4-FFF2-40B4-BE49-F238E27FC236}">
                <a16:creationId xmlns:a16="http://schemas.microsoft.com/office/drawing/2014/main" id="{045331D0-72F5-C865-0C89-87613A6B7C1B}"/>
              </a:ext>
            </a:extLst>
          </p:cNvPr>
          <p:cNvGrpSpPr/>
          <p:nvPr/>
        </p:nvGrpSpPr>
        <p:grpSpPr>
          <a:xfrm>
            <a:off x="6891476" y="5879847"/>
            <a:ext cx="3723120" cy="869400"/>
            <a:chOff x="6891476" y="5879847"/>
            <a:chExt cx="3723120" cy="869400"/>
          </a:xfrm>
        </p:grpSpPr>
        <mc:AlternateContent xmlns:mc="http://schemas.openxmlformats.org/markup-compatibility/2006">
          <mc:Choice xmlns:p14="http://schemas.microsoft.com/office/powerpoint/2010/main" Requires="p14">
            <p:contentPart p14:bwMode="auto" r:id="rId80">
              <p14:nvContentPartPr>
                <p14:cNvPr id="46" name="Ink 45">
                  <a:extLst>
                    <a:ext uri="{FF2B5EF4-FFF2-40B4-BE49-F238E27FC236}">
                      <a16:creationId xmlns:a16="http://schemas.microsoft.com/office/drawing/2014/main" id="{15C43E97-B785-A15C-D5BA-0F5C7F31E62B}"/>
                    </a:ext>
                  </a:extLst>
                </p14:cNvPr>
                <p14:cNvContentPartPr/>
                <p14:nvPr/>
              </p14:nvContentPartPr>
              <p14:xfrm>
                <a:off x="6891476" y="5879847"/>
                <a:ext cx="583560" cy="762840"/>
              </p14:xfrm>
            </p:contentPart>
          </mc:Choice>
          <mc:Fallback>
            <p:pic>
              <p:nvPicPr>
                <p:cNvPr id="46" name="Ink 45">
                  <a:extLst>
                    <a:ext uri="{FF2B5EF4-FFF2-40B4-BE49-F238E27FC236}">
                      <a16:creationId xmlns:a16="http://schemas.microsoft.com/office/drawing/2014/main" id="{15C43E97-B785-A15C-D5BA-0F5C7F31E62B}"/>
                    </a:ext>
                  </a:extLst>
                </p:cNvPr>
                <p:cNvPicPr/>
                <p:nvPr/>
              </p:nvPicPr>
              <p:blipFill>
                <a:blip r:embed="rId81"/>
                <a:stretch>
                  <a:fillRect/>
                </a:stretch>
              </p:blipFill>
              <p:spPr>
                <a:xfrm>
                  <a:off x="6882836" y="5871207"/>
                  <a:ext cx="601200" cy="780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7" name="Ink 46">
                  <a:extLst>
                    <a:ext uri="{FF2B5EF4-FFF2-40B4-BE49-F238E27FC236}">
                      <a16:creationId xmlns:a16="http://schemas.microsoft.com/office/drawing/2014/main" id="{5471D700-B33C-34CE-1FBB-A5F7E8FA0343}"/>
                    </a:ext>
                  </a:extLst>
                </p14:cNvPr>
                <p14:cNvContentPartPr/>
                <p14:nvPr/>
              </p14:nvContentPartPr>
              <p14:xfrm>
                <a:off x="7796516" y="6402207"/>
                <a:ext cx="362880" cy="347040"/>
              </p14:xfrm>
            </p:contentPart>
          </mc:Choice>
          <mc:Fallback>
            <p:pic>
              <p:nvPicPr>
                <p:cNvPr id="47" name="Ink 46">
                  <a:extLst>
                    <a:ext uri="{FF2B5EF4-FFF2-40B4-BE49-F238E27FC236}">
                      <a16:creationId xmlns:a16="http://schemas.microsoft.com/office/drawing/2014/main" id="{5471D700-B33C-34CE-1FBB-A5F7E8FA0343}"/>
                    </a:ext>
                  </a:extLst>
                </p:cNvPr>
                <p:cNvPicPr/>
                <p:nvPr/>
              </p:nvPicPr>
              <p:blipFill>
                <a:blip r:embed="rId83"/>
                <a:stretch>
                  <a:fillRect/>
                </a:stretch>
              </p:blipFill>
              <p:spPr>
                <a:xfrm>
                  <a:off x="7787516" y="6393567"/>
                  <a:ext cx="380520" cy="3646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8" name="Ink 47">
                  <a:extLst>
                    <a:ext uri="{FF2B5EF4-FFF2-40B4-BE49-F238E27FC236}">
                      <a16:creationId xmlns:a16="http://schemas.microsoft.com/office/drawing/2014/main" id="{990AF030-8641-25A0-6EBA-210F01C0D1F0}"/>
                    </a:ext>
                  </a:extLst>
                </p14:cNvPr>
                <p14:cNvContentPartPr/>
                <p14:nvPr/>
              </p14:nvContentPartPr>
              <p14:xfrm>
                <a:off x="8502836" y="6058767"/>
                <a:ext cx="504720" cy="561240"/>
              </p14:xfrm>
            </p:contentPart>
          </mc:Choice>
          <mc:Fallback>
            <p:pic>
              <p:nvPicPr>
                <p:cNvPr id="48" name="Ink 47">
                  <a:extLst>
                    <a:ext uri="{FF2B5EF4-FFF2-40B4-BE49-F238E27FC236}">
                      <a16:creationId xmlns:a16="http://schemas.microsoft.com/office/drawing/2014/main" id="{990AF030-8641-25A0-6EBA-210F01C0D1F0}"/>
                    </a:ext>
                  </a:extLst>
                </p:cNvPr>
                <p:cNvPicPr/>
                <p:nvPr/>
              </p:nvPicPr>
              <p:blipFill>
                <a:blip r:embed="rId85"/>
                <a:stretch>
                  <a:fillRect/>
                </a:stretch>
              </p:blipFill>
              <p:spPr>
                <a:xfrm>
                  <a:off x="8494196" y="6049767"/>
                  <a:ext cx="522360" cy="5788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49" name="Ink 48">
                  <a:extLst>
                    <a:ext uri="{FF2B5EF4-FFF2-40B4-BE49-F238E27FC236}">
                      <a16:creationId xmlns:a16="http://schemas.microsoft.com/office/drawing/2014/main" id="{876AE091-0EF5-6E40-4521-5E089B1226F8}"/>
                    </a:ext>
                  </a:extLst>
                </p14:cNvPr>
                <p14:cNvContentPartPr/>
                <p14:nvPr/>
              </p14:nvContentPartPr>
              <p14:xfrm>
                <a:off x="9331196" y="6495087"/>
                <a:ext cx="157320" cy="241920"/>
              </p14:xfrm>
            </p:contentPart>
          </mc:Choice>
          <mc:Fallback>
            <p:pic>
              <p:nvPicPr>
                <p:cNvPr id="49" name="Ink 48">
                  <a:extLst>
                    <a:ext uri="{FF2B5EF4-FFF2-40B4-BE49-F238E27FC236}">
                      <a16:creationId xmlns:a16="http://schemas.microsoft.com/office/drawing/2014/main" id="{876AE091-0EF5-6E40-4521-5E089B1226F8}"/>
                    </a:ext>
                  </a:extLst>
                </p:cNvPr>
                <p:cNvPicPr/>
                <p:nvPr/>
              </p:nvPicPr>
              <p:blipFill>
                <a:blip r:embed="rId87"/>
                <a:stretch>
                  <a:fillRect/>
                </a:stretch>
              </p:blipFill>
              <p:spPr>
                <a:xfrm>
                  <a:off x="9322556" y="6486087"/>
                  <a:ext cx="17496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0" name="Ink 49">
                  <a:extLst>
                    <a:ext uri="{FF2B5EF4-FFF2-40B4-BE49-F238E27FC236}">
                      <a16:creationId xmlns:a16="http://schemas.microsoft.com/office/drawing/2014/main" id="{7526D3E3-E61D-DE3E-B615-6E5FF0347990}"/>
                    </a:ext>
                  </a:extLst>
                </p14:cNvPr>
                <p14:cNvContentPartPr/>
                <p14:nvPr/>
              </p14:nvContentPartPr>
              <p14:xfrm>
                <a:off x="9217436" y="6579687"/>
                <a:ext cx="278280" cy="115560"/>
              </p14:xfrm>
            </p:contentPart>
          </mc:Choice>
          <mc:Fallback>
            <p:pic>
              <p:nvPicPr>
                <p:cNvPr id="50" name="Ink 49">
                  <a:extLst>
                    <a:ext uri="{FF2B5EF4-FFF2-40B4-BE49-F238E27FC236}">
                      <a16:creationId xmlns:a16="http://schemas.microsoft.com/office/drawing/2014/main" id="{7526D3E3-E61D-DE3E-B615-6E5FF0347990}"/>
                    </a:ext>
                  </a:extLst>
                </p:cNvPr>
                <p:cNvPicPr/>
                <p:nvPr/>
              </p:nvPicPr>
              <p:blipFill>
                <a:blip r:embed="rId89"/>
                <a:stretch>
                  <a:fillRect/>
                </a:stretch>
              </p:blipFill>
              <p:spPr>
                <a:xfrm>
                  <a:off x="9208436" y="6570687"/>
                  <a:ext cx="295920" cy="1332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1" name="Ink 50">
                  <a:extLst>
                    <a:ext uri="{FF2B5EF4-FFF2-40B4-BE49-F238E27FC236}">
                      <a16:creationId xmlns:a16="http://schemas.microsoft.com/office/drawing/2014/main" id="{5220187C-C4A7-7898-7B25-2C3539B1B44D}"/>
                    </a:ext>
                  </a:extLst>
                </p14:cNvPr>
                <p14:cNvContentPartPr/>
                <p14:nvPr/>
              </p14:nvContentPartPr>
              <p14:xfrm>
                <a:off x="9763916" y="6405447"/>
                <a:ext cx="322920" cy="142560"/>
              </p14:xfrm>
            </p:contentPart>
          </mc:Choice>
          <mc:Fallback>
            <p:pic>
              <p:nvPicPr>
                <p:cNvPr id="51" name="Ink 50">
                  <a:extLst>
                    <a:ext uri="{FF2B5EF4-FFF2-40B4-BE49-F238E27FC236}">
                      <a16:creationId xmlns:a16="http://schemas.microsoft.com/office/drawing/2014/main" id="{5220187C-C4A7-7898-7B25-2C3539B1B44D}"/>
                    </a:ext>
                  </a:extLst>
                </p:cNvPr>
                <p:cNvPicPr/>
                <p:nvPr/>
              </p:nvPicPr>
              <p:blipFill>
                <a:blip r:embed="rId91"/>
                <a:stretch>
                  <a:fillRect/>
                </a:stretch>
              </p:blipFill>
              <p:spPr>
                <a:xfrm>
                  <a:off x="9754916" y="6396447"/>
                  <a:ext cx="34056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2" name="Ink 51">
                  <a:extLst>
                    <a:ext uri="{FF2B5EF4-FFF2-40B4-BE49-F238E27FC236}">
                      <a16:creationId xmlns:a16="http://schemas.microsoft.com/office/drawing/2014/main" id="{5B941905-02C3-46C8-7417-7AEBAE8E8747}"/>
                    </a:ext>
                  </a:extLst>
                </p14:cNvPr>
                <p14:cNvContentPartPr/>
                <p14:nvPr/>
              </p14:nvContentPartPr>
              <p14:xfrm>
                <a:off x="10299956" y="6210687"/>
                <a:ext cx="314640" cy="464400"/>
              </p14:xfrm>
            </p:contentPart>
          </mc:Choice>
          <mc:Fallback>
            <p:pic>
              <p:nvPicPr>
                <p:cNvPr id="52" name="Ink 51">
                  <a:extLst>
                    <a:ext uri="{FF2B5EF4-FFF2-40B4-BE49-F238E27FC236}">
                      <a16:creationId xmlns:a16="http://schemas.microsoft.com/office/drawing/2014/main" id="{5B941905-02C3-46C8-7417-7AEBAE8E8747}"/>
                    </a:ext>
                  </a:extLst>
                </p:cNvPr>
                <p:cNvPicPr/>
                <p:nvPr/>
              </p:nvPicPr>
              <p:blipFill>
                <a:blip r:embed="rId93"/>
                <a:stretch>
                  <a:fillRect/>
                </a:stretch>
              </p:blipFill>
              <p:spPr>
                <a:xfrm>
                  <a:off x="10291316" y="6201687"/>
                  <a:ext cx="332280" cy="482040"/>
                </a:xfrm>
                <a:prstGeom prst="rect">
                  <a:avLst/>
                </a:prstGeom>
              </p:spPr>
            </p:pic>
          </mc:Fallback>
        </mc:AlternateContent>
      </p:grpSp>
    </p:spTree>
    <p:extLst>
      <p:ext uri="{BB962C8B-B14F-4D97-AF65-F5344CB8AC3E}">
        <p14:creationId xmlns:p14="http://schemas.microsoft.com/office/powerpoint/2010/main" val="3076259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5016F66-69EB-ED79-8FAC-B1E8F8CA8659}"/>
                  </a:ext>
                </a:extLst>
              </p14:cNvPr>
              <p14:cNvContentPartPr/>
              <p14:nvPr/>
            </p14:nvContentPartPr>
            <p14:xfrm>
              <a:off x="1061636" y="704127"/>
              <a:ext cx="922320" cy="84600"/>
            </p14:xfrm>
          </p:contentPart>
        </mc:Choice>
        <mc:Fallback>
          <p:pic>
            <p:nvPicPr>
              <p:cNvPr id="2" name="Ink 1">
                <a:extLst>
                  <a:ext uri="{FF2B5EF4-FFF2-40B4-BE49-F238E27FC236}">
                    <a16:creationId xmlns:a16="http://schemas.microsoft.com/office/drawing/2014/main" id="{65016F66-69EB-ED79-8FAC-B1E8F8CA8659}"/>
                  </a:ext>
                </a:extLst>
              </p:cNvPr>
              <p:cNvPicPr/>
              <p:nvPr/>
            </p:nvPicPr>
            <p:blipFill>
              <a:blip r:embed="rId3"/>
              <a:stretch>
                <a:fillRect/>
              </a:stretch>
            </p:blipFill>
            <p:spPr>
              <a:xfrm>
                <a:off x="1052996" y="695127"/>
                <a:ext cx="93996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A92CE2B2-03AB-FD7C-1FCE-2A0B08580BD1}"/>
                  </a:ext>
                </a:extLst>
              </p14:cNvPr>
              <p14:cNvContentPartPr/>
              <p14:nvPr/>
            </p14:nvContentPartPr>
            <p14:xfrm>
              <a:off x="1343516" y="766767"/>
              <a:ext cx="433080" cy="837360"/>
            </p14:xfrm>
          </p:contentPart>
        </mc:Choice>
        <mc:Fallback>
          <p:pic>
            <p:nvPicPr>
              <p:cNvPr id="3" name="Ink 2">
                <a:extLst>
                  <a:ext uri="{FF2B5EF4-FFF2-40B4-BE49-F238E27FC236}">
                    <a16:creationId xmlns:a16="http://schemas.microsoft.com/office/drawing/2014/main" id="{A92CE2B2-03AB-FD7C-1FCE-2A0B08580BD1}"/>
                  </a:ext>
                </a:extLst>
              </p:cNvPr>
              <p:cNvPicPr/>
              <p:nvPr/>
            </p:nvPicPr>
            <p:blipFill>
              <a:blip r:embed="rId5"/>
              <a:stretch>
                <a:fillRect/>
              </a:stretch>
            </p:blipFill>
            <p:spPr>
              <a:xfrm>
                <a:off x="1334516" y="758127"/>
                <a:ext cx="450720" cy="855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793151EA-D77E-1577-F23F-0EF77E4A082D}"/>
                  </a:ext>
                </a:extLst>
              </p14:cNvPr>
              <p14:cNvContentPartPr/>
              <p14:nvPr/>
            </p14:nvContentPartPr>
            <p14:xfrm>
              <a:off x="1752836" y="1366167"/>
              <a:ext cx="478440" cy="880200"/>
            </p14:xfrm>
          </p:contentPart>
        </mc:Choice>
        <mc:Fallback>
          <p:pic>
            <p:nvPicPr>
              <p:cNvPr id="4" name="Ink 3">
                <a:extLst>
                  <a:ext uri="{FF2B5EF4-FFF2-40B4-BE49-F238E27FC236}">
                    <a16:creationId xmlns:a16="http://schemas.microsoft.com/office/drawing/2014/main" id="{793151EA-D77E-1577-F23F-0EF77E4A082D}"/>
                  </a:ext>
                </a:extLst>
              </p:cNvPr>
              <p:cNvPicPr/>
              <p:nvPr/>
            </p:nvPicPr>
            <p:blipFill>
              <a:blip r:embed="rId7"/>
              <a:stretch>
                <a:fillRect/>
              </a:stretch>
            </p:blipFill>
            <p:spPr>
              <a:xfrm>
                <a:off x="1743836" y="1357527"/>
                <a:ext cx="496080" cy="8978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85EEC05C-9C4C-BF0E-E753-0EB2ECE33AD8}"/>
                  </a:ext>
                </a:extLst>
              </p14:cNvPr>
              <p14:cNvContentPartPr/>
              <p14:nvPr/>
            </p14:nvContentPartPr>
            <p14:xfrm>
              <a:off x="1744556" y="1869087"/>
              <a:ext cx="405360" cy="85680"/>
            </p14:xfrm>
          </p:contentPart>
        </mc:Choice>
        <mc:Fallback>
          <p:pic>
            <p:nvPicPr>
              <p:cNvPr id="5" name="Ink 4">
                <a:extLst>
                  <a:ext uri="{FF2B5EF4-FFF2-40B4-BE49-F238E27FC236}">
                    <a16:creationId xmlns:a16="http://schemas.microsoft.com/office/drawing/2014/main" id="{85EEC05C-9C4C-BF0E-E753-0EB2ECE33AD8}"/>
                  </a:ext>
                </a:extLst>
              </p:cNvPr>
              <p:cNvPicPr/>
              <p:nvPr/>
            </p:nvPicPr>
            <p:blipFill>
              <a:blip r:embed="rId9"/>
              <a:stretch>
                <a:fillRect/>
              </a:stretch>
            </p:blipFill>
            <p:spPr>
              <a:xfrm>
                <a:off x="1735556" y="1860087"/>
                <a:ext cx="423000" cy="1033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46A46745-A06C-4079-A2D2-38E9953F872A}"/>
                  </a:ext>
                </a:extLst>
              </p14:cNvPr>
              <p14:cNvContentPartPr/>
              <p14:nvPr/>
            </p14:nvContentPartPr>
            <p14:xfrm>
              <a:off x="2700716" y="1355007"/>
              <a:ext cx="385920" cy="43200"/>
            </p14:xfrm>
          </p:contentPart>
        </mc:Choice>
        <mc:Fallback>
          <p:pic>
            <p:nvPicPr>
              <p:cNvPr id="6" name="Ink 5">
                <a:extLst>
                  <a:ext uri="{FF2B5EF4-FFF2-40B4-BE49-F238E27FC236}">
                    <a16:creationId xmlns:a16="http://schemas.microsoft.com/office/drawing/2014/main" id="{46A46745-A06C-4079-A2D2-38E9953F872A}"/>
                  </a:ext>
                </a:extLst>
              </p:cNvPr>
              <p:cNvPicPr/>
              <p:nvPr/>
            </p:nvPicPr>
            <p:blipFill>
              <a:blip r:embed="rId11"/>
              <a:stretch>
                <a:fillRect/>
              </a:stretch>
            </p:blipFill>
            <p:spPr>
              <a:xfrm>
                <a:off x="2692076" y="1346007"/>
                <a:ext cx="40356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B845C186-571E-4C10-1C14-B3B749E53E47}"/>
                  </a:ext>
                </a:extLst>
              </p14:cNvPr>
              <p14:cNvContentPartPr/>
              <p14:nvPr/>
            </p14:nvContentPartPr>
            <p14:xfrm>
              <a:off x="2259356" y="1671447"/>
              <a:ext cx="605520" cy="262440"/>
            </p14:xfrm>
          </p:contentPart>
        </mc:Choice>
        <mc:Fallback>
          <p:pic>
            <p:nvPicPr>
              <p:cNvPr id="7" name="Ink 6">
                <a:extLst>
                  <a:ext uri="{FF2B5EF4-FFF2-40B4-BE49-F238E27FC236}">
                    <a16:creationId xmlns:a16="http://schemas.microsoft.com/office/drawing/2014/main" id="{B845C186-571E-4C10-1C14-B3B749E53E47}"/>
                  </a:ext>
                </a:extLst>
              </p:cNvPr>
              <p:cNvPicPr/>
              <p:nvPr/>
            </p:nvPicPr>
            <p:blipFill>
              <a:blip r:embed="rId13"/>
              <a:stretch>
                <a:fillRect/>
              </a:stretch>
            </p:blipFill>
            <p:spPr>
              <a:xfrm>
                <a:off x="2250356" y="1662807"/>
                <a:ext cx="623160" cy="280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53133A82-C2FE-9BC4-5176-72F8A1C2C59A}"/>
                  </a:ext>
                </a:extLst>
              </p14:cNvPr>
              <p14:cNvContentPartPr/>
              <p14:nvPr/>
            </p14:nvContentPartPr>
            <p14:xfrm>
              <a:off x="3497396" y="1103367"/>
              <a:ext cx="391320" cy="585000"/>
            </p14:xfrm>
          </p:contentPart>
        </mc:Choice>
        <mc:Fallback>
          <p:pic>
            <p:nvPicPr>
              <p:cNvPr id="9" name="Ink 8">
                <a:extLst>
                  <a:ext uri="{FF2B5EF4-FFF2-40B4-BE49-F238E27FC236}">
                    <a16:creationId xmlns:a16="http://schemas.microsoft.com/office/drawing/2014/main" id="{53133A82-C2FE-9BC4-5176-72F8A1C2C59A}"/>
                  </a:ext>
                </a:extLst>
              </p:cNvPr>
              <p:cNvPicPr/>
              <p:nvPr/>
            </p:nvPicPr>
            <p:blipFill>
              <a:blip r:embed="rId15"/>
              <a:stretch>
                <a:fillRect/>
              </a:stretch>
            </p:blipFill>
            <p:spPr>
              <a:xfrm>
                <a:off x="3488756" y="1094727"/>
                <a:ext cx="408960" cy="6026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BBBC4615-6DA2-8186-02EC-F9824D22E43C}"/>
                  </a:ext>
                </a:extLst>
              </p14:cNvPr>
              <p14:cNvContentPartPr/>
              <p14:nvPr/>
            </p14:nvContentPartPr>
            <p14:xfrm>
              <a:off x="4014716" y="1407567"/>
              <a:ext cx="354960" cy="95760"/>
            </p14:xfrm>
          </p:contentPart>
        </mc:Choice>
        <mc:Fallback>
          <p:pic>
            <p:nvPicPr>
              <p:cNvPr id="10" name="Ink 9">
                <a:extLst>
                  <a:ext uri="{FF2B5EF4-FFF2-40B4-BE49-F238E27FC236}">
                    <a16:creationId xmlns:a16="http://schemas.microsoft.com/office/drawing/2014/main" id="{BBBC4615-6DA2-8186-02EC-F9824D22E43C}"/>
                  </a:ext>
                </a:extLst>
              </p:cNvPr>
              <p:cNvPicPr/>
              <p:nvPr/>
            </p:nvPicPr>
            <p:blipFill>
              <a:blip r:embed="rId17"/>
              <a:stretch>
                <a:fillRect/>
              </a:stretch>
            </p:blipFill>
            <p:spPr>
              <a:xfrm>
                <a:off x="4006076" y="1398567"/>
                <a:ext cx="372600" cy="1134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Ink 10">
                <a:extLst>
                  <a:ext uri="{FF2B5EF4-FFF2-40B4-BE49-F238E27FC236}">
                    <a16:creationId xmlns:a16="http://schemas.microsoft.com/office/drawing/2014/main" id="{38CD4986-A22F-8EE6-7578-01DA9AC355C1}"/>
                  </a:ext>
                </a:extLst>
              </p14:cNvPr>
              <p14:cNvContentPartPr/>
              <p14:nvPr/>
            </p14:nvContentPartPr>
            <p14:xfrm>
              <a:off x="4245836" y="1208487"/>
              <a:ext cx="33840" cy="353880"/>
            </p14:xfrm>
          </p:contentPart>
        </mc:Choice>
        <mc:Fallback>
          <p:pic>
            <p:nvPicPr>
              <p:cNvPr id="11" name="Ink 10">
                <a:extLst>
                  <a:ext uri="{FF2B5EF4-FFF2-40B4-BE49-F238E27FC236}">
                    <a16:creationId xmlns:a16="http://schemas.microsoft.com/office/drawing/2014/main" id="{38CD4986-A22F-8EE6-7578-01DA9AC355C1}"/>
                  </a:ext>
                </a:extLst>
              </p:cNvPr>
              <p:cNvPicPr/>
              <p:nvPr/>
            </p:nvPicPr>
            <p:blipFill>
              <a:blip r:embed="rId19"/>
              <a:stretch>
                <a:fillRect/>
              </a:stretch>
            </p:blipFill>
            <p:spPr>
              <a:xfrm>
                <a:off x="4237196" y="1199487"/>
                <a:ext cx="51480" cy="371520"/>
              </a:xfrm>
              <a:prstGeom prst="rect">
                <a:avLst/>
              </a:prstGeom>
            </p:spPr>
          </p:pic>
        </mc:Fallback>
      </mc:AlternateContent>
      <p:grpSp>
        <p:nvGrpSpPr>
          <p:cNvPr id="39" name="Group 38">
            <a:extLst>
              <a:ext uri="{FF2B5EF4-FFF2-40B4-BE49-F238E27FC236}">
                <a16:creationId xmlns:a16="http://schemas.microsoft.com/office/drawing/2014/main" id="{7CB862FB-4AA3-B818-26D3-70CD35B0579D}"/>
              </a:ext>
            </a:extLst>
          </p:cNvPr>
          <p:cNvGrpSpPr/>
          <p:nvPr/>
        </p:nvGrpSpPr>
        <p:grpSpPr>
          <a:xfrm>
            <a:off x="5054036" y="219927"/>
            <a:ext cx="5365800" cy="3141720"/>
            <a:chOff x="5054036" y="219927"/>
            <a:chExt cx="5365800" cy="3141720"/>
          </a:xfrm>
        </p:grpSpPr>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FACDD606-BE95-4908-B492-2C574C9ECC2B}"/>
                    </a:ext>
                  </a:extLst>
                </p14:cNvPr>
                <p14:cNvContentPartPr/>
                <p14:nvPr/>
              </p14:nvContentPartPr>
              <p14:xfrm>
                <a:off x="5054036" y="2753607"/>
                <a:ext cx="302400" cy="608040"/>
              </p14:xfrm>
            </p:contentPart>
          </mc:Choice>
          <mc:Fallback>
            <p:pic>
              <p:nvPicPr>
                <p:cNvPr id="16" name="Ink 15">
                  <a:extLst>
                    <a:ext uri="{FF2B5EF4-FFF2-40B4-BE49-F238E27FC236}">
                      <a16:creationId xmlns:a16="http://schemas.microsoft.com/office/drawing/2014/main" id="{FACDD606-BE95-4908-B492-2C574C9ECC2B}"/>
                    </a:ext>
                  </a:extLst>
                </p:cNvPr>
                <p:cNvPicPr/>
                <p:nvPr/>
              </p:nvPicPr>
              <p:blipFill>
                <a:blip r:embed="rId21"/>
                <a:stretch>
                  <a:fillRect/>
                </a:stretch>
              </p:blipFill>
              <p:spPr>
                <a:xfrm>
                  <a:off x="5045396" y="2744607"/>
                  <a:ext cx="320040" cy="6256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D641287D-27E9-AE60-AA56-678EBBC9DDE1}"/>
                    </a:ext>
                  </a:extLst>
                </p14:cNvPr>
                <p14:cNvContentPartPr/>
                <p14:nvPr/>
              </p14:nvContentPartPr>
              <p14:xfrm>
                <a:off x="5297036" y="2658927"/>
                <a:ext cx="360" cy="360"/>
              </p14:xfrm>
            </p:contentPart>
          </mc:Choice>
          <mc:Fallback>
            <p:pic>
              <p:nvPicPr>
                <p:cNvPr id="17" name="Ink 16">
                  <a:extLst>
                    <a:ext uri="{FF2B5EF4-FFF2-40B4-BE49-F238E27FC236}">
                      <a16:creationId xmlns:a16="http://schemas.microsoft.com/office/drawing/2014/main" id="{D641287D-27E9-AE60-AA56-678EBBC9DDE1}"/>
                    </a:ext>
                  </a:extLst>
                </p:cNvPr>
                <p:cNvPicPr/>
                <p:nvPr/>
              </p:nvPicPr>
              <p:blipFill>
                <a:blip r:embed="rId23"/>
                <a:stretch>
                  <a:fillRect/>
                </a:stretch>
              </p:blipFill>
              <p:spPr>
                <a:xfrm>
                  <a:off x="5288396" y="264992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50A240E7-EE5D-5D9D-168B-E6605F1B21E1}"/>
                    </a:ext>
                  </a:extLst>
                </p14:cNvPr>
                <p14:cNvContentPartPr/>
                <p14:nvPr/>
              </p14:nvContentPartPr>
              <p14:xfrm>
                <a:off x="5623196" y="2911287"/>
                <a:ext cx="238680" cy="6480"/>
              </p14:xfrm>
            </p:contentPart>
          </mc:Choice>
          <mc:Fallback>
            <p:pic>
              <p:nvPicPr>
                <p:cNvPr id="18" name="Ink 17">
                  <a:extLst>
                    <a:ext uri="{FF2B5EF4-FFF2-40B4-BE49-F238E27FC236}">
                      <a16:creationId xmlns:a16="http://schemas.microsoft.com/office/drawing/2014/main" id="{50A240E7-EE5D-5D9D-168B-E6605F1B21E1}"/>
                    </a:ext>
                  </a:extLst>
                </p:cNvPr>
                <p:cNvPicPr/>
                <p:nvPr/>
              </p:nvPicPr>
              <p:blipFill>
                <a:blip r:embed="rId25"/>
                <a:stretch>
                  <a:fillRect/>
                </a:stretch>
              </p:blipFill>
              <p:spPr>
                <a:xfrm>
                  <a:off x="5614196" y="2902647"/>
                  <a:ext cx="2563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0C96F202-4E15-C8FF-1C7A-9A8A93C3EAAA}"/>
                    </a:ext>
                  </a:extLst>
                </p14:cNvPr>
                <p14:cNvContentPartPr/>
                <p14:nvPr/>
              </p14:nvContentPartPr>
              <p14:xfrm>
                <a:off x="5633276" y="3074727"/>
                <a:ext cx="342360" cy="152280"/>
              </p14:xfrm>
            </p:contentPart>
          </mc:Choice>
          <mc:Fallback>
            <p:pic>
              <p:nvPicPr>
                <p:cNvPr id="19" name="Ink 18">
                  <a:extLst>
                    <a:ext uri="{FF2B5EF4-FFF2-40B4-BE49-F238E27FC236}">
                      <a16:creationId xmlns:a16="http://schemas.microsoft.com/office/drawing/2014/main" id="{0C96F202-4E15-C8FF-1C7A-9A8A93C3EAAA}"/>
                    </a:ext>
                  </a:extLst>
                </p:cNvPr>
                <p:cNvPicPr/>
                <p:nvPr/>
              </p:nvPicPr>
              <p:blipFill>
                <a:blip r:embed="rId27"/>
                <a:stretch>
                  <a:fillRect/>
                </a:stretch>
              </p:blipFill>
              <p:spPr>
                <a:xfrm>
                  <a:off x="5624276" y="3065727"/>
                  <a:ext cx="36000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C1A89A66-0C1B-DAA7-B3FC-42E2DC93A628}"/>
                    </a:ext>
                  </a:extLst>
                </p14:cNvPr>
                <p14:cNvContentPartPr/>
                <p14:nvPr/>
              </p14:nvContentPartPr>
              <p14:xfrm>
                <a:off x="6242036" y="2638047"/>
                <a:ext cx="159120" cy="684000"/>
              </p14:xfrm>
            </p:contentPart>
          </mc:Choice>
          <mc:Fallback>
            <p:pic>
              <p:nvPicPr>
                <p:cNvPr id="20" name="Ink 19">
                  <a:extLst>
                    <a:ext uri="{FF2B5EF4-FFF2-40B4-BE49-F238E27FC236}">
                      <a16:creationId xmlns:a16="http://schemas.microsoft.com/office/drawing/2014/main" id="{C1A89A66-0C1B-DAA7-B3FC-42E2DC93A628}"/>
                    </a:ext>
                  </a:extLst>
                </p:cNvPr>
                <p:cNvPicPr/>
                <p:nvPr/>
              </p:nvPicPr>
              <p:blipFill>
                <a:blip r:embed="rId29"/>
                <a:stretch>
                  <a:fillRect/>
                </a:stretch>
              </p:blipFill>
              <p:spPr>
                <a:xfrm>
                  <a:off x="6233036" y="2629047"/>
                  <a:ext cx="176760" cy="7016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3" name="Ink 12">
                  <a:extLst>
                    <a:ext uri="{FF2B5EF4-FFF2-40B4-BE49-F238E27FC236}">
                      <a16:creationId xmlns:a16="http://schemas.microsoft.com/office/drawing/2014/main" id="{C42D4AA3-2750-37BB-7CFA-BA8E306DE3FE}"/>
                    </a:ext>
                  </a:extLst>
                </p14:cNvPr>
                <p14:cNvContentPartPr/>
                <p14:nvPr/>
              </p14:nvContentPartPr>
              <p14:xfrm>
                <a:off x="5202356" y="568407"/>
                <a:ext cx="1668600" cy="262080"/>
              </p14:xfrm>
            </p:contentPart>
          </mc:Choice>
          <mc:Fallback>
            <p:pic>
              <p:nvPicPr>
                <p:cNvPr id="13" name="Ink 12">
                  <a:extLst>
                    <a:ext uri="{FF2B5EF4-FFF2-40B4-BE49-F238E27FC236}">
                      <a16:creationId xmlns:a16="http://schemas.microsoft.com/office/drawing/2014/main" id="{C42D4AA3-2750-37BB-7CFA-BA8E306DE3FE}"/>
                    </a:ext>
                  </a:extLst>
                </p:cNvPr>
                <p:cNvPicPr/>
                <p:nvPr/>
              </p:nvPicPr>
              <p:blipFill>
                <a:blip r:embed="rId31"/>
                <a:stretch>
                  <a:fillRect/>
                </a:stretch>
              </p:blipFill>
              <p:spPr>
                <a:xfrm>
                  <a:off x="5193716" y="559767"/>
                  <a:ext cx="168624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4" name="Ink 13">
                  <a:extLst>
                    <a:ext uri="{FF2B5EF4-FFF2-40B4-BE49-F238E27FC236}">
                      <a16:creationId xmlns:a16="http://schemas.microsoft.com/office/drawing/2014/main" id="{871B889B-B077-A5B7-B7FA-F28774952685}"/>
                    </a:ext>
                  </a:extLst>
                </p14:cNvPr>
                <p14:cNvContentPartPr/>
                <p14:nvPr/>
              </p14:nvContentPartPr>
              <p14:xfrm>
                <a:off x="5097956" y="830127"/>
                <a:ext cx="1755720" cy="1567440"/>
              </p14:xfrm>
            </p:contentPart>
          </mc:Choice>
          <mc:Fallback>
            <p:pic>
              <p:nvPicPr>
                <p:cNvPr id="14" name="Ink 13">
                  <a:extLst>
                    <a:ext uri="{FF2B5EF4-FFF2-40B4-BE49-F238E27FC236}">
                      <a16:creationId xmlns:a16="http://schemas.microsoft.com/office/drawing/2014/main" id="{871B889B-B077-A5B7-B7FA-F28774952685}"/>
                    </a:ext>
                  </a:extLst>
                </p:cNvPr>
                <p:cNvPicPr/>
                <p:nvPr/>
              </p:nvPicPr>
              <p:blipFill>
                <a:blip r:embed="rId33"/>
                <a:stretch>
                  <a:fillRect/>
                </a:stretch>
              </p:blipFill>
              <p:spPr>
                <a:xfrm>
                  <a:off x="5089316" y="821127"/>
                  <a:ext cx="1773360" cy="15850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1" name="Ink 20">
                  <a:extLst>
                    <a:ext uri="{FF2B5EF4-FFF2-40B4-BE49-F238E27FC236}">
                      <a16:creationId xmlns:a16="http://schemas.microsoft.com/office/drawing/2014/main" id="{2B562369-8B98-ABC4-B9C7-F11E410C1927}"/>
                    </a:ext>
                  </a:extLst>
                </p14:cNvPr>
                <p14:cNvContentPartPr/>
                <p14:nvPr/>
              </p14:nvContentPartPr>
              <p14:xfrm>
                <a:off x="6137636" y="219927"/>
                <a:ext cx="304920" cy="415800"/>
              </p14:xfrm>
            </p:contentPart>
          </mc:Choice>
          <mc:Fallback>
            <p:pic>
              <p:nvPicPr>
                <p:cNvPr id="21" name="Ink 20">
                  <a:extLst>
                    <a:ext uri="{FF2B5EF4-FFF2-40B4-BE49-F238E27FC236}">
                      <a16:creationId xmlns:a16="http://schemas.microsoft.com/office/drawing/2014/main" id="{2B562369-8B98-ABC4-B9C7-F11E410C1927}"/>
                    </a:ext>
                  </a:extLst>
                </p:cNvPr>
                <p:cNvPicPr/>
                <p:nvPr/>
              </p:nvPicPr>
              <p:blipFill>
                <a:blip r:embed="rId35"/>
                <a:stretch>
                  <a:fillRect/>
                </a:stretch>
              </p:blipFill>
              <p:spPr>
                <a:xfrm>
                  <a:off x="6128636" y="210927"/>
                  <a:ext cx="322560" cy="433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212D2ABF-DF49-8FED-E1D8-BCBE6055BB9C}"/>
                    </a:ext>
                  </a:extLst>
                </p14:cNvPr>
                <p14:cNvContentPartPr/>
                <p14:nvPr/>
              </p14:nvContentPartPr>
              <p14:xfrm>
                <a:off x="7084796" y="917607"/>
                <a:ext cx="932760" cy="876600"/>
              </p14:xfrm>
            </p:contentPart>
          </mc:Choice>
          <mc:Fallback>
            <p:pic>
              <p:nvPicPr>
                <p:cNvPr id="24" name="Ink 23">
                  <a:extLst>
                    <a:ext uri="{FF2B5EF4-FFF2-40B4-BE49-F238E27FC236}">
                      <a16:creationId xmlns:a16="http://schemas.microsoft.com/office/drawing/2014/main" id="{212D2ABF-DF49-8FED-E1D8-BCBE6055BB9C}"/>
                    </a:ext>
                  </a:extLst>
                </p:cNvPr>
                <p:cNvPicPr/>
                <p:nvPr/>
              </p:nvPicPr>
              <p:blipFill>
                <a:blip r:embed="rId37"/>
                <a:stretch>
                  <a:fillRect/>
                </a:stretch>
              </p:blipFill>
              <p:spPr>
                <a:xfrm>
                  <a:off x="7075796" y="908607"/>
                  <a:ext cx="950400" cy="8942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5" name="Ink 24">
                  <a:extLst>
                    <a:ext uri="{FF2B5EF4-FFF2-40B4-BE49-F238E27FC236}">
                      <a16:creationId xmlns:a16="http://schemas.microsoft.com/office/drawing/2014/main" id="{050F9E37-5E17-5890-3DBB-18A3DD64215B}"/>
                    </a:ext>
                  </a:extLst>
                </p14:cNvPr>
                <p14:cNvContentPartPr/>
                <p14:nvPr/>
              </p14:nvContentPartPr>
              <p14:xfrm>
                <a:off x="7261556" y="262767"/>
                <a:ext cx="831960" cy="1971000"/>
              </p14:xfrm>
            </p:contentPart>
          </mc:Choice>
          <mc:Fallback>
            <p:pic>
              <p:nvPicPr>
                <p:cNvPr id="25" name="Ink 24">
                  <a:extLst>
                    <a:ext uri="{FF2B5EF4-FFF2-40B4-BE49-F238E27FC236}">
                      <a16:creationId xmlns:a16="http://schemas.microsoft.com/office/drawing/2014/main" id="{050F9E37-5E17-5890-3DBB-18A3DD64215B}"/>
                    </a:ext>
                  </a:extLst>
                </p:cNvPr>
                <p:cNvPicPr/>
                <p:nvPr/>
              </p:nvPicPr>
              <p:blipFill>
                <a:blip r:embed="rId39"/>
                <a:stretch>
                  <a:fillRect/>
                </a:stretch>
              </p:blipFill>
              <p:spPr>
                <a:xfrm>
                  <a:off x="7252556" y="253767"/>
                  <a:ext cx="849600" cy="1988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B58820E9-7B58-C261-E766-5034C192C9F4}"/>
                    </a:ext>
                  </a:extLst>
                </p14:cNvPr>
                <p14:cNvContentPartPr/>
                <p14:nvPr/>
              </p14:nvContentPartPr>
              <p14:xfrm>
                <a:off x="7976156" y="2007327"/>
                <a:ext cx="270720" cy="584280"/>
              </p14:xfrm>
            </p:contentPart>
          </mc:Choice>
          <mc:Fallback>
            <p:pic>
              <p:nvPicPr>
                <p:cNvPr id="27" name="Ink 26">
                  <a:extLst>
                    <a:ext uri="{FF2B5EF4-FFF2-40B4-BE49-F238E27FC236}">
                      <a16:creationId xmlns:a16="http://schemas.microsoft.com/office/drawing/2014/main" id="{B58820E9-7B58-C261-E766-5034C192C9F4}"/>
                    </a:ext>
                  </a:extLst>
                </p:cNvPr>
                <p:cNvPicPr/>
                <p:nvPr/>
              </p:nvPicPr>
              <p:blipFill>
                <a:blip r:embed="rId41"/>
                <a:stretch>
                  <a:fillRect/>
                </a:stretch>
              </p:blipFill>
              <p:spPr>
                <a:xfrm>
                  <a:off x="7967516" y="1998687"/>
                  <a:ext cx="288360" cy="6019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8DB55F6A-B448-5D5A-3069-B9171A7278E9}"/>
                    </a:ext>
                  </a:extLst>
                </p14:cNvPr>
                <p14:cNvContentPartPr/>
                <p14:nvPr/>
              </p14:nvContentPartPr>
              <p14:xfrm>
                <a:off x="8240036" y="1870527"/>
                <a:ext cx="360" cy="360"/>
              </p14:xfrm>
            </p:contentPart>
          </mc:Choice>
          <mc:Fallback>
            <p:pic>
              <p:nvPicPr>
                <p:cNvPr id="28" name="Ink 27">
                  <a:extLst>
                    <a:ext uri="{FF2B5EF4-FFF2-40B4-BE49-F238E27FC236}">
                      <a16:creationId xmlns:a16="http://schemas.microsoft.com/office/drawing/2014/main" id="{8DB55F6A-B448-5D5A-3069-B9171A7278E9}"/>
                    </a:ext>
                  </a:extLst>
                </p:cNvPr>
                <p:cNvPicPr/>
                <p:nvPr/>
              </p:nvPicPr>
              <p:blipFill>
                <a:blip r:embed="rId23"/>
                <a:stretch>
                  <a:fillRect/>
                </a:stretch>
              </p:blipFill>
              <p:spPr>
                <a:xfrm>
                  <a:off x="8231396" y="186152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9" name="Ink 28">
                  <a:extLst>
                    <a:ext uri="{FF2B5EF4-FFF2-40B4-BE49-F238E27FC236}">
                      <a16:creationId xmlns:a16="http://schemas.microsoft.com/office/drawing/2014/main" id="{10074F31-B105-7A46-1508-1F0F937C2F7D}"/>
                    </a:ext>
                  </a:extLst>
                </p14:cNvPr>
                <p14:cNvContentPartPr/>
                <p14:nvPr/>
              </p14:nvContentPartPr>
              <p14:xfrm>
                <a:off x="8639276" y="765687"/>
                <a:ext cx="617040" cy="65520"/>
              </p14:xfrm>
            </p:contentPart>
          </mc:Choice>
          <mc:Fallback>
            <p:pic>
              <p:nvPicPr>
                <p:cNvPr id="29" name="Ink 28">
                  <a:extLst>
                    <a:ext uri="{FF2B5EF4-FFF2-40B4-BE49-F238E27FC236}">
                      <a16:creationId xmlns:a16="http://schemas.microsoft.com/office/drawing/2014/main" id="{10074F31-B105-7A46-1508-1F0F937C2F7D}"/>
                    </a:ext>
                  </a:extLst>
                </p:cNvPr>
                <p:cNvPicPr/>
                <p:nvPr/>
              </p:nvPicPr>
              <p:blipFill>
                <a:blip r:embed="rId44"/>
                <a:stretch>
                  <a:fillRect/>
                </a:stretch>
              </p:blipFill>
              <p:spPr>
                <a:xfrm>
                  <a:off x="8630636" y="757047"/>
                  <a:ext cx="634680" cy="831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0" name="Ink 29">
                  <a:extLst>
                    <a:ext uri="{FF2B5EF4-FFF2-40B4-BE49-F238E27FC236}">
                      <a16:creationId xmlns:a16="http://schemas.microsoft.com/office/drawing/2014/main" id="{41931B54-4FE1-693C-064B-E0F6A2FFD67A}"/>
                    </a:ext>
                  </a:extLst>
                </p14:cNvPr>
                <p14:cNvContentPartPr/>
                <p14:nvPr/>
              </p14:nvContentPartPr>
              <p14:xfrm>
                <a:off x="8837636" y="872247"/>
                <a:ext cx="191520" cy="876600"/>
              </p14:xfrm>
            </p:contentPart>
          </mc:Choice>
          <mc:Fallback>
            <p:pic>
              <p:nvPicPr>
                <p:cNvPr id="30" name="Ink 29">
                  <a:extLst>
                    <a:ext uri="{FF2B5EF4-FFF2-40B4-BE49-F238E27FC236}">
                      <a16:creationId xmlns:a16="http://schemas.microsoft.com/office/drawing/2014/main" id="{41931B54-4FE1-693C-064B-E0F6A2FFD67A}"/>
                    </a:ext>
                  </a:extLst>
                </p:cNvPr>
                <p:cNvPicPr/>
                <p:nvPr/>
              </p:nvPicPr>
              <p:blipFill>
                <a:blip r:embed="rId46"/>
                <a:stretch>
                  <a:fillRect/>
                </a:stretch>
              </p:blipFill>
              <p:spPr>
                <a:xfrm>
                  <a:off x="8828636" y="863607"/>
                  <a:ext cx="209160" cy="8942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0F1B977D-8505-6CC9-16D8-AE5F32FB2150}"/>
                    </a:ext>
                  </a:extLst>
                </p14:cNvPr>
                <p14:cNvContentPartPr/>
                <p14:nvPr/>
              </p14:nvContentPartPr>
              <p14:xfrm>
                <a:off x="8942756" y="1618527"/>
                <a:ext cx="563040" cy="851400"/>
              </p14:xfrm>
            </p:contentPart>
          </mc:Choice>
          <mc:Fallback>
            <p:pic>
              <p:nvPicPr>
                <p:cNvPr id="31" name="Ink 30">
                  <a:extLst>
                    <a:ext uri="{FF2B5EF4-FFF2-40B4-BE49-F238E27FC236}">
                      <a16:creationId xmlns:a16="http://schemas.microsoft.com/office/drawing/2014/main" id="{0F1B977D-8505-6CC9-16D8-AE5F32FB2150}"/>
                    </a:ext>
                  </a:extLst>
                </p:cNvPr>
                <p:cNvPicPr/>
                <p:nvPr/>
              </p:nvPicPr>
              <p:blipFill>
                <a:blip r:embed="rId48"/>
                <a:stretch>
                  <a:fillRect/>
                </a:stretch>
              </p:blipFill>
              <p:spPr>
                <a:xfrm>
                  <a:off x="8933756" y="1609527"/>
                  <a:ext cx="580680" cy="8690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EFCCB436-E019-7E45-EA47-9A807558BD17}"/>
                    </a:ext>
                  </a:extLst>
                </p14:cNvPr>
                <p14:cNvContentPartPr/>
                <p14:nvPr/>
              </p14:nvContentPartPr>
              <p14:xfrm>
                <a:off x="8943836" y="2017047"/>
                <a:ext cx="323280" cy="12960"/>
              </p14:xfrm>
            </p:contentPart>
          </mc:Choice>
          <mc:Fallback>
            <p:pic>
              <p:nvPicPr>
                <p:cNvPr id="32" name="Ink 31">
                  <a:extLst>
                    <a:ext uri="{FF2B5EF4-FFF2-40B4-BE49-F238E27FC236}">
                      <a16:creationId xmlns:a16="http://schemas.microsoft.com/office/drawing/2014/main" id="{EFCCB436-E019-7E45-EA47-9A807558BD17}"/>
                    </a:ext>
                  </a:extLst>
                </p:cNvPr>
                <p:cNvPicPr/>
                <p:nvPr/>
              </p:nvPicPr>
              <p:blipFill>
                <a:blip r:embed="rId50"/>
                <a:stretch>
                  <a:fillRect/>
                </a:stretch>
              </p:blipFill>
              <p:spPr>
                <a:xfrm>
                  <a:off x="8935196" y="2008047"/>
                  <a:ext cx="34092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370DCCCA-893C-3B9C-76DA-2A7D817F1060}"/>
                    </a:ext>
                  </a:extLst>
                </p14:cNvPr>
                <p14:cNvContentPartPr/>
                <p14:nvPr/>
              </p14:nvContentPartPr>
              <p14:xfrm>
                <a:off x="9616676" y="2158167"/>
                <a:ext cx="247680" cy="154440"/>
              </p14:xfrm>
            </p:contentPart>
          </mc:Choice>
          <mc:Fallback>
            <p:pic>
              <p:nvPicPr>
                <p:cNvPr id="33" name="Ink 32">
                  <a:extLst>
                    <a:ext uri="{FF2B5EF4-FFF2-40B4-BE49-F238E27FC236}">
                      <a16:creationId xmlns:a16="http://schemas.microsoft.com/office/drawing/2014/main" id="{370DCCCA-893C-3B9C-76DA-2A7D817F1060}"/>
                    </a:ext>
                  </a:extLst>
                </p:cNvPr>
                <p:cNvPicPr/>
                <p:nvPr/>
              </p:nvPicPr>
              <p:blipFill>
                <a:blip r:embed="rId52"/>
                <a:stretch>
                  <a:fillRect/>
                </a:stretch>
              </p:blipFill>
              <p:spPr>
                <a:xfrm>
                  <a:off x="9607676" y="2149167"/>
                  <a:ext cx="265320" cy="1720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5" name="Ink 34">
                  <a:extLst>
                    <a:ext uri="{FF2B5EF4-FFF2-40B4-BE49-F238E27FC236}">
                      <a16:creationId xmlns:a16="http://schemas.microsoft.com/office/drawing/2014/main" id="{F0A3E576-9A35-A615-0816-D721499C8A1E}"/>
                    </a:ext>
                  </a:extLst>
                </p14:cNvPr>
                <p14:cNvContentPartPr/>
                <p14:nvPr/>
              </p14:nvContentPartPr>
              <p14:xfrm>
                <a:off x="10142636" y="2049087"/>
                <a:ext cx="277200" cy="505440"/>
              </p14:xfrm>
            </p:contentPart>
          </mc:Choice>
          <mc:Fallback>
            <p:pic>
              <p:nvPicPr>
                <p:cNvPr id="35" name="Ink 34">
                  <a:extLst>
                    <a:ext uri="{FF2B5EF4-FFF2-40B4-BE49-F238E27FC236}">
                      <a16:creationId xmlns:a16="http://schemas.microsoft.com/office/drawing/2014/main" id="{F0A3E576-9A35-A615-0816-D721499C8A1E}"/>
                    </a:ext>
                  </a:extLst>
                </p:cNvPr>
                <p:cNvPicPr/>
                <p:nvPr/>
              </p:nvPicPr>
              <p:blipFill>
                <a:blip r:embed="rId54"/>
                <a:stretch>
                  <a:fillRect/>
                </a:stretch>
              </p:blipFill>
              <p:spPr>
                <a:xfrm>
                  <a:off x="10133996" y="2040447"/>
                  <a:ext cx="294840" cy="5230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6" name="Ink 35">
                  <a:extLst>
                    <a:ext uri="{FF2B5EF4-FFF2-40B4-BE49-F238E27FC236}">
                      <a16:creationId xmlns:a16="http://schemas.microsoft.com/office/drawing/2014/main" id="{23A10A5D-477C-82EB-F75B-7F494718A6D4}"/>
                    </a:ext>
                  </a:extLst>
                </p14:cNvPr>
                <p14:cNvContentPartPr/>
                <p14:nvPr/>
              </p14:nvContentPartPr>
              <p14:xfrm>
                <a:off x="10299956" y="1822647"/>
                <a:ext cx="360" cy="27000"/>
              </p14:xfrm>
            </p:contentPart>
          </mc:Choice>
          <mc:Fallback>
            <p:pic>
              <p:nvPicPr>
                <p:cNvPr id="36" name="Ink 35">
                  <a:extLst>
                    <a:ext uri="{FF2B5EF4-FFF2-40B4-BE49-F238E27FC236}">
                      <a16:creationId xmlns:a16="http://schemas.microsoft.com/office/drawing/2014/main" id="{23A10A5D-477C-82EB-F75B-7F494718A6D4}"/>
                    </a:ext>
                  </a:extLst>
                </p:cNvPr>
                <p:cNvPicPr/>
                <p:nvPr/>
              </p:nvPicPr>
              <p:blipFill>
                <a:blip r:embed="rId56"/>
                <a:stretch>
                  <a:fillRect/>
                </a:stretch>
              </p:blipFill>
              <p:spPr>
                <a:xfrm>
                  <a:off x="10291316" y="1814007"/>
                  <a:ext cx="18000" cy="446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8" name="Ink 37">
                  <a:extLst>
                    <a:ext uri="{FF2B5EF4-FFF2-40B4-BE49-F238E27FC236}">
                      <a16:creationId xmlns:a16="http://schemas.microsoft.com/office/drawing/2014/main" id="{8D7F79A8-E02C-D2A5-7A49-F482D7E5D15E}"/>
                    </a:ext>
                  </a:extLst>
                </p14:cNvPr>
                <p14:cNvContentPartPr/>
                <p14:nvPr/>
              </p14:nvContentPartPr>
              <p14:xfrm>
                <a:off x="5322596" y="2469927"/>
                <a:ext cx="90360" cy="80280"/>
              </p14:xfrm>
            </p:contentPart>
          </mc:Choice>
          <mc:Fallback>
            <p:pic>
              <p:nvPicPr>
                <p:cNvPr id="38" name="Ink 37">
                  <a:extLst>
                    <a:ext uri="{FF2B5EF4-FFF2-40B4-BE49-F238E27FC236}">
                      <a16:creationId xmlns:a16="http://schemas.microsoft.com/office/drawing/2014/main" id="{8D7F79A8-E02C-D2A5-7A49-F482D7E5D15E}"/>
                    </a:ext>
                  </a:extLst>
                </p:cNvPr>
                <p:cNvPicPr/>
                <p:nvPr/>
              </p:nvPicPr>
              <p:blipFill>
                <a:blip r:embed="rId58"/>
                <a:stretch>
                  <a:fillRect/>
                </a:stretch>
              </p:blipFill>
              <p:spPr>
                <a:xfrm>
                  <a:off x="5313596" y="2460927"/>
                  <a:ext cx="108000" cy="97920"/>
                </a:xfrm>
                <a:prstGeom prst="rect">
                  <a:avLst/>
                </a:prstGeom>
              </p:spPr>
            </p:pic>
          </mc:Fallback>
        </mc:AlternateContent>
      </p:grpSp>
      <p:grpSp>
        <p:nvGrpSpPr>
          <p:cNvPr id="42" name="Group 41">
            <a:extLst>
              <a:ext uri="{FF2B5EF4-FFF2-40B4-BE49-F238E27FC236}">
                <a16:creationId xmlns:a16="http://schemas.microsoft.com/office/drawing/2014/main" id="{4DE3DEA5-0A4E-0F84-5CFE-1DDD0ACC6463}"/>
              </a:ext>
            </a:extLst>
          </p:cNvPr>
          <p:cNvGrpSpPr/>
          <p:nvPr/>
        </p:nvGrpSpPr>
        <p:grpSpPr>
          <a:xfrm>
            <a:off x="10720076" y="1061247"/>
            <a:ext cx="848880" cy="1182600"/>
            <a:chOff x="10720076" y="1061247"/>
            <a:chExt cx="848880" cy="1182600"/>
          </a:xfrm>
        </p:grpSpPr>
        <mc:AlternateContent xmlns:mc="http://schemas.openxmlformats.org/markup-compatibility/2006">
          <mc:Choice xmlns:p14="http://schemas.microsoft.com/office/powerpoint/2010/main" Requires="p14">
            <p:contentPart p14:bwMode="auto" r:id="rId59">
              <p14:nvContentPartPr>
                <p14:cNvPr id="40" name="Ink 39">
                  <a:extLst>
                    <a:ext uri="{FF2B5EF4-FFF2-40B4-BE49-F238E27FC236}">
                      <a16:creationId xmlns:a16="http://schemas.microsoft.com/office/drawing/2014/main" id="{35BFA641-2043-6795-B66B-1353AE1D2BF5}"/>
                    </a:ext>
                  </a:extLst>
                </p14:cNvPr>
                <p14:cNvContentPartPr/>
                <p14:nvPr/>
              </p14:nvContentPartPr>
              <p14:xfrm>
                <a:off x="10720076" y="1460127"/>
                <a:ext cx="848880" cy="53640"/>
              </p14:xfrm>
            </p:contentPart>
          </mc:Choice>
          <mc:Fallback>
            <p:pic>
              <p:nvPicPr>
                <p:cNvPr id="40" name="Ink 39">
                  <a:extLst>
                    <a:ext uri="{FF2B5EF4-FFF2-40B4-BE49-F238E27FC236}">
                      <a16:creationId xmlns:a16="http://schemas.microsoft.com/office/drawing/2014/main" id="{35BFA641-2043-6795-B66B-1353AE1D2BF5}"/>
                    </a:ext>
                  </a:extLst>
                </p:cNvPr>
                <p:cNvPicPr/>
                <p:nvPr/>
              </p:nvPicPr>
              <p:blipFill>
                <a:blip r:embed="rId60"/>
                <a:stretch>
                  <a:fillRect/>
                </a:stretch>
              </p:blipFill>
              <p:spPr>
                <a:xfrm>
                  <a:off x="10711436" y="1451127"/>
                  <a:ext cx="86652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1" name="Ink 40">
                  <a:extLst>
                    <a:ext uri="{FF2B5EF4-FFF2-40B4-BE49-F238E27FC236}">
                      <a16:creationId xmlns:a16="http://schemas.microsoft.com/office/drawing/2014/main" id="{33B5FEE9-BD8A-5431-16F2-40857E23E5D0}"/>
                    </a:ext>
                  </a:extLst>
                </p14:cNvPr>
                <p14:cNvContentPartPr/>
                <p14:nvPr/>
              </p14:nvContentPartPr>
              <p14:xfrm>
                <a:off x="11118956" y="1061247"/>
                <a:ext cx="169200" cy="1182600"/>
              </p14:xfrm>
            </p:contentPart>
          </mc:Choice>
          <mc:Fallback>
            <p:pic>
              <p:nvPicPr>
                <p:cNvPr id="41" name="Ink 40">
                  <a:extLst>
                    <a:ext uri="{FF2B5EF4-FFF2-40B4-BE49-F238E27FC236}">
                      <a16:creationId xmlns:a16="http://schemas.microsoft.com/office/drawing/2014/main" id="{33B5FEE9-BD8A-5431-16F2-40857E23E5D0}"/>
                    </a:ext>
                  </a:extLst>
                </p:cNvPr>
                <p:cNvPicPr/>
                <p:nvPr/>
              </p:nvPicPr>
              <p:blipFill>
                <a:blip r:embed="rId62"/>
                <a:stretch>
                  <a:fillRect/>
                </a:stretch>
              </p:blipFill>
              <p:spPr>
                <a:xfrm>
                  <a:off x="11110316" y="1052247"/>
                  <a:ext cx="186840" cy="1200240"/>
                </a:xfrm>
                <a:prstGeom prst="rect">
                  <a:avLst/>
                </a:prstGeom>
              </p:spPr>
            </p:pic>
          </mc:Fallback>
        </mc:AlternateContent>
      </p:grpSp>
      <p:grpSp>
        <p:nvGrpSpPr>
          <p:cNvPr id="47" name="Group 46">
            <a:extLst>
              <a:ext uri="{FF2B5EF4-FFF2-40B4-BE49-F238E27FC236}">
                <a16:creationId xmlns:a16="http://schemas.microsoft.com/office/drawing/2014/main" id="{581F5E16-227E-F657-131F-907C60D211AE}"/>
              </a:ext>
            </a:extLst>
          </p:cNvPr>
          <p:cNvGrpSpPr/>
          <p:nvPr/>
        </p:nvGrpSpPr>
        <p:grpSpPr>
          <a:xfrm>
            <a:off x="4270316" y="4434447"/>
            <a:ext cx="1090440" cy="1442160"/>
            <a:chOff x="4270316" y="4434447"/>
            <a:chExt cx="1090440" cy="1442160"/>
          </a:xfrm>
        </p:grpSpPr>
        <mc:AlternateContent xmlns:mc="http://schemas.openxmlformats.org/markup-compatibility/2006">
          <mc:Choice xmlns:p14="http://schemas.microsoft.com/office/powerpoint/2010/main" Requires="p14">
            <p:contentPart p14:bwMode="auto" r:id="rId63">
              <p14:nvContentPartPr>
                <p14:cNvPr id="43" name="Ink 42">
                  <a:extLst>
                    <a:ext uri="{FF2B5EF4-FFF2-40B4-BE49-F238E27FC236}">
                      <a16:creationId xmlns:a16="http://schemas.microsoft.com/office/drawing/2014/main" id="{A65B6D8A-BDC2-09F3-5DA7-337C0B062AF0}"/>
                    </a:ext>
                  </a:extLst>
                </p14:cNvPr>
                <p14:cNvContentPartPr/>
                <p14:nvPr/>
              </p14:nvContentPartPr>
              <p14:xfrm>
                <a:off x="4270316" y="4434447"/>
                <a:ext cx="650520" cy="874800"/>
              </p14:xfrm>
            </p:contentPart>
          </mc:Choice>
          <mc:Fallback>
            <p:pic>
              <p:nvPicPr>
                <p:cNvPr id="43" name="Ink 42">
                  <a:extLst>
                    <a:ext uri="{FF2B5EF4-FFF2-40B4-BE49-F238E27FC236}">
                      <a16:creationId xmlns:a16="http://schemas.microsoft.com/office/drawing/2014/main" id="{A65B6D8A-BDC2-09F3-5DA7-337C0B062AF0}"/>
                    </a:ext>
                  </a:extLst>
                </p:cNvPr>
                <p:cNvPicPr/>
                <p:nvPr/>
              </p:nvPicPr>
              <p:blipFill>
                <a:blip r:embed="rId64"/>
                <a:stretch>
                  <a:fillRect/>
                </a:stretch>
              </p:blipFill>
              <p:spPr>
                <a:xfrm>
                  <a:off x="4261316" y="4425447"/>
                  <a:ext cx="668160" cy="8924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4" name="Ink 43">
                  <a:extLst>
                    <a:ext uri="{FF2B5EF4-FFF2-40B4-BE49-F238E27FC236}">
                      <a16:creationId xmlns:a16="http://schemas.microsoft.com/office/drawing/2014/main" id="{D9E2DD06-1092-EF94-E895-B7D3BBA28123}"/>
                    </a:ext>
                  </a:extLst>
                </p14:cNvPr>
                <p14:cNvContentPartPr/>
                <p14:nvPr/>
              </p14:nvContentPartPr>
              <p14:xfrm>
                <a:off x="4937756" y="5002887"/>
                <a:ext cx="380520" cy="873720"/>
              </p14:xfrm>
            </p:contentPart>
          </mc:Choice>
          <mc:Fallback>
            <p:pic>
              <p:nvPicPr>
                <p:cNvPr id="44" name="Ink 43">
                  <a:extLst>
                    <a:ext uri="{FF2B5EF4-FFF2-40B4-BE49-F238E27FC236}">
                      <a16:creationId xmlns:a16="http://schemas.microsoft.com/office/drawing/2014/main" id="{D9E2DD06-1092-EF94-E895-B7D3BBA28123}"/>
                    </a:ext>
                  </a:extLst>
                </p:cNvPr>
                <p:cNvPicPr/>
                <p:nvPr/>
              </p:nvPicPr>
              <p:blipFill>
                <a:blip r:embed="rId66"/>
                <a:stretch>
                  <a:fillRect/>
                </a:stretch>
              </p:blipFill>
              <p:spPr>
                <a:xfrm>
                  <a:off x="4928756" y="4994247"/>
                  <a:ext cx="398160" cy="8913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5" name="Ink 44">
                  <a:extLst>
                    <a:ext uri="{FF2B5EF4-FFF2-40B4-BE49-F238E27FC236}">
                      <a16:creationId xmlns:a16="http://schemas.microsoft.com/office/drawing/2014/main" id="{109F5C1B-400C-D267-077E-B4EAF772C294}"/>
                    </a:ext>
                  </a:extLst>
                </p14:cNvPr>
                <p14:cNvContentPartPr/>
                <p14:nvPr/>
              </p14:nvContentPartPr>
              <p14:xfrm>
                <a:off x="5360396" y="4677087"/>
                <a:ext cx="360" cy="4320"/>
              </p14:xfrm>
            </p:contentPart>
          </mc:Choice>
          <mc:Fallback>
            <p:pic>
              <p:nvPicPr>
                <p:cNvPr id="45" name="Ink 44">
                  <a:extLst>
                    <a:ext uri="{FF2B5EF4-FFF2-40B4-BE49-F238E27FC236}">
                      <a16:creationId xmlns:a16="http://schemas.microsoft.com/office/drawing/2014/main" id="{109F5C1B-400C-D267-077E-B4EAF772C294}"/>
                    </a:ext>
                  </a:extLst>
                </p:cNvPr>
                <p:cNvPicPr/>
                <p:nvPr/>
              </p:nvPicPr>
              <p:blipFill>
                <a:blip r:embed="rId68"/>
                <a:stretch>
                  <a:fillRect/>
                </a:stretch>
              </p:blipFill>
              <p:spPr>
                <a:xfrm>
                  <a:off x="5351396" y="4668087"/>
                  <a:ext cx="18000" cy="21960"/>
                </a:xfrm>
                <a:prstGeom prst="rect">
                  <a:avLst/>
                </a:prstGeom>
              </p:spPr>
            </p:pic>
          </mc:Fallback>
        </mc:AlternateContent>
      </p:grpSp>
      <p:grpSp>
        <p:nvGrpSpPr>
          <p:cNvPr id="53" name="Group 52">
            <a:extLst>
              <a:ext uri="{FF2B5EF4-FFF2-40B4-BE49-F238E27FC236}">
                <a16:creationId xmlns:a16="http://schemas.microsoft.com/office/drawing/2014/main" id="{6017B907-5A0A-DCB2-E320-ADB0E6BF7AEE}"/>
              </a:ext>
            </a:extLst>
          </p:cNvPr>
          <p:cNvGrpSpPr/>
          <p:nvPr/>
        </p:nvGrpSpPr>
        <p:grpSpPr>
          <a:xfrm>
            <a:off x="6337796" y="4616247"/>
            <a:ext cx="2115000" cy="1512720"/>
            <a:chOff x="6337796" y="4616247"/>
            <a:chExt cx="2115000" cy="1512720"/>
          </a:xfrm>
        </p:grpSpPr>
        <mc:AlternateContent xmlns:mc="http://schemas.openxmlformats.org/markup-compatibility/2006">
          <mc:Choice xmlns:p14="http://schemas.microsoft.com/office/powerpoint/2010/main" Requires="p14">
            <p:contentPart p14:bwMode="auto" r:id="rId69">
              <p14:nvContentPartPr>
                <p14:cNvPr id="46" name="Ink 45">
                  <a:extLst>
                    <a:ext uri="{FF2B5EF4-FFF2-40B4-BE49-F238E27FC236}">
                      <a16:creationId xmlns:a16="http://schemas.microsoft.com/office/drawing/2014/main" id="{FA414D3E-53E8-6E9B-C736-00A1365A542A}"/>
                    </a:ext>
                  </a:extLst>
                </p14:cNvPr>
                <p14:cNvContentPartPr/>
                <p14:nvPr/>
              </p14:nvContentPartPr>
              <p14:xfrm>
                <a:off x="6337796" y="4616247"/>
                <a:ext cx="591120" cy="901800"/>
              </p14:xfrm>
            </p:contentPart>
          </mc:Choice>
          <mc:Fallback>
            <p:pic>
              <p:nvPicPr>
                <p:cNvPr id="46" name="Ink 45">
                  <a:extLst>
                    <a:ext uri="{FF2B5EF4-FFF2-40B4-BE49-F238E27FC236}">
                      <a16:creationId xmlns:a16="http://schemas.microsoft.com/office/drawing/2014/main" id="{FA414D3E-53E8-6E9B-C736-00A1365A542A}"/>
                    </a:ext>
                  </a:extLst>
                </p:cNvPr>
                <p:cNvPicPr/>
                <p:nvPr/>
              </p:nvPicPr>
              <p:blipFill>
                <a:blip r:embed="rId70"/>
                <a:stretch>
                  <a:fillRect/>
                </a:stretch>
              </p:blipFill>
              <p:spPr>
                <a:xfrm>
                  <a:off x="6328796" y="4607247"/>
                  <a:ext cx="608760" cy="9194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8" name="Ink 47">
                  <a:extLst>
                    <a:ext uri="{FF2B5EF4-FFF2-40B4-BE49-F238E27FC236}">
                      <a16:creationId xmlns:a16="http://schemas.microsoft.com/office/drawing/2014/main" id="{22861116-B500-F401-631E-D40E8A7AAE6A}"/>
                    </a:ext>
                  </a:extLst>
                </p14:cNvPr>
                <p14:cNvContentPartPr/>
                <p14:nvPr/>
              </p14:nvContentPartPr>
              <p14:xfrm>
                <a:off x="6871316" y="5275767"/>
                <a:ext cx="375480" cy="853200"/>
              </p14:xfrm>
            </p:contentPart>
          </mc:Choice>
          <mc:Fallback>
            <p:pic>
              <p:nvPicPr>
                <p:cNvPr id="48" name="Ink 47">
                  <a:extLst>
                    <a:ext uri="{FF2B5EF4-FFF2-40B4-BE49-F238E27FC236}">
                      <a16:creationId xmlns:a16="http://schemas.microsoft.com/office/drawing/2014/main" id="{22861116-B500-F401-631E-D40E8A7AAE6A}"/>
                    </a:ext>
                  </a:extLst>
                </p:cNvPr>
                <p:cNvPicPr/>
                <p:nvPr/>
              </p:nvPicPr>
              <p:blipFill>
                <a:blip r:embed="rId72"/>
                <a:stretch>
                  <a:fillRect/>
                </a:stretch>
              </p:blipFill>
              <p:spPr>
                <a:xfrm>
                  <a:off x="6862676" y="5267127"/>
                  <a:ext cx="393120" cy="8708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9" name="Ink 48">
                  <a:extLst>
                    <a:ext uri="{FF2B5EF4-FFF2-40B4-BE49-F238E27FC236}">
                      <a16:creationId xmlns:a16="http://schemas.microsoft.com/office/drawing/2014/main" id="{F819720D-2C20-5913-39AC-F06F655FE5CA}"/>
                    </a:ext>
                  </a:extLst>
                </p14:cNvPr>
                <p14:cNvContentPartPr/>
                <p14:nvPr/>
              </p14:nvContentPartPr>
              <p14:xfrm>
                <a:off x="6758276" y="5749167"/>
                <a:ext cx="324360" cy="73800"/>
              </p14:xfrm>
            </p:contentPart>
          </mc:Choice>
          <mc:Fallback>
            <p:pic>
              <p:nvPicPr>
                <p:cNvPr id="49" name="Ink 48">
                  <a:extLst>
                    <a:ext uri="{FF2B5EF4-FFF2-40B4-BE49-F238E27FC236}">
                      <a16:creationId xmlns:a16="http://schemas.microsoft.com/office/drawing/2014/main" id="{F819720D-2C20-5913-39AC-F06F655FE5CA}"/>
                    </a:ext>
                  </a:extLst>
                </p:cNvPr>
                <p:cNvPicPr/>
                <p:nvPr/>
              </p:nvPicPr>
              <p:blipFill>
                <a:blip r:embed="rId74"/>
                <a:stretch>
                  <a:fillRect/>
                </a:stretch>
              </p:blipFill>
              <p:spPr>
                <a:xfrm>
                  <a:off x="6749276" y="5740167"/>
                  <a:ext cx="3420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0" name="Ink 49">
                  <a:extLst>
                    <a:ext uri="{FF2B5EF4-FFF2-40B4-BE49-F238E27FC236}">
                      <a16:creationId xmlns:a16="http://schemas.microsoft.com/office/drawing/2014/main" id="{406ADFAD-4335-598B-658F-7DF8048E6239}"/>
                    </a:ext>
                  </a:extLst>
                </p14:cNvPr>
                <p14:cNvContentPartPr/>
                <p14:nvPr/>
              </p14:nvContentPartPr>
              <p14:xfrm>
                <a:off x="7483316" y="5673567"/>
                <a:ext cx="249480" cy="86400"/>
              </p14:xfrm>
            </p:contentPart>
          </mc:Choice>
          <mc:Fallback>
            <p:pic>
              <p:nvPicPr>
                <p:cNvPr id="50" name="Ink 49">
                  <a:extLst>
                    <a:ext uri="{FF2B5EF4-FFF2-40B4-BE49-F238E27FC236}">
                      <a16:creationId xmlns:a16="http://schemas.microsoft.com/office/drawing/2014/main" id="{406ADFAD-4335-598B-658F-7DF8048E6239}"/>
                    </a:ext>
                  </a:extLst>
                </p:cNvPr>
                <p:cNvPicPr/>
                <p:nvPr/>
              </p:nvPicPr>
              <p:blipFill>
                <a:blip r:embed="rId76"/>
                <a:stretch>
                  <a:fillRect/>
                </a:stretch>
              </p:blipFill>
              <p:spPr>
                <a:xfrm>
                  <a:off x="7474676" y="5664927"/>
                  <a:ext cx="267120" cy="10404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1" name="Ink 50">
                  <a:extLst>
                    <a:ext uri="{FF2B5EF4-FFF2-40B4-BE49-F238E27FC236}">
                      <a16:creationId xmlns:a16="http://schemas.microsoft.com/office/drawing/2014/main" id="{64A4F39A-53CC-7AE0-5194-86956B75D209}"/>
                    </a:ext>
                  </a:extLst>
                </p14:cNvPr>
                <p14:cNvContentPartPr/>
                <p14:nvPr/>
              </p14:nvContentPartPr>
              <p14:xfrm>
                <a:off x="7989476" y="5443887"/>
                <a:ext cx="398160" cy="676080"/>
              </p14:xfrm>
            </p:contentPart>
          </mc:Choice>
          <mc:Fallback>
            <p:pic>
              <p:nvPicPr>
                <p:cNvPr id="51" name="Ink 50">
                  <a:extLst>
                    <a:ext uri="{FF2B5EF4-FFF2-40B4-BE49-F238E27FC236}">
                      <a16:creationId xmlns:a16="http://schemas.microsoft.com/office/drawing/2014/main" id="{64A4F39A-53CC-7AE0-5194-86956B75D209}"/>
                    </a:ext>
                  </a:extLst>
                </p:cNvPr>
                <p:cNvPicPr/>
                <p:nvPr/>
              </p:nvPicPr>
              <p:blipFill>
                <a:blip r:embed="rId78"/>
                <a:stretch>
                  <a:fillRect/>
                </a:stretch>
              </p:blipFill>
              <p:spPr>
                <a:xfrm>
                  <a:off x="7980836" y="5435247"/>
                  <a:ext cx="415800" cy="6937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2" name="Ink 51">
                  <a:extLst>
                    <a:ext uri="{FF2B5EF4-FFF2-40B4-BE49-F238E27FC236}">
                      <a16:creationId xmlns:a16="http://schemas.microsoft.com/office/drawing/2014/main" id="{F8EEBFB1-74F6-8F4E-6FCA-21599EE2243A}"/>
                    </a:ext>
                  </a:extLst>
                </p14:cNvPr>
                <p14:cNvContentPartPr/>
                <p14:nvPr/>
              </p14:nvContentPartPr>
              <p14:xfrm>
                <a:off x="8449916" y="5150127"/>
                <a:ext cx="2880" cy="9720"/>
              </p14:xfrm>
            </p:contentPart>
          </mc:Choice>
          <mc:Fallback>
            <p:pic>
              <p:nvPicPr>
                <p:cNvPr id="52" name="Ink 51">
                  <a:extLst>
                    <a:ext uri="{FF2B5EF4-FFF2-40B4-BE49-F238E27FC236}">
                      <a16:creationId xmlns:a16="http://schemas.microsoft.com/office/drawing/2014/main" id="{F8EEBFB1-74F6-8F4E-6FCA-21599EE2243A}"/>
                    </a:ext>
                  </a:extLst>
                </p:cNvPr>
                <p:cNvPicPr/>
                <p:nvPr/>
              </p:nvPicPr>
              <p:blipFill>
                <a:blip r:embed="rId80"/>
                <a:stretch>
                  <a:fillRect/>
                </a:stretch>
              </p:blipFill>
              <p:spPr>
                <a:xfrm>
                  <a:off x="8440916" y="5141487"/>
                  <a:ext cx="20520" cy="27360"/>
                </a:xfrm>
                <a:prstGeom prst="rect">
                  <a:avLst/>
                </a:prstGeom>
              </p:spPr>
            </p:pic>
          </mc:Fallback>
        </mc:AlternateContent>
      </p:grpSp>
      <p:grpSp>
        <p:nvGrpSpPr>
          <p:cNvPr id="63" name="Group 62">
            <a:extLst>
              <a:ext uri="{FF2B5EF4-FFF2-40B4-BE49-F238E27FC236}">
                <a16:creationId xmlns:a16="http://schemas.microsoft.com/office/drawing/2014/main" id="{75B9A52D-EAFC-D760-5AC9-C316B921B7FB}"/>
              </a:ext>
            </a:extLst>
          </p:cNvPr>
          <p:cNvGrpSpPr/>
          <p:nvPr/>
        </p:nvGrpSpPr>
        <p:grpSpPr>
          <a:xfrm>
            <a:off x="2071436" y="3217647"/>
            <a:ext cx="1401480" cy="3456360"/>
            <a:chOff x="2071436" y="3217647"/>
            <a:chExt cx="1401480" cy="3456360"/>
          </a:xfrm>
        </p:grpSpPr>
        <mc:AlternateContent xmlns:mc="http://schemas.openxmlformats.org/markup-compatibility/2006">
          <mc:Choice xmlns:p14="http://schemas.microsoft.com/office/powerpoint/2010/main" Requires="p14">
            <p:contentPart p14:bwMode="auto" r:id="rId81">
              <p14:nvContentPartPr>
                <p14:cNvPr id="54" name="Ink 53">
                  <a:extLst>
                    <a:ext uri="{FF2B5EF4-FFF2-40B4-BE49-F238E27FC236}">
                      <a16:creationId xmlns:a16="http://schemas.microsoft.com/office/drawing/2014/main" id="{475DBC8D-B62C-8216-2530-B473AD65A84E}"/>
                    </a:ext>
                  </a:extLst>
                </p14:cNvPr>
                <p14:cNvContentPartPr/>
                <p14:nvPr/>
              </p14:nvContentPartPr>
              <p14:xfrm>
                <a:off x="2616836" y="4140687"/>
                <a:ext cx="799200" cy="32400"/>
              </p14:xfrm>
            </p:contentPart>
          </mc:Choice>
          <mc:Fallback>
            <p:pic>
              <p:nvPicPr>
                <p:cNvPr id="54" name="Ink 53">
                  <a:extLst>
                    <a:ext uri="{FF2B5EF4-FFF2-40B4-BE49-F238E27FC236}">
                      <a16:creationId xmlns:a16="http://schemas.microsoft.com/office/drawing/2014/main" id="{475DBC8D-B62C-8216-2530-B473AD65A84E}"/>
                    </a:ext>
                  </a:extLst>
                </p:cNvPr>
                <p:cNvPicPr/>
                <p:nvPr/>
              </p:nvPicPr>
              <p:blipFill>
                <a:blip r:embed="rId82"/>
                <a:stretch>
                  <a:fillRect/>
                </a:stretch>
              </p:blipFill>
              <p:spPr>
                <a:xfrm>
                  <a:off x="2608196" y="4132047"/>
                  <a:ext cx="81684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5" name="Ink 54">
                  <a:extLst>
                    <a:ext uri="{FF2B5EF4-FFF2-40B4-BE49-F238E27FC236}">
                      <a16:creationId xmlns:a16="http://schemas.microsoft.com/office/drawing/2014/main" id="{70CFE1EF-5346-606A-638F-A98C258BCAAC}"/>
                    </a:ext>
                  </a:extLst>
                </p14:cNvPr>
                <p14:cNvContentPartPr/>
                <p14:nvPr/>
              </p14:nvContentPartPr>
              <p14:xfrm>
                <a:off x="2416676" y="4277847"/>
                <a:ext cx="1056240" cy="1541520"/>
              </p14:xfrm>
            </p:contentPart>
          </mc:Choice>
          <mc:Fallback>
            <p:pic>
              <p:nvPicPr>
                <p:cNvPr id="55" name="Ink 54">
                  <a:extLst>
                    <a:ext uri="{FF2B5EF4-FFF2-40B4-BE49-F238E27FC236}">
                      <a16:creationId xmlns:a16="http://schemas.microsoft.com/office/drawing/2014/main" id="{70CFE1EF-5346-606A-638F-A98C258BCAAC}"/>
                    </a:ext>
                  </a:extLst>
                </p:cNvPr>
                <p:cNvPicPr/>
                <p:nvPr/>
              </p:nvPicPr>
              <p:blipFill>
                <a:blip r:embed="rId84"/>
                <a:stretch>
                  <a:fillRect/>
                </a:stretch>
              </p:blipFill>
              <p:spPr>
                <a:xfrm>
                  <a:off x="2408036" y="4268847"/>
                  <a:ext cx="1073880" cy="15591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6" name="Ink 55">
                  <a:extLst>
                    <a:ext uri="{FF2B5EF4-FFF2-40B4-BE49-F238E27FC236}">
                      <a16:creationId xmlns:a16="http://schemas.microsoft.com/office/drawing/2014/main" id="{C527CADB-79F0-6CF8-F165-1C740091AFB8}"/>
                    </a:ext>
                  </a:extLst>
                </p14:cNvPr>
                <p14:cNvContentPartPr/>
                <p14:nvPr/>
              </p14:nvContentPartPr>
              <p14:xfrm>
                <a:off x="2071436" y="6074967"/>
                <a:ext cx="334800" cy="599040"/>
              </p14:xfrm>
            </p:contentPart>
          </mc:Choice>
          <mc:Fallback>
            <p:pic>
              <p:nvPicPr>
                <p:cNvPr id="56" name="Ink 55">
                  <a:extLst>
                    <a:ext uri="{FF2B5EF4-FFF2-40B4-BE49-F238E27FC236}">
                      <a16:creationId xmlns:a16="http://schemas.microsoft.com/office/drawing/2014/main" id="{C527CADB-79F0-6CF8-F165-1C740091AFB8}"/>
                    </a:ext>
                  </a:extLst>
                </p:cNvPr>
                <p:cNvPicPr/>
                <p:nvPr/>
              </p:nvPicPr>
              <p:blipFill>
                <a:blip r:embed="rId86"/>
                <a:stretch>
                  <a:fillRect/>
                </a:stretch>
              </p:blipFill>
              <p:spPr>
                <a:xfrm>
                  <a:off x="2062796" y="6066327"/>
                  <a:ext cx="352440" cy="6166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7" name="Ink 56">
                  <a:extLst>
                    <a:ext uri="{FF2B5EF4-FFF2-40B4-BE49-F238E27FC236}">
                      <a16:creationId xmlns:a16="http://schemas.microsoft.com/office/drawing/2014/main" id="{97AC7E44-C758-9766-B550-168A2D79B2D1}"/>
                    </a:ext>
                  </a:extLst>
                </p14:cNvPr>
                <p14:cNvContentPartPr/>
                <p14:nvPr/>
              </p14:nvContentPartPr>
              <p14:xfrm>
                <a:off x="2368796" y="6026367"/>
                <a:ext cx="6480" cy="6480"/>
              </p14:xfrm>
            </p:contentPart>
          </mc:Choice>
          <mc:Fallback>
            <p:pic>
              <p:nvPicPr>
                <p:cNvPr id="57" name="Ink 56">
                  <a:extLst>
                    <a:ext uri="{FF2B5EF4-FFF2-40B4-BE49-F238E27FC236}">
                      <a16:creationId xmlns:a16="http://schemas.microsoft.com/office/drawing/2014/main" id="{97AC7E44-C758-9766-B550-168A2D79B2D1}"/>
                    </a:ext>
                  </a:extLst>
                </p:cNvPr>
                <p:cNvPicPr/>
                <p:nvPr/>
              </p:nvPicPr>
              <p:blipFill>
                <a:blip r:embed="rId88"/>
                <a:stretch>
                  <a:fillRect/>
                </a:stretch>
              </p:blipFill>
              <p:spPr>
                <a:xfrm>
                  <a:off x="2359796" y="6017727"/>
                  <a:ext cx="2412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8" name="Ink 57">
                  <a:extLst>
                    <a:ext uri="{FF2B5EF4-FFF2-40B4-BE49-F238E27FC236}">
                      <a16:creationId xmlns:a16="http://schemas.microsoft.com/office/drawing/2014/main" id="{FFFB2718-A62B-C1E8-BB66-9878B949394C}"/>
                    </a:ext>
                  </a:extLst>
                </p14:cNvPr>
                <p14:cNvContentPartPr/>
                <p14:nvPr/>
              </p14:nvContentPartPr>
              <p14:xfrm>
                <a:off x="2680196" y="6190167"/>
                <a:ext cx="234360" cy="74160"/>
              </p14:xfrm>
            </p:contentPart>
          </mc:Choice>
          <mc:Fallback>
            <p:pic>
              <p:nvPicPr>
                <p:cNvPr id="58" name="Ink 57">
                  <a:extLst>
                    <a:ext uri="{FF2B5EF4-FFF2-40B4-BE49-F238E27FC236}">
                      <a16:creationId xmlns:a16="http://schemas.microsoft.com/office/drawing/2014/main" id="{FFFB2718-A62B-C1E8-BB66-9878B949394C}"/>
                    </a:ext>
                  </a:extLst>
                </p:cNvPr>
                <p:cNvPicPr/>
                <p:nvPr/>
              </p:nvPicPr>
              <p:blipFill>
                <a:blip r:embed="rId90"/>
                <a:stretch>
                  <a:fillRect/>
                </a:stretch>
              </p:blipFill>
              <p:spPr>
                <a:xfrm>
                  <a:off x="2671196" y="6181167"/>
                  <a:ext cx="25200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9" name="Ink 58">
                  <a:extLst>
                    <a:ext uri="{FF2B5EF4-FFF2-40B4-BE49-F238E27FC236}">
                      <a16:creationId xmlns:a16="http://schemas.microsoft.com/office/drawing/2014/main" id="{BE4B4374-B53F-4CBF-8877-35BA1D553D96}"/>
                    </a:ext>
                  </a:extLst>
                </p14:cNvPr>
                <p14:cNvContentPartPr/>
                <p14:nvPr/>
              </p14:nvContentPartPr>
              <p14:xfrm>
                <a:off x="2690636" y="6410487"/>
                <a:ext cx="244440" cy="74880"/>
              </p14:xfrm>
            </p:contentPart>
          </mc:Choice>
          <mc:Fallback>
            <p:pic>
              <p:nvPicPr>
                <p:cNvPr id="59" name="Ink 58">
                  <a:extLst>
                    <a:ext uri="{FF2B5EF4-FFF2-40B4-BE49-F238E27FC236}">
                      <a16:creationId xmlns:a16="http://schemas.microsoft.com/office/drawing/2014/main" id="{BE4B4374-B53F-4CBF-8877-35BA1D553D96}"/>
                    </a:ext>
                  </a:extLst>
                </p:cNvPr>
                <p:cNvPicPr/>
                <p:nvPr/>
              </p:nvPicPr>
              <p:blipFill>
                <a:blip r:embed="rId92"/>
                <a:stretch>
                  <a:fillRect/>
                </a:stretch>
              </p:blipFill>
              <p:spPr>
                <a:xfrm>
                  <a:off x="2681996" y="6401487"/>
                  <a:ext cx="262080" cy="925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0" name="Ink 59">
                  <a:extLst>
                    <a:ext uri="{FF2B5EF4-FFF2-40B4-BE49-F238E27FC236}">
                      <a16:creationId xmlns:a16="http://schemas.microsoft.com/office/drawing/2014/main" id="{85F29088-5D4D-6A1F-5C7D-55382AE1CAFF}"/>
                    </a:ext>
                  </a:extLst>
                </p14:cNvPr>
                <p14:cNvContentPartPr/>
                <p14:nvPr/>
              </p14:nvContentPartPr>
              <p14:xfrm>
                <a:off x="3215516" y="6064167"/>
                <a:ext cx="54360" cy="602640"/>
              </p14:xfrm>
            </p:contentPart>
          </mc:Choice>
          <mc:Fallback>
            <p:pic>
              <p:nvPicPr>
                <p:cNvPr id="60" name="Ink 59">
                  <a:extLst>
                    <a:ext uri="{FF2B5EF4-FFF2-40B4-BE49-F238E27FC236}">
                      <a16:creationId xmlns:a16="http://schemas.microsoft.com/office/drawing/2014/main" id="{85F29088-5D4D-6A1F-5C7D-55382AE1CAFF}"/>
                    </a:ext>
                  </a:extLst>
                </p:cNvPr>
                <p:cNvPicPr/>
                <p:nvPr/>
              </p:nvPicPr>
              <p:blipFill>
                <a:blip r:embed="rId94"/>
                <a:stretch>
                  <a:fillRect/>
                </a:stretch>
              </p:blipFill>
              <p:spPr>
                <a:xfrm>
                  <a:off x="3206876" y="6055527"/>
                  <a:ext cx="72000" cy="6202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2" name="Ink 61">
                  <a:extLst>
                    <a:ext uri="{FF2B5EF4-FFF2-40B4-BE49-F238E27FC236}">
                      <a16:creationId xmlns:a16="http://schemas.microsoft.com/office/drawing/2014/main" id="{96A905C8-DB3C-52C2-4AFE-EEC30C4DEB64}"/>
                    </a:ext>
                  </a:extLst>
                </p14:cNvPr>
                <p14:cNvContentPartPr/>
                <p14:nvPr/>
              </p14:nvContentPartPr>
              <p14:xfrm>
                <a:off x="2425316" y="3217647"/>
                <a:ext cx="884160" cy="880920"/>
              </p14:xfrm>
            </p:contentPart>
          </mc:Choice>
          <mc:Fallback>
            <p:pic>
              <p:nvPicPr>
                <p:cNvPr id="62" name="Ink 61">
                  <a:extLst>
                    <a:ext uri="{FF2B5EF4-FFF2-40B4-BE49-F238E27FC236}">
                      <a16:creationId xmlns:a16="http://schemas.microsoft.com/office/drawing/2014/main" id="{96A905C8-DB3C-52C2-4AFE-EEC30C4DEB64}"/>
                    </a:ext>
                  </a:extLst>
                </p:cNvPr>
                <p:cNvPicPr/>
                <p:nvPr/>
              </p:nvPicPr>
              <p:blipFill>
                <a:blip r:embed="rId96"/>
                <a:stretch>
                  <a:fillRect/>
                </a:stretch>
              </p:blipFill>
              <p:spPr>
                <a:xfrm>
                  <a:off x="2416316" y="3209007"/>
                  <a:ext cx="901800" cy="8985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97">
            <p14:nvContentPartPr>
              <p14:cNvPr id="64" name="Ink 63">
                <a:extLst>
                  <a:ext uri="{FF2B5EF4-FFF2-40B4-BE49-F238E27FC236}">
                    <a16:creationId xmlns:a16="http://schemas.microsoft.com/office/drawing/2014/main" id="{0FB6ECEF-E62D-6F77-2929-C2338AF2D12A}"/>
                  </a:ext>
                </a:extLst>
              </p14:cNvPr>
              <p14:cNvContentPartPr/>
              <p14:nvPr/>
            </p14:nvContentPartPr>
            <p14:xfrm>
              <a:off x="5579276" y="-10473"/>
              <a:ext cx="1631160" cy="999720"/>
            </p14:xfrm>
          </p:contentPart>
        </mc:Choice>
        <mc:Fallback>
          <p:pic>
            <p:nvPicPr>
              <p:cNvPr id="64" name="Ink 63">
                <a:extLst>
                  <a:ext uri="{FF2B5EF4-FFF2-40B4-BE49-F238E27FC236}">
                    <a16:creationId xmlns:a16="http://schemas.microsoft.com/office/drawing/2014/main" id="{0FB6ECEF-E62D-6F77-2929-C2338AF2D12A}"/>
                  </a:ext>
                </a:extLst>
              </p:cNvPr>
              <p:cNvPicPr/>
              <p:nvPr/>
            </p:nvPicPr>
            <p:blipFill>
              <a:blip r:embed="rId98"/>
              <a:stretch>
                <a:fillRect/>
              </a:stretch>
            </p:blipFill>
            <p:spPr>
              <a:xfrm>
                <a:off x="5574956" y="-14793"/>
                <a:ext cx="1639800" cy="100836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5" name="Ink 64">
                <a:extLst>
                  <a:ext uri="{FF2B5EF4-FFF2-40B4-BE49-F238E27FC236}">
                    <a16:creationId xmlns:a16="http://schemas.microsoft.com/office/drawing/2014/main" id="{84911EC1-86DD-7BE6-55E7-EC1C61C3AA61}"/>
                  </a:ext>
                </a:extLst>
              </p14:cNvPr>
              <p14:cNvContentPartPr/>
              <p14:nvPr/>
            </p14:nvContentPartPr>
            <p14:xfrm>
              <a:off x="1775876" y="2463807"/>
              <a:ext cx="2152800" cy="1799640"/>
            </p14:xfrm>
          </p:contentPart>
        </mc:Choice>
        <mc:Fallback>
          <p:pic>
            <p:nvPicPr>
              <p:cNvPr id="65" name="Ink 64">
                <a:extLst>
                  <a:ext uri="{FF2B5EF4-FFF2-40B4-BE49-F238E27FC236}">
                    <a16:creationId xmlns:a16="http://schemas.microsoft.com/office/drawing/2014/main" id="{84911EC1-86DD-7BE6-55E7-EC1C61C3AA61}"/>
                  </a:ext>
                </a:extLst>
              </p:cNvPr>
              <p:cNvPicPr/>
              <p:nvPr/>
            </p:nvPicPr>
            <p:blipFill>
              <a:blip r:embed="rId100"/>
              <a:stretch>
                <a:fillRect/>
              </a:stretch>
            </p:blipFill>
            <p:spPr>
              <a:xfrm>
                <a:off x="1771556" y="2459487"/>
                <a:ext cx="2161440" cy="1808280"/>
              </a:xfrm>
              <a:prstGeom prst="rect">
                <a:avLst/>
              </a:prstGeom>
            </p:spPr>
          </p:pic>
        </mc:Fallback>
      </mc:AlternateContent>
    </p:spTree>
    <p:extLst>
      <p:ext uri="{BB962C8B-B14F-4D97-AF65-F5344CB8AC3E}">
        <p14:creationId xmlns:p14="http://schemas.microsoft.com/office/powerpoint/2010/main" val="1121981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Autoregressive Integrated Moving Average (ARIMA) Model</a:t>
            </a:r>
          </a:p>
        </p:txBody>
      </p:sp>
      <p:sp>
        <p:nvSpPr>
          <p:cNvPr id="3" name="Content Placeholder 2"/>
          <p:cNvSpPr>
            <a:spLocks noGrp="1"/>
          </p:cNvSpPr>
          <p:nvPr>
            <p:ph idx="1"/>
          </p:nvPr>
        </p:nvSpPr>
        <p:spPr/>
        <p:txBody>
          <a:bodyPr/>
          <a:lstStyle/>
          <a:p>
            <a:r>
              <a:t>ARIMA extends ARMA by introducing differencing to handle non-stationary data.</a:t>
            </a:r>
          </a:p>
          <a:p>
            <a:r>
              <a:t>ARIMA(p, d, q): Combines AR, I (integration/differencing), and MA components.</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9DFEED91-6393-B6D3-1943-8E0797D2D79C}"/>
                  </a:ext>
                </a:extLst>
              </p14:cNvPr>
              <p14:cNvContentPartPr/>
              <p14:nvPr/>
            </p14:nvContentPartPr>
            <p14:xfrm>
              <a:off x="2529716" y="2785287"/>
              <a:ext cx="340560" cy="412200"/>
            </p14:xfrm>
          </p:contentPart>
        </mc:Choice>
        <mc:Fallback>
          <p:pic>
            <p:nvPicPr>
              <p:cNvPr id="5" name="Ink 4">
                <a:extLst>
                  <a:ext uri="{FF2B5EF4-FFF2-40B4-BE49-F238E27FC236}">
                    <a16:creationId xmlns:a16="http://schemas.microsoft.com/office/drawing/2014/main" id="{9DFEED91-6393-B6D3-1943-8E0797D2D79C}"/>
                  </a:ext>
                </a:extLst>
              </p:cNvPr>
              <p:cNvPicPr/>
              <p:nvPr/>
            </p:nvPicPr>
            <p:blipFill>
              <a:blip r:embed="rId3"/>
              <a:stretch>
                <a:fillRect/>
              </a:stretch>
            </p:blipFill>
            <p:spPr>
              <a:xfrm>
                <a:off x="2525396" y="2780967"/>
                <a:ext cx="349200" cy="42084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F25AC3E9-A20D-85CB-57E4-4F6CCA02D928}"/>
              </a:ext>
            </a:extLst>
          </p:cNvPr>
          <p:cNvGrpSpPr/>
          <p:nvPr/>
        </p:nvGrpSpPr>
        <p:grpSpPr>
          <a:xfrm>
            <a:off x="1155956" y="262767"/>
            <a:ext cx="9861840" cy="1881360"/>
            <a:chOff x="1155956" y="262767"/>
            <a:chExt cx="9861840" cy="188136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BE140476-2E75-3579-6961-B898A119DFE7}"/>
                    </a:ext>
                  </a:extLst>
                </p14:cNvPr>
                <p14:cNvContentPartPr/>
                <p14:nvPr/>
              </p14:nvContentPartPr>
              <p14:xfrm>
                <a:off x="1397516" y="693687"/>
                <a:ext cx="168480" cy="750960"/>
              </p14:xfrm>
            </p:contentPart>
          </mc:Choice>
          <mc:Fallback>
            <p:pic>
              <p:nvPicPr>
                <p:cNvPr id="2" name="Ink 1">
                  <a:extLst>
                    <a:ext uri="{FF2B5EF4-FFF2-40B4-BE49-F238E27FC236}">
                      <a16:creationId xmlns:a16="http://schemas.microsoft.com/office/drawing/2014/main" id="{BE140476-2E75-3579-6961-B898A119DFE7}"/>
                    </a:ext>
                  </a:extLst>
                </p:cNvPr>
                <p:cNvPicPr/>
                <p:nvPr/>
              </p:nvPicPr>
              <p:blipFill>
                <a:blip r:embed="rId3"/>
                <a:stretch>
                  <a:fillRect/>
                </a:stretch>
              </p:blipFill>
              <p:spPr>
                <a:xfrm>
                  <a:off x="1393196" y="689367"/>
                  <a:ext cx="177120" cy="759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563956C-B68E-3BC3-2616-9E7E94732DDA}"/>
                    </a:ext>
                  </a:extLst>
                </p14:cNvPr>
                <p14:cNvContentPartPr/>
                <p14:nvPr/>
              </p14:nvContentPartPr>
              <p14:xfrm>
                <a:off x="1292756" y="567327"/>
                <a:ext cx="807840" cy="1021680"/>
              </p14:xfrm>
            </p:contentPart>
          </mc:Choice>
          <mc:Fallback>
            <p:pic>
              <p:nvPicPr>
                <p:cNvPr id="3" name="Ink 2">
                  <a:extLst>
                    <a:ext uri="{FF2B5EF4-FFF2-40B4-BE49-F238E27FC236}">
                      <a16:creationId xmlns:a16="http://schemas.microsoft.com/office/drawing/2014/main" id="{D563956C-B68E-3BC3-2616-9E7E94732DDA}"/>
                    </a:ext>
                  </a:extLst>
                </p:cNvPr>
                <p:cNvPicPr/>
                <p:nvPr/>
              </p:nvPicPr>
              <p:blipFill>
                <a:blip r:embed="rId5"/>
                <a:stretch>
                  <a:fillRect/>
                </a:stretch>
              </p:blipFill>
              <p:spPr>
                <a:xfrm>
                  <a:off x="1288436" y="563007"/>
                  <a:ext cx="816480" cy="10303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1F4C9974-5F0B-0214-DC84-378E085271B1}"/>
                    </a:ext>
                  </a:extLst>
                </p14:cNvPr>
                <p14:cNvContentPartPr/>
                <p14:nvPr/>
              </p14:nvContentPartPr>
              <p14:xfrm>
                <a:off x="2604956" y="1113807"/>
                <a:ext cx="86040" cy="303120"/>
              </p14:xfrm>
            </p:contentPart>
          </mc:Choice>
          <mc:Fallback>
            <p:pic>
              <p:nvPicPr>
                <p:cNvPr id="4" name="Ink 3">
                  <a:extLst>
                    <a:ext uri="{FF2B5EF4-FFF2-40B4-BE49-F238E27FC236}">
                      <a16:creationId xmlns:a16="http://schemas.microsoft.com/office/drawing/2014/main" id="{1F4C9974-5F0B-0214-DC84-378E085271B1}"/>
                    </a:ext>
                  </a:extLst>
                </p:cNvPr>
                <p:cNvPicPr/>
                <p:nvPr/>
              </p:nvPicPr>
              <p:blipFill>
                <a:blip r:embed="rId7"/>
                <a:stretch>
                  <a:fillRect/>
                </a:stretch>
              </p:blipFill>
              <p:spPr>
                <a:xfrm>
                  <a:off x="2600636" y="1109487"/>
                  <a:ext cx="9468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30FD2556-EEE0-92A2-5779-201845A3C87A}"/>
                    </a:ext>
                  </a:extLst>
                </p14:cNvPr>
                <p14:cNvContentPartPr/>
                <p14:nvPr/>
              </p14:nvContentPartPr>
              <p14:xfrm>
                <a:off x="2606036" y="777567"/>
                <a:ext cx="360" cy="360"/>
              </p14:xfrm>
            </p:contentPart>
          </mc:Choice>
          <mc:Fallback>
            <p:pic>
              <p:nvPicPr>
                <p:cNvPr id="5" name="Ink 4">
                  <a:extLst>
                    <a:ext uri="{FF2B5EF4-FFF2-40B4-BE49-F238E27FC236}">
                      <a16:creationId xmlns:a16="http://schemas.microsoft.com/office/drawing/2014/main" id="{30FD2556-EEE0-92A2-5779-201845A3C87A}"/>
                    </a:ext>
                  </a:extLst>
                </p:cNvPr>
                <p:cNvPicPr/>
                <p:nvPr/>
              </p:nvPicPr>
              <p:blipFill>
                <a:blip r:embed="rId9"/>
                <a:stretch>
                  <a:fillRect/>
                </a:stretch>
              </p:blipFill>
              <p:spPr>
                <a:xfrm>
                  <a:off x="2601716" y="77324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0B75D128-73FE-B962-C24E-13770A6F11D9}"/>
                    </a:ext>
                  </a:extLst>
                </p14:cNvPr>
                <p14:cNvContentPartPr/>
                <p14:nvPr/>
              </p14:nvContentPartPr>
              <p14:xfrm>
                <a:off x="2931116" y="667767"/>
                <a:ext cx="402480" cy="1456200"/>
              </p14:xfrm>
            </p:contentPart>
          </mc:Choice>
          <mc:Fallback>
            <p:pic>
              <p:nvPicPr>
                <p:cNvPr id="6" name="Ink 5">
                  <a:extLst>
                    <a:ext uri="{FF2B5EF4-FFF2-40B4-BE49-F238E27FC236}">
                      <a16:creationId xmlns:a16="http://schemas.microsoft.com/office/drawing/2014/main" id="{0B75D128-73FE-B962-C24E-13770A6F11D9}"/>
                    </a:ext>
                  </a:extLst>
                </p:cNvPr>
                <p:cNvPicPr/>
                <p:nvPr/>
              </p:nvPicPr>
              <p:blipFill>
                <a:blip r:embed="rId11"/>
                <a:stretch>
                  <a:fillRect/>
                </a:stretch>
              </p:blipFill>
              <p:spPr>
                <a:xfrm>
                  <a:off x="2926796" y="663447"/>
                  <a:ext cx="411120" cy="1464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2745B4C7-E0E0-7005-4D25-72443E6FA4CB}"/>
                    </a:ext>
                  </a:extLst>
                </p14:cNvPr>
                <p14:cNvContentPartPr/>
                <p14:nvPr/>
              </p14:nvContentPartPr>
              <p14:xfrm>
                <a:off x="3509996" y="608367"/>
                <a:ext cx="338040" cy="937800"/>
              </p14:xfrm>
            </p:contentPart>
          </mc:Choice>
          <mc:Fallback>
            <p:pic>
              <p:nvPicPr>
                <p:cNvPr id="7" name="Ink 6">
                  <a:extLst>
                    <a:ext uri="{FF2B5EF4-FFF2-40B4-BE49-F238E27FC236}">
                      <a16:creationId xmlns:a16="http://schemas.microsoft.com/office/drawing/2014/main" id="{2745B4C7-E0E0-7005-4D25-72443E6FA4CB}"/>
                    </a:ext>
                  </a:extLst>
                </p:cNvPr>
                <p:cNvPicPr/>
                <p:nvPr/>
              </p:nvPicPr>
              <p:blipFill>
                <a:blip r:embed="rId13"/>
                <a:stretch>
                  <a:fillRect/>
                </a:stretch>
              </p:blipFill>
              <p:spPr>
                <a:xfrm>
                  <a:off x="3505676" y="604047"/>
                  <a:ext cx="346680" cy="9464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819FDD17-940C-3B38-BD3B-285339FF4FD4}"/>
                    </a:ext>
                  </a:extLst>
                </p14:cNvPr>
                <p14:cNvContentPartPr/>
                <p14:nvPr/>
              </p14:nvContentPartPr>
              <p14:xfrm>
                <a:off x="3520796" y="1913727"/>
                <a:ext cx="29880" cy="230400"/>
              </p14:xfrm>
            </p:contentPart>
          </mc:Choice>
          <mc:Fallback>
            <p:pic>
              <p:nvPicPr>
                <p:cNvPr id="8" name="Ink 7">
                  <a:extLst>
                    <a:ext uri="{FF2B5EF4-FFF2-40B4-BE49-F238E27FC236}">
                      <a16:creationId xmlns:a16="http://schemas.microsoft.com/office/drawing/2014/main" id="{819FDD17-940C-3B38-BD3B-285339FF4FD4}"/>
                    </a:ext>
                  </a:extLst>
                </p:cNvPr>
                <p:cNvPicPr/>
                <p:nvPr/>
              </p:nvPicPr>
              <p:blipFill>
                <a:blip r:embed="rId15"/>
                <a:stretch>
                  <a:fillRect/>
                </a:stretch>
              </p:blipFill>
              <p:spPr>
                <a:xfrm>
                  <a:off x="3516476" y="1909407"/>
                  <a:ext cx="3852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D1764956-B3A7-D284-83F5-0AABA5757E7F}"/>
                    </a:ext>
                  </a:extLst>
                </p14:cNvPr>
                <p14:cNvContentPartPr/>
                <p14:nvPr/>
              </p14:nvContentPartPr>
              <p14:xfrm>
                <a:off x="3930836" y="859287"/>
                <a:ext cx="291960" cy="348840"/>
              </p14:xfrm>
            </p:contentPart>
          </mc:Choice>
          <mc:Fallback>
            <p:pic>
              <p:nvPicPr>
                <p:cNvPr id="9" name="Ink 8">
                  <a:extLst>
                    <a:ext uri="{FF2B5EF4-FFF2-40B4-BE49-F238E27FC236}">
                      <a16:creationId xmlns:a16="http://schemas.microsoft.com/office/drawing/2014/main" id="{D1764956-B3A7-D284-83F5-0AABA5757E7F}"/>
                    </a:ext>
                  </a:extLst>
                </p:cNvPr>
                <p:cNvPicPr/>
                <p:nvPr/>
              </p:nvPicPr>
              <p:blipFill>
                <a:blip r:embed="rId17"/>
                <a:stretch>
                  <a:fillRect/>
                </a:stretch>
              </p:blipFill>
              <p:spPr>
                <a:xfrm>
                  <a:off x="3926516" y="854967"/>
                  <a:ext cx="300600"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5D577B39-7F94-005C-F0C4-C39383005098}"/>
                    </a:ext>
                  </a:extLst>
                </p14:cNvPr>
                <p14:cNvContentPartPr/>
                <p14:nvPr/>
              </p14:nvContentPartPr>
              <p14:xfrm>
                <a:off x="4350956" y="1492167"/>
                <a:ext cx="360" cy="360"/>
              </p14:xfrm>
            </p:contentPart>
          </mc:Choice>
          <mc:Fallback>
            <p:pic>
              <p:nvPicPr>
                <p:cNvPr id="10" name="Ink 9">
                  <a:extLst>
                    <a:ext uri="{FF2B5EF4-FFF2-40B4-BE49-F238E27FC236}">
                      <a16:creationId xmlns:a16="http://schemas.microsoft.com/office/drawing/2014/main" id="{5D577B39-7F94-005C-F0C4-C39383005098}"/>
                    </a:ext>
                  </a:extLst>
                </p:cNvPr>
                <p:cNvPicPr/>
                <p:nvPr/>
              </p:nvPicPr>
              <p:blipFill>
                <a:blip r:embed="rId9"/>
                <a:stretch>
                  <a:fillRect/>
                </a:stretch>
              </p:blipFill>
              <p:spPr>
                <a:xfrm>
                  <a:off x="4346636" y="148784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29198C05-0800-20B6-5591-4A74DDED501C}"/>
                    </a:ext>
                  </a:extLst>
                </p14:cNvPr>
                <p14:cNvContentPartPr/>
                <p14:nvPr/>
              </p14:nvContentPartPr>
              <p14:xfrm>
                <a:off x="4551116" y="1296687"/>
                <a:ext cx="360" cy="6840"/>
              </p14:xfrm>
            </p:contentPart>
          </mc:Choice>
          <mc:Fallback>
            <p:pic>
              <p:nvPicPr>
                <p:cNvPr id="11" name="Ink 10">
                  <a:extLst>
                    <a:ext uri="{FF2B5EF4-FFF2-40B4-BE49-F238E27FC236}">
                      <a16:creationId xmlns:a16="http://schemas.microsoft.com/office/drawing/2014/main" id="{29198C05-0800-20B6-5591-4A74DDED501C}"/>
                    </a:ext>
                  </a:extLst>
                </p:cNvPr>
                <p:cNvPicPr/>
                <p:nvPr/>
              </p:nvPicPr>
              <p:blipFill>
                <a:blip r:embed="rId20"/>
                <a:stretch>
                  <a:fillRect/>
                </a:stretch>
              </p:blipFill>
              <p:spPr>
                <a:xfrm>
                  <a:off x="4546796" y="1292367"/>
                  <a:ext cx="900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DC64EBE0-3BCC-F989-D3A8-7B75AEB2C220}"/>
                    </a:ext>
                  </a:extLst>
                </p14:cNvPr>
                <p14:cNvContentPartPr/>
                <p14:nvPr/>
              </p14:nvContentPartPr>
              <p14:xfrm>
                <a:off x="4498196" y="877647"/>
                <a:ext cx="409320" cy="419400"/>
              </p14:xfrm>
            </p:contentPart>
          </mc:Choice>
          <mc:Fallback>
            <p:pic>
              <p:nvPicPr>
                <p:cNvPr id="12" name="Ink 11">
                  <a:extLst>
                    <a:ext uri="{FF2B5EF4-FFF2-40B4-BE49-F238E27FC236}">
                      <a16:creationId xmlns:a16="http://schemas.microsoft.com/office/drawing/2014/main" id="{DC64EBE0-3BCC-F989-D3A8-7B75AEB2C220}"/>
                    </a:ext>
                  </a:extLst>
                </p:cNvPr>
                <p:cNvPicPr/>
                <p:nvPr/>
              </p:nvPicPr>
              <p:blipFill>
                <a:blip r:embed="rId22"/>
                <a:stretch>
                  <a:fillRect/>
                </a:stretch>
              </p:blipFill>
              <p:spPr>
                <a:xfrm>
                  <a:off x="4493876" y="873327"/>
                  <a:ext cx="41796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3" name="Ink 12">
                  <a:extLst>
                    <a:ext uri="{FF2B5EF4-FFF2-40B4-BE49-F238E27FC236}">
                      <a16:creationId xmlns:a16="http://schemas.microsoft.com/office/drawing/2014/main" id="{1DA16C7B-25B0-5A03-9683-24FA581B1894}"/>
                    </a:ext>
                  </a:extLst>
                </p14:cNvPr>
                <p14:cNvContentPartPr/>
                <p14:nvPr/>
              </p14:nvContentPartPr>
              <p14:xfrm>
                <a:off x="5149796" y="818967"/>
                <a:ext cx="935280" cy="422280"/>
              </p14:xfrm>
            </p:contentPart>
          </mc:Choice>
          <mc:Fallback>
            <p:pic>
              <p:nvPicPr>
                <p:cNvPr id="13" name="Ink 12">
                  <a:extLst>
                    <a:ext uri="{FF2B5EF4-FFF2-40B4-BE49-F238E27FC236}">
                      <a16:creationId xmlns:a16="http://schemas.microsoft.com/office/drawing/2014/main" id="{1DA16C7B-25B0-5A03-9683-24FA581B1894}"/>
                    </a:ext>
                  </a:extLst>
                </p:cNvPr>
                <p:cNvPicPr/>
                <p:nvPr/>
              </p:nvPicPr>
              <p:blipFill>
                <a:blip r:embed="rId24"/>
                <a:stretch>
                  <a:fillRect/>
                </a:stretch>
              </p:blipFill>
              <p:spPr>
                <a:xfrm>
                  <a:off x="5145476" y="814647"/>
                  <a:ext cx="943920" cy="4309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4" name="Ink 13">
                  <a:extLst>
                    <a:ext uri="{FF2B5EF4-FFF2-40B4-BE49-F238E27FC236}">
                      <a16:creationId xmlns:a16="http://schemas.microsoft.com/office/drawing/2014/main" id="{92547FB3-952B-0498-A745-8D8FD85AA3A8}"/>
                    </a:ext>
                  </a:extLst>
                </p14:cNvPr>
                <p14:cNvContentPartPr/>
                <p14:nvPr/>
              </p14:nvContentPartPr>
              <p14:xfrm>
                <a:off x="6422756" y="872247"/>
                <a:ext cx="462960" cy="370800"/>
              </p14:xfrm>
            </p:contentPart>
          </mc:Choice>
          <mc:Fallback>
            <p:pic>
              <p:nvPicPr>
                <p:cNvPr id="14" name="Ink 13">
                  <a:extLst>
                    <a:ext uri="{FF2B5EF4-FFF2-40B4-BE49-F238E27FC236}">
                      <a16:creationId xmlns:a16="http://schemas.microsoft.com/office/drawing/2014/main" id="{92547FB3-952B-0498-A745-8D8FD85AA3A8}"/>
                    </a:ext>
                  </a:extLst>
                </p:cNvPr>
                <p:cNvPicPr/>
                <p:nvPr/>
              </p:nvPicPr>
              <p:blipFill>
                <a:blip r:embed="rId26"/>
                <a:stretch>
                  <a:fillRect/>
                </a:stretch>
              </p:blipFill>
              <p:spPr>
                <a:xfrm>
                  <a:off x="6418436" y="867927"/>
                  <a:ext cx="471600" cy="3794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5" name="Ink 14">
                  <a:extLst>
                    <a:ext uri="{FF2B5EF4-FFF2-40B4-BE49-F238E27FC236}">
                      <a16:creationId xmlns:a16="http://schemas.microsoft.com/office/drawing/2014/main" id="{F52717E7-57FE-1A83-6501-CE6741AAC056}"/>
                    </a:ext>
                  </a:extLst>
                </p14:cNvPr>
                <p14:cNvContentPartPr/>
                <p14:nvPr/>
              </p14:nvContentPartPr>
              <p14:xfrm>
                <a:off x="6999476" y="682887"/>
                <a:ext cx="360" cy="360"/>
              </p14:xfrm>
            </p:contentPart>
          </mc:Choice>
          <mc:Fallback>
            <p:pic>
              <p:nvPicPr>
                <p:cNvPr id="15" name="Ink 14">
                  <a:extLst>
                    <a:ext uri="{FF2B5EF4-FFF2-40B4-BE49-F238E27FC236}">
                      <a16:creationId xmlns:a16="http://schemas.microsoft.com/office/drawing/2014/main" id="{F52717E7-57FE-1A83-6501-CE6741AAC056}"/>
                    </a:ext>
                  </a:extLst>
                </p:cNvPr>
                <p:cNvPicPr/>
                <p:nvPr/>
              </p:nvPicPr>
              <p:blipFill>
                <a:blip r:embed="rId9"/>
                <a:stretch>
                  <a:fillRect/>
                </a:stretch>
              </p:blipFill>
              <p:spPr>
                <a:xfrm>
                  <a:off x="6995156" y="678567"/>
                  <a:ext cx="9000" cy="9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6" name="Ink 15">
                  <a:extLst>
                    <a:ext uri="{FF2B5EF4-FFF2-40B4-BE49-F238E27FC236}">
                      <a16:creationId xmlns:a16="http://schemas.microsoft.com/office/drawing/2014/main" id="{7CBC41C4-5BB7-ABCB-6D99-0F69B104BB91}"/>
                    </a:ext>
                  </a:extLst>
                </p14:cNvPr>
                <p14:cNvContentPartPr/>
                <p14:nvPr/>
              </p14:nvContentPartPr>
              <p14:xfrm>
                <a:off x="7168316" y="861447"/>
                <a:ext cx="704520" cy="311400"/>
              </p14:xfrm>
            </p:contentPart>
          </mc:Choice>
          <mc:Fallback>
            <p:pic>
              <p:nvPicPr>
                <p:cNvPr id="16" name="Ink 15">
                  <a:extLst>
                    <a:ext uri="{FF2B5EF4-FFF2-40B4-BE49-F238E27FC236}">
                      <a16:creationId xmlns:a16="http://schemas.microsoft.com/office/drawing/2014/main" id="{7CBC41C4-5BB7-ABCB-6D99-0F69B104BB91}"/>
                    </a:ext>
                  </a:extLst>
                </p:cNvPr>
                <p:cNvPicPr/>
                <p:nvPr/>
              </p:nvPicPr>
              <p:blipFill>
                <a:blip r:embed="rId29"/>
                <a:stretch>
                  <a:fillRect/>
                </a:stretch>
              </p:blipFill>
              <p:spPr>
                <a:xfrm>
                  <a:off x="7163996" y="857127"/>
                  <a:ext cx="71316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7" name="Ink 16">
                  <a:extLst>
                    <a:ext uri="{FF2B5EF4-FFF2-40B4-BE49-F238E27FC236}">
                      <a16:creationId xmlns:a16="http://schemas.microsoft.com/office/drawing/2014/main" id="{DD651A8D-E52A-9643-4F30-5774F2B77EB5}"/>
                    </a:ext>
                  </a:extLst>
                </p14:cNvPr>
                <p14:cNvContentPartPr/>
                <p14:nvPr/>
              </p14:nvContentPartPr>
              <p14:xfrm>
                <a:off x="7882556" y="1352127"/>
                <a:ext cx="176760" cy="161640"/>
              </p14:xfrm>
            </p:contentPart>
          </mc:Choice>
          <mc:Fallback>
            <p:pic>
              <p:nvPicPr>
                <p:cNvPr id="17" name="Ink 16">
                  <a:extLst>
                    <a:ext uri="{FF2B5EF4-FFF2-40B4-BE49-F238E27FC236}">
                      <a16:creationId xmlns:a16="http://schemas.microsoft.com/office/drawing/2014/main" id="{DD651A8D-E52A-9643-4F30-5774F2B77EB5}"/>
                    </a:ext>
                  </a:extLst>
                </p:cNvPr>
                <p:cNvPicPr/>
                <p:nvPr/>
              </p:nvPicPr>
              <p:blipFill>
                <a:blip r:embed="rId31"/>
                <a:stretch>
                  <a:fillRect/>
                </a:stretch>
              </p:blipFill>
              <p:spPr>
                <a:xfrm>
                  <a:off x="7878236" y="1347807"/>
                  <a:ext cx="1854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8" name="Ink 17">
                  <a:extLst>
                    <a:ext uri="{FF2B5EF4-FFF2-40B4-BE49-F238E27FC236}">
                      <a16:creationId xmlns:a16="http://schemas.microsoft.com/office/drawing/2014/main" id="{A8F8051A-83E7-63EA-5AAC-D91A4AB33081}"/>
                    </a:ext>
                  </a:extLst>
                </p14:cNvPr>
                <p14:cNvContentPartPr/>
                <p14:nvPr/>
              </p14:nvContentPartPr>
              <p14:xfrm>
                <a:off x="8392676" y="735447"/>
                <a:ext cx="463680" cy="798120"/>
              </p14:xfrm>
            </p:contentPart>
          </mc:Choice>
          <mc:Fallback>
            <p:pic>
              <p:nvPicPr>
                <p:cNvPr id="18" name="Ink 17">
                  <a:extLst>
                    <a:ext uri="{FF2B5EF4-FFF2-40B4-BE49-F238E27FC236}">
                      <a16:creationId xmlns:a16="http://schemas.microsoft.com/office/drawing/2014/main" id="{A8F8051A-83E7-63EA-5AAC-D91A4AB33081}"/>
                    </a:ext>
                  </a:extLst>
                </p:cNvPr>
                <p:cNvPicPr/>
                <p:nvPr/>
              </p:nvPicPr>
              <p:blipFill>
                <a:blip r:embed="rId33"/>
                <a:stretch>
                  <a:fillRect/>
                </a:stretch>
              </p:blipFill>
              <p:spPr>
                <a:xfrm>
                  <a:off x="8388356" y="731127"/>
                  <a:ext cx="472320" cy="8067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9" name="Ink 18">
                  <a:extLst>
                    <a:ext uri="{FF2B5EF4-FFF2-40B4-BE49-F238E27FC236}">
                      <a16:creationId xmlns:a16="http://schemas.microsoft.com/office/drawing/2014/main" id="{7A2EB66C-8672-8DB5-AC43-BF886AD21191}"/>
                    </a:ext>
                  </a:extLst>
                </p14:cNvPr>
                <p14:cNvContentPartPr/>
                <p14:nvPr/>
              </p14:nvContentPartPr>
              <p14:xfrm>
                <a:off x="9017636" y="534927"/>
                <a:ext cx="438840" cy="138240"/>
              </p14:xfrm>
            </p:contentPart>
          </mc:Choice>
          <mc:Fallback>
            <p:pic>
              <p:nvPicPr>
                <p:cNvPr id="19" name="Ink 18">
                  <a:extLst>
                    <a:ext uri="{FF2B5EF4-FFF2-40B4-BE49-F238E27FC236}">
                      <a16:creationId xmlns:a16="http://schemas.microsoft.com/office/drawing/2014/main" id="{7A2EB66C-8672-8DB5-AC43-BF886AD21191}"/>
                    </a:ext>
                  </a:extLst>
                </p:cNvPr>
                <p:cNvPicPr/>
                <p:nvPr/>
              </p:nvPicPr>
              <p:blipFill>
                <a:blip r:embed="rId35"/>
                <a:stretch>
                  <a:fillRect/>
                </a:stretch>
              </p:blipFill>
              <p:spPr>
                <a:xfrm>
                  <a:off x="9013316" y="530607"/>
                  <a:ext cx="44748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0" name="Ink 19">
                  <a:extLst>
                    <a:ext uri="{FF2B5EF4-FFF2-40B4-BE49-F238E27FC236}">
                      <a16:creationId xmlns:a16="http://schemas.microsoft.com/office/drawing/2014/main" id="{BE10CEE8-5D18-3B0C-5DA7-426E1C41C4CF}"/>
                    </a:ext>
                  </a:extLst>
                </p14:cNvPr>
                <p14:cNvContentPartPr/>
                <p14:nvPr/>
              </p14:nvContentPartPr>
              <p14:xfrm>
                <a:off x="9289796" y="641127"/>
                <a:ext cx="22680" cy="560520"/>
              </p14:xfrm>
            </p:contentPart>
          </mc:Choice>
          <mc:Fallback>
            <p:pic>
              <p:nvPicPr>
                <p:cNvPr id="20" name="Ink 19">
                  <a:extLst>
                    <a:ext uri="{FF2B5EF4-FFF2-40B4-BE49-F238E27FC236}">
                      <a16:creationId xmlns:a16="http://schemas.microsoft.com/office/drawing/2014/main" id="{BE10CEE8-5D18-3B0C-5DA7-426E1C41C4CF}"/>
                    </a:ext>
                  </a:extLst>
                </p:cNvPr>
                <p:cNvPicPr/>
                <p:nvPr/>
              </p:nvPicPr>
              <p:blipFill>
                <a:blip r:embed="rId37"/>
                <a:stretch>
                  <a:fillRect/>
                </a:stretch>
              </p:blipFill>
              <p:spPr>
                <a:xfrm>
                  <a:off x="9285476" y="636807"/>
                  <a:ext cx="31320" cy="569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1" name="Ink 20">
                  <a:extLst>
                    <a:ext uri="{FF2B5EF4-FFF2-40B4-BE49-F238E27FC236}">
                      <a16:creationId xmlns:a16="http://schemas.microsoft.com/office/drawing/2014/main" id="{E6453691-9ED0-C9A5-EDC7-D679FA31506D}"/>
                    </a:ext>
                  </a:extLst>
                </p14:cNvPr>
                <p14:cNvContentPartPr/>
                <p14:nvPr/>
              </p14:nvContentPartPr>
              <p14:xfrm>
                <a:off x="9017636" y="1129647"/>
                <a:ext cx="627120" cy="153000"/>
              </p14:xfrm>
            </p:contentPart>
          </mc:Choice>
          <mc:Fallback>
            <p:pic>
              <p:nvPicPr>
                <p:cNvPr id="21" name="Ink 20">
                  <a:extLst>
                    <a:ext uri="{FF2B5EF4-FFF2-40B4-BE49-F238E27FC236}">
                      <a16:creationId xmlns:a16="http://schemas.microsoft.com/office/drawing/2014/main" id="{E6453691-9ED0-C9A5-EDC7-D679FA31506D}"/>
                    </a:ext>
                  </a:extLst>
                </p:cNvPr>
                <p:cNvPicPr/>
                <p:nvPr/>
              </p:nvPicPr>
              <p:blipFill>
                <a:blip r:embed="rId39"/>
                <a:stretch>
                  <a:fillRect/>
                </a:stretch>
              </p:blipFill>
              <p:spPr>
                <a:xfrm>
                  <a:off x="9013316" y="1125327"/>
                  <a:ext cx="6357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D0D30E7B-A848-02D7-2C9F-C33CB279DDA9}"/>
                    </a:ext>
                  </a:extLst>
                </p14:cNvPr>
                <p14:cNvContentPartPr/>
                <p14:nvPr/>
              </p14:nvContentPartPr>
              <p14:xfrm>
                <a:off x="9633596" y="294447"/>
                <a:ext cx="363600" cy="1503360"/>
              </p14:xfrm>
            </p:contentPart>
          </mc:Choice>
          <mc:Fallback>
            <p:pic>
              <p:nvPicPr>
                <p:cNvPr id="22" name="Ink 21">
                  <a:extLst>
                    <a:ext uri="{FF2B5EF4-FFF2-40B4-BE49-F238E27FC236}">
                      <a16:creationId xmlns:a16="http://schemas.microsoft.com/office/drawing/2014/main" id="{D0D30E7B-A848-02D7-2C9F-C33CB279DDA9}"/>
                    </a:ext>
                  </a:extLst>
                </p:cNvPr>
                <p:cNvPicPr/>
                <p:nvPr/>
              </p:nvPicPr>
              <p:blipFill>
                <a:blip r:embed="rId41"/>
                <a:stretch>
                  <a:fillRect/>
                </a:stretch>
              </p:blipFill>
              <p:spPr>
                <a:xfrm>
                  <a:off x="9629276" y="290127"/>
                  <a:ext cx="372240" cy="1512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7631210F-92EB-B7B4-0D45-87A5BEDF4CE8}"/>
                    </a:ext>
                  </a:extLst>
                </p14:cNvPr>
                <p14:cNvContentPartPr/>
                <p14:nvPr/>
              </p14:nvContentPartPr>
              <p14:xfrm>
                <a:off x="8388356" y="262767"/>
                <a:ext cx="442800" cy="1600920"/>
              </p14:xfrm>
            </p:contentPart>
          </mc:Choice>
          <mc:Fallback>
            <p:pic>
              <p:nvPicPr>
                <p:cNvPr id="23" name="Ink 22">
                  <a:extLst>
                    <a:ext uri="{FF2B5EF4-FFF2-40B4-BE49-F238E27FC236}">
                      <a16:creationId xmlns:a16="http://schemas.microsoft.com/office/drawing/2014/main" id="{7631210F-92EB-B7B4-0D45-87A5BEDF4CE8}"/>
                    </a:ext>
                  </a:extLst>
                </p:cNvPr>
                <p:cNvPicPr/>
                <p:nvPr/>
              </p:nvPicPr>
              <p:blipFill>
                <a:blip r:embed="rId43"/>
                <a:stretch>
                  <a:fillRect/>
                </a:stretch>
              </p:blipFill>
              <p:spPr>
                <a:xfrm>
                  <a:off x="8384036" y="258447"/>
                  <a:ext cx="451440" cy="1609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13256FCD-C300-E464-082D-331C944E39A7}"/>
                    </a:ext>
                  </a:extLst>
                </p14:cNvPr>
                <p14:cNvContentPartPr/>
                <p14:nvPr/>
              </p14:nvContentPartPr>
              <p14:xfrm>
                <a:off x="1155956" y="1639047"/>
                <a:ext cx="9861840" cy="326160"/>
              </p14:xfrm>
            </p:contentPart>
          </mc:Choice>
          <mc:Fallback>
            <p:pic>
              <p:nvPicPr>
                <p:cNvPr id="24" name="Ink 23">
                  <a:extLst>
                    <a:ext uri="{FF2B5EF4-FFF2-40B4-BE49-F238E27FC236}">
                      <a16:creationId xmlns:a16="http://schemas.microsoft.com/office/drawing/2014/main" id="{13256FCD-C300-E464-082D-331C944E39A7}"/>
                    </a:ext>
                  </a:extLst>
                </p:cNvPr>
                <p:cNvPicPr/>
                <p:nvPr/>
              </p:nvPicPr>
              <p:blipFill>
                <a:blip r:embed="rId45"/>
                <a:stretch>
                  <a:fillRect/>
                </a:stretch>
              </p:blipFill>
              <p:spPr>
                <a:xfrm>
                  <a:off x="1151636" y="1634727"/>
                  <a:ext cx="9870480" cy="334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A5F31CE3-FC5A-FDE5-F08D-CBCB7AF6BE1E}"/>
                  </a:ext>
                </a:extLst>
              </p14:cNvPr>
              <p14:cNvContentPartPr/>
              <p14:nvPr/>
            </p14:nvContentPartPr>
            <p14:xfrm>
              <a:off x="1249916" y="2455167"/>
              <a:ext cx="914760" cy="798840"/>
            </p14:xfrm>
          </p:contentPart>
        </mc:Choice>
        <mc:Fallback>
          <p:pic>
            <p:nvPicPr>
              <p:cNvPr id="26" name="Ink 25">
                <a:extLst>
                  <a:ext uri="{FF2B5EF4-FFF2-40B4-BE49-F238E27FC236}">
                    <a16:creationId xmlns:a16="http://schemas.microsoft.com/office/drawing/2014/main" id="{A5F31CE3-FC5A-FDE5-F08D-CBCB7AF6BE1E}"/>
                  </a:ext>
                </a:extLst>
              </p:cNvPr>
              <p:cNvPicPr/>
              <p:nvPr/>
            </p:nvPicPr>
            <p:blipFill>
              <a:blip r:embed="rId47"/>
              <a:stretch>
                <a:fillRect/>
              </a:stretch>
            </p:blipFill>
            <p:spPr>
              <a:xfrm>
                <a:off x="1245596" y="2450847"/>
                <a:ext cx="923400" cy="807480"/>
              </a:xfrm>
              <a:prstGeom prst="rect">
                <a:avLst/>
              </a:prstGeom>
            </p:spPr>
          </p:pic>
        </mc:Fallback>
      </mc:AlternateContent>
      <p:grpSp>
        <p:nvGrpSpPr>
          <p:cNvPr id="35" name="Group 34">
            <a:extLst>
              <a:ext uri="{FF2B5EF4-FFF2-40B4-BE49-F238E27FC236}">
                <a16:creationId xmlns:a16="http://schemas.microsoft.com/office/drawing/2014/main" id="{30FBB361-FE30-9660-3D8B-ED54F4F0B2C3}"/>
              </a:ext>
            </a:extLst>
          </p:cNvPr>
          <p:cNvGrpSpPr/>
          <p:nvPr/>
        </p:nvGrpSpPr>
        <p:grpSpPr>
          <a:xfrm>
            <a:off x="4151156" y="2123247"/>
            <a:ext cx="2444760" cy="2973600"/>
            <a:chOff x="4151156" y="2123247"/>
            <a:chExt cx="2444760" cy="2973600"/>
          </a:xfrm>
        </p:grpSpPr>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B57178CF-F5AA-8AF3-8EA2-CE41431F7FFE}"/>
                    </a:ext>
                  </a:extLst>
                </p14:cNvPr>
                <p14:cNvContentPartPr/>
                <p14:nvPr/>
              </p14:nvContentPartPr>
              <p14:xfrm>
                <a:off x="4151156" y="2701047"/>
                <a:ext cx="444960" cy="815760"/>
              </p14:xfrm>
            </p:contentPart>
          </mc:Choice>
          <mc:Fallback>
            <p:pic>
              <p:nvPicPr>
                <p:cNvPr id="27" name="Ink 26">
                  <a:extLst>
                    <a:ext uri="{FF2B5EF4-FFF2-40B4-BE49-F238E27FC236}">
                      <a16:creationId xmlns:a16="http://schemas.microsoft.com/office/drawing/2014/main" id="{B57178CF-F5AA-8AF3-8EA2-CE41431F7FFE}"/>
                    </a:ext>
                  </a:extLst>
                </p:cNvPr>
                <p:cNvPicPr/>
                <p:nvPr/>
              </p:nvPicPr>
              <p:blipFill>
                <a:blip r:embed="rId49"/>
                <a:stretch>
                  <a:fillRect/>
                </a:stretch>
              </p:blipFill>
              <p:spPr>
                <a:xfrm>
                  <a:off x="4146836" y="2696727"/>
                  <a:ext cx="453600" cy="824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DC8036E5-E01D-CFE3-5CC0-F2FDE0672D14}"/>
                    </a:ext>
                  </a:extLst>
                </p14:cNvPr>
                <p14:cNvContentPartPr/>
                <p14:nvPr/>
              </p14:nvContentPartPr>
              <p14:xfrm>
                <a:off x="4456436" y="2774487"/>
                <a:ext cx="567720" cy="1772280"/>
              </p14:xfrm>
            </p:contentPart>
          </mc:Choice>
          <mc:Fallback>
            <p:pic>
              <p:nvPicPr>
                <p:cNvPr id="28" name="Ink 27">
                  <a:extLst>
                    <a:ext uri="{FF2B5EF4-FFF2-40B4-BE49-F238E27FC236}">
                      <a16:creationId xmlns:a16="http://schemas.microsoft.com/office/drawing/2014/main" id="{DC8036E5-E01D-CFE3-5CC0-F2FDE0672D14}"/>
                    </a:ext>
                  </a:extLst>
                </p:cNvPr>
                <p:cNvPicPr/>
                <p:nvPr/>
              </p:nvPicPr>
              <p:blipFill>
                <a:blip r:embed="rId51"/>
                <a:stretch>
                  <a:fillRect/>
                </a:stretch>
              </p:blipFill>
              <p:spPr>
                <a:xfrm>
                  <a:off x="4452116" y="2770167"/>
                  <a:ext cx="576360" cy="17809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0" name="Ink 29">
                  <a:extLst>
                    <a:ext uri="{FF2B5EF4-FFF2-40B4-BE49-F238E27FC236}">
                      <a16:creationId xmlns:a16="http://schemas.microsoft.com/office/drawing/2014/main" id="{5048FCCC-802C-2E50-BAB7-A9C6E8D4B01B}"/>
                    </a:ext>
                  </a:extLst>
                </p14:cNvPr>
                <p14:cNvContentPartPr/>
                <p14:nvPr/>
              </p14:nvContentPartPr>
              <p14:xfrm>
                <a:off x="5349596" y="2123247"/>
                <a:ext cx="32760" cy="665640"/>
              </p14:xfrm>
            </p:contentPart>
          </mc:Choice>
          <mc:Fallback>
            <p:pic>
              <p:nvPicPr>
                <p:cNvPr id="30" name="Ink 29">
                  <a:extLst>
                    <a:ext uri="{FF2B5EF4-FFF2-40B4-BE49-F238E27FC236}">
                      <a16:creationId xmlns:a16="http://schemas.microsoft.com/office/drawing/2014/main" id="{5048FCCC-802C-2E50-BAB7-A9C6E8D4B01B}"/>
                    </a:ext>
                  </a:extLst>
                </p:cNvPr>
                <p:cNvPicPr/>
                <p:nvPr/>
              </p:nvPicPr>
              <p:blipFill>
                <a:blip r:embed="rId53"/>
                <a:stretch>
                  <a:fillRect/>
                </a:stretch>
              </p:blipFill>
              <p:spPr>
                <a:xfrm>
                  <a:off x="5345276" y="2118927"/>
                  <a:ext cx="41400" cy="6742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1" name="Ink 30">
                  <a:extLst>
                    <a:ext uri="{FF2B5EF4-FFF2-40B4-BE49-F238E27FC236}">
                      <a16:creationId xmlns:a16="http://schemas.microsoft.com/office/drawing/2014/main" id="{93550EEC-3720-E599-A95F-5FC54C777805}"/>
                    </a:ext>
                  </a:extLst>
                </p14:cNvPr>
                <p14:cNvContentPartPr/>
                <p14:nvPr/>
              </p14:nvContentPartPr>
              <p14:xfrm>
                <a:off x="5258876" y="3625887"/>
                <a:ext cx="369360" cy="1470960"/>
              </p14:xfrm>
            </p:contentPart>
          </mc:Choice>
          <mc:Fallback>
            <p:pic>
              <p:nvPicPr>
                <p:cNvPr id="31" name="Ink 30">
                  <a:extLst>
                    <a:ext uri="{FF2B5EF4-FFF2-40B4-BE49-F238E27FC236}">
                      <a16:creationId xmlns:a16="http://schemas.microsoft.com/office/drawing/2014/main" id="{93550EEC-3720-E599-A95F-5FC54C777805}"/>
                    </a:ext>
                  </a:extLst>
                </p:cNvPr>
                <p:cNvPicPr/>
                <p:nvPr/>
              </p:nvPicPr>
              <p:blipFill>
                <a:blip r:embed="rId55"/>
                <a:stretch>
                  <a:fillRect/>
                </a:stretch>
              </p:blipFill>
              <p:spPr>
                <a:xfrm>
                  <a:off x="5254556" y="3621567"/>
                  <a:ext cx="378000" cy="14796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2" name="Ink 31">
                  <a:extLst>
                    <a:ext uri="{FF2B5EF4-FFF2-40B4-BE49-F238E27FC236}">
                      <a16:creationId xmlns:a16="http://schemas.microsoft.com/office/drawing/2014/main" id="{2245A2CC-9F5B-954E-D99C-83D07BB649FC}"/>
                    </a:ext>
                  </a:extLst>
                </p14:cNvPr>
                <p14:cNvContentPartPr/>
                <p14:nvPr/>
              </p14:nvContentPartPr>
              <p14:xfrm>
                <a:off x="4907876" y="4480167"/>
                <a:ext cx="441360" cy="103320"/>
              </p14:xfrm>
            </p:contentPart>
          </mc:Choice>
          <mc:Fallback>
            <p:pic>
              <p:nvPicPr>
                <p:cNvPr id="32" name="Ink 31">
                  <a:extLst>
                    <a:ext uri="{FF2B5EF4-FFF2-40B4-BE49-F238E27FC236}">
                      <a16:creationId xmlns:a16="http://schemas.microsoft.com/office/drawing/2014/main" id="{2245A2CC-9F5B-954E-D99C-83D07BB649FC}"/>
                    </a:ext>
                  </a:extLst>
                </p:cNvPr>
                <p:cNvPicPr/>
                <p:nvPr/>
              </p:nvPicPr>
              <p:blipFill>
                <a:blip r:embed="rId57"/>
                <a:stretch>
                  <a:fillRect/>
                </a:stretch>
              </p:blipFill>
              <p:spPr>
                <a:xfrm>
                  <a:off x="4903556" y="4475847"/>
                  <a:ext cx="450000" cy="1119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3" name="Ink 32">
                  <a:extLst>
                    <a:ext uri="{FF2B5EF4-FFF2-40B4-BE49-F238E27FC236}">
                      <a16:creationId xmlns:a16="http://schemas.microsoft.com/office/drawing/2014/main" id="{8C748B62-A6BA-6191-1726-4152C218119F}"/>
                    </a:ext>
                  </a:extLst>
                </p14:cNvPr>
                <p14:cNvContentPartPr/>
                <p14:nvPr/>
              </p14:nvContentPartPr>
              <p14:xfrm>
                <a:off x="5927396" y="3877167"/>
                <a:ext cx="555120" cy="52560"/>
              </p14:xfrm>
            </p:contentPart>
          </mc:Choice>
          <mc:Fallback>
            <p:pic>
              <p:nvPicPr>
                <p:cNvPr id="33" name="Ink 32">
                  <a:extLst>
                    <a:ext uri="{FF2B5EF4-FFF2-40B4-BE49-F238E27FC236}">
                      <a16:creationId xmlns:a16="http://schemas.microsoft.com/office/drawing/2014/main" id="{8C748B62-A6BA-6191-1726-4152C218119F}"/>
                    </a:ext>
                  </a:extLst>
                </p:cNvPr>
                <p:cNvPicPr/>
                <p:nvPr/>
              </p:nvPicPr>
              <p:blipFill>
                <a:blip r:embed="rId59"/>
                <a:stretch>
                  <a:fillRect/>
                </a:stretch>
              </p:blipFill>
              <p:spPr>
                <a:xfrm>
                  <a:off x="5923076" y="3872847"/>
                  <a:ext cx="5637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4" name="Ink 33">
                  <a:extLst>
                    <a:ext uri="{FF2B5EF4-FFF2-40B4-BE49-F238E27FC236}">
                      <a16:creationId xmlns:a16="http://schemas.microsoft.com/office/drawing/2014/main" id="{13530BDA-2091-6E58-0B6C-EBD6D73259D1}"/>
                    </a:ext>
                  </a:extLst>
                </p14:cNvPr>
                <p14:cNvContentPartPr/>
                <p14:nvPr/>
              </p14:nvContentPartPr>
              <p14:xfrm>
                <a:off x="5875196" y="4182447"/>
                <a:ext cx="720720" cy="242280"/>
              </p14:xfrm>
            </p:contentPart>
          </mc:Choice>
          <mc:Fallback>
            <p:pic>
              <p:nvPicPr>
                <p:cNvPr id="34" name="Ink 33">
                  <a:extLst>
                    <a:ext uri="{FF2B5EF4-FFF2-40B4-BE49-F238E27FC236}">
                      <a16:creationId xmlns:a16="http://schemas.microsoft.com/office/drawing/2014/main" id="{13530BDA-2091-6E58-0B6C-EBD6D73259D1}"/>
                    </a:ext>
                  </a:extLst>
                </p:cNvPr>
                <p:cNvPicPr/>
                <p:nvPr/>
              </p:nvPicPr>
              <p:blipFill>
                <a:blip r:embed="rId61"/>
                <a:stretch>
                  <a:fillRect/>
                </a:stretch>
              </p:blipFill>
              <p:spPr>
                <a:xfrm>
                  <a:off x="5870876" y="4178127"/>
                  <a:ext cx="729360" cy="250920"/>
                </a:xfrm>
                <a:prstGeom prst="rect">
                  <a:avLst/>
                </a:prstGeom>
              </p:spPr>
            </p:pic>
          </mc:Fallback>
        </mc:AlternateContent>
      </p:grpSp>
      <p:grpSp>
        <p:nvGrpSpPr>
          <p:cNvPr id="47" name="Group 46">
            <a:extLst>
              <a:ext uri="{FF2B5EF4-FFF2-40B4-BE49-F238E27FC236}">
                <a16:creationId xmlns:a16="http://schemas.microsoft.com/office/drawing/2014/main" id="{F0AA41E2-272C-97DB-813E-1E0B7594FF76}"/>
              </a:ext>
            </a:extLst>
          </p:cNvPr>
          <p:cNvGrpSpPr/>
          <p:nvPr/>
        </p:nvGrpSpPr>
        <p:grpSpPr>
          <a:xfrm>
            <a:off x="6989396" y="2753607"/>
            <a:ext cx="4236480" cy="2740320"/>
            <a:chOff x="6989396" y="2753607"/>
            <a:chExt cx="4236480" cy="2740320"/>
          </a:xfrm>
        </p:grpSpPr>
        <mc:AlternateContent xmlns:mc="http://schemas.openxmlformats.org/markup-compatibility/2006">
          <mc:Choice xmlns:p14="http://schemas.microsoft.com/office/powerpoint/2010/main" Requires="p14">
            <p:contentPart p14:bwMode="auto" r:id="rId62">
              <p14:nvContentPartPr>
                <p14:cNvPr id="36" name="Ink 35">
                  <a:extLst>
                    <a:ext uri="{FF2B5EF4-FFF2-40B4-BE49-F238E27FC236}">
                      <a16:creationId xmlns:a16="http://schemas.microsoft.com/office/drawing/2014/main" id="{FC8F3C86-AD2A-463E-D505-F16177C73769}"/>
                    </a:ext>
                  </a:extLst>
                </p14:cNvPr>
                <p14:cNvContentPartPr/>
                <p14:nvPr/>
              </p14:nvContentPartPr>
              <p14:xfrm>
                <a:off x="6989396" y="2858367"/>
                <a:ext cx="480600" cy="790920"/>
              </p14:xfrm>
            </p:contentPart>
          </mc:Choice>
          <mc:Fallback>
            <p:pic>
              <p:nvPicPr>
                <p:cNvPr id="36" name="Ink 35">
                  <a:extLst>
                    <a:ext uri="{FF2B5EF4-FFF2-40B4-BE49-F238E27FC236}">
                      <a16:creationId xmlns:a16="http://schemas.microsoft.com/office/drawing/2014/main" id="{FC8F3C86-AD2A-463E-D505-F16177C73769}"/>
                    </a:ext>
                  </a:extLst>
                </p:cNvPr>
                <p:cNvPicPr/>
                <p:nvPr/>
              </p:nvPicPr>
              <p:blipFill>
                <a:blip r:embed="rId63"/>
                <a:stretch>
                  <a:fillRect/>
                </a:stretch>
              </p:blipFill>
              <p:spPr>
                <a:xfrm>
                  <a:off x="6985076" y="2854047"/>
                  <a:ext cx="489240" cy="799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7" name="Ink 36">
                  <a:extLst>
                    <a:ext uri="{FF2B5EF4-FFF2-40B4-BE49-F238E27FC236}">
                      <a16:creationId xmlns:a16="http://schemas.microsoft.com/office/drawing/2014/main" id="{7E19124F-D6F2-D00C-E9E1-6638AA0724F4}"/>
                    </a:ext>
                  </a:extLst>
                </p14:cNvPr>
                <p14:cNvContentPartPr/>
                <p14:nvPr/>
              </p14:nvContentPartPr>
              <p14:xfrm>
                <a:off x="7388276" y="2826687"/>
                <a:ext cx="641880" cy="1684800"/>
              </p14:xfrm>
            </p:contentPart>
          </mc:Choice>
          <mc:Fallback>
            <p:pic>
              <p:nvPicPr>
                <p:cNvPr id="37" name="Ink 36">
                  <a:extLst>
                    <a:ext uri="{FF2B5EF4-FFF2-40B4-BE49-F238E27FC236}">
                      <a16:creationId xmlns:a16="http://schemas.microsoft.com/office/drawing/2014/main" id="{7E19124F-D6F2-D00C-E9E1-6638AA0724F4}"/>
                    </a:ext>
                  </a:extLst>
                </p:cNvPr>
                <p:cNvPicPr/>
                <p:nvPr/>
              </p:nvPicPr>
              <p:blipFill>
                <a:blip r:embed="rId65"/>
                <a:stretch>
                  <a:fillRect/>
                </a:stretch>
              </p:blipFill>
              <p:spPr>
                <a:xfrm>
                  <a:off x="7383956" y="2822367"/>
                  <a:ext cx="650520" cy="16934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38" name="Ink 37">
                  <a:extLst>
                    <a:ext uri="{FF2B5EF4-FFF2-40B4-BE49-F238E27FC236}">
                      <a16:creationId xmlns:a16="http://schemas.microsoft.com/office/drawing/2014/main" id="{B5B22C37-DDE1-558D-0F02-F8D17D98A7AD}"/>
                    </a:ext>
                  </a:extLst>
                </p14:cNvPr>
                <p14:cNvContentPartPr/>
                <p14:nvPr/>
              </p14:nvContentPartPr>
              <p14:xfrm>
                <a:off x="7860596" y="4151487"/>
                <a:ext cx="436320" cy="1063080"/>
              </p14:xfrm>
            </p:contentPart>
          </mc:Choice>
          <mc:Fallback>
            <p:pic>
              <p:nvPicPr>
                <p:cNvPr id="38" name="Ink 37">
                  <a:extLst>
                    <a:ext uri="{FF2B5EF4-FFF2-40B4-BE49-F238E27FC236}">
                      <a16:creationId xmlns:a16="http://schemas.microsoft.com/office/drawing/2014/main" id="{B5B22C37-DDE1-558D-0F02-F8D17D98A7AD}"/>
                    </a:ext>
                  </a:extLst>
                </p:cNvPr>
                <p:cNvPicPr/>
                <p:nvPr/>
              </p:nvPicPr>
              <p:blipFill>
                <a:blip r:embed="rId67"/>
                <a:stretch>
                  <a:fillRect/>
                </a:stretch>
              </p:blipFill>
              <p:spPr>
                <a:xfrm>
                  <a:off x="7856276" y="4147167"/>
                  <a:ext cx="444960" cy="10717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9" name="Ink 38">
                  <a:extLst>
                    <a:ext uri="{FF2B5EF4-FFF2-40B4-BE49-F238E27FC236}">
                      <a16:creationId xmlns:a16="http://schemas.microsoft.com/office/drawing/2014/main" id="{4095CBEC-86DF-AE6E-54D4-31645B668B5A}"/>
                    </a:ext>
                  </a:extLst>
                </p14:cNvPr>
                <p14:cNvContentPartPr/>
                <p14:nvPr/>
              </p14:nvContentPartPr>
              <p14:xfrm>
                <a:off x="7735316" y="4739727"/>
                <a:ext cx="452520" cy="21240"/>
              </p14:xfrm>
            </p:contentPart>
          </mc:Choice>
          <mc:Fallback>
            <p:pic>
              <p:nvPicPr>
                <p:cNvPr id="39" name="Ink 38">
                  <a:extLst>
                    <a:ext uri="{FF2B5EF4-FFF2-40B4-BE49-F238E27FC236}">
                      <a16:creationId xmlns:a16="http://schemas.microsoft.com/office/drawing/2014/main" id="{4095CBEC-86DF-AE6E-54D4-31645B668B5A}"/>
                    </a:ext>
                  </a:extLst>
                </p:cNvPr>
                <p:cNvPicPr/>
                <p:nvPr/>
              </p:nvPicPr>
              <p:blipFill>
                <a:blip r:embed="rId69"/>
                <a:stretch>
                  <a:fillRect/>
                </a:stretch>
              </p:blipFill>
              <p:spPr>
                <a:xfrm>
                  <a:off x="7730996" y="4735407"/>
                  <a:ext cx="46116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0" name="Ink 39">
                  <a:extLst>
                    <a:ext uri="{FF2B5EF4-FFF2-40B4-BE49-F238E27FC236}">
                      <a16:creationId xmlns:a16="http://schemas.microsoft.com/office/drawing/2014/main" id="{A0874C2C-FA27-4100-FF8C-EB6E45932330}"/>
                    </a:ext>
                  </a:extLst>
                </p14:cNvPr>
                <p14:cNvContentPartPr/>
                <p14:nvPr/>
              </p14:nvContentPartPr>
              <p14:xfrm>
                <a:off x="8302676" y="3740727"/>
                <a:ext cx="445680" cy="43200"/>
              </p14:xfrm>
            </p:contentPart>
          </mc:Choice>
          <mc:Fallback>
            <p:pic>
              <p:nvPicPr>
                <p:cNvPr id="40" name="Ink 39">
                  <a:extLst>
                    <a:ext uri="{FF2B5EF4-FFF2-40B4-BE49-F238E27FC236}">
                      <a16:creationId xmlns:a16="http://schemas.microsoft.com/office/drawing/2014/main" id="{A0874C2C-FA27-4100-FF8C-EB6E45932330}"/>
                    </a:ext>
                  </a:extLst>
                </p:cNvPr>
                <p:cNvPicPr/>
                <p:nvPr/>
              </p:nvPicPr>
              <p:blipFill>
                <a:blip r:embed="rId71"/>
                <a:stretch>
                  <a:fillRect/>
                </a:stretch>
              </p:blipFill>
              <p:spPr>
                <a:xfrm>
                  <a:off x="8298356" y="3736407"/>
                  <a:ext cx="4543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1" name="Ink 40">
                  <a:extLst>
                    <a:ext uri="{FF2B5EF4-FFF2-40B4-BE49-F238E27FC236}">
                      <a16:creationId xmlns:a16="http://schemas.microsoft.com/office/drawing/2014/main" id="{639CBC2D-62E7-CBC8-14FC-85EE2E56A0C3}"/>
                    </a:ext>
                  </a:extLst>
                </p14:cNvPr>
                <p14:cNvContentPartPr/>
                <p14:nvPr/>
              </p14:nvContentPartPr>
              <p14:xfrm>
                <a:off x="9080996" y="2753607"/>
                <a:ext cx="665280" cy="824040"/>
              </p14:xfrm>
            </p:contentPart>
          </mc:Choice>
          <mc:Fallback>
            <p:pic>
              <p:nvPicPr>
                <p:cNvPr id="41" name="Ink 40">
                  <a:extLst>
                    <a:ext uri="{FF2B5EF4-FFF2-40B4-BE49-F238E27FC236}">
                      <a16:creationId xmlns:a16="http://schemas.microsoft.com/office/drawing/2014/main" id="{639CBC2D-62E7-CBC8-14FC-85EE2E56A0C3}"/>
                    </a:ext>
                  </a:extLst>
                </p:cNvPr>
                <p:cNvPicPr/>
                <p:nvPr/>
              </p:nvPicPr>
              <p:blipFill>
                <a:blip r:embed="rId73"/>
                <a:stretch>
                  <a:fillRect/>
                </a:stretch>
              </p:blipFill>
              <p:spPr>
                <a:xfrm>
                  <a:off x="9076676" y="2749287"/>
                  <a:ext cx="673920" cy="8326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2" name="Ink 41">
                  <a:extLst>
                    <a:ext uri="{FF2B5EF4-FFF2-40B4-BE49-F238E27FC236}">
                      <a16:creationId xmlns:a16="http://schemas.microsoft.com/office/drawing/2014/main" id="{DD8F81AC-0BFD-9D86-D33F-162E53A8EA6D}"/>
                    </a:ext>
                  </a:extLst>
                </p14:cNvPr>
                <p14:cNvContentPartPr/>
                <p14:nvPr/>
              </p14:nvContentPartPr>
              <p14:xfrm>
                <a:off x="9657356" y="2795727"/>
                <a:ext cx="495720" cy="1803960"/>
              </p14:xfrm>
            </p:contentPart>
          </mc:Choice>
          <mc:Fallback>
            <p:pic>
              <p:nvPicPr>
                <p:cNvPr id="42" name="Ink 41">
                  <a:extLst>
                    <a:ext uri="{FF2B5EF4-FFF2-40B4-BE49-F238E27FC236}">
                      <a16:creationId xmlns:a16="http://schemas.microsoft.com/office/drawing/2014/main" id="{DD8F81AC-0BFD-9D86-D33F-162E53A8EA6D}"/>
                    </a:ext>
                  </a:extLst>
                </p:cNvPr>
                <p:cNvPicPr/>
                <p:nvPr/>
              </p:nvPicPr>
              <p:blipFill>
                <a:blip r:embed="rId75"/>
                <a:stretch>
                  <a:fillRect/>
                </a:stretch>
              </p:blipFill>
              <p:spPr>
                <a:xfrm>
                  <a:off x="9653036" y="2791407"/>
                  <a:ext cx="504360" cy="18126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3" name="Ink 42">
                  <a:extLst>
                    <a:ext uri="{FF2B5EF4-FFF2-40B4-BE49-F238E27FC236}">
                      <a16:creationId xmlns:a16="http://schemas.microsoft.com/office/drawing/2014/main" id="{7AB825BB-A66C-20CB-194D-DA5DCC38BDE7}"/>
                    </a:ext>
                  </a:extLst>
                </p14:cNvPr>
                <p14:cNvContentPartPr/>
                <p14:nvPr/>
              </p14:nvContentPartPr>
              <p14:xfrm>
                <a:off x="10288796" y="4298727"/>
                <a:ext cx="406800" cy="1186560"/>
              </p14:xfrm>
            </p:contentPart>
          </mc:Choice>
          <mc:Fallback>
            <p:pic>
              <p:nvPicPr>
                <p:cNvPr id="43" name="Ink 42">
                  <a:extLst>
                    <a:ext uri="{FF2B5EF4-FFF2-40B4-BE49-F238E27FC236}">
                      <a16:creationId xmlns:a16="http://schemas.microsoft.com/office/drawing/2014/main" id="{7AB825BB-A66C-20CB-194D-DA5DCC38BDE7}"/>
                    </a:ext>
                  </a:extLst>
                </p:cNvPr>
                <p:cNvPicPr/>
                <p:nvPr/>
              </p:nvPicPr>
              <p:blipFill>
                <a:blip r:embed="rId77"/>
                <a:stretch>
                  <a:fillRect/>
                </a:stretch>
              </p:blipFill>
              <p:spPr>
                <a:xfrm>
                  <a:off x="10284476" y="4294407"/>
                  <a:ext cx="415440" cy="11952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4" name="Ink 43">
                  <a:extLst>
                    <a:ext uri="{FF2B5EF4-FFF2-40B4-BE49-F238E27FC236}">
                      <a16:creationId xmlns:a16="http://schemas.microsoft.com/office/drawing/2014/main" id="{6146BAED-D003-A066-70F2-8DC605EF7809}"/>
                    </a:ext>
                  </a:extLst>
                </p14:cNvPr>
                <p14:cNvContentPartPr/>
                <p14:nvPr/>
              </p14:nvContentPartPr>
              <p14:xfrm>
                <a:off x="10068836" y="4960407"/>
                <a:ext cx="493920" cy="52920"/>
              </p14:xfrm>
            </p:contentPart>
          </mc:Choice>
          <mc:Fallback>
            <p:pic>
              <p:nvPicPr>
                <p:cNvPr id="44" name="Ink 43">
                  <a:extLst>
                    <a:ext uri="{FF2B5EF4-FFF2-40B4-BE49-F238E27FC236}">
                      <a16:creationId xmlns:a16="http://schemas.microsoft.com/office/drawing/2014/main" id="{6146BAED-D003-A066-70F2-8DC605EF7809}"/>
                    </a:ext>
                  </a:extLst>
                </p:cNvPr>
                <p:cNvPicPr/>
                <p:nvPr/>
              </p:nvPicPr>
              <p:blipFill>
                <a:blip r:embed="rId79"/>
                <a:stretch>
                  <a:fillRect/>
                </a:stretch>
              </p:blipFill>
              <p:spPr>
                <a:xfrm>
                  <a:off x="10064516" y="4956087"/>
                  <a:ext cx="5025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5" name="Ink 44">
                  <a:extLst>
                    <a:ext uri="{FF2B5EF4-FFF2-40B4-BE49-F238E27FC236}">
                      <a16:creationId xmlns:a16="http://schemas.microsoft.com/office/drawing/2014/main" id="{4E179D21-2052-1F24-813D-4D5F54D39CCE}"/>
                    </a:ext>
                  </a:extLst>
                </p14:cNvPr>
                <p14:cNvContentPartPr/>
                <p14:nvPr/>
              </p14:nvContentPartPr>
              <p14:xfrm>
                <a:off x="10678316" y="4823967"/>
                <a:ext cx="309600" cy="64080"/>
              </p14:xfrm>
            </p:contentPart>
          </mc:Choice>
          <mc:Fallback>
            <p:pic>
              <p:nvPicPr>
                <p:cNvPr id="45" name="Ink 44">
                  <a:extLst>
                    <a:ext uri="{FF2B5EF4-FFF2-40B4-BE49-F238E27FC236}">
                      <a16:creationId xmlns:a16="http://schemas.microsoft.com/office/drawing/2014/main" id="{4E179D21-2052-1F24-813D-4D5F54D39CCE}"/>
                    </a:ext>
                  </a:extLst>
                </p:cNvPr>
                <p:cNvPicPr/>
                <p:nvPr/>
              </p:nvPicPr>
              <p:blipFill>
                <a:blip r:embed="rId81"/>
                <a:stretch>
                  <a:fillRect/>
                </a:stretch>
              </p:blipFill>
              <p:spPr>
                <a:xfrm>
                  <a:off x="10673996" y="4819647"/>
                  <a:ext cx="31824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6" name="Ink 45">
                  <a:extLst>
                    <a:ext uri="{FF2B5EF4-FFF2-40B4-BE49-F238E27FC236}">
                      <a16:creationId xmlns:a16="http://schemas.microsoft.com/office/drawing/2014/main" id="{D8264F1E-B942-9D26-429B-409F6EE2E03F}"/>
                    </a:ext>
                  </a:extLst>
                </p14:cNvPr>
                <p14:cNvContentPartPr/>
                <p14:nvPr/>
              </p14:nvContentPartPr>
              <p14:xfrm>
                <a:off x="11213636" y="4550727"/>
                <a:ext cx="12240" cy="943200"/>
              </p14:xfrm>
            </p:contentPart>
          </mc:Choice>
          <mc:Fallback>
            <p:pic>
              <p:nvPicPr>
                <p:cNvPr id="46" name="Ink 45">
                  <a:extLst>
                    <a:ext uri="{FF2B5EF4-FFF2-40B4-BE49-F238E27FC236}">
                      <a16:creationId xmlns:a16="http://schemas.microsoft.com/office/drawing/2014/main" id="{D8264F1E-B942-9D26-429B-409F6EE2E03F}"/>
                    </a:ext>
                  </a:extLst>
                </p:cNvPr>
                <p:cNvPicPr/>
                <p:nvPr/>
              </p:nvPicPr>
              <p:blipFill>
                <a:blip r:embed="rId83"/>
                <a:stretch>
                  <a:fillRect/>
                </a:stretch>
              </p:blipFill>
              <p:spPr>
                <a:xfrm>
                  <a:off x="11209316" y="4546407"/>
                  <a:ext cx="20880" cy="951840"/>
                </a:xfrm>
                <a:prstGeom prst="rect">
                  <a:avLst/>
                </a:prstGeom>
              </p:spPr>
            </p:pic>
          </mc:Fallback>
        </mc:AlternateContent>
      </p:grpSp>
    </p:spTree>
    <p:extLst>
      <p:ext uri="{BB962C8B-B14F-4D97-AF65-F5344CB8AC3E}">
        <p14:creationId xmlns:p14="http://schemas.microsoft.com/office/powerpoint/2010/main" val="212486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Seasonal ARIMA (SARIMA) Model</a:t>
            </a:r>
          </a:p>
        </p:txBody>
      </p:sp>
      <p:sp>
        <p:nvSpPr>
          <p:cNvPr id="3" name="Content Placeholder 2"/>
          <p:cNvSpPr>
            <a:spLocks noGrp="1"/>
          </p:cNvSpPr>
          <p:nvPr>
            <p:ph idx="1"/>
          </p:nvPr>
        </p:nvSpPr>
        <p:spPr/>
        <p:txBody>
          <a:bodyPr/>
          <a:lstStyle/>
          <a:p>
            <a:r>
              <a:t>SARIMA adds seasonal components to the ARIMA model.</a:t>
            </a:r>
          </a:p>
          <a:p>
            <a:r>
              <a:t>SARIMA(p, d, q)(P, D, Q, m): Captures both non-seasonal and seasonal patterns.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106DFC2-6C03-8AD6-947B-E165E4259CF4}"/>
                  </a:ext>
                </a:extLst>
              </p14:cNvPr>
              <p14:cNvContentPartPr/>
              <p14:nvPr/>
            </p14:nvContentPartPr>
            <p14:xfrm>
              <a:off x="4917600" y="1220040"/>
              <a:ext cx="1728720" cy="120600"/>
            </p14:xfrm>
          </p:contentPart>
        </mc:Choice>
        <mc:Fallback xmlns="">
          <p:pic>
            <p:nvPicPr>
              <p:cNvPr id="4" name="Ink 3">
                <a:extLst>
                  <a:ext uri="{FF2B5EF4-FFF2-40B4-BE49-F238E27FC236}">
                    <a16:creationId xmlns:a16="http://schemas.microsoft.com/office/drawing/2014/main" id="{3106DFC2-6C03-8AD6-947B-E165E4259CF4}"/>
                  </a:ext>
                </a:extLst>
              </p:cNvPr>
              <p:cNvPicPr/>
              <p:nvPr/>
            </p:nvPicPr>
            <p:blipFill>
              <a:blip r:embed="rId3"/>
              <a:stretch>
                <a:fillRect/>
              </a:stretch>
            </p:blipFill>
            <p:spPr>
              <a:xfrm>
                <a:off x="4908240" y="1210680"/>
                <a:ext cx="1747440" cy="13932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Prophet Model</a:t>
            </a:r>
          </a:p>
        </p:txBody>
      </p:sp>
      <p:sp>
        <p:nvSpPr>
          <p:cNvPr id="3" name="Content Placeholder 2"/>
          <p:cNvSpPr>
            <a:spLocks noGrp="1"/>
          </p:cNvSpPr>
          <p:nvPr>
            <p:ph idx="1"/>
          </p:nvPr>
        </p:nvSpPr>
        <p:spPr/>
        <p:txBody>
          <a:bodyPr/>
          <a:lstStyle/>
          <a:p>
            <a:r>
              <a:t>Prophet is designed to handle time series data with strong seasonal patterns and missing data.</a:t>
            </a:r>
          </a:p>
          <a:p>
            <a:r>
              <a:t>It models time series as an additive combination of trend, seasonality, and holiday effects.</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8633D66-166A-EF18-3E06-49B2A68FF74F}"/>
                  </a:ext>
                </a:extLst>
              </p14:cNvPr>
              <p14:cNvContentPartPr/>
              <p14:nvPr/>
            </p14:nvContentPartPr>
            <p14:xfrm>
              <a:off x="1398600" y="2294640"/>
              <a:ext cx="9324720" cy="1382040"/>
            </p14:xfrm>
          </p:contentPart>
        </mc:Choice>
        <mc:Fallback xmlns="">
          <p:pic>
            <p:nvPicPr>
              <p:cNvPr id="4" name="Ink 3">
                <a:extLst>
                  <a:ext uri="{FF2B5EF4-FFF2-40B4-BE49-F238E27FC236}">
                    <a16:creationId xmlns:a16="http://schemas.microsoft.com/office/drawing/2014/main" id="{18633D66-166A-EF18-3E06-49B2A68FF74F}"/>
                  </a:ext>
                </a:extLst>
              </p:cNvPr>
              <p:cNvPicPr/>
              <p:nvPr/>
            </p:nvPicPr>
            <p:blipFill>
              <a:blip r:embed="rId3"/>
              <a:stretch>
                <a:fillRect/>
              </a:stretch>
            </p:blipFill>
            <p:spPr>
              <a:xfrm>
                <a:off x="1389240" y="2285280"/>
                <a:ext cx="9343440" cy="1400760"/>
              </a:xfrm>
              <a:prstGeom prst="rect">
                <a:avLst/>
              </a:prstGeom>
            </p:spPr>
          </p:pic>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SQL-Based Forecasting</a:t>
            </a:r>
          </a:p>
        </p:txBody>
      </p:sp>
      <p:sp>
        <p:nvSpPr>
          <p:cNvPr id="3" name="Content Placeholder 2"/>
          <p:cNvSpPr>
            <a:spLocks noGrp="1"/>
          </p:cNvSpPr>
          <p:nvPr>
            <p:ph idx="1"/>
          </p:nvPr>
        </p:nvSpPr>
        <p:spPr/>
        <p:txBody>
          <a:bodyPr/>
          <a:lstStyle/>
          <a:p>
            <a:r>
              <a:t>SQL-based forecasting uses historical averages for quick predictions.</a:t>
            </a:r>
          </a:p>
          <a:p>
            <a:r>
              <a:t>Methods include Last Three Months Average, Last Year Same Time Month Average, and Last Year Same Time Three Months Average.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E5EC2AB5-432B-449A-B210-123F58E27B2E}"/>
              </a:ext>
            </a:extLst>
          </p:cNvPr>
          <p:cNvSpPr>
            <a:spLocks noGrp="1" noChangeArrowheads="1"/>
          </p:cNvSpPr>
          <p:nvPr>
            <p:ph type="title"/>
          </p:nvPr>
        </p:nvSpPr>
        <p:spPr>
          <a:xfrm>
            <a:off x="1895475" y="92076"/>
            <a:ext cx="8434388" cy="803275"/>
          </a:xfrm>
        </p:spPr>
        <p:txBody>
          <a:bodyPr vert="horz" wrap="square" lIns="92075" tIns="46038" rIns="92075" bIns="46038" numCol="1" anchor="ctr" anchorCtr="0" compatLnSpc="1">
            <a:prstTxWarp prst="textNoShape">
              <a:avLst/>
            </a:prstTxWarp>
          </a:bodyPr>
          <a:lstStyle/>
          <a:p>
            <a:pPr eaLnBrk="1" hangingPunct="1"/>
            <a:r>
              <a:rPr lang="en-US" altLang="en-US" sz="3600" i="1"/>
              <a:t>Introduction to Time Series Analysis</a:t>
            </a:r>
          </a:p>
        </p:txBody>
      </p:sp>
      <p:sp>
        <p:nvSpPr>
          <p:cNvPr id="12291" name="Rectangle 3">
            <a:extLst>
              <a:ext uri="{FF2B5EF4-FFF2-40B4-BE49-F238E27FC236}">
                <a16:creationId xmlns:a16="http://schemas.microsoft.com/office/drawing/2014/main" id="{62C981D3-0B64-FE6F-2CB0-A7526C7E66EC}"/>
              </a:ext>
            </a:extLst>
          </p:cNvPr>
          <p:cNvSpPr>
            <a:spLocks noGrp="1" noChangeArrowheads="1"/>
          </p:cNvSpPr>
          <p:nvPr>
            <p:ph idx="1"/>
          </p:nvPr>
        </p:nvSpPr>
        <p:spPr>
          <a:xfrm>
            <a:off x="1793876" y="814388"/>
            <a:ext cx="8740775" cy="4792662"/>
          </a:xfrm>
        </p:spPr>
        <p:txBody>
          <a:bodyPr vert="horz" wrap="square" lIns="92075" tIns="46038" rIns="92075" bIns="46038" numCol="1" anchor="t" anchorCtr="0" compatLnSpc="1">
            <a:prstTxWarp prst="textNoShape">
              <a:avLst/>
            </a:prstTxWarp>
            <a:normAutofit lnSpcReduction="10000"/>
          </a:bodyPr>
          <a:lstStyle/>
          <a:p>
            <a:pPr eaLnBrk="1" hangingPunct="1"/>
            <a:r>
              <a:rPr lang="en-US" altLang="en-US" sz="2600"/>
              <a:t>A </a:t>
            </a:r>
            <a:r>
              <a:rPr lang="en-US" altLang="en-US" sz="2600" i="1"/>
              <a:t>time-series</a:t>
            </a:r>
            <a:r>
              <a:rPr lang="en-US" altLang="en-US" sz="2600"/>
              <a:t> is a set of observations on a quantitative variable collected over time.</a:t>
            </a:r>
          </a:p>
          <a:p>
            <a:pPr eaLnBrk="1" hangingPunct="1"/>
            <a:r>
              <a:rPr lang="en-US" altLang="en-US" sz="2600"/>
              <a:t>Examples</a:t>
            </a:r>
          </a:p>
          <a:p>
            <a:pPr lvl="1" eaLnBrk="1" hangingPunct="1"/>
            <a:r>
              <a:rPr lang="en-US" altLang="en-US" sz="2600"/>
              <a:t>Dow Jones Industrial Averages</a:t>
            </a:r>
          </a:p>
          <a:p>
            <a:pPr lvl="1" eaLnBrk="1" hangingPunct="1"/>
            <a:r>
              <a:rPr lang="en-US" altLang="en-US" sz="2600"/>
              <a:t>Historical data on sales, inventory, customer counts, interest rates, costs, etc</a:t>
            </a:r>
          </a:p>
          <a:p>
            <a:pPr eaLnBrk="1" hangingPunct="1"/>
            <a:r>
              <a:rPr lang="en-US" altLang="en-US" sz="2600"/>
              <a:t>Businesses are often very interested in forecasting time series variables.</a:t>
            </a:r>
          </a:p>
          <a:p>
            <a:pPr eaLnBrk="1" hangingPunct="1"/>
            <a:r>
              <a:rPr lang="en-US" altLang="en-US" sz="2600"/>
              <a:t>Often, independent variables are not available to build a regression model of a time series variable.</a:t>
            </a:r>
          </a:p>
          <a:p>
            <a:pPr eaLnBrk="1" hangingPunct="1"/>
            <a:r>
              <a:rPr lang="en-US" altLang="en-US" sz="2600"/>
              <a:t>In time series analysis, we analyze the past behavior of a variable in order to predict its future behavior.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3E562D1-2183-1B7C-309F-C752A35FE633}"/>
              </a:ext>
            </a:extLst>
          </p:cNvPr>
          <p:cNvSpPr>
            <a:spLocks noGrp="1" noChangeArrowheads="1"/>
          </p:cNvSpPr>
          <p:nvPr>
            <p:ph type="title"/>
          </p:nvPr>
        </p:nvSpPr>
        <p:spPr/>
        <p:txBody>
          <a:bodyPr/>
          <a:lstStyle/>
          <a:p>
            <a:pPr eaLnBrk="1" hangingPunct="1"/>
            <a:r>
              <a:rPr lang="en-US" altLang="en-US"/>
              <a:t>Methods used in Forecasting</a:t>
            </a:r>
          </a:p>
        </p:txBody>
      </p:sp>
      <p:sp>
        <p:nvSpPr>
          <p:cNvPr id="13315" name="Rectangle 3">
            <a:extLst>
              <a:ext uri="{FF2B5EF4-FFF2-40B4-BE49-F238E27FC236}">
                <a16:creationId xmlns:a16="http://schemas.microsoft.com/office/drawing/2014/main" id="{DF9F963D-53B3-29F9-25EB-BFE76808658A}"/>
              </a:ext>
            </a:extLst>
          </p:cNvPr>
          <p:cNvSpPr>
            <a:spLocks noGrp="1" noChangeArrowheads="1"/>
          </p:cNvSpPr>
          <p:nvPr>
            <p:ph idx="1"/>
          </p:nvPr>
        </p:nvSpPr>
        <p:spPr/>
        <p:txBody>
          <a:bodyPr/>
          <a:lstStyle/>
          <a:p>
            <a:pPr eaLnBrk="1" hangingPunct="1"/>
            <a:r>
              <a:rPr lang="en-US" altLang="en-US"/>
              <a:t>Regression Analysis</a:t>
            </a:r>
          </a:p>
          <a:p>
            <a:pPr eaLnBrk="1" hangingPunct="1"/>
            <a:r>
              <a:rPr lang="en-US" altLang="en-US"/>
              <a:t>Time Series Analysis (TSA)</a:t>
            </a:r>
          </a:p>
        </p:txBody>
      </p:sp>
      <p:sp>
        <p:nvSpPr>
          <p:cNvPr id="13316" name="Text Box 4">
            <a:extLst>
              <a:ext uri="{FF2B5EF4-FFF2-40B4-BE49-F238E27FC236}">
                <a16:creationId xmlns:a16="http://schemas.microsoft.com/office/drawing/2014/main" id="{2D111306-8869-EBBF-ADD4-A6566BDFB6EE}"/>
              </a:ext>
            </a:extLst>
          </p:cNvPr>
          <p:cNvSpPr txBox="1">
            <a:spLocks noChangeArrowheads="1"/>
          </p:cNvSpPr>
          <p:nvPr/>
        </p:nvSpPr>
        <p:spPr bwMode="auto">
          <a:xfrm>
            <a:off x="2743200" y="2819400"/>
            <a:ext cx="6781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ct val="20000"/>
              </a:spcBef>
              <a:buClr>
                <a:schemeClr val="tx1"/>
              </a:buClr>
              <a:buFontTx/>
              <a:buChar char="–"/>
            </a:pPr>
            <a:r>
              <a:rPr lang="en-US" altLang="en-US" sz="2800"/>
              <a:t>A statistical technique that uses time-series data for explaining the past or forecasting future events.</a:t>
            </a:r>
            <a:endParaRPr lang="en-US" altLang="en-US" sz="2000"/>
          </a:p>
        </p:txBody>
      </p:sp>
      <p:sp>
        <p:nvSpPr>
          <p:cNvPr id="13317" name="Text Box 5">
            <a:extLst>
              <a:ext uri="{FF2B5EF4-FFF2-40B4-BE49-F238E27FC236}">
                <a16:creationId xmlns:a16="http://schemas.microsoft.com/office/drawing/2014/main" id="{AC907829-7C64-C9D4-CF07-656245D7205E}"/>
              </a:ext>
            </a:extLst>
          </p:cNvPr>
          <p:cNvSpPr txBox="1">
            <a:spLocks noChangeArrowheads="1"/>
          </p:cNvSpPr>
          <p:nvPr/>
        </p:nvSpPr>
        <p:spPr bwMode="auto">
          <a:xfrm>
            <a:off x="2438400" y="4191000"/>
            <a:ext cx="7086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684213" indent="-341313"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ct val="20000"/>
              </a:spcBef>
              <a:buClr>
                <a:schemeClr val="tx1"/>
              </a:buClr>
              <a:buFontTx/>
              <a:buChar char="–"/>
            </a:pPr>
            <a:r>
              <a:rPr lang="en-US" altLang="en-US" sz="2800"/>
              <a:t>The prediction is a function of time (days, months, years, etc.)</a:t>
            </a:r>
            <a:endParaRPr lang="en-US" altLang="en-US" sz="2000"/>
          </a:p>
        </p:txBody>
      </p:sp>
      <p:sp>
        <p:nvSpPr>
          <p:cNvPr id="13318" name="Text Box 6">
            <a:extLst>
              <a:ext uri="{FF2B5EF4-FFF2-40B4-BE49-F238E27FC236}">
                <a16:creationId xmlns:a16="http://schemas.microsoft.com/office/drawing/2014/main" id="{6018053E-15DD-70A2-BBFD-191046A9AE4D}"/>
              </a:ext>
            </a:extLst>
          </p:cNvPr>
          <p:cNvSpPr txBox="1">
            <a:spLocks noChangeArrowheads="1"/>
          </p:cNvSpPr>
          <p:nvPr/>
        </p:nvSpPr>
        <p:spPr bwMode="auto">
          <a:xfrm>
            <a:off x="2514600" y="5257800"/>
            <a:ext cx="7848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565150" indent="-341313"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ct val="20000"/>
              </a:spcBef>
              <a:buClr>
                <a:schemeClr val="tx1"/>
              </a:buClr>
              <a:buFontTx/>
              <a:buChar char="–"/>
            </a:pPr>
            <a:r>
              <a:rPr lang="en-US" altLang="en-US" sz="2800"/>
              <a:t>No </a:t>
            </a:r>
            <a:r>
              <a:rPr lang="en-US" altLang="en-US" sz="2800" i="1"/>
              <a:t>causal </a:t>
            </a:r>
            <a:r>
              <a:rPr lang="en-US" altLang="en-US" sz="2800"/>
              <a:t>variable; examine past behavior of a variable and and attempt to predict future behavior</a:t>
            </a:r>
            <a:endParaRPr lang="en-US" altLang="en-US" sz="200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A29EFFFA-8AF4-4CC1-63D1-4D2F1989E4FE}"/>
                  </a:ext>
                </a:extLst>
              </p14:cNvPr>
              <p14:cNvContentPartPr/>
              <p14:nvPr/>
            </p14:nvContentPartPr>
            <p14:xfrm>
              <a:off x="3644640" y="5040720"/>
              <a:ext cx="2509920" cy="323280"/>
            </p14:xfrm>
          </p:contentPart>
        </mc:Choice>
        <mc:Fallback xmlns="">
          <p:pic>
            <p:nvPicPr>
              <p:cNvPr id="2" name="Ink 1">
                <a:extLst>
                  <a:ext uri="{FF2B5EF4-FFF2-40B4-BE49-F238E27FC236}">
                    <a16:creationId xmlns:a16="http://schemas.microsoft.com/office/drawing/2014/main" id="{A29EFFFA-8AF4-4CC1-63D1-4D2F1989E4FE}"/>
                  </a:ext>
                </a:extLst>
              </p:cNvPr>
              <p:cNvPicPr/>
              <p:nvPr/>
            </p:nvPicPr>
            <p:blipFill>
              <a:blip r:embed="rId3"/>
              <a:stretch>
                <a:fillRect/>
              </a:stretch>
            </p:blipFill>
            <p:spPr>
              <a:xfrm>
                <a:off x="3635280" y="5031360"/>
                <a:ext cx="2528640" cy="34200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3219A222-8891-C37A-717B-51463467610B}"/>
              </a:ext>
            </a:extLst>
          </p:cNvPr>
          <p:cNvSpPr>
            <a:spLocks noGrp="1" noChangeArrowheads="1"/>
          </p:cNvSpPr>
          <p:nvPr>
            <p:ph type="title"/>
          </p:nvPr>
        </p:nvSpPr>
        <p:spPr/>
        <p:txBody>
          <a:bodyPr/>
          <a:lstStyle/>
          <a:p>
            <a:pPr eaLnBrk="1" hangingPunct="1"/>
            <a:r>
              <a:rPr lang="en-US" altLang="en-US"/>
              <a:t>Components of TSA</a:t>
            </a:r>
          </a:p>
        </p:txBody>
      </p:sp>
      <p:sp>
        <p:nvSpPr>
          <p:cNvPr id="14339" name="Rectangle 3">
            <a:extLst>
              <a:ext uri="{FF2B5EF4-FFF2-40B4-BE49-F238E27FC236}">
                <a16:creationId xmlns:a16="http://schemas.microsoft.com/office/drawing/2014/main" id="{01A6CEF9-29E9-91BF-2A74-FA34FB490A79}"/>
              </a:ext>
            </a:extLst>
          </p:cNvPr>
          <p:cNvSpPr>
            <a:spLocks noGrp="1" noChangeArrowheads="1"/>
          </p:cNvSpPr>
          <p:nvPr>
            <p:ph idx="1"/>
          </p:nvPr>
        </p:nvSpPr>
        <p:spPr/>
        <p:txBody>
          <a:bodyPr/>
          <a:lstStyle/>
          <a:p>
            <a:pPr eaLnBrk="1" hangingPunct="1"/>
            <a:r>
              <a:rPr lang="en-US" altLang="en-US"/>
              <a:t>Time Frame (How far can we predict?)</a:t>
            </a:r>
          </a:p>
          <a:p>
            <a:pPr lvl="1" eaLnBrk="1" hangingPunct="1"/>
            <a:r>
              <a:rPr lang="en-US" altLang="en-US"/>
              <a:t>short-term (1 - 2 periods)</a:t>
            </a:r>
          </a:p>
          <a:p>
            <a:pPr lvl="1" eaLnBrk="1" hangingPunct="1"/>
            <a:r>
              <a:rPr lang="en-US" altLang="en-US"/>
              <a:t>medium-term (5 - 10 periods)</a:t>
            </a:r>
          </a:p>
          <a:p>
            <a:pPr lvl="1" eaLnBrk="1" hangingPunct="1"/>
            <a:r>
              <a:rPr lang="en-US" altLang="en-US"/>
              <a:t>long-term (12+ periods)</a:t>
            </a:r>
          </a:p>
          <a:p>
            <a:pPr lvl="1" eaLnBrk="1" hangingPunct="1"/>
            <a:r>
              <a:rPr lang="en-US" altLang="en-US"/>
              <a:t>No line of demarcation</a:t>
            </a:r>
          </a:p>
          <a:p>
            <a:pPr eaLnBrk="1" hangingPunct="1"/>
            <a:r>
              <a:rPr lang="en-US" altLang="en-US"/>
              <a:t>Trend</a:t>
            </a:r>
          </a:p>
          <a:p>
            <a:pPr lvl="1" eaLnBrk="1" hangingPunct="1"/>
            <a:r>
              <a:rPr lang="en-US" altLang="en-US"/>
              <a:t>Gradual, long-term movement (up or down) of demand.</a:t>
            </a:r>
          </a:p>
          <a:p>
            <a:pPr lvl="1" eaLnBrk="1" hangingPunct="1"/>
            <a:r>
              <a:rPr lang="en-US" altLang="en-US"/>
              <a:t>Easiest to detect</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DBD77FFB-A918-ACAF-BADB-C73FCA3F517D}"/>
                  </a:ext>
                </a:extLst>
              </p14:cNvPr>
              <p14:cNvContentPartPr/>
              <p14:nvPr/>
            </p14:nvContentPartPr>
            <p14:xfrm>
              <a:off x="1926720" y="2584080"/>
              <a:ext cx="1185120" cy="496440"/>
            </p14:xfrm>
          </p:contentPart>
        </mc:Choice>
        <mc:Fallback xmlns="">
          <p:pic>
            <p:nvPicPr>
              <p:cNvPr id="2" name="Ink 1">
                <a:extLst>
                  <a:ext uri="{FF2B5EF4-FFF2-40B4-BE49-F238E27FC236}">
                    <a16:creationId xmlns:a16="http://schemas.microsoft.com/office/drawing/2014/main" id="{DBD77FFB-A918-ACAF-BADB-C73FCA3F517D}"/>
                  </a:ext>
                </a:extLst>
              </p:cNvPr>
              <p:cNvPicPr/>
              <p:nvPr/>
            </p:nvPicPr>
            <p:blipFill>
              <a:blip r:embed="rId3"/>
              <a:stretch>
                <a:fillRect/>
              </a:stretch>
            </p:blipFill>
            <p:spPr>
              <a:xfrm>
                <a:off x="1917360" y="2574720"/>
                <a:ext cx="1203840" cy="51516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1BC6C46-F15E-F11F-D8E1-8A0FFDF75AC0}"/>
              </a:ext>
            </a:extLst>
          </p:cNvPr>
          <p:cNvSpPr>
            <a:spLocks noGrp="1" noChangeArrowheads="1"/>
          </p:cNvSpPr>
          <p:nvPr>
            <p:ph type="title"/>
          </p:nvPr>
        </p:nvSpPr>
        <p:spPr/>
        <p:txBody>
          <a:bodyPr/>
          <a:lstStyle/>
          <a:p>
            <a:pPr eaLnBrk="1" hangingPunct="1"/>
            <a:r>
              <a:rPr lang="en-US" altLang="en-US"/>
              <a:t>Components of TSA (Cont.)</a:t>
            </a:r>
          </a:p>
        </p:txBody>
      </p:sp>
      <p:sp>
        <p:nvSpPr>
          <p:cNvPr id="15363" name="Rectangle 3">
            <a:extLst>
              <a:ext uri="{FF2B5EF4-FFF2-40B4-BE49-F238E27FC236}">
                <a16:creationId xmlns:a16="http://schemas.microsoft.com/office/drawing/2014/main" id="{6F88E186-5E25-FABE-EF63-17390E0E7EF7}"/>
              </a:ext>
            </a:extLst>
          </p:cNvPr>
          <p:cNvSpPr>
            <a:spLocks noGrp="1" noChangeArrowheads="1"/>
          </p:cNvSpPr>
          <p:nvPr>
            <p:ph idx="1"/>
          </p:nvPr>
        </p:nvSpPr>
        <p:spPr/>
        <p:txBody>
          <a:bodyPr/>
          <a:lstStyle/>
          <a:p>
            <a:pPr eaLnBrk="1" hangingPunct="1"/>
            <a:r>
              <a:rPr lang="en-US" altLang="en-US" sz="2800"/>
              <a:t>Cycle</a:t>
            </a:r>
          </a:p>
          <a:p>
            <a:pPr lvl="1" eaLnBrk="1" hangingPunct="1"/>
            <a:r>
              <a:rPr lang="en-US" altLang="en-US" sz="2400"/>
              <a:t>An up-and-down repetitive movement in demand.</a:t>
            </a:r>
          </a:p>
          <a:p>
            <a:pPr lvl="1" eaLnBrk="1" hangingPunct="1"/>
            <a:r>
              <a:rPr lang="en-US" altLang="en-US" sz="2400"/>
              <a:t>repeats itself over a long period of time</a:t>
            </a:r>
          </a:p>
          <a:p>
            <a:pPr eaLnBrk="1" hangingPunct="1"/>
            <a:r>
              <a:rPr lang="en-US" altLang="en-US" sz="2800"/>
              <a:t>Seasonal Variation</a:t>
            </a:r>
          </a:p>
          <a:p>
            <a:pPr lvl="1" eaLnBrk="1" hangingPunct="1"/>
            <a:r>
              <a:rPr lang="en-US" altLang="en-US" sz="2400"/>
              <a:t>An up-and-down repetitive movement within a trend occurring periodically.</a:t>
            </a:r>
          </a:p>
          <a:p>
            <a:pPr lvl="1" eaLnBrk="1" hangingPunct="1"/>
            <a:r>
              <a:rPr lang="en-US" altLang="en-US" sz="2400"/>
              <a:t>Often weather related but could be daily or weekly occurrence</a:t>
            </a:r>
          </a:p>
          <a:p>
            <a:pPr eaLnBrk="1" hangingPunct="1"/>
            <a:r>
              <a:rPr lang="en-US" altLang="en-US" sz="2800"/>
              <a:t>Random Variations</a:t>
            </a:r>
          </a:p>
          <a:p>
            <a:pPr lvl="1" eaLnBrk="1" hangingPunct="1"/>
            <a:r>
              <a:rPr lang="en-US" altLang="en-US" sz="2400"/>
              <a:t>Erratic movements that are not predictable because they do not follow a pattern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F092C021-E7B7-97AA-3982-6B3FCF354949}"/>
              </a:ext>
            </a:extLst>
          </p:cNvPr>
          <p:cNvSpPr>
            <a:spLocks noGrp="1" noChangeArrowheads="1"/>
          </p:cNvSpPr>
          <p:nvPr>
            <p:ph type="title"/>
          </p:nvPr>
        </p:nvSpPr>
        <p:spPr/>
        <p:txBody>
          <a:bodyPr/>
          <a:lstStyle/>
          <a:p>
            <a:pPr eaLnBrk="1" hangingPunct="1"/>
            <a:r>
              <a:rPr lang="en-US" altLang="en-US"/>
              <a:t>Time Series Plot</a:t>
            </a:r>
          </a:p>
        </p:txBody>
      </p:sp>
      <p:graphicFrame>
        <p:nvGraphicFramePr>
          <p:cNvPr id="1026" name="Object 5">
            <a:extLst>
              <a:ext uri="{FF2B5EF4-FFF2-40B4-BE49-F238E27FC236}">
                <a16:creationId xmlns:a16="http://schemas.microsoft.com/office/drawing/2014/main" id="{A96EAD71-605D-5A5D-5C66-26948DDEB5E3}"/>
              </a:ext>
            </a:extLst>
          </p:cNvPr>
          <p:cNvGraphicFramePr>
            <a:graphicFrameLocks noGrp="1" noChangeAspect="1"/>
          </p:cNvGraphicFramePr>
          <p:nvPr>
            <p:ph idx="1"/>
          </p:nvPr>
        </p:nvGraphicFramePr>
        <p:xfrm>
          <a:off x="2743200" y="1219200"/>
          <a:ext cx="7705725" cy="5486400"/>
        </p:xfrm>
        <a:graphic>
          <a:graphicData uri="http://schemas.openxmlformats.org/presentationml/2006/ole">
            <mc:AlternateContent xmlns:mc="http://schemas.openxmlformats.org/markup-compatibility/2006">
              <mc:Choice xmlns:v="urn:schemas-microsoft-com:vml" Requires="v">
                <p:oleObj name="Chart" r:id="rId2" imgW="6873840" imgH="4893840" progId="Excel.Chart.8">
                  <p:embed/>
                </p:oleObj>
              </mc:Choice>
              <mc:Fallback>
                <p:oleObj name="Chart" r:id="rId2" imgW="6873840" imgH="4893840" progId="Excel.Chart.8">
                  <p:embed/>
                  <p:pic>
                    <p:nvPicPr>
                      <p:cNvPr id="1026" name="Object 5">
                        <a:extLst>
                          <a:ext uri="{FF2B5EF4-FFF2-40B4-BE49-F238E27FC236}">
                            <a16:creationId xmlns:a16="http://schemas.microsoft.com/office/drawing/2014/main" id="{A96EAD71-605D-5A5D-5C66-26948DDEB5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219200"/>
                        <a:ext cx="7705725"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B7EADD0-93EB-4586-99A6-33B86FBB7F8F}"/>
                  </a:ext>
                </a:extLst>
              </p14:cNvPr>
              <p14:cNvContentPartPr/>
              <p14:nvPr/>
            </p14:nvContentPartPr>
            <p14:xfrm>
              <a:off x="4163760" y="2730960"/>
              <a:ext cx="5551560" cy="2396160"/>
            </p14:xfrm>
          </p:contentPart>
        </mc:Choice>
        <mc:Fallback xmlns="">
          <p:pic>
            <p:nvPicPr>
              <p:cNvPr id="2" name="Ink 1">
                <a:extLst>
                  <a:ext uri="{FF2B5EF4-FFF2-40B4-BE49-F238E27FC236}">
                    <a16:creationId xmlns:a16="http://schemas.microsoft.com/office/drawing/2014/main" id="{7B7EADD0-93EB-4586-99A6-33B86FBB7F8F}"/>
                  </a:ext>
                </a:extLst>
              </p:cNvPr>
              <p:cNvPicPr/>
              <p:nvPr/>
            </p:nvPicPr>
            <p:blipFill>
              <a:blip r:embed="rId5"/>
              <a:stretch>
                <a:fillRect/>
              </a:stretch>
            </p:blipFill>
            <p:spPr>
              <a:xfrm>
                <a:off x="4154400" y="2721600"/>
                <a:ext cx="5570280" cy="241488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EEDA4E-2035-3F26-693A-7C3180A776F8}"/>
              </a:ext>
            </a:extLst>
          </p:cNvPr>
          <p:cNvPicPr>
            <a:picLocks noChangeAspect="1"/>
          </p:cNvPicPr>
          <p:nvPr/>
        </p:nvPicPr>
        <p:blipFill>
          <a:blip r:embed="rId2"/>
          <a:stretch>
            <a:fillRect/>
          </a:stretch>
        </p:blipFill>
        <p:spPr>
          <a:xfrm>
            <a:off x="-108926" y="1272705"/>
            <a:ext cx="12186330" cy="2156295"/>
          </a:xfrm>
          <a:prstGeom prst="rect">
            <a:avLst/>
          </a:prstGeom>
        </p:spPr>
      </p:pic>
      <p:pic>
        <p:nvPicPr>
          <p:cNvPr id="6" name="Picture 5">
            <a:extLst>
              <a:ext uri="{FF2B5EF4-FFF2-40B4-BE49-F238E27FC236}">
                <a16:creationId xmlns:a16="http://schemas.microsoft.com/office/drawing/2014/main" id="{0F5886A0-E412-C6C8-B292-7B10238330F8}"/>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backgroundRemoval t="25650" b="80225" l="17430" r="40723"/>
                    </a14:imgEffect>
                  </a14:imgLayer>
                </a14:imgProps>
              </a:ext>
            </a:extLst>
          </a:blip>
          <a:srcRect l="14518" t="18828" r="56365" b="12953"/>
          <a:stretch/>
        </p:blipFill>
        <p:spPr>
          <a:xfrm>
            <a:off x="4987540" y="1667218"/>
            <a:ext cx="3548270" cy="1470991"/>
          </a:xfrm>
          <a:prstGeom prst="rect">
            <a:avLst/>
          </a:prstGeom>
        </p:spPr>
      </p:pic>
      <p:pic>
        <p:nvPicPr>
          <p:cNvPr id="7" name="Picture 6">
            <a:extLst>
              <a:ext uri="{FF2B5EF4-FFF2-40B4-BE49-F238E27FC236}">
                <a16:creationId xmlns:a16="http://schemas.microsoft.com/office/drawing/2014/main" id="{F0941F08-CBB1-24A8-52AC-3350E39DB64E}"/>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backgroundRemoval t="25650" b="80225" l="17430" r="40723"/>
                    </a14:imgEffect>
                  </a14:imgLayer>
                </a14:imgProps>
              </a:ext>
            </a:extLst>
          </a:blip>
          <a:srcRect l="14518" t="18828" r="56365" b="12953"/>
          <a:stretch/>
        </p:blipFill>
        <p:spPr>
          <a:xfrm>
            <a:off x="8309860" y="1667218"/>
            <a:ext cx="3548270" cy="1470991"/>
          </a:xfrm>
          <a:prstGeom prst="rect">
            <a:avLst/>
          </a:prstGeom>
        </p:spPr>
      </p:pic>
    </p:spTree>
    <p:extLst>
      <p:ext uri="{BB962C8B-B14F-4D97-AF65-F5344CB8AC3E}">
        <p14:creationId xmlns:p14="http://schemas.microsoft.com/office/powerpoint/2010/main" val="788845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20B14E0-6770-30AA-B7E1-4FFDE1D67F30}"/>
              </a:ext>
            </a:extLst>
          </p:cNvPr>
          <p:cNvSpPr>
            <a:spLocks noGrp="1" noChangeArrowheads="1"/>
          </p:cNvSpPr>
          <p:nvPr>
            <p:ph type="title"/>
          </p:nvPr>
        </p:nvSpPr>
        <p:spPr/>
        <p:txBody>
          <a:bodyPr/>
          <a:lstStyle/>
          <a:p>
            <a:pPr eaLnBrk="1" hangingPunct="1"/>
            <a:r>
              <a:rPr lang="en-US" altLang="en-US"/>
              <a:t>Components of TSA (Cont.)</a:t>
            </a:r>
          </a:p>
        </p:txBody>
      </p:sp>
      <p:sp>
        <p:nvSpPr>
          <p:cNvPr id="16387" name="Rectangle 3">
            <a:extLst>
              <a:ext uri="{FF2B5EF4-FFF2-40B4-BE49-F238E27FC236}">
                <a16:creationId xmlns:a16="http://schemas.microsoft.com/office/drawing/2014/main" id="{CD09F5E9-F40C-D9C1-DD57-96A66BAC0C26}"/>
              </a:ext>
            </a:extLst>
          </p:cNvPr>
          <p:cNvSpPr>
            <a:spLocks noGrp="1" noChangeArrowheads="1"/>
          </p:cNvSpPr>
          <p:nvPr>
            <p:ph idx="1"/>
          </p:nvPr>
        </p:nvSpPr>
        <p:spPr>
          <a:xfrm>
            <a:off x="1981200" y="1447801"/>
            <a:ext cx="8229600" cy="4678363"/>
          </a:xfrm>
        </p:spPr>
        <p:txBody>
          <a:bodyPr/>
          <a:lstStyle/>
          <a:p>
            <a:pPr eaLnBrk="1" hangingPunct="1"/>
            <a:r>
              <a:rPr lang="en-US" altLang="en-US"/>
              <a:t>Difficult to forecast demand because...</a:t>
            </a:r>
          </a:p>
        </p:txBody>
      </p:sp>
      <p:sp>
        <p:nvSpPr>
          <p:cNvPr id="16388" name="Text Box 4">
            <a:extLst>
              <a:ext uri="{FF2B5EF4-FFF2-40B4-BE49-F238E27FC236}">
                <a16:creationId xmlns:a16="http://schemas.microsoft.com/office/drawing/2014/main" id="{E925C7BD-A2C0-C1B7-F360-8490D653F74E}"/>
              </a:ext>
            </a:extLst>
          </p:cNvPr>
          <p:cNvSpPr txBox="1">
            <a:spLocks noChangeArrowheads="1"/>
          </p:cNvSpPr>
          <p:nvPr/>
        </p:nvSpPr>
        <p:spPr bwMode="auto">
          <a:xfrm>
            <a:off x="2667000" y="1981201"/>
            <a:ext cx="662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ct val="20000"/>
              </a:spcBef>
              <a:buClr>
                <a:schemeClr val="tx1"/>
              </a:buClr>
              <a:buFontTx/>
              <a:buChar char="–"/>
            </a:pPr>
            <a:r>
              <a:rPr lang="en-US" altLang="en-US" sz="2800"/>
              <a:t>There are no causal variables</a:t>
            </a:r>
            <a:endParaRPr lang="en-US" altLang="en-US" sz="2000"/>
          </a:p>
        </p:txBody>
      </p:sp>
      <p:sp>
        <p:nvSpPr>
          <p:cNvPr id="16389" name="Text Box 5">
            <a:extLst>
              <a:ext uri="{FF2B5EF4-FFF2-40B4-BE49-F238E27FC236}">
                <a16:creationId xmlns:a16="http://schemas.microsoft.com/office/drawing/2014/main" id="{CE164E9A-2A20-EB92-3117-3258057BBCDB}"/>
              </a:ext>
            </a:extLst>
          </p:cNvPr>
          <p:cNvSpPr txBox="1">
            <a:spLocks noChangeArrowheads="1"/>
          </p:cNvSpPr>
          <p:nvPr/>
        </p:nvSpPr>
        <p:spPr bwMode="auto">
          <a:xfrm>
            <a:off x="2667000" y="2590801"/>
            <a:ext cx="6781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indent="-3429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a:spcBef>
                <a:spcPct val="20000"/>
              </a:spcBef>
              <a:buClr>
                <a:schemeClr val="tx1"/>
              </a:buClr>
              <a:buFontTx/>
              <a:buChar char="–"/>
            </a:pPr>
            <a:r>
              <a:rPr lang="en-US" altLang="en-US" sz="2800"/>
              <a:t>The components (trend, seasonality, cycles, and random variation) cannot always be easily or accurately identified</a:t>
            </a: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D77DB64-CC29-6820-D7B4-CEA33A0337CB}"/>
              </a:ext>
            </a:extLst>
          </p:cNvPr>
          <p:cNvSpPr>
            <a:spLocks noGrp="1" noChangeArrowheads="1"/>
          </p:cNvSpPr>
          <p:nvPr>
            <p:ph type="title"/>
          </p:nvPr>
        </p:nvSpPr>
        <p:spPr>
          <a:xfrm>
            <a:off x="2108200" y="176214"/>
            <a:ext cx="7772400" cy="803275"/>
          </a:xfrm>
        </p:spPr>
        <p:txBody>
          <a:bodyPr vert="horz" wrap="square" lIns="92075" tIns="46038" rIns="92075" bIns="46038" numCol="1" anchor="ctr" anchorCtr="0" compatLnSpc="1">
            <a:prstTxWarp prst="textNoShape">
              <a:avLst/>
            </a:prstTxWarp>
          </a:bodyPr>
          <a:lstStyle/>
          <a:p>
            <a:pPr eaLnBrk="1" hangingPunct="1"/>
            <a:r>
              <a:rPr lang="en-US" altLang="en-US" sz="4000" i="1"/>
              <a:t>Some Time Series Terms</a:t>
            </a:r>
          </a:p>
        </p:txBody>
      </p:sp>
      <p:sp>
        <p:nvSpPr>
          <p:cNvPr id="17411" name="Rectangle 3">
            <a:extLst>
              <a:ext uri="{FF2B5EF4-FFF2-40B4-BE49-F238E27FC236}">
                <a16:creationId xmlns:a16="http://schemas.microsoft.com/office/drawing/2014/main" id="{4C0B990B-DDC9-7BF4-2E35-0E2D04BE6C2E}"/>
              </a:ext>
            </a:extLst>
          </p:cNvPr>
          <p:cNvSpPr>
            <a:spLocks noGrp="1" noChangeArrowheads="1"/>
          </p:cNvSpPr>
          <p:nvPr>
            <p:ph idx="1"/>
          </p:nvPr>
        </p:nvSpPr>
        <p:spPr>
          <a:xfrm>
            <a:off x="2192338" y="1033464"/>
            <a:ext cx="7772400" cy="5013325"/>
          </a:xfrm>
        </p:spPr>
        <p:txBody>
          <a:bodyPr vert="horz" wrap="square" lIns="92075" tIns="46038" rIns="92075" bIns="46038" numCol="1" anchor="t" anchorCtr="0" compatLnSpc="1">
            <a:prstTxWarp prst="textNoShape">
              <a:avLst/>
            </a:prstTxWarp>
          </a:bodyPr>
          <a:lstStyle/>
          <a:p>
            <a:pPr eaLnBrk="1" hangingPunct="1"/>
            <a:r>
              <a:rPr lang="en-US" altLang="en-US" sz="2600"/>
              <a:t>Stationary Data - a time series variable exhibiting no significant upward or downward trend over time.</a:t>
            </a:r>
          </a:p>
          <a:p>
            <a:pPr eaLnBrk="1" hangingPunct="1"/>
            <a:r>
              <a:rPr lang="en-US" altLang="en-US" sz="2600"/>
              <a:t>Nonstationary Data - a time series variable exhibiting a significant upward or downward trend over time.</a:t>
            </a:r>
          </a:p>
          <a:p>
            <a:pPr eaLnBrk="1" hangingPunct="1"/>
            <a:r>
              <a:rPr lang="en-US" altLang="en-US" sz="2600"/>
              <a:t>Seasonal Data - a time series variable exhibiting a repeating patterns at regular intervals over time.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4E381E5-B8C9-192E-9DEC-9390904541A8}"/>
              </a:ext>
            </a:extLst>
          </p:cNvPr>
          <p:cNvSpPr>
            <a:spLocks noGrp="1" noChangeArrowheads="1"/>
          </p:cNvSpPr>
          <p:nvPr>
            <p:ph type="title"/>
          </p:nvPr>
        </p:nvSpPr>
        <p:spPr>
          <a:xfrm>
            <a:off x="1981200" y="274639"/>
            <a:ext cx="8229600" cy="752475"/>
          </a:xfrm>
        </p:spPr>
        <p:txBody>
          <a:bodyPr vert="horz" wrap="square" lIns="92075" tIns="46038" rIns="92075" bIns="46038" numCol="1" anchor="ctr" anchorCtr="0" compatLnSpc="1">
            <a:prstTxWarp prst="textNoShape">
              <a:avLst/>
            </a:prstTxWarp>
          </a:bodyPr>
          <a:lstStyle/>
          <a:p>
            <a:pPr eaLnBrk="1" hangingPunct="1"/>
            <a:r>
              <a:rPr lang="en-US" altLang="en-US" sz="4000" i="1"/>
              <a:t>Approaching Time Series Analysis</a:t>
            </a:r>
          </a:p>
        </p:txBody>
      </p:sp>
      <p:sp>
        <p:nvSpPr>
          <p:cNvPr id="18435" name="Rectangle 3">
            <a:extLst>
              <a:ext uri="{FF2B5EF4-FFF2-40B4-BE49-F238E27FC236}">
                <a16:creationId xmlns:a16="http://schemas.microsoft.com/office/drawing/2014/main" id="{FD05AFE5-E610-7DAC-0A26-0B058D72AFD5}"/>
              </a:ext>
            </a:extLst>
          </p:cNvPr>
          <p:cNvSpPr>
            <a:spLocks noGrp="1" noChangeArrowheads="1"/>
          </p:cNvSpPr>
          <p:nvPr>
            <p:ph idx="1"/>
          </p:nvPr>
        </p:nvSpPr>
        <p:spPr>
          <a:xfrm>
            <a:off x="2176463" y="1171575"/>
            <a:ext cx="7772400" cy="4654550"/>
          </a:xfrm>
        </p:spPr>
        <p:txBody>
          <a:bodyPr vert="horz" wrap="square" lIns="92075" tIns="46038" rIns="92075" bIns="46038" numCol="1" anchor="t" anchorCtr="0" compatLnSpc="1">
            <a:prstTxWarp prst="textNoShape">
              <a:avLst/>
            </a:prstTxWarp>
          </a:bodyPr>
          <a:lstStyle/>
          <a:p>
            <a:pPr eaLnBrk="1" hangingPunct="1"/>
            <a:r>
              <a:rPr lang="en-US" altLang="en-US" sz="2600"/>
              <a:t>There are many, many different time series techniques.</a:t>
            </a:r>
          </a:p>
          <a:p>
            <a:pPr eaLnBrk="1" hangingPunct="1"/>
            <a:r>
              <a:rPr lang="en-US" altLang="en-US" sz="2600"/>
              <a:t>It is usually impossible to know which technique will be best for a particular data set.</a:t>
            </a:r>
          </a:p>
          <a:p>
            <a:pPr eaLnBrk="1" hangingPunct="1"/>
            <a:r>
              <a:rPr lang="en-US" altLang="en-US" sz="2600"/>
              <a:t>It is customary to try out several different techniques and select the one that seems to work best.</a:t>
            </a:r>
          </a:p>
          <a:p>
            <a:pPr eaLnBrk="1" hangingPunct="1"/>
            <a:r>
              <a:rPr lang="en-US" altLang="en-US" sz="2600"/>
              <a:t>To be an effective time series modeler, you need to keep several time series techniques in your “tool box.”</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CE65D421-835A-7998-B899-4933B2159C27}"/>
                  </a:ext>
                </a:extLst>
              </p14:cNvPr>
              <p14:cNvContentPartPr/>
              <p14:nvPr/>
            </p14:nvContentPartPr>
            <p14:xfrm>
              <a:off x="3746817" y="3583659"/>
              <a:ext cx="4383360" cy="65520"/>
            </p14:xfrm>
          </p:contentPart>
        </mc:Choice>
        <mc:Fallback>
          <p:pic>
            <p:nvPicPr>
              <p:cNvPr id="2" name="Ink 1">
                <a:extLst>
                  <a:ext uri="{FF2B5EF4-FFF2-40B4-BE49-F238E27FC236}">
                    <a16:creationId xmlns:a16="http://schemas.microsoft.com/office/drawing/2014/main" id="{CE65D421-835A-7998-B899-4933B2159C27}"/>
                  </a:ext>
                </a:extLst>
              </p:cNvPr>
              <p:cNvPicPr/>
              <p:nvPr/>
            </p:nvPicPr>
            <p:blipFill>
              <a:blip r:embed="rId3"/>
              <a:stretch>
                <a:fillRect/>
              </a:stretch>
            </p:blipFill>
            <p:spPr>
              <a:xfrm>
                <a:off x="3742497" y="3579339"/>
                <a:ext cx="439200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038A1AF-B5D2-F232-8411-DF17724F6F52}"/>
                  </a:ext>
                </a:extLst>
              </p14:cNvPr>
              <p14:cNvContentPartPr/>
              <p14:nvPr/>
            </p14:nvContentPartPr>
            <p14:xfrm>
              <a:off x="9799857" y="3725859"/>
              <a:ext cx="378720" cy="794160"/>
            </p14:xfrm>
          </p:contentPart>
        </mc:Choice>
        <mc:Fallback>
          <p:pic>
            <p:nvPicPr>
              <p:cNvPr id="3" name="Ink 2">
                <a:extLst>
                  <a:ext uri="{FF2B5EF4-FFF2-40B4-BE49-F238E27FC236}">
                    <a16:creationId xmlns:a16="http://schemas.microsoft.com/office/drawing/2014/main" id="{3038A1AF-B5D2-F232-8411-DF17724F6F52}"/>
                  </a:ext>
                </a:extLst>
              </p:cNvPr>
              <p:cNvPicPr/>
              <p:nvPr/>
            </p:nvPicPr>
            <p:blipFill>
              <a:blip r:embed="rId5"/>
              <a:stretch>
                <a:fillRect/>
              </a:stretch>
            </p:blipFill>
            <p:spPr>
              <a:xfrm>
                <a:off x="9795537" y="3721539"/>
                <a:ext cx="387360" cy="802800"/>
              </a:xfrm>
              <a:prstGeom prst="rect">
                <a:avLst/>
              </a:prstGeom>
            </p:spPr>
          </p:pic>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Rectangle 2">
            <a:extLst>
              <a:ext uri="{FF2B5EF4-FFF2-40B4-BE49-F238E27FC236}">
                <a16:creationId xmlns:a16="http://schemas.microsoft.com/office/drawing/2014/main" id="{CA095AE2-E6C1-2B25-711C-EB9B1EF69352}"/>
              </a:ext>
            </a:extLst>
          </p:cNvPr>
          <p:cNvSpPr>
            <a:spLocks noGrp="1" noChangeArrowheads="1"/>
          </p:cNvSpPr>
          <p:nvPr>
            <p:ph type="title"/>
          </p:nvPr>
        </p:nvSpPr>
        <p:spPr>
          <a:xfrm>
            <a:off x="1981200" y="274639"/>
            <a:ext cx="8229600" cy="688975"/>
          </a:xfrm>
        </p:spPr>
        <p:txBody>
          <a:bodyPr vert="horz" wrap="square" lIns="92075" tIns="46038" rIns="92075" bIns="46038" numCol="1" anchor="ctr" anchorCtr="0" compatLnSpc="1">
            <a:prstTxWarp prst="textNoShape">
              <a:avLst/>
            </a:prstTxWarp>
          </a:bodyPr>
          <a:lstStyle/>
          <a:p>
            <a:pPr eaLnBrk="1" hangingPunct="1"/>
            <a:r>
              <a:rPr lang="en-US" altLang="en-US" sz="4000" i="1"/>
              <a:t>Measuring Accuracy</a:t>
            </a:r>
          </a:p>
        </p:txBody>
      </p:sp>
      <p:sp>
        <p:nvSpPr>
          <p:cNvPr id="2055" name="Rectangle 3">
            <a:extLst>
              <a:ext uri="{FF2B5EF4-FFF2-40B4-BE49-F238E27FC236}">
                <a16:creationId xmlns:a16="http://schemas.microsoft.com/office/drawing/2014/main" id="{1CA08437-4B43-21E6-3C85-1200C750BDAA}"/>
              </a:ext>
            </a:extLst>
          </p:cNvPr>
          <p:cNvSpPr>
            <a:spLocks noGrp="1" noChangeArrowheads="1"/>
          </p:cNvSpPr>
          <p:nvPr>
            <p:ph idx="1"/>
          </p:nvPr>
        </p:nvSpPr>
        <p:spPr>
          <a:xfrm>
            <a:off x="1835150" y="1035051"/>
            <a:ext cx="8496300" cy="2189163"/>
          </a:xfrm>
        </p:spPr>
        <p:txBody>
          <a:bodyPr vert="horz" wrap="square" lIns="92075" tIns="46038" rIns="92075" bIns="46038" numCol="1" anchor="t" anchorCtr="0" compatLnSpc="1">
            <a:prstTxWarp prst="textNoShape">
              <a:avLst/>
            </a:prstTxWarp>
            <a:normAutofit fontScale="55000" lnSpcReduction="20000"/>
          </a:bodyPr>
          <a:lstStyle/>
          <a:p>
            <a:pPr eaLnBrk="1" hangingPunct="1"/>
            <a:r>
              <a:rPr lang="en-US" altLang="en-US" sz="2600"/>
              <a:t>We need a way to compare different time series techniques for a given data set.</a:t>
            </a:r>
          </a:p>
          <a:p>
            <a:pPr eaLnBrk="1" hangingPunct="1"/>
            <a:r>
              <a:rPr lang="en-US" altLang="en-US" sz="2600"/>
              <a:t>Four common techniques are the:</a:t>
            </a:r>
          </a:p>
          <a:p>
            <a:pPr eaLnBrk="1" hangingPunct="1"/>
            <a:endParaRPr lang="en-US" altLang="en-US" sz="2600"/>
          </a:p>
          <a:p>
            <a:pPr lvl="1" eaLnBrk="1" hangingPunct="1"/>
            <a:r>
              <a:rPr lang="en-US" altLang="en-US" sz="2200"/>
              <a:t> mean absolute deviation, </a:t>
            </a:r>
          </a:p>
          <a:p>
            <a:pPr lvl="1" eaLnBrk="1" hangingPunct="1"/>
            <a:endParaRPr lang="en-US" altLang="en-US" sz="2200"/>
          </a:p>
          <a:p>
            <a:pPr lvl="1" eaLnBrk="1" hangingPunct="1"/>
            <a:r>
              <a:rPr lang="en-US" altLang="en-US" sz="2200"/>
              <a:t>mean absolute percent error, </a:t>
            </a:r>
          </a:p>
          <a:p>
            <a:pPr lvl="1" eaLnBrk="1" hangingPunct="1"/>
            <a:endParaRPr lang="en-US" altLang="en-US" sz="2200"/>
          </a:p>
          <a:p>
            <a:pPr lvl="1" eaLnBrk="1" hangingPunct="1"/>
            <a:r>
              <a:rPr lang="en-US" altLang="en-US" sz="2200"/>
              <a:t>the mean square error, </a:t>
            </a:r>
          </a:p>
          <a:p>
            <a:pPr lvl="1" eaLnBrk="1" hangingPunct="1"/>
            <a:endParaRPr lang="en-US" altLang="en-US" sz="2200"/>
          </a:p>
          <a:p>
            <a:pPr lvl="1" eaLnBrk="1" hangingPunct="1"/>
            <a:r>
              <a:rPr lang="en-US" altLang="en-US" sz="2200"/>
              <a:t>root mean square error.</a:t>
            </a:r>
          </a:p>
        </p:txBody>
      </p:sp>
      <p:graphicFrame>
        <p:nvGraphicFramePr>
          <p:cNvPr id="2050" name="Object 13">
            <a:extLst>
              <a:ext uri="{FF2B5EF4-FFF2-40B4-BE49-F238E27FC236}">
                <a16:creationId xmlns:a16="http://schemas.microsoft.com/office/drawing/2014/main" id="{BA9864D0-58F2-68FA-AB20-DCF246F212FD}"/>
              </a:ext>
            </a:extLst>
          </p:cNvPr>
          <p:cNvGraphicFramePr>
            <a:graphicFrameLocks/>
          </p:cNvGraphicFramePr>
          <p:nvPr/>
        </p:nvGraphicFramePr>
        <p:xfrm>
          <a:off x="6400801" y="2438401"/>
          <a:ext cx="2911475" cy="868363"/>
        </p:xfrm>
        <a:graphic>
          <a:graphicData uri="http://schemas.openxmlformats.org/presentationml/2006/ole">
            <mc:AlternateContent xmlns:mc="http://schemas.openxmlformats.org/markup-compatibility/2006">
              <mc:Choice xmlns:v="urn:schemas-microsoft-com:vml" Requires="v">
                <p:oleObj name="Equation" r:id="rId2" imgW="1547280" imgH="537480" progId="Equation.2">
                  <p:embed/>
                </p:oleObj>
              </mc:Choice>
              <mc:Fallback>
                <p:oleObj name="Equation" r:id="rId2" imgW="1547280" imgH="537480" progId="Equation.2">
                  <p:embed/>
                  <p:pic>
                    <p:nvPicPr>
                      <p:cNvPr id="2050" name="Object 13">
                        <a:extLst>
                          <a:ext uri="{FF2B5EF4-FFF2-40B4-BE49-F238E27FC236}">
                            <a16:creationId xmlns:a16="http://schemas.microsoft.com/office/drawing/2014/main" id="{BA9864D0-58F2-68FA-AB20-DCF246F212F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2438401"/>
                        <a:ext cx="2911475" cy="86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1" name="Object 14">
            <a:extLst>
              <a:ext uri="{FF2B5EF4-FFF2-40B4-BE49-F238E27FC236}">
                <a16:creationId xmlns:a16="http://schemas.microsoft.com/office/drawing/2014/main" id="{4A6E1F85-594E-0751-9B20-A6B301F4EB5B}"/>
              </a:ext>
            </a:extLst>
          </p:cNvPr>
          <p:cNvGraphicFramePr>
            <a:graphicFrameLocks/>
          </p:cNvGraphicFramePr>
          <p:nvPr/>
        </p:nvGraphicFramePr>
        <p:xfrm>
          <a:off x="6430964" y="4191000"/>
          <a:ext cx="3246437" cy="1066800"/>
        </p:xfrm>
        <a:graphic>
          <a:graphicData uri="http://schemas.openxmlformats.org/presentationml/2006/ole">
            <mc:AlternateContent xmlns:mc="http://schemas.openxmlformats.org/markup-compatibility/2006">
              <mc:Choice xmlns:v="urn:schemas-microsoft-com:vml" Requires="v">
                <p:oleObj name="Equation" r:id="rId4" imgW="1636920" imgH="571320" progId="Equation.2">
                  <p:embed/>
                </p:oleObj>
              </mc:Choice>
              <mc:Fallback>
                <p:oleObj name="Equation" r:id="rId4" imgW="1636920" imgH="571320" progId="Equation.2">
                  <p:embed/>
                  <p:pic>
                    <p:nvPicPr>
                      <p:cNvPr id="2051" name="Object 14">
                        <a:extLst>
                          <a:ext uri="{FF2B5EF4-FFF2-40B4-BE49-F238E27FC236}">
                            <a16:creationId xmlns:a16="http://schemas.microsoft.com/office/drawing/2014/main" id="{4A6E1F85-594E-0751-9B20-A6B301F4EB5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0964" y="4191000"/>
                        <a:ext cx="324643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2" name="Object 15">
            <a:extLst>
              <a:ext uri="{FF2B5EF4-FFF2-40B4-BE49-F238E27FC236}">
                <a16:creationId xmlns:a16="http://schemas.microsoft.com/office/drawing/2014/main" id="{92AD811F-C2A9-60E8-A6C8-7C295643877F}"/>
              </a:ext>
            </a:extLst>
          </p:cNvPr>
          <p:cNvGraphicFramePr>
            <a:graphicFrameLocks/>
          </p:cNvGraphicFramePr>
          <p:nvPr/>
        </p:nvGraphicFramePr>
        <p:xfrm>
          <a:off x="6477000" y="5257800"/>
          <a:ext cx="2662238" cy="533400"/>
        </p:xfrm>
        <a:graphic>
          <a:graphicData uri="http://schemas.openxmlformats.org/presentationml/2006/ole">
            <mc:AlternateContent xmlns:mc="http://schemas.openxmlformats.org/markup-compatibility/2006">
              <mc:Choice xmlns:v="urn:schemas-microsoft-com:vml" Requires="v">
                <p:oleObj name="Equation" r:id="rId6" imgW="1076400" imgH="246240" progId="Equation.3">
                  <p:embed/>
                </p:oleObj>
              </mc:Choice>
              <mc:Fallback>
                <p:oleObj name="Equation" r:id="rId6" imgW="1076400" imgH="246240" progId="Equation.3">
                  <p:embed/>
                  <p:pic>
                    <p:nvPicPr>
                      <p:cNvPr id="2052" name="Object 15">
                        <a:extLst>
                          <a:ext uri="{FF2B5EF4-FFF2-40B4-BE49-F238E27FC236}">
                            <a16:creationId xmlns:a16="http://schemas.microsoft.com/office/drawing/2014/main" id="{92AD811F-C2A9-60E8-A6C8-7C295643877F}"/>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77000" y="5257800"/>
                        <a:ext cx="26622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3" name="Object 16">
            <a:extLst>
              <a:ext uri="{FF2B5EF4-FFF2-40B4-BE49-F238E27FC236}">
                <a16:creationId xmlns:a16="http://schemas.microsoft.com/office/drawing/2014/main" id="{AF099C06-7549-1F48-EB22-B52E5FC5508C}"/>
              </a:ext>
            </a:extLst>
          </p:cNvPr>
          <p:cNvGraphicFramePr>
            <a:graphicFrameLocks/>
          </p:cNvGraphicFramePr>
          <p:nvPr/>
        </p:nvGraphicFramePr>
        <p:xfrm>
          <a:off x="6400801" y="3200401"/>
          <a:ext cx="2957513" cy="1128713"/>
        </p:xfrm>
        <a:graphic>
          <a:graphicData uri="http://schemas.openxmlformats.org/presentationml/2006/ole">
            <mc:AlternateContent xmlns:mc="http://schemas.openxmlformats.org/markup-compatibility/2006">
              <mc:Choice xmlns:v="urn:schemas-microsoft-com:vml" Requires="v">
                <p:oleObj name="Equation" r:id="rId8" imgW="1524960" imgH="526320" progId="Equation.3">
                  <p:embed/>
                </p:oleObj>
              </mc:Choice>
              <mc:Fallback>
                <p:oleObj name="Equation" r:id="rId8" imgW="1524960" imgH="526320" progId="Equation.3">
                  <p:embed/>
                  <p:pic>
                    <p:nvPicPr>
                      <p:cNvPr id="2053" name="Object 16">
                        <a:extLst>
                          <a:ext uri="{FF2B5EF4-FFF2-40B4-BE49-F238E27FC236}">
                            <a16:creationId xmlns:a16="http://schemas.microsoft.com/office/drawing/2014/main" id="{AF099C06-7549-1F48-EB22-B52E5FC5508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0801" y="3200401"/>
                        <a:ext cx="2957513" cy="1128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6" name="Rectangle 8">
            <a:extLst>
              <a:ext uri="{FF2B5EF4-FFF2-40B4-BE49-F238E27FC236}">
                <a16:creationId xmlns:a16="http://schemas.microsoft.com/office/drawing/2014/main" id="{058F2372-4721-1F4E-BF9B-C23AB6221F44}"/>
              </a:ext>
            </a:extLst>
          </p:cNvPr>
          <p:cNvSpPr>
            <a:spLocks noChangeArrowheads="1"/>
          </p:cNvSpPr>
          <p:nvPr/>
        </p:nvSpPr>
        <p:spPr bwMode="auto">
          <a:xfrm>
            <a:off x="1828800" y="5867400"/>
            <a:ext cx="84963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pPr>
            <a:r>
              <a:rPr lang="en-US" altLang="en-US" sz="2600"/>
              <a:t>We will focus on MSE.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a16="http://schemas.microsoft.com/office/drawing/2014/main" id="{B30D7A1C-8A4B-0E58-630E-51D9C5A350DC}"/>
              </a:ext>
            </a:extLst>
          </p:cNvPr>
          <p:cNvSpPr>
            <a:spLocks noGrp="1" noChangeArrowheads="1"/>
          </p:cNvSpPr>
          <p:nvPr>
            <p:ph type="title"/>
          </p:nvPr>
        </p:nvSpPr>
        <p:spPr>
          <a:xfrm>
            <a:off x="1981200" y="274639"/>
            <a:ext cx="8229600" cy="625475"/>
          </a:xfrm>
        </p:spPr>
        <p:txBody>
          <a:bodyPr vert="horz" wrap="square" lIns="92075" tIns="46038" rIns="92075" bIns="46038" numCol="1" anchor="ctr" anchorCtr="0" compatLnSpc="1">
            <a:prstTxWarp prst="textNoShape">
              <a:avLst/>
            </a:prstTxWarp>
            <a:normAutofit fontScale="90000"/>
          </a:bodyPr>
          <a:lstStyle/>
          <a:p>
            <a:pPr eaLnBrk="1" hangingPunct="1"/>
            <a:r>
              <a:rPr lang="en-US" altLang="en-US" sz="4000" i="1"/>
              <a:t>Extrapolation Models</a:t>
            </a:r>
          </a:p>
        </p:txBody>
      </p:sp>
      <p:sp>
        <p:nvSpPr>
          <p:cNvPr id="3076" name="Rectangle 3">
            <a:extLst>
              <a:ext uri="{FF2B5EF4-FFF2-40B4-BE49-F238E27FC236}">
                <a16:creationId xmlns:a16="http://schemas.microsoft.com/office/drawing/2014/main" id="{A1F108E3-2D5A-511B-33FB-C1F8A7BE40FA}"/>
              </a:ext>
            </a:extLst>
          </p:cNvPr>
          <p:cNvSpPr>
            <a:spLocks noGrp="1" noChangeArrowheads="1"/>
          </p:cNvSpPr>
          <p:nvPr>
            <p:ph idx="1"/>
          </p:nvPr>
        </p:nvSpPr>
        <p:spPr>
          <a:xfrm>
            <a:off x="2055813" y="949325"/>
            <a:ext cx="8291512" cy="1187450"/>
          </a:xfrm>
        </p:spPr>
        <p:txBody>
          <a:bodyPr vert="horz" wrap="square" lIns="92075" tIns="46038" rIns="92075" bIns="46038" numCol="1" anchor="t" anchorCtr="0" compatLnSpc="1">
            <a:prstTxWarp prst="textNoShape">
              <a:avLst/>
            </a:prstTxWarp>
          </a:bodyPr>
          <a:lstStyle/>
          <a:p>
            <a:pPr eaLnBrk="1" hangingPunct="1"/>
            <a:r>
              <a:rPr lang="en-US" altLang="en-US" sz="2600"/>
              <a:t>Extrapolation models try to account for the past behavior of a time series variable in an effort to predict the future behavior of the variable</a:t>
            </a:r>
            <a:r>
              <a:rPr lang="en-US" altLang="en-US" sz="2600">
                <a:latin typeface="Times New Roman" panose="02020603050405020304" pitchFamily="18" charset="0"/>
              </a:rPr>
              <a:t>. </a:t>
            </a:r>
          </a:p>
        </p:txBody>
      </p:sp>
      <p:graphicFrame>
        <p:nvGraphicFramePr>
          <p:cNvPr id="3074" name="Object 7">
            <a:extLst>
              <a:ext uri="{FF2B5EF4-FFF2-40B4-BE49-F238E27FC236}">
                <a16:creationId xmlns:a16="http://schemas.microsoft.com/office/drawing/2014/main" id="{C45D94B8-A503-1536-62C9-8EF4214739D9}"/>
              </a:ext>
            </a:extLst>
          </p:cNvPr>
          <p:cNvGraphicFramePr>
            <a:graphicFrameLocks/>
          </p:cNvGraphicFramePr>
          <p:nvPr/>
        </p:nvGraphicFramePr>
        <p:xfrm>
          <a:off x="3825876" y="2562225"/>
          <a:ext cx="4454525" cy="731838"/>
        </p:xfrm>
        <a:graphic>
          <a:graphicData uri="http://schemas.openxmlformats.org/presentationml/2006/ole">
            <mc:AlternateContent xmlns:mc="http://schemas.openxmlformats.org/markup-compatibility/2006">
              <mc:Choice xmlns:v="urn:schemas-microsoft-com:vml" Requires="v">
                <p:oleObj name="Equation" r:id="rId2" imgW="1838880" imgH="302400" progId="Equation.2">
                  <p:embed/>
                </p:oleObj>
              </mc:Choice>
              <mc:Fallback>
                <p:oleObj name="Equation" r:id="rId2" imgW="1838880" imgH="302400" progId="Equation.2">
                  <p:embed/>
                  <p:pic>
                    <p:nvPicPr>
                      <p:cNvPr id="3074" name="Object 7">
                        <a:extLst>
                          <a:ext uri="{FF2B5EF4-FFF2-40B4-BE49-F238E27FC236}">
                            <a16:creationId xmlns:a16="http://schemas.microsoft.com/office/drawing/2014/main" id="{C45D94B8-A503-1536-62C9-8EF4214739D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5876" y="2562225"/>
                        <a:ext cx="4454525"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BC0DCF5C-4796-5284-0CBB-90CC72B96CE1}"/>
              </a:ext>
            </a:extLst>
          </p:cNvPr>
          <p:cNvSpPr>
            <a:spLocks noGrp="1" noChangeArrowheads="1"/>
          </p:cNvSpPr>
          <p:nvPr>
            <p:ph type="title"/>
          </p:nvPr>
        </p:nvSpPr>
        <p:spPr>
          <a:xfrm>
            <a:off x="1981200" y="274638"/>
            <a:ext cx="8229600" cy="673100"/>
          </a:xfrm>
        </p:spPr>
        <p:txBody>
          <a:bodyPr vert="horz" wrap="square" lIns="92075" tIns="46038" rIns="92075" bIns="46038" numCol="1" anchor="ctr" anchorCtr="0" compatLnSpc="1">
            <a:prstTxWarp prst="textNoShape">
              <a:avLst/>
            </a:prstTxWarp>
          </a:bodyPr>
          <a:lstStyle/>
          <a:p>
            <a:pPr eaLnBrk="1" hangingPunct="1"/>
            <a:r>
              <a:rPr lang="en-US" altLang="en-US" sz="4000" i="1"/>
              <a:t>Moving Averages</a:t>
            </a:r>
          </a:p>
        </p:txBody>
      </p:sp>
      <p:graphicFrame>
        <p:nvGraphicFramePr>
          <p:cNvPr id="4098" name="Object 6">
            <a:extLst>
              <a:ext uri="{FF2B5EF4-FFF2-40B4-BE49-F238E27FC236}">
                <a16:creationId xmlns:a16="http://schemas.microsoft.com/office/drawing/2014/main" id="{A0307690-58CC-080F-C1B2-F8667B7AFCBA}"/>
              </a:ext>
            </a:extLst>
          </p:cNvPr>
          <p:cNvGraphicFramePr>
            <a:graphicFrameLocks/>
          </p:cNvGraphicFramePr>
          <p:nvPr/>
        </p:nvGraphicFramePr>
        <p:xfrm>
          <a:off x="3910013" y="1627189"/>
          <a:ext cx="3573462" cy="981075"/>
        </p:xfrm>
        <a:graphic>
          <a:graphicData uri="http://schemas.openxmlformats.org/presentationml/2006/ole">
            <mc:AlternateContent xmlns:mc="http://schemas.openxmlformats.org/markup-compatibility/2006">
              <mc:Choice xmlns:v="urn:schemas-microsoft-com:vml" Requires="v">
                <p:oleObj name="Equation" r:id="rId2" imgW="1648080" imgH="447840" progId="Equation.2">
                  <p:embed/>
                </p:oleObj>
              </mc:Choice>
              <mc:Fallback>
                <p:oleObj name="Equation" r:id="rId2" imgW="1648080" imgH="447840" progId="Equation.2">
                  <p:embed/>
                  <p:pic>
                    <p:nvPicPr>
                      <p:cNvPr id="4098" name="Object 6">
                        <a:extLst>
                          <a:ext uri="{FF2B5EF4-FFF2-40B4-BE49-F238E27FC236}">
                            <a16:creationId xmlns:a16="http://schemas.microsoft.com/office/drawing/2014/main" id="{A0307690-58CC-080F-C1B2-F8667B7AFC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0013" y="1627189"/>
                        <a:ext cx="3573462" cy="98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0" name="Rectangle 4">
            <a:extLst>
              <a:ext uri="{FF2B5EF4-FFF2-40B4-BE49-F238E27FC236}">
                <a16:creationId xmlns:a16="http://schemas.microsoft.com/office/drawing/2014/main" id="{B3FC5842-02DF-7432-A1F5-92BD450666DA}"/>
              </a:ext>
            </a:extLst>
          </p:cNvPr>
          <p:cNvSpPr>
            <a:spLocks noChangeArrowheads="1"/>
          </p:cNvSpPr>
          <p:nvPr/>
        </p:nvSpPr>
        <p:spPr bwMode="auto">
          <a:xfrm>
            <a:off x="2098676" y="3071814"/>
            <a:ext cx="8316913" cy="1016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39725" indent="-33972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Clr>
                <a:schemeClr val="tx2"/>
              </a:buClr>
              <a:buSzPct val="75000"/>
              <a:buFont typeface="Monotype Sorts"/>
              <a:buChar char="u"/>
            </a:pPr>
            <a:r>
              <a:rPr lang="en-US" altLang="en-US" sz="2400"/>
              <a:t>No general method exists for determining </a:t>
            </a:r>
            <a:r>
              <a:rPr lang="en-US" altLang="en-US" sz="2400" i="1">
                <a:latin typeface="Times New Roman" panose="02020603050405020304" pitchFamily="18" charset="0"/>
              </a:rPr>
              <a:t>k.</a:t>
            </a:r>
            <a:endParaRPr lang="en-US" altLang="en-US" sz="2400"/>
          </a:p>
          <a:p>
            <a:pPr>
              <a:spcBef>
                <a:spcPct val="50000"/>
              </a:spcBef>
              <a:buClr>
                <a:schemeClr val="tx2"/>
              </a:buClr>
              <a:buSzPct val="75000"/>
              <a:buFont typeface="Monotype Sorts"/>
              <a:buChar char="u"/>
            </a:pPr>
            <a:r>
              <a:rPr lang="en-US" altLang="en-US" sz="2400"/>
              <a:t>We must try out several </a:t>
            </a:r>
            <a:r>
              <a:rPr lang="en-US" altLang="en-US" sz="2400" i="1">
                <a:latin typeface="Times New Roman" panose="02020603050405020304" pitchFamily="18" charset="0"/>
              </a:rPr>
              <a:t>k</a:t>
            </a:r>
            <a:r>
              <a:rPr lang="en-US" altLang="en-US" sz="2400"/>
              <a:t> values to see what works best.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
            <a:extLst>
              <a:ext uri="{FF2B5EF4-FFF2-40B4-BE49-F238E27FC236}">
                <a16:creationId xmlns:a16="http://schemas.microsoft.com/office/drawing/2014/main" id="{EE8B74AB-5D6B-4C3C-6B7A-7706828FE84A}"/>
              </a:ext>
            </a:extLst>
          </p:cNvPr>
          <p:cNvSpPr>
            <a:spLocks noGrp="1" noChangeArrowheads="1"/>
          </p:cNvSpPr>
          <p:nvPr>
            <p:ph type="title"/>
          </p:nvPr>
        </p:nvSpPr>
        <p:spPr>
          <a:xfrm>
            <a:off x="1981200" y="346076"/>
            <a:ext cx="8229600" cy="714375"/>
          </a:xfrm>
        </p:spPr>
        <p:txBody>
          <a:bodyPr vert="horz" wrap="square" lIns="92075" tIns="46038" rIns="92075" bIns="46038" numCol="1" anchor="ctr" anchorCtr="0" compatLnSpc="1">
            <a:prstTxWarp prst="textNoShape">
              <a:avLst/>
            </a:prstTxWarp>
          </a:bodyPr>
          <a:lstStyle/>
          <a:p>
            <a:pPr eaLnBrk="1" hangingPunct="1"/>
            <a:r>
              <a:rPr lang="en-US" altLang="en-US" sz="3600" i="1"/>
              <a:t>Weighted Moving Average</a:t>
            </a:r>
          </a:p>
        </p:txBody>
      </p:sp>
      <p:sp>
        <p:nvSpPr>
          <p:cNvPr id="5126" name="Rectangle 3">
            <a:extLst>
              <a:ext uri="{FF2B5EF4-FFF2-40B4-BE49-F238E27FC236}">
                <a16:creationId xmlns:a16="http://schemas.microsoft.com/office/drawing/2014/main" id="{9D2B5201-957F-3849-7F46-717AD4BA3562}"/>
              </a:ext>
            </a:extLst>
          </p:cNvPr>
          <p:cNvSpPr>
            <a:spLocks noGrp="1" noChangeArrowheads="1"/>
          </p:cNvSpPr>
          <p:nvPr>
            <p:ph idx="1"/>
          </p:nvPr>
        </p:nvSpPr>
        <p:spPr>
          <a:xfrm>
            <a:off x="2192338" y="1169989"/>
            <a:ext cx="7772400" cy="966787"/>
          </a:xfrm>
        </p:spPr>
        <p:txBody>
          <a:bodyPr vert="horz" wrap="square" lIns="92075" tIns="46038" rIns="92075" bIns="46038" numCol="1" anchor="t" anchorCtr="0" compatLnSpc="1">
            <a:prstTxWarp prst="textNoShape">
              <a:avLst/>
            </a:prstTxWarp>
          </a:bodyPr>
          <a:lstStyle/>
          <a:p>
            <a:pPr eaLnBrk="1" hangingPunct="1"/>
            <a:r>
              <a:rPr lang="en-US" altLang="en-US" sz="2400"/>
              <a:t>The moving average technique assigns equal weight to all previous observations</a:t>
            </a:r>
          </a:p>
        </p:txBody>
      </p:sp>
      <p:graphicFrame>
        <p:nvGraphicFramePr>
          <p:cNvPr id="5122" name="Object 13">
            <a:extLst>
              <a:ext uri="{FF2B5EF4-FFF2-40B4-BE49-F238E27FC236}">
                <a16:creationId xmlns:a16="http://schemas.microsoft.com/office/drawing/2014/main" id="{0ED77B99-85A5-FDF8-BEF2-56273F1133B2}"/>
              </a:ext>
            </a:extLst>
          </p:cNvPr>
          <p:cNvGraphicFramePr>
            <a:graphicFrameLocks/>
          </p:cNvGraphicFramePr>
          <p:nvPr/>
        </p:nvGraphicFramePr>
        <p:xfrm>
          <a:off x="3665539" y="1903414"/>
          <a:ext cx="4384675" cy="866775"/>
        </p:xfrm>
        <a:graphic>
          <a:graphicData uri="http://schemas.openxmlformats.org/presentationml/2006/ole">
            <mc:AlternateContent xmlns:mc="http://schemas.openxmlformats.org/markup-compatibility/2006">
              <mc:Choice xmlns:v="urn:schemas-microsoft-com:vml" Requires="v">
                <p:oleObj name="Equation" r:id="rId2" imgW="2276280" imgH="447840" progId="Equation.2">
                  <p:embed/>
                </p:oleObj>
              </mc:Choice>
              <mc:Fallback>
                <p:oleObj name="Equation" r:id="rId2" imgW="2276280" imgH="447840" progId="Equation.2">
                  <p:embed/>
                  <p:pic>
                    <p:nvPicPr>
                      <p:cNvPr id="5122" name="Object 13">
                        <a:extLst>
                          <a:ext uri="{FF2B5EF4-FFF2-40B4-BE49-F238E27FC236}">
                            <a16:creationId xmlns:a16="http://schemas.microsoft.com/office/drawing/2014/main" id="{0ED77B99-85A5-FDF8-BEF2-56273F1133B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5539" y="1903414"/>
                        <a:ext cx="4384675"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27" name="Group 8">
            <a:extLst>
              <a:ext uri="{FF2B5EF4-FFF2-40B4-BE49-F238E27FC236}">
                <a16:creationId xmlns:a16="http://schemas.microsoft.com/office/drawing/2014/main" id="{07951324-D086-2023-7075-AB378E6766CF}"/>
              </a:ext>
            </a:extLst>
          </p:cNvPr>
          <p:cNvGrpSpPr>
            <a:grpSpLocks/>
          </p:cNvGrpSpPr>
          <p:nvPr/>
        </p:nvGrpSpPr>
        <p:grpSpPr bwMode="auto">
          <a:xfrm>
            <a:off x="2184400" y="2954338"/>
            <a:ext cx="7721600" cy="2260600"/>
            <a:chOff x="416" y="1861"/>
            <a:chExt cx="4864" cy="1424"/>
          </a:xfrm>
        </p:grpSpPr>
        <p:sp>
          <p:nvSpPr>
            <p:cNvPr id="5129" name="Rectangle 5">
              <a:extLst>
                <a:ext uri="{FF2B5EF4-FFF2-40B4-BE49-F238E27FC236}">
                  <a16:creationId xmlns:a16="http://schemas.microsoft.com/office/drawing/2014/main" id="{F3F938A0-254A-285D-4123-6F8C98107EC1}"/>
                </a:ext>
              </a:extLst>
            </p:cNvPr>
            <p:cNvSpPr>
              <a:spLocks noChangeArrowheads="1"/>
            </p:cNvSpPr>
            <p:nvPr/>
          </p:nvSpPr>
          <p:spPr bwMode="auto">
            <a:xfrm>
              <a:off x="416" y="1861"/>
              <a:ext cx="4864"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Clr>
                  <a:schemeClr val="tx2"/>
                </a:buClr>
                <a:buSzPct val="75000"/>
                <a:buFont typeface="Monotype Sorts"/>
                <a:buChar char="u"/>
              </a:pPr>
              <a:r>
                <a:rPr lang="en-US" altLang="en-US" sz="2400"/>
                <a:t>The weighted moving average technique allows for  different weights to be assigned to previous observations.</a:t>
              </a:r>
            </a:p>
          </p:txBody>
        </p:sp>
        <p:graphicFrame>
          <p:nvGraphicFramePr>
            <p:cNvPr id="5123" name="Object 14">
              <a:extLst>
                <a:ext uri="{FF2B5EF4-FFF2-40B4-BE49-F238E27FC236}">
                  <a16:creationId xmlns:a16="http://schemas.microsoft.com/office/drawing/2014/main" id="{3043B1A9-FBAD-13C4-2612-227DC7A66285}"/>
                </a:ext>
              </a:extLst>
            </p:cNvPr>
            <p:cNvGraphicFramePr>
              <a:graphicFrameLocks/>
            </p:cNvGraphicFramePr>
            <p:nvPr/>
          </p:nvGraphicFramePr>
          <p:xfrm>
            <a:off x="1289" y="2599"/>
            <a:ext cx="2810" cy="329"/>
          </p:xfrm>
          <a:graphic>
            <a:graphicData uri="http://schemas.openxmlformats.org/presentationml/2006/ole">
              <mc:AlternateContent xmlns:mc="http://schemas.openxmlformats.org/markup-compatibility/2006">
                <mc:Choice xmlns:v="urn:schemas-microsoft-com:vml" Requires="v">
                  <p:oleObj name="Equation" r:id="rId4" imgW="2320920" imgH="268920" progId="Equation.2">
                    <p:embed/>
                  </p:oleObj>
                </mc:Choice>
                <mc:Fallback>
                  <p:oleObj name="Equation" r:id="rId4" imgW="2320920" imgH="268920" progId="Equation.2">
                    <p:embed/>
                    <p:pic>
                      <p:nvPicPr>
                        <p:cNvPr id="5123" name="Object 14">
                          <a:extLst>
                            <a:ext uri="{FF2B5EF4-FFF2-40B4-BE49-F238E27FC236}">
                              <a16:creationId xmlns:a16="http://schemas.microsoft.com/office/drawing/2014/main" id="{3043B1A9-FBAD-13C4-2612-227DC7A6628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9" y="2599"/>
                          <a:ext cx="2810"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15">
              <a:extLst>
                <a:ext uri="{FF2B5EF4-FFF2-40B4-BE49-F238E27FC236}">
                  <a16:creationId xmlns:a16="http://schemas.microsoft.com/office/drawing/2014/main" id="{1919A55D-D64B-046D-F8D5-C6AD771F3E63}"/>
                </a:ext>
              </a:extLst>
            </p:cNvPr>
            <p:cNvGraphicFramePr>
              <a:graphicFrameLocks/>
            </p:cNvGraphicFramePr>
            <p:nvPr/>
          </p:nvGraphicFramePr>
          <p:xfrm>
            <a:off x="1455" y="2980"/>
            <a:ext cx="2382" cy="305"/>
          </p:xfrm>
          <a:graphic>
            <a:graphicData uri="http://schemas.openxmlformats.org/presentationml/2006/ole">
              <mc:AlternateContent xmlns:mc="http://schemas.openxmlformats.org/markup-compatibility/2006">
                <mc:Choice xmlns:v="urn:schemas-microsoft-com:vml" Requires="v">
                  <p:oleObj name="Equation" r:id="rId6" imgW="2197800" imgH="291240" progId="Equation.2">
                    <p:embed/>
                  </p:oleObj>
                </mc:Choice>
                <mc:Fallback>
                  <p:oleObj name="Equation" r:id="rId6" imgW="2197800" imgH="291240" progId="Equation.2">
                    <p:embed/>
                    <p:pic>
                      <p:nvPicPr>
                        <p:cNvPr id="5124" name="Object 15">
                          <a:extLst>
                            <a:ext uri="{FF2B5EF4-FFF2-40B4-BE49-F238E27FC236}">
                              <a16:creationId xmlns:a16="http://schemas.microsoft.com/office/drawing/2014/main" id="{1919A55D-D64B-046D-F8D5-C6AD771F3E63}"/>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5" y="2980"/>
                          <a:ext cx="238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128" name="Rectangle 9">
            <a:extLst>
              <a:ext uri="{FF2B5EF4-FFF2-40B4-BE49-F238E27FC236}">
                <a16:creationId xmlns:a16="http://schemas.microsoft.com/office/drawing/2014/main" id="{A95E3948-6F09-530D-9BF8-A089D69D412B}"/>
              </a:ext>
            </a:extLst>
          </p:cNvPr>
          <p:cNvSpPr>
            <a:spLocks noChangeArrowheads="1"/>
          </p:cNvSpPr>
          <p:nvPr/>
        </p:nvSpPr>
        <p:spPr bwMode="auto">
          <a:xfrm>
            <a:off x="2225675" y="5351464"/>
            <a:ext cx="77724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tx2"/>
              </a:buClr>
              <a:buSzPct val="75000"/>
              <a:buFont typeface="Monotype Sorts"/>
              <a:buChar char="u"/>
            </a:pPr>
            <a:r>
              <a:rPr lang="en-US" altLang="en-US" sz="2400"/>
              <a:t>We must determine values for </a:t>
            </a:r>
            <a:r>
              <a:rPr lang="en-US" altLang="en-US" sz="2400" i="1">
                <a:latin typeface="Times New Roman" panose="02020603050405020304" pitchFamily="18" charset="0"/>
              </a:rPr>
              <a:t>k</a:t>
            </a:r>
            <a:r>
              <a:rPr lang="en-US" altLang="en-US" sz="2400"/>
              <a:t> and the </a:t>
            </a:r>
            <a:r>
              <a:rPr lang="en-US" altLang="en-US" sz="2400" i="1">
                <a:latin typeface="Times New Roman" panose="02020603050405020304" pitchFamily="18" charset="0"/>
              </a:rPr>
              <a:t>w</a:t>
            </a:r>
            <a:r>
              <a:rPr lang="en-US" altLang="en-US" sz="2400" i="1" baseline="-25000">
                <a:latin typeface="Times New Roman" panose="02020603050405020304" pitchFamily="18" charset="0"/>
              </a:rPr>
              <a:t>i</a:t>
            </a:r>
            <a:r>
              <a:rPr lang="en-US" altLang="en-US" sz="2400" i="1">
                <a:latin typeface="Times New Roman" panose="02020603050405020304" pitchFamily="18"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Rectangle 2">
            <a:extLst>
              <a:ext uri="{FF2B5EF4-FFF2-40B4-BE49-F238E27FC236}">
                <a16:creationId xmlns:a16="http://schemas.microsoft.com/office/drawing/2014/main" id="{E324BB36-5DB4-F94F-C1C7-5022A7BE3818}"/>
              </a:ext>
            </a:extLst>
          </p:cNvPr>
          <p:cNvSpPr>
            <a:spLocks noGrp="1" noChangeArrowheads="1"/>
          </p:cNvSpPr>
          <p:nvPr>
            <p:ph type="title"/>
          </p:nvPr>
        </p:nvSpPr>
        <p:spPr>
          <a:xfrm>
            <a:off x="2141538" y="144463"/>
            <a:ext cx="7772400" cy="717550"/>
          </a:xfrm>
        </p:spPr>
        <p:txBody>
          <a:bodyPr vert="horz" wrap="square" lIns="92075" tIns="46038" rIns="92075" bIns="46038" numCol="1" anchor="ctr" anchorCtr="0" compatLnSpc="1">
            <a:prstTxWarp prst="textNoShape">
              <a:avLst/>
            </a:prstTxWarp>
          </a:bodyPr>
          <a:lstStyle/>
          <a:p>
            <a:pPr eaLnBrk="1" hangingPunct="1"/>
            <a:r>
              <a:rPr lang="en-US" altLang="en-US" sz="3600" i="1"/>
              <a:t>Exponential Smoothing</a:t>
            </a:r>
          </a:p>
        </p:txBody>
      </p:sp>
      <p:grpSp>
        <p:nvGrpSpPr>
          <p:cNvPr id="6150" name="Group 5">
            <a:extLst>
              <a:ext uri="{FF2B5EF4-FFF2-40B4-BE49-F238E27FC236}">
                <a16:creationId xmlns:a16="http://schemas.microsoft.com/office/drawing/2014/main" id="{B720718D-08F5-7F7F-B4D6-FF7C5A101F58}"/>
              </a:ext>
            </a:extLst>
          </p:cNvPr>
          <p:cNvGrpSpPr>
            <a:grpSpLocks/>
          </p:cNvGrpSpPr>
          <p:nvPr/>
        </p:nvGrpSpPr>
        <p:grpSpPr bwMode="auto">
          <a:xfrm>
            <a:off x="4227513" y="1341439"/>
            <a:ext cx="3435350" cy="1049337"/>
            <a:chOff x="1703" y="845"/>
            <a:chExt cx="2164" cy="661"/>
          </a:xfrm>
        </p:grpSpPr>
        <p:graphicFrame>
          <p:nvGraphicFramePr>
            <p:cNvPr id="6146" name="Object 12">
              <a:extLst>
                <a:ext uri="{FF2B5EF4-FFF2-40B4-BE49-F238E27FC236}">
                  <a16:creationId xmlns:a16="http://schemas.microsoft.com/office/drawing/2014/main" id="{E5FF8D74-24FE-4B0B-B368-070A1A5258B1}"/>
                </a:ext>
              </a:extLst>
            </p:cNvPr>
            <p:cNvGraphicFramePr>
              <a:graphicFrameLocks/>
            </p:cNvGraphicFramePr>
            <p:nvPr/>
          </p:nvGraphicFramePr>
          <p:xfrm>
            <a:off x="1703" y="845"/>
            <a:ext cx="2164" cy="373"/>
          </p:xfrm>
          <a:graphic>
            <a:graphicData uri="http://schemas.openxmlformats.org/presentationml/2006/ole">
              <mc:AlternateContent xmlns:mc="http://schemas.openxmlformats.org/markup-compatibility/2006">
                <mc:Choice xmlns:v="urn:schemas-microsoft-com:vml" Requires="v">
                  <p:oleObj name="Equation" r:id="rId2" imgW="1592280" imgH="268920" progId="Equation.2">
                    <p:embed/>
                  </p:oleObj>
                </mc:Choice>
                <mc:Fallback>
                  <p:oleObj name="Equation" r:id="rId2" imgW="1592280" imgH="268920" progId="Equation.2">
                    <p:embed/>
                    <p:pic>
                      <p:nvPicPr>
                        <p:cNvPr id="6146" name="Object 12">
                          <a:extLst>
                            <a:ext uri="{FF2B5EF4-FFF2-40B4-BE49-F238E27FC236}">
                              <a16:creationId xmlns:a16="http://schemas.microsoft.com/office/drawing/2014/main" id="{E5FF8D74-24FE-4B0B-B368-070A1A5258B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3" y="845"/>
                          <a:ext cx="2164"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47" name="Object 13">
              <a:extLst>
                <a:ext uri="{FF2B5EF4-FFF2-40B4-BE49-F238E27FC236}">
                  <a16:creationId xmlns:a16="http://schemas.microsoft.com/office/drawing/2014/main" id="{B8BB32DB-ACB4-25BC-058D-C43BEEBA0D14}"/>
                </a:ext>
              </a:extLst>
            </p:cNvPr>
            <p:cNvGraphicFramePr>
              <a:graphicFrameLocks/>
            </p:cNvGraphicFramePr>
            <p:nvPr/>
          </p:nvGraphicFramePr>
          <p:xfrm>
            <a:off x="2002" y="1258"/>
            <a:ext cx="1448" cy="248"/>
          </p:xfrm>
          <a:graphic>
            <a:graphicData uri="http://schemas.openxmlformats.org/presentationml/2006/ole">
              <mc:AlternateContent xmlns:mc="http://schemas.openxmlformats.org/markup-compatibility/2006">
                <mc:Choice xmlns:v="urn:schemas-microsoft-com:vml" Requires="v">
                  <p:oleObj name="Equation" r:id="rId4" imgW="1154880" imgH="201600" progId="Equation.2">
                    <p:embed/>
                  </p:oleObj>
                </mc:Choice>
                <mc:Fallback>
                  <p:oleObj name="Equation" r:id="rId4" imgW="1154880" imgH="201600" progId="Equation.2">
                    <p:embed/>
                    <p:pic>
                      <p:nvPicPr>
                        <p:cNvPr id="6147" name="Object 13">
                          <a:extLst>
                            <a:ext uri="{FF2B5EF4-FFF2-40B4-BE49-F238E27FC236}">
                              <a16:creationId xmlns:a16="http://schemas.microsoft.com/office/drawing/2014/main" id="{B8BB32DB-ACB4-25BC-058D-C43BEEBA0D1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02" y="1258"/>
                          <a:ext cx="1448"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6151" name="Group 8">
            <a:extLst>
              <a:ext uri="{FF2B5EF4-FFF2-40B4-BE49-F238E27FC236}">
                <a16:creationId xmlns:a16="http://schemas.microsoft.com/office/drawing/2014/main" id="{DFA156A0-4908-38C6-6231-D36971DFDCEB}"/>
              </a:ext>
            </a:extLst>
          </p:cNvPr>
          <p:cNvGrpSpPr>
            <a:grpSpLocks/>
          </p:cNvGrpSpPr>
          <p:nvPr/>
        </p:nvGrpSpPr>
        <p:grpSpPr bwMode="auto">
          <a:xfrm>
            <a:off x="2065338" y="3038476"/>
            <a:ext cx="8367712" cy="1044575"/>
            <a:chOff x="341" y="1914"/>
            <a:chExt cx="5271" cy="658"/>
          </a:xfrm>
        </p:grpSpPr>
        <p:sp>
          <p:nvSpPr>
            <p:cNvPr id="6152" name="Rectangle 6">
              <a:extLst>
                <a:ext uri="{FF2B5EF4-FFF2-40B4-BE49-F238E27FC236}">
                  <a16:creationId xmlns:a16="http://schemas.microsoft.com/office/drawing/2014/main" id="{D66EA3C2-ABFF-02BF-9963-A10902C174ED}"/>
                </a:ext>
              </a:extLst>
            </p:cNvPr>
            <p:cNvSpPr>
              <a:spLocks noChangeArrowheads="1"/>
            </p:cNvSpPr>
            <p:nvPr/>
          </p:nvSpPr>
          <p:spPr bwMode="auto">
            <a:xfrm>
              <a:off x="341" y="1914"/>
              <a:ext cx="527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339725" indent="-33972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buClr>
                  <a:schemeClr val="tx2"/>
                </a:buClr>
                <a:buSzPct val="75000"/>
                <a:buFont typeface="Monotype Sorts"/>
                <a:buChar char="u"/>
              </a:pPr>
              <a:r>
                <a:rPr lang="en-US" altLang="en-US" sz="2400"/>
                <a:t>It can be shown that the above equation is equivalent to:</a:t>
              </a:r>
            </a:p>
          </p:txBody>
        </p:sp>
        <p:graphicFrame>
          <p:nvGraphicFramePr>
            <p:cNvPr id="6148" name="Object 14">
              <a:extLst>
                <a:ext uri="{FF2B5EF4-FFF2-40B4-BE49-F238E27FC236}">
                  <a16:creationId xmlns:a16="http://schemas.microsoft.com/office/drawing/2014/main" id="{1A4FD983-E18A-B033-29C3-9E432E2F12F2}"/>
                </a:ext>
              </a:extLst>
            </p:cNvPr>
            <p:cNvGraphicFramePr>
              <a:graphicFrameLocks/>
            </p:cNvGraphicFramePr>
            <p:nvPr/>
          </p:nvGraphicFramePr>
          <p:xfrm>
            <a:off x="454" y="2278"/>
            <a:ext cx="4928" cy="294"/>
          </p:xfrm>
          <a:graphic>
            <a:graphicData uri="http://schemas.openxmlformats.org/presentationml/2006/ole">
              <mc:AlternateContent xmlns:mc="http://schemas.openxmlformats.org/markup-compatibility/2006">
                <mc:Choice xmlns:v="urn:schemas-microsoft-com:vml" Requires="v">
                  <p:oleObj name="Equation" r:id="rId6" imgW="4529880" imgH="268920" progId="Equation.2">
                    <p:embed/>
                  </p:oleObj>
                </mc:Choice>
                <mc:Fallback>
                  <p:oleObj name="Equation" r:id="rId6" imgW="4529880" imgH="268920" progId="Equation.2">
                    <p:embed/>
                    <p:pic>
                      <p:nvPicPr>
                        <p:cNvPr id="6148" name="Object 14">
                          <a:extLst>
                            <a:ext uri="{FF2B5EF4-FFF2-40B4-BE49-F238E27FC236}">
                              <a16:creationId xmlns:a16="http://schemas.microsoft.com/office/drawing/2014/main" id="{1A4FD983-E18A-B033-29C3-9E432E2F12F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 y="2278"/>
                          <a:ext cx="492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C932EC4-9FA2-1194-A414-56BCEBDD025D}"/>
              </a:ext>
            </a:extLst>
          </p:cNvPr>
          <p:cNvSpPr>
            <a:spLocks noGrp="1" noChangeArrowheads="1"/>
          </p:cNvSpPr>
          <p:nvPr>
            <p:ph type="title"/>
          </p:nvPr>
        </p:nvSpPr>
        <p:spPr>
          <a:xfrm>
            <a:off x="1981200" y="274638"/>
            <a:ext cx="8229600" cy="785812"/>
          </a:xfrm>
        </p:spPr>
        <p:txBody>
          <a:bodyPr/>
          <a:lstStyle/>
          <a:p>
            <a:pPr eaLnBrk="1" hangingPunct="1"/>
            <a:r>
              <a:rPr lang="en-US" altLang="en-US" i="1"/>
              <a:t>Seasonality</a:t>
            </a:r>
            <a:endParaRPr lang="en-US" altLang="en-US"/>
          </a:p>
        </p:txBody>
      </p:sp>
      <p:sp>
        <p:nvSpPr>
          <p:cNvPr id="19459" name="Rectangle 3">
            <a:extLst>
              <a:ext uri="{FF2B5EF4-FFF2-40B4-BE49-F238E27FC236}">
                <a16:creationId xmlns:a16="http://schemas.microsoft.com/office/drawing/2014/main" id="{BC7F5C3C-3E4C-083D-66F0-EDF36795BD61}"/>
              </a:ext>
            </a:extLst>
          </p:cNvPr>
          <p:cNvSpPr>
            <a:spLocks noGrp="1" noChangeArrowheads="1"/>
          </p:cNvSpPr>
          <p:nvPr>
            <p:ph idx="1"/>
          </p:nvPr>
        </p:nvSpPr>
        <p:spPr>
          <a:xfrm>
            <a:off x="2133600" y="1371600"/>
            <a:ext cx="7772400" cy="4152900"/>
          </a:xfrm>
        </p:spPr>
        <p:txBody>
          <a:bodyPr/>
          <a:lstStyle/>
          <a:p>
            <a:pPr marL="344488" indent="-344488" eaLnBrk="1" hangingPunct="1"/>
            <a:r>
              <a:rPr lang="en-US" altLang="en-US"/>
              <a:t>Seasonality is a regular, repeating pattern in time series data.</a:t>
            </a:r>
          </a:p>
          <a:p>
            <a:pPr marL="344488" indent="-344488" eaLnBrk="1" hangingPunct="1"/>
            <a:r>
              <a:rPr lang="en-US" altLang="en-US"/>
              <a:t>May be additive or multiplicative in nature...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7">
            <a:extLst>
              <a:ext uri="{FF2B5EF4-FFF2-40B4-BE49-F238E27FC236}">
                <a16:creationId xmlns:a16="http://schemas.microsoft.com/office/drawing/2014/main" id="{BF330DD7-2206-3F2F-8823-E392E8BD0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657600"/>
            <a:ext cx="72390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Picture 8">
            <a:extLst>
              <a:ext uri="{FF2B5EF4-FFF2-40B4-BE49-F238E27FC236}">
                <a16:creationId xmlns:a16="http://schemas.microsoft.com/office/drawing/2014/main" id="{6FD770D3-FBB9-6449-85E2-9285E3CAA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990600"/>
            <a:ext cx="7239000"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9">
            <a:extLst>
              <a:ext uri="{FF2B5EF4-FFF2-40B4-BE49-F238E27FC236}">
                <a16:creationId xmlns:a16="http://schemas.microsoft.com/office/drawing/2014/main" id="{EAF67A53-F781-5A0B-1CC3-7885E523E195}"/>
              </a:ext>
            </a:extLst>
          </p:cNvPr>
          <p:cNvSpPr>
            <a:spLocks noGrp="1" noChangeArrowheads="1"/>
          </p:cNvSpPr>
          <p:nvPr>
            <p:ph type="title"/>
          </p:nvPr>
        </p:nvSpPr>
        <p:spPr>
          <a:xfrm>
            <a:off x="1981200" y="274639"/>
            <a:ext cx="8229600" cy="642937"/>
          </a:xfrm>
        </p:spPr>
        <p:txBody>
          <a:bodyPr vert="horz" wrap="square" lIns="92075" tIns="46038" rIns="92075" bIns="46038" numCol="1" anchor="ctr" anchorCtr="0" compatLnSpc="1">
            <a:prstTxWarp prst="textNoShape">
              <a:avLst/>
            </a:prstTxWarp>
            <a:normAutofit fontScale="90000"/>
          </a:bodyPr>
          <a:lstStyle/>
          <a:p>
            <a:pPr eaLnBrk="1" hangingPunct="1"/>
            <a:r>
              <a:rPr lang="en-US" altLang="en-US" i="1"/>
              <a:t>Stationary Seasonal Effects</a:t>
            </a: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3A90A98-744F-F83E-52DA-D6F0B8B6EB77}"/>
              </a:ext>
            </a:extLst>
          </p:cNvPr>
          <p:cNvSpPr>
            <a:spLocks noGrp="1" noChangeArrowheads="1"/>
          </p:cNvSpPr>
          <p:nvPr>
            <p:ph type="title"/>
          </p:nvPr>
        </p:nvSpPr>
        <p:spPr>
          <a:xfrm>
            <a:off x="1981200" y="274639"/>
            <a:ext cx="8229600" cy="657225"/>
          </a:xfrm>
        </p:spPr>
        <p:txBody>
          <a:bodyPr vert="horz" wrap="square" lIns="92075" tIns="46038" rIns="92075" bIns="46038" numCol="1" anchor="ctr" anchorCtr="0" compatLnSpc="1">
            <a:prstTxWarp prst="textNoShape">
              <a:avLst/>
            </a:prstTxWarp>
          </a:bodyPr>
          <a:lstStyle/>
          <a:p>
            <a:pPr eaLnBrk="1" hangingPunct="1"/>
            <a:r>
              <a:rPr lang="en-US" altLang="en-US" sz="4000" i="1"/>
              <a:t>Trend Models</a:t>
            </a:r>
          </a:p>
        </p:txBody>
      </p:sp>
      <p:sp>
        <p:nvSpPr>
          <p:cNvPr id="21507" name="Rectangle 3">
            <a:extLst>
              <a:ext uri="{FF2B5EF4-FFF2-40B4-BE49-F238E27FC236}">
                <a16:creationId xmlns:a16="http://schemas.microsoft.com/office/drawing/2014/main" id="{2D854F55-A97A-4908-2A8A-BEBE96290AD1}"/>
              </a:ext>
            </a:extLst>
          </p:cNvPr>
          <p:cNvSpPr>
            <a:spLocks noGrp="1" noChangeArrowheads="1"/>
          </p:cNvSpPr>
          <p:nvPr>
            <p:ph idx="1"/>
          </p:nvPr>
        </p:nvSpPr>
        <p:spPr>
          <a:xfrm>
            <a:off x="2108200" y="1068388"/>
            <a:ext cx="7772400" cy="4152900"/>
          </a:xfrm>
        </p:spPr>
        <p:txBody>
          <a:bodyPr vert="horz" wrap="square" lIns="92075" tIns="46038" rIns="92075" bIns="46038" numCol="1" anchor="t" anchorCtr="0" compatLnSpc="1">
            <a:prstTxWarp prst="textNoShape">
              <a:avLst/>
            </a:prstTxWarp>
          </a:bodyPr>
          <a:lstStyle/>
          <a:p>
            <a:pPr eaLnBrk="1" hangingPunct="1"/>
            <a:r>
              <a:rPr lang="en-US" altLang="en-US" sz="2800"/>
              <a:t>Trend is the long-term sweep or general direction of movement in a time series.</a:t>
            </a:r>
          </a:p>
          <a:p>
            <a:pPr eaLnBrk="1" hangingPunct="1"/>
            <a:r>
              <a:rPr lang="en-US" altLang="en-US" sz="2800"/>
              <a:t>We’ll now consider some nonstationary time series techniques that are appropriate for data exhibiting upward or downward trends.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2">
            <a:extLst>
              <a:ext uri="{FF2B5EF4-FFF2-40B4-BE49-F238E27FC236}">
                <a16:creationId xmlns:a16="http://schemas.microsoft.com/office/drawing/2014/main" id="{ABA4649C-C42D-C7EC-3EA7-20F044318027}"/>
              </a:ext>
            </a:extLst>
          </p:cNvPr>
          <p:cNvSpPr>
            <a:spLocks noGrp="1" noChangeArrowheads="1"/>
          </p:cNvSpPr>
          <p:nvPr>
            <p:ph type="title"/>
          </p:nvPr>
        </p:nvSpPr>
        <p:spPr>
          <a:xfrm>
            <a:off x="1981200" y="274639"/>
            <a:ext cx="8229600" cy="625475"/>
          </a:xfrm>
        </p:spPr>
        <p:txBody>
          <a:bodyPr vert="horz" wrap="square" lIns="92075" tIns="46038" rIns="92075" bIns="46038" numCol="1" anchor="ctr" anchorCtr="0" compatLnSpc="1">
            <a:prstTxWarp prst="textNoShape">
              <a:avLst/>
            </a:prstTxWarp>
            <a:normAutofit fontScale="90000"/>
          </a:bodyPr>
          <a:lstStyle/>
          <a:p>
            <a:pPr eaLnBrk="1" hangingPunct="1"/>
            <a:r>
              <a:rPr lang="en-US" altLang="en-US" i="1"/>
              <a:t>The Linear Trend Model</a:t>
            </a:r>
          </a:p>
        </p:txBody>
      </p:sp>
      <p:grpSp>
        <p:nvGrpSpPr>
          <p:cNvPr id="7174" name="Group 5">
            <a:extLst>
              <a:ext uri="{FF2B5EF4-FFF2-40B4-BE49-F238E27FC236}">
                <a16:creationId xmlns:a16="http://schemas.microsoft.com/office/drawing/2014/main" id="{27A806EC-D92F-5221-694E-4DB8EA479C49}"/>
              </a:ext>
            </a:extLst>
          </p:cNvPr>
          <p:cNvGrpSpPr>
            <a:grpSpLocks/>
          </p:cNvGrpSpPr>
          <p:nvPr/>
        </p:nvGrpSpPr>
        <p:grpSpPr bwMode="auto">
          <a:xfrm>
            <a:off x="4625976" y="1168401"/>
            <a:ext cx="2830513" cy="1444625"/>
            <a:chOff x="1954" y="736"/>
            <a:chExt cx="1783" cy="910"/>
          </a:xfrm>
        </p:grpSpPr>
        <p:graphicFrame>
          <p:nvGraphicFramePr>
            <p:cNvPr id="7170" name="Object 11">
              <a:extLst>
                <a:ext uri="{FF2B5EF4-FFF2-40B4-BE49-F238E27FC236}">
                  <a16:creationId xmlns:a16="http://schemas.microsoft.com/office/drawing/2014/main" id="{93E07840-7A5B-F5F0-5B3D-15889FB5EDA2}"/>
                </a:ext>
              </a:extLst>
            </p:cNvPr>
            <p:cNvGraphicFramePr>
              <a:graphicFrameLocks/>
            </p:cNvGraphicFramePr>
            <p:nvPr/>
          </p:nvGraphicFramePr>
          <p:xfrm>
            <a:off x="1954" y="736"/>
            <a:ext cx="1783" cy="514"/>
          </p:xfrm>
          <a:graphic>
            <a:graphicData uri="http://schemas.openxmlformats.org/presentationml/2006/ole">
              <mc:AlternateContent xmlns:mc="http://schemas.openxmlformats.org/markup-compatibility/2006">
                <mc:Choice xmlns:v="urn:schemas-microsoft-com:vml" Requires="v">
                  <p:oleObj name="Equation" r:id="rId2" imgW="1054080" imgH="302400" progId="Equation.2">
                    <p:embed/>
                  </p:oleObj>
                </mc:Choice>
                <mc:Fallback>
                  <p:oleObj name="Equation" r:id="rId2" imgW="1054080" imgH="302400" progId="Equation.2">
                    <p:embed/>
                    <p:pic>
                      <p:nvPicPr>
                        <p:cNvPr id="7170" name="Object 11">
                          <a:extLst>
                            <a:ext uri="{FF2B5EF4-FFF2-40B4-BE49-F238E27FC236}">
                              <a16:creationId xmlns:a16="http://schemas.microsoft.com/office/drawing/2014/main" id="{93E07840-7A5B-F5F0-5B3D-15889FB5EDA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4" y="736"/>
                          <a:ext cx="1783" cy="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71" name="Object 12">
              <a:extLst>
                <a:ext uri="{FF2B5EF4-FFF2-40B4-BE49-F238E27FC236}">
                  <a16:creationId xmlns:a16="http://schemas.microsoft.com/office/drawing/2014/main" id="{274396A7-5659-3CC2-D169-46495CF0B580}"/>
                </a:ext>
              </a:extLst>
            </p:cNvPr>
            <p:cNvGraphicFramePr>
              <a:graphicFrameLocks/>
            </p:cNvGraphicFramePr>
            <p:nvPr/>
          </p:nvGraphicFramePr>
          <p:xfrm>
            <a:off x="2206" y="1337"/>
            <a:ext cx="1258" cy="309"/>
          </p:xfrm>
          <a:graphic>
            <a:graphicData uri="http://schemas.openxmlformats.org/presentationml/2006/ole">
              <mc:AlternateContent xmlns:mc="http://schemas.openxmlformats.org/markup-compatibility/2006">
                <mc:Choice xmlns:v="urn:schemas-microsoft-com:vml" Requires="v">
                  <p:oleObj name="Equation" r:id="rId4" imgW="1054080" imgH="257760" progId="Equation.2">
                    <p:embed/>
                  </p:oleObj>
                </mc:Choice>
                <mc:Fallback>
                  <p:oleObj name="Equation" r:id="rId4" imgW="1054080" imgH="257760" progId="Equation.2">
                    <p:embed/>
                    <p:pic>
                      <p:nvPicPr>
                        <p:cNvPr id="7171" name="Object 12">
                          <a:extLst>
                            <a:ext uri="{FF2B5EF4-FFF2-40B4-BE49-F238E27FC236}">
                              <a16:creationId xmlns:a16="http://schemas.microsoft.com/office/drawing/2014/main" id="{274396A7-5659-3CC2-D169-46495CF0B58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6" y="1337"/>
                          <a:ext cx="125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175" name="Rectangle 6">
            <a:extLst>
              <a:ext uri="{FF2B5EF4-FFF2-40B4-BE49-F238E27FC236}">
                <a16:creationId xmlns:a16="http://schemas.microsoft.com/office/drawing/2014/main" id="{E8DEDFCA-DBE7-B177-FF95-3B4DDC687D8A}"/>
              </a:ext>
            </a:extLst>
          </p:cNvPr>
          <p:cNvSpPr>
            <a:spLocks noChangeArrowheads="1"/>
          </p:cNvSpPr>
          <p:nvPr/>
        </p:nvSpPr>
        <p:spPr bwMode="auto">
          <a:xfrm>
            <a:off x="3322639" y="2800351"/>
            <a:ext cx="3724275"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r>
              <a:rPr lang="en-US" altLang="en-US" sz="2400"/>
              <a:t>For example:</a:t>
            </a:r>
          </a:p>
        </p:txBody>
      </p:sp>
      <p:graphicFrame>
        <p:nvGraphicFramePr>
          <p:cNvPr id="7172" name="Object 13">
            <a:extLst>
              <a:ext uri="{FF2B5EF4-FFF2-40B4-BE49-F238E27FC236}">
                <a16:creationId xmlns:a16="http://schemas.microsoft.com/office/drawing/2014/main" id="{20EDDD24-1096-38A7-DA3B-94AF7F8F768B}"/>
              </a:ext>
            </a:extLst>
          </p:cNvPr>
          <p:cNvGraphicFramePr>
            <a:graphicFrameLocks/>
          </p:cNvGraphicFramePr>
          <p:nvPr/>
        </p:nvGraphicFramePr>
        <p:xfrm>
          <a:off x="4203700" y="3292476"/>
          <a:ext cx="3536950" cy="441325"/>
        </p:xfrm>
        <a:graphic>
          <a:graphicData uri="http://schemas.openxmlformats.org/presentationml/2006/ole">
            <mc:AlternateContent xmlns:mc="http://schemas.openxmlformats.org/markup-compatibility/2006">
              <mc:Choice xmlns:v="urn:schemas-microsoft-com:vml" Requires="v">
                <p:oleObj name="Equation" r:id="rId6" imgW="2063160" imgH="257760" progId="Equation.2">
                  <p:embed/>
                </p:oleObj>
              </mc:Choice>
              <mc:Fallback>
                <p:oleObj name="Equation" r:id="rId6" imgW="2063160" imgH="257760" progId="Equation.2">
                  <p:embed/>
                  <p:pic>
                    <p:nvPicPr>
                      <p:cNvPr id="7172" name="Object 13">
                        <a:extLst>
                          <a:ext uri="{FF2B5EF4-FFF2-40B4-BE49-F238E27FC236}">
                            <a16:creationId xmlns:a16="http://schemas.microsoft.com/office/drawing/2014/main" id="{20EDDD24-1096-38A7-DA3B-94AF7F8F768B}"/>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3700" y="3292476"/>
                        <a:ext cx="3536950"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E290780-4D61-0A1C-4C26-0B5B4E5A048F}"/>
              </a:ext>
            </a:extLst>
          </p:cNvPr>
          <p:cNvSpPr>
            <a:spLocks noGrp="1" noChangeArrowheads="1"/>
          </p:cNvSpPr>
          <p:nvPr>
            <p:ph type="title"/>
          </p:nvPr>
        </p:nvSpPr>
        <p:spPr>
          <a:xfrm>
            <a:off x="2209800" y="136525"/>
            <a:ext cx="7772400" cy="668338"/>
          </a:xfrm>
        </p:spPr>
        <p:txBody>
          <a:bodyPr vert="horz" wrap="square" lIns="92075" tIns="46038" rIns="92075" bIns="46038" numCol="1" anchor="ctr" anchorCtr="0" compatLnSpc="1">
            <a:prstTxWarp prst="textNoShape">
              <a:avLst/>
            </a:prstTxWarp>
          </a:bodyPr>
          <a:lstStyle/>
          <a:p>
            <a:pPr eaLnBrk="1" hangingPunct="1"/>
            <a:r>
              <a:rPr lang="en-US" altLang="en-US" sz="3600" i="1"/>
              <a:t>The TREND() Function</a:t>
            </a:r>
          </a:p>
        </p:txBody>
      </p:sp>
      <p:sp>
        <p:nvSpPr>
          <p:cNvPr id="22531" name="Rectangle 3">
            <a:extLst>
              <a:ext uri="{FF2B5EF4-FFF2-40B4-BE49-F238E27FC236}">
                <a16:creationId xmlns:a16="http://schemas.microsoft.com/office/drawing/2014/main" id="{BAB23FF5-C1B6-4EF4-45A9-FEF5FB7C7611}"/>
              </a:ext>
            </a:extLst>
          </p:cNvPr>
          <p:cNvSpPr>
            <a:spLocks noGrp="1" noChangeArrowheads="1"/>
          </p:cNvSpPr>
          <p:nvPr>
            <p:ph idx="1"/>
          </p:nvPr>
        </p:nvSpPr>
        <p:spPr>
          <a:xfrm>
            <a:off x="2141539" y="946150"/>
            <a:ext cx="8313737" cy="5475288"/>
          </a:xfrm>
        </p:spPr>
        <p:txBody>
          <a:bodyPr vert="horz" wrap="square" lIns="92075" tIns="46038" rIns="92075" bIns="46038" numCol="1" anchor="t" anchorCtr="0" compatLnSpc="1">
            <a:prstTxWarp prst="textNoShape">
              <a:avLst/>
            </a:prstTxWarp>
          </a:bodyPr>
          <a:lstStyle/>
          <a:p>
            <a:pPr marL="0" indent="0" algn="ctr" eaLnBrk="1" hangingPunct="1">
              <a:buNone/>
            </a:pPr>
            <a:r>
              <a:rPr lang="en-US" altLang="en-US" sz="2800" dirty="0">
                <a:latin typeface="Times New Roman" panose="02020603050405020304" pitchFamily="18" charset="0"/>
              </a:rPr>
              <a:t>TREND(Y-range, X-range, X-value for prediction)</a:t>
            </a:r>
            <a:endParaRPr lang="en-US" altLang="en-US" sz="2800" b="1" i="1" dirty="0">
              <a:latin typeface="Times New Roman" panose="02020603050405020304" pitchFamily="18" charset="0"/>
            </a:endParaRPr>
          </a:p>
          <a:p>
            <a:pPr marL="0" indent="0" eaLnBrk="1" hangingPunct="1">
              <a:buNone/>
            </a:pPr>
            <a:r>
              <a:rPr lang="en-US" altLang="en-US" sz="2300" dirty="0">
                <a:latin typeface="Times New Roman" panose="02020603050405020304" pitchFamily="18" charset="0"/>
              </a:rPr>
              <a:t>where: </a:t>
            </a:r>
          </a:p>
          <a:p>
            <a:pPr marL="0" indent="0" eaLnBrk="1" hangingPunct="1">
              <a:buNone/>
            </a:pPr>
            <a:r>
              <a:rPr lang="en-US" altLang="en-US" sz="2300" b="1">
                <a:latin typeface="Times New Roman" panose="02020603050405020304" pitchFamily="18" charset="0"/>
              </a:rPr>
              <a:t>Y-range</a:t>
            </a:r>
            <a:r>
              <a:rPr lang="en-US" altLang="en-US" sz="2300">
                <a:latin typeface="Times New Roman" panose="02020603050405020304" pitchFamily="18" charset="0"/>
              </a:rPr>
              <a:t> is the spreadsheet range containing the dependent Y variable, </a:t>
            </a:r>
          </a:p>
          <a:p>
            <a:pPr marL="0" indent="0" eaLnBrk="1" hangingPunct="1">
              <a:buNone/>
            </a:pPr>
            <a:r>
              <a:rPr lang="en-US" altLang="en-US" sz="2300" b="1" dirty="0">
                <a:latin typeface="Times New Roman" panose="02020603050405020304" pitchFamily="18" charset="0"/>
              </a:rPr>
              <a:t>X-range</a:t>
            </a:r>
            <a:r>
              <a:rPr lang="en-US" altLang="en-US" sz="2300" dirty="0">
                <a:latin typeface="Times New Roman" panose="02020603050405020304" pitchFamily="18" charset="0"/>
              </a:rPr>
              <a:t> is the spreadsheet range containing the independent X variable(s), </a:t>
            </a:r>
          </a:p>
          <a:p>
            <a:pPr marL="0" indent="0" eaLnBrk="1" hangingPunct="1">
              <a:buNone/>
            </a:pPr>
            <a:r>
              <a:rPr lang="en-US" altLang="en-US" sz="2300" b="1" dirty="0">
                <a:latin typeface="Times New Roman" panose="02020603050405020304" pitchFamily="18" charset="0"/>
              </a:rPr>
              <a:t>X-value for prediction</a:t>
            </a:r>
            <a:r>
              <a:rPr lang="en-US" altLang="en-US" sz="2300" dirty="0">
                <a:latin typeface="Times New Roman" panose="02020603050405020304" pitchFamily="18" charset="0"/>
              </a:rPr>
              <a:t> is a cell (or cells) containing the values for the independent X variable(s) for which we want an estimated value of Y.  </a:t>
            </a:r>
          </a:p>
          <a:p>
            <a:pPr marL="0" indent="0" eaLnBrk="1" hangingPunct="1">
              <a:buNone/>
            </a:pPr>
            <a:r>
              <a:rPr lang="en-US" altLang="en-US" sz="2000" dirty="0">
                <a:latin typeface="Times New Roman" panose="02020603050405020304" pitchFamily="18" charset="0"/>
              </a:rPr>
              <a:t>Note: The TREND( ) function is dynamically updated whenever any inputs to the function change.  However, it does not provide the statistical information provided by the regression tool.  It is best two use  these two different approaches to doing regression in conjunction with one another.  </a:t>
            </a:r>
          </a:p>
          <a:p>
            <a:pPr marL="0" indent="0" eaLnBrk="1" hangingPunct="1">
              <a:buNone/>
            </a:pPr>
            <a:endParaRPr lang="en-US" altLang="en-US" sz="2000" dirty="0">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08964822-6221-2232-9F0A-C3C07A6F2772}"/>
              </a:ext>
            </a:extLst>
          </p:cNvPr>
          <p:cNvSpPr>
            <a:spLocks noGrp="1" noChangeArrowheads="1"/>
          </p:cNvSpPr>
          <p:nvPr>
            <p:ph type="title"/>
          </p:nvPr>
        </p:nvSpPr>
        <p:spPr>
          <a:xfrm>
            <a:off x="1981200" y="274639"/>
            <a:ext cx="8229600" cy="625475"/>
          </a:xfrm>
        </p:spPr>
        <p:txBody>
          <a:bodyPr vert="horz" wrap="square" lIns="92075" tIns="46038" rIns="92075" bIns="46038" numCol="1" anchor="ctr" anchorCtr="0" compatLnSpc="1">
            <a:prstTxWarp prst="textNoShape">
              <a:avLst/>
            </a:prstTxWarp>
            <a:normAutofit fontScale="90000"/>
          </a:bodyPr>
          <a:lstStyle/>
          <a:p>
            <a:pPr eaLnBrk="1" hangingPunct="1"/>
            <a:r>
              <a:rPr lang="en-US" altLang="en-US" i="1"/>
              <a:t>The Quadratic Trend Model</a:t>
            </a:r>
          </a:p>
        </p:txBody>
      </p:sp>
      <p:graphicFrame>
        <p:nvGraphicFramePr>
          <p:cNvPr id="8194" name="Object 7">
            <a:extLst>
              <a:ext uri="{FF2B5EF4-FFF2-40B4-BE49-F238E27FC236}">
                <a16:creationId xmlns:a16="http://schemas.microsoft.com/office/drawing/2014/main" id="{CA7FBF45-8170-4714-1A70-AE466AE28733}"/>
              </a:ext>
            </a:extLst>
          </p:cNvPr>
          <p:cNvGraphicFramePr>
            <a:graphicFrameLocks/>
          </p:cNvGraphicFramePr>
          <p:nvPr/>
        </p:nvGraphicFramePr>
        <p:xfrm>
          <a:off x="3887788" y="1168400"/>
          <a:ext cx="4297362" cy="806450"/>
        </p:xfrm>
        <a:graphic>
          <a:graphicData uri="http://schemas.openxmlformats.org/presentationml/2006/ole">
            <mc:AlternateContent xmlns:mc="http://schemas.openxmlformats.org/markup-compatibility/2006">
              <mc:Choice xmlns:v="urn:schemas-microsoft-com:vml" Requires="v">
                <p:oleObj name="Equation" r:id="rId2" imgW="1603440" imgH="302400" progId="Equation.2">
                  <p:embed/>
                </p:oleObj>
              </mc:Choice>
              <mc:Fallback>
                <p:oleObj name="Equation" r:id="rId2" imgW="1603440" imgH="302400" progId="Equation.2">
                  <p:embed/>
                  <p:pic>
                    <p:nvPicPr>
                      <p:cNvPr id="8194" name="Object 7">
                        <a:extLst>
                          <a:ext uri="{FF2B5EF4-FFF2-40B4-BE49-F238E27FC236}">
                            <a16:creationId xmlns:a16="http://schemas.microsoft.com/office/drawing/2014/main" id="{CA7FBF45-8170-4714-1A70-AE466AE2873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7788" y="1168400"/>
                        <a:ext cx="4297362" cy="80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8">
            <a:extLst>
              <a:ext uri="{FF2B5EF4-FFF2-40B4-BE49-F238E27FC236}">
                <a16:creationId xmlns:a16="http://schemas.microsoft.com/office/drawing/2014/main" id="{A911A0BB-8275-423C-4D70-547B5610406D}"/>
              </a:ext>
            </a:extLst>
          </p:cNvPr>
          <p:cNvGraphicFramePr>
            <a:graphicFrameLocks/>
          </p:cNvGraphicFramePr>
          <p:nvPr/>
        </p:nvGraphicFramePr>
        <p:xfrm>
          <a:off x="4181475" y="2095500"/>
          <a:ext cx="3676650" cy="534988"/>
        </p:xfrm>
        <a:graphic>
          <a:graphicData uri="http://schemas.openxmlformats.org/presentationml/2006/ole">
            <mc:AlternateContent xmlns:mc="http://schemas.openxmlformats.org/markup-compatibility/2006">
              <mc:Choice xmlns:v="urn:schemas-microsoft-com:vml" Requires="v">
                <p:oleObj name="Equation" r:id="rId4" imgW="1950840" imgH="291240" progId="Equation.2">
                  <p:embed/>
                </p:oleObj>
              </mc:Choice>
              <mc:Fallback>
                <p:oleObj name="Equation" r:id="rId4" imgW="1950840" imgH="291240" progId="Equation.2">
                  <p:embed/>
                  <p:pic>
                    <p:nvPicPr>
                      <p:cNvPr id="8195" name="Object 8">
                        <a:extLst>
                          <a:ext uri="{FF2B5EF4-FFF2-40B4-BE49-F238E27FC236}">
                            <a16:creationId xmlns:a16="http://schemas.microsoft.com/office/drawing/2014/main" id="{A911A0BB-8275-423C-4D70-547B5610406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1475" y="2095500"/>
                        <a:ext cx="367665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21" name="Rectangle 2">
            <a:extLst>
              <a:ext uri="{FF2B5EF4-FFF2-40B4-BE49-F238E27FC236}">
                <a16:creationId xmlns:a16="http://schemas.microsoft.com/office/drawing/2014/main" id="{9B184B70-DABD-E407-F83B-055D60948D89}"/>
              </a:ext>
            </a:extLst>
          </p:cNvPr>
          <p:cNvSpPr>
            <a:spLocks noGrp="1" noChangeArrowheads="1"/>
          </p:cNvSpPr>
          <p:nvPr>
            <p:ph type="title"/>
          </p:nvPr>
        </p:nvSpPr>
        <p:spPr>
          <a:xfrm>
            <a:off x="1981200" y="274639"/>
            <a:ext cx="8229600" cy="593725"/>
          </a:xfrm>
        </p:spPr>
        <p:txBody>
          <a:bodyPr vert="horz" wrap="square" lIns="92075" tIns="46038" rIns="92075" bIns="46038" numCol="1" anchor="ctr" anchorCtr="0" compatLnSpc="1">
            <a:prstTxWarp prst="textNoShape">
              <a:avLst/>
            </a:prstTxWarp>
          </a:bodyPr>
          <a:lstStyle/>
          <a:p>
            <a:pPr eaLnBrk="1" hangingPunct="1"/>
            <a:r>
              <a:rPr lang="en-US" altLang="en-US" sz="3600" i="1"/>
              <a:t>Combining Forecasts</a:t>
            </a:r>
          </a:p>
        </p:txBody>
      </p:sp>
      <p:sp>
        <p:nvSpPr>
          <p:cNvPr id="9222" name="Rectangle 3">
            <a:extLst>
              <a:ext uri="{FF2B5EF4-FFF2-40B4-BE49-F238E27FC236}">
                <a16:creationId xmlns:a16="http://schemas.microsoft.com/office/drawing/2014/main" id="{5F8805F4-4E8F-4298-873C-D2E8F7DD8538}"/>
              </a:ext>
            </a:extLst>
          </p:cNvPr>
          <p:cNvSpPr>
            <a:spLocks noGrp="1" noChangeArrowheads="1"/>
          </p:cNvSpPr>
          <p:nvPr>
            <p:ph idx="1"/>
          </p:nvPr>
        </p:nvSpPr>
        <p:spPr>
          <a:xfrm>
            <a:off x="2124075" y="1220788"/>
            <a:ext cx="7772400" cy="984250"/>
          </a:xfrm>
        </p:spPr>
        <p:txBody>
          <a:bodyPr vert="horz" wrap="square" lIns="92075" tIns="46038" rIns="92075" bIns="46038" numCol="1" anchor="t" anchorCtr="0" compatLnSpc="1">
            <a:prstTxWarp prst="textNoShape">
              <a:avLst/>
            </a:prstTxWarp>
            <a:normAutofit fontScale="85000" lnSpcReduction="10000"/>
          </a:bodyPr>
          <a:lstStyle/>
          <a:p>
            <a:pPr eaLnBrk="1" hangingPunct="1"/>
            <a:r>
              <a:rPr lang="en-US" altLang="en-US" sz="2400"/>
              <a:t>It is also possible to combine forecasts to create a composite forecast.</a:t>
            </a:r>
          </a:p>
          <a:p>
            <a:pPr eaLnBrk="1" hangingPunct="1"/>
            <a:r>
              <a:rPr lang="en-US" altLang="en-US" sz="2400"/>
              <a:t>Suppose we used three different forecasting methods on a given data set.</a:t>
            </a:r>
          </a:p>
        </p:txBody>
      </p:sp>
      <p:grpSp>
        <p:nvGrpSpPr>
          <p:cNvPr id="9223" name="Group 6">
            <a:extLst>
              <a:ext uri="{FF2B5EF4-FFF2-40B4-BE49-F238E27FC236}">
                <a16:creationId xmlns:a16="http://schemas.microsoft.com/office/drawing/2014/main" id="{27899CAB-04CC-56F6-4C3F-5C8888573999}"/>
              </a:ext>
            </a:extLst>
          </p:cNvPr>
          <p:cNvGrpSpPr>
            <a:grpSpLocks/>
          </p:cNvGrpSpPr>
          <p:nvPr/>
        </p:nvGrpSpPr>
        <p:grpSpPr bwMode="auto">
          <a:xfrm>
            <a:off x="2139950" y="2886075"/>
            <a:ext cx="7772400" cy="1314450"/>
            <a:chOff x="388" y="1818"/>
            <a:chExt cx="4896" cy="828"/>
          </a:xfrm>
        </p:grpSpPr>
        <p:sp>
          <p:nvSpPr>
            <p:cNvPr id="9226" name="Rectangle 4">
              <a:extLst>
                <a:ext uri="{FF2B5EF4-FFF2-40B4-BE49-F238E27FC236}">
                  <a16:creationId xmlns:a16="http://schemas.microsoft.com/office/drawing/2014/main" id="{3F1EC34B-F5F9-1A55-B20E-FF8218D508C7}"/>
                </a:ext>
              </a:extLst>
            </p:cNvPr>
            <p:cNvSpPr>
              <a:spLocks noChangeArrowheads="1"/>
            </p:cNvSpPr>
            <p:nvPr/>
          </p:nvSpPr>
          <p:spPr bwMode="auto">
            <a:xfrm>
              <a:off x="388" y="1818"/>
              <a:ext cx="4896"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tx2"/>
                </a:buClr>
                <a:buSzPct val="75000"/>
                <a:buFont typeface="Monotype Sorts"/>
                <a:buChar char="u"/>
              </a:pPr>
              <a:r>
                <a:rPr lang="en-US" altLang="en-US" sz="2400"/>
                <a:t>Denote the predicted value of time period </a:t>
              </a:r>
              <a:r>
                <a:rPr lang="en-US" altLang="en-US" sz="2400" i="1">
                  <a:latin typeface="Times New Roman" panose="02020603050405020304" pitchFamily="18" charset="0"/>
                </a:rPr>
                <a:t>t</a:t>
              </a:r>
              <a:r>
                <a:rPr lang="en-US" altLang="en-US" sz="2400"/>
                <a:t> using each method as follows:</a:t>
              </a:r>
            </a:p>
          </p:txBody>
        </p:sp>
        <p:graphicFrame>
          <p:nvGraphicFramePr>
            <p:cNvPr id="9218" name="Object 14">
              <a:extLst>
                <a:ext uri="{FF2B5EF4-FFF2-40B4-BE49-F238E27FC236}">
                  <a16:creationId xmlns:a16="http://schemas.microsoft.com/office/drawing/2014/main" id="{00806792-CECC-DBBC-1DFB-6AB0AAA01063}"/>
                </a:ext>
              </a:extLst>
            </p:cNvPr>
            <p:cNvGraphicFramePr>
              <a:graphicFrameLocks/>
            </p:cNvGraphicFramePr>
            <p:nvPr/>
          </p:nvGraphicFramePr>
          <p:xfrm>
            <a:off x="2016" y="2289"/>
            <a:ext cx="1560" cy="357"/>
          </p:xfrm>
          <a:graphic>
            <a:graphicData uri="http://schemas.openxmlformats.org/presentationml/2006/ole">
              <mc:AlternateContent xmlns:mc="http://schemas.openxmlformats.org/markup-compatibility/2006">
                <mc:Choice xmlns:v="urn:schemas-microsoft-com:vml" Requires="v">
                  <p:oleObj name="Equation" r:id="rId2" imgW="1121400" imgH="257760" progId="Equation.2">
                    <p:embed/>
                  </p:oleObj>
                </mc:Choice>
                <mc:Fallback>
                  <p:oleObj name="Equation" r:id="rId2" imgW="1121400" imgH="257760" progId="Equation.2">
                    <p:embed/>
                    <p:pic>
                      <p:nvPicPr>
                        <p:cNvPr id="9218" name="Object 14">
                          <a:extLst>
                            <a:ext uri="{FF2B5EF4-FFF2-40B4-BE49-F238E27FC236}">
                              <a16:creationId xmlns:a16="http://schemas.microsoft.com/office/drawing/2014/main" id="{00806792-CECC-DBBC-1DFB-6AB0AAA0106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 y="2289"/>
                          <a:ext cx="156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219" name="Object 15">
            <a:extLst>
              <a:ext uri="{FF2B5EF4-FFF2-40B4-BE49-F238E27FC236}">
                <a16:creationId xmlns:a16="http://schemas.microsoft.com/office/drawing/2014/main" id="{4029F77B-5657-E406-D223-DFC1388165BB}"/>
              </a:ext>
            </a:extLst>
          </p:cNvPr>
          <p:cNvGraphicFramePr>
            <a:graphicFrameLocks/>
          </p:cNvGraphicFramePr>
          <p:nvPr/>
        </p:nvGraphicFramePr>
        <p:xfrm>
          <a:off x="6034089" y="3322639"/>
          <a:ext cx="104775" cy="193675"/>
        </p:xfrm>
        <a:graphic>
          <a:graphicData uri="http://schemas.openxmlformats.org/presentationml/2006/ole">
            <mc:AlternateContent xmlns:mc="http://schemas.openxmlformats.org/markup-compatibility/2006">
              <mc:Choice xmlns:v="urn:schemas-microsoft-com:vml" Requires="v">
                <p:oleObj name="Equation" r:id="rId4" imgW="114201" imgH="203024" progId="Equation.2">
                  <p:embed/>
                </p:oleObj>
              </mc:Choice>
              <mc:Fallback>
                <p:oleObj name="Equation" r:id="rId4" imgW="114201" imgH="203024" progId="Equation.2">
                  <p:embed/>
                  <p:pic>
                    <p:nvPicPr>
                      <p:cNvPr id="9219" name="Object 15">
                        <a:extLst>
                          <a:ext uri="{FF2B5EF4-FFF2-40B4-BE49-F238E27FC236}">
                            <a16:creationId xmlns:a16="http://schemas.microsoft.com/office/drawing/2014/main" id="{4029F77B-5657-E406-D223-DFC1388165BB}"/>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4089" y="3322639"/>
                        <a:ext cx="104775" cy="19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24" name="Group 10">
            <a:extLst>
              <a:ext uri="{FF2B5EF4-FFF2-40B4-BE49-F238E27FC236}">
                <a16:creationId xmlns:a16="http://schemas.microsoft.com/office/drawing/2014/main" id="{4EB25A05-EB10-F5EE-968C-287754BC4251}"/>
              </a:ext>
            </a:extLst>
          </p:cNvPr>
          <p:cNvGrpSpPr>
            <a:grpSpLocks/>
          </p:cNvGrpSpPr>
          <p:nvPr/>
        </p:nvGrpSpPr>
        <p:grpSpPr bwMode="auto">
          <a:xfrm>
            <a:off x="2208213" y="4314826"/>
            <a:ext cx="7772400" cy="1177925"/>
            <a:chOff x="431" y="2718"/>
            <a:chExt cx="4896" cy="742"/>
          </a:xfrm>
        </p:grpSpPr>
        <p:sp>
          <p:nvSpPr>
            <p:cNvPr id="9225" name="Rectangle 8">
              <a:extLst>
                <a:ext uri="{FF2B5EF4-FFF2-40B4-BE49-F238E27FC236}">
                  <a16:creationId xmlns:a16="http://schemas.microsoft.com/office/drawing/2014/main" id="{3C5CD755-B31F-7EF7-4BBC-FD9809E7FE8E}"/>
                </a:ext>
              </a:extLst>
            </p:cNvPr>
            <p:cNvSpPr>
              <a:spLocks noChangeArrowheads="1"/>
            </p:cNvSpPr>
            <p:nvPr/>
          </p:nvSpPr>
          <p:spPr bwMode="auto">
            <a:xfrm>
              <a:off x="431" y="2718"/>
              <a:ext cx="4896" cy="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20000"/>
                </a:spcBef>
                <a:buClr>
                  <a:schemeClr val="tx2"/>
                </a:buClr>
                <a:buSzPct val="75000"/>
                <a:buFont typeface="Monotype Sorts"/>
                <a:buChar char="u"/>
              </a:pPr>
              <a:r>
                <a:rPr lang="en-US" altLang="en-US" sz="2400"/>
                <a:t>We could create a composite forecast as follows:</a:t>
              </a:r>
            </a:p>
          </p:txBody>
        </p:sp>
        <p:graphicFrame>
          <p:nvGraphicFramePr>
            <p:cNvPr id="9220" name="Object 16">
              <a:extLst>
                <a:ext uri="{FF2B5EF4-FFF2-40B4-BE49-F238E27FC236}">
                  <a16:creationId xmlns:a16="http://schemas.microsoft.com/office/drawing/2014/main" id="{01ABC17C-1289-D986-BCD6-B50486367098}"/>
                </a:ext>
              </a:extLst>
            </p:cNvPr>
            <p:cNvGraphicFramePr>
              <a:graphicFrameLocks/>
            </p:cNvGraphicFramePr>
            <p:nvPr/>
          </p:nvGraphicFramePr>
          <p:xfrm>
            <a:off x="1570" y="3049"/>
            <a:ext cx="2723" cy="411"/>
          </p:xfrm>
          <a:graphic>
            <a:graphicData uri="http://schemas.openxmlformats.org/presentationml/2006/ole">
              <mc:AlternateContent xmlns:mc="http://schemas.openxmlformats.org/markup-compatibility/2006">
                <mc:Choice xmlns:v="urn:schemas-microsoft-com:vml" Requires="v">
                  <p:oleObj name="Equation" r:id="rId6" imgW="1973520" imgH="302400" progId="Equation.2">
                    <p:embed/>
                  </p:oleObj>
                </mc:Choice>
                <mc:Fallback>
                  <p:oleObj name="Equation" r:id="rId6" imgW="1973520" imgH="302400" progId="Equation.2">
                    <p:embed/>
                    <p:pic>
                      <p:nvPicPr>
                        <p:cNvPr id="9220" name="Object 16">
                          <a:extLst>
                            <a:ext uri="{FF2B5EF4-FFF2-40B4-BE49-F238E27FC236}">
                              <a16:creationId xmlns:a16="http://schemas.microsoft.com/office/drawing/2014/main" id="{01ABC17C-1289-D986-BCD6-B50486367098}"/>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0" y="3049"/>
                          <a:ext cx="2723" cy="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Example Calculation for SQL-Based Forecasting</a:t>
            </a:r>
          </a:p>
        </p:txBody>
      </p:sp>
      <p:sp>
        <p:nvSpPr>
          <p:cNvPr id="3" name="Content Placeholder 2"/>
          <p:cNvSpPr>
            <a:spLocks noGrp="1"/>
          </p:cNvSpPr>
          <p:nvPr>
            <p:ph idx="1"/>
          </p:nvPr>
        </p:nvSpPr>
        <p:spPr/>
        <p:txBody>
          <a:bodyPr/>
          <a:lstStyle/>
          <a:p>
            <a:r>
              <a:t>Example for Month 1 of the next year:</a:t>
            </a:r>
          </a:p>
          <a:p>
            <a:r>
              <a:t>Last Three Months Average: 513.33 units</a:t>
            </a:r>
          </a:p>
          <a:p>
            <a:r>
              <a:t>Last Year Same Time Month Average: 500 units</a:t>
            </a:r>
          </a:p>
          <a:p>
            <a:r>
              <a:t>Last Year Same Time Three Months Average: 513.33 units</a:t>
            </a:r>
          </a:p>
          <a:p>
            <a:r>
              <a:t>Median Forecast: 513.33 units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Combining time series models (ARMA, ARIMA, SARIMA, Prophet) with SQL-based forecasting provides a robust framework for manufacturing predictions.</a:t>
            </a:r>
          </a:p>
          <a:p>
            <a:r>
              <a:t>Each method has its strengths and is suited to different types of data.</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ARMA Model: How It Forecasts</a:t>
            </a:r>
          </a:p>
        </p:txBody>
      </p:sp>
      <p:sp>
        <p:nvSpPr>
          <p:cNvPr id="3" name="Content Placeholder 2"/>
          <p:cNvSpPr>
            <a:spLocks noGrp="1"/>
          </p:cNvSpPr>
          <p:nvPr>
            <p:ph idx="1"/>
          </p:nvPr>
        </p:nvSpPr>
        <p:spPr/>
        <p:txBody>
          <a:bodyPr>
            <a:normAutofit/>
          </a:bodyPr>
          <a:lstStyle/>
          <a:p>
            <a:r>
              <a:t>ARMA forecasts by combining Autoregressive (AR) and Moving Average (MA) components.</a:t>
            </a:r>
          </a:p>
          <a:p>
            <a:r>
              <a:t>1. AR Component: Forecasts the next value based on a linear combination of previous values.</a:t>
            </a:r>
          </a:p>
          <a:p>
            <a:r>
              <a:t>2. MA Component: Adjusts the forecast by considering the residual errors from previous predictions.</a:t>
            </a:r>
          </a:p>
          <a:p>
            <a:r>
              <a:t>Equation: X_t = φ1 * X_{t-1} + ... + φp * X_{t-p} + θ1 * ε_{t-1} + ... + θq * ε_{t-q} + ε_t</a:t>
            </a:r>
          </a:p>
          <a:p>
            <a:r>
              <a:t>ARMA models are best suited for stationary time series data.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ARIMA Model: How It Forecasts</a:t>
            </a:r>
          </a:p>
        </p:txBody>
      </p:sp>
      <p:sp>
        <p:nvSpPr>
          <p:cNvPr id="3" name="Content Placeholder 2"/>
          <p:cNvSpPr>
            <a:spLocks noGrp="1"/>
          </p:cNvSpPr>
          <p:nvPr>
            <p:ph idx="1"/>
          </p:nvPr>
        </p:nvSpPr>
        <p:spPr/>
        <p:txBody>
          <a:bodyPr>
            <a:normAutofit fontScale="92500"/>
          </a:bodyPr>
          <a:lstStyle/>
          <a:p>
            <a:r>
              <a:t>ARIMA builds on ARMA by introducing differencing to handle non-stationary data.</a:t>
            </a:r>
          </a:p>
          <a:p>
            <a:r>
              <a:t>1. Differencing Step (I): Transforms the non-stationary time series into a stationary one.</a:t>
            </a:r>
          </a:p>
          <a:p>
            <a:r>
              <a:t>2. AR Component: Forecasts based on differenced series' previous values.</a:t>
            </a:r>
          </a:p>
          <a:p>
            <a:r>
              <a:t>3. MA Component: Adjusts the forecast by considering past errors in the differenced series.</a:t>
            </a:r>
          </a:p>
          <a:p>
            <a:r>
              <a:t>Equation: (1 - φ1 * B - ... - φp * B^p) * (1 - B)^d * X_t = (1 + θ1 * B + ... + θq * B^q) * ε_t</a:t>
            </a:r>
          </a:p>
          <a:p>
            <a:r>
              <a:t>ARIMA is suitable for time series data with trends but no seasonality.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SARIMA Model: How It Forecasts</a:t>
            </a:r>
          </a:p>
        </p:txBody>
      </p:sp>
      <p:sp>
        <p:nvSpPr>
          <p:cNvPr id="3" name="Content Placeholder 2"/>
          <p:cNvSpPr>
            <a:spLocks noGrp="1"/>
          </p:cNvSpPr>
          <p:nvPr>
            <p:ph idx="1"/>
          </p:nvPr>
        </p:nvSpPr>
        <p:spPr/>
        <p:txBody>
          <a:bodyPr>
            <a:normAutofit fontScale="92500"/>
          </a:bodyPr>
          <a:lstStyle/>
          <a:p>
            <a:r>
              <a:t>SARIMA extends ARIMA by adding seasonal components to capture seasonal patterns.</a:t>
            </a:r>
          </a:p>
          <a:p>
            <a:r>
              <a:t>1. Seasonal Differencing: Removes seasonal trends to make the series stationary.</a:t>
            </a:r>
          </a:p>
          <a:p>
            <a:r>
              <a:t>2. Seasonal AR and MA Components: Capture the seasonal patterns in the data.</a:t>
            </a:r>
          </a:p>
          <a:p>
            <a:r>
              <a:t>Equation: (1 - φ1 * B - ... - φp * B^p) * (1 - Φ1 * B^m - ... - ΦP * B^{Pm}) * (1 - B)^d * (1 - B^m)^D * X_t</a:t>
            </a:r>
          </a:p>
          <a:p>
            <a:r>
              <a:t>= (1 + θ1 * B + ... + θq * B^q) * (1 + Θ1 * B^m + ... + ΘQ * B^{Qm}) * ε_t</a:t>
            </a:r>
          </a:p>
          <a:p>
            <a:r>
              <a:t>SARIMA is ideal for data with both trend and seasonal patterns.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Prophet Model: How It Forecasts</a:t>
            </a:r>
          </a:p>
        </p:txBody>
      </p:sp>
      <p:sp>
        <p:nvSpPr>
          <p:cNvPr id="3" name="Content Placeholder 2"/>
          <p:cNvSpPr>
            <a:spLocks noGrp="1"/>
          </p:cNvSpPr>
          <p:nvPr>
            <p:ph idx="1"/>
          </p:nvPr>
        </p:nvSpPr>
        <p:spPr/>
        <p:txBody>
          <a:bodyPr>
            <a:normAutofit/>
          </a:bodyPr>
          <a:lstStyle/>
          <a:p>
            <a:r>
              <a:t>Prophet forecasts by decomposing time series into trend, seasonality, and holidays.</a:t>
            </a:r>
          </a:p>
          <a:p>
            <a:r>
              <a:t>1. Trend Component: Models the long-term growth or decline.</a:t>
            </a:r>
          </a:p>
          <a:p>
            <a:r>
              <a:t>2. Seasonality Component: Captures repeating patterns such as daily, weekly, or yearly cycles.</a:t>
            </a:r>
          </a:p>
          <a:p>
            <a:r>
              <a:t>3. Holiday Effects: Adjusts the forecast for specific holidays or events.</a:t>
            </a:r>
          </a:p>
          <a:p>
            <a:r>
              <a:t>Equation: y(t) = g(t) + s(t) + h(t) + ε_t</a:t>
            </a:r>
          </a:p>
          <a:p>
            <a:r>
              <a:t>Prophet is particularly useful for time series data with missing values and non-linear trends.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4406</TotalTime>
  <Words>2075</Words>
  <Application>Microsoft Office PowerPoint</Application>
  <PresentationFormat>Widescreen</PresentationFormat>
  <Paragraphs>279</Paragraphs>
  <Slides>46</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7" baseType="lpstr">
      <vt:lpstr>Arial</vt:lpstr>
      <vt:lpstr>Calibri</vt:lpstr>
      <vt:lpstr>Calibri Light</vt:lpstr>
      <vt:lpstr>Cambria</vt:lpstr>
      <vt:lpstr>Century Gothic</vt:lpstr>
      <vt:lpstr>Monotype Sorts</vt:lpstr>
      <vt:lpstr>Times New Roman</vt:lpstr>
      <vt:lpstr>Wingdings</vt:lpstr>
      <vt:lpstr>Office Theme</vt:lpstr>
      <vt:lpstr>Chart</vt:lpstr>
      <vt:lpstr>Equation</vt:lpstr>
      <vt:lpstr>Time Series Forecasting</vt:lpstr>
      <vt:lpstr>Introduction to Time Series Analysis</vt:lpstr>
      <vt:lpstr>PowerPoint Presentation</vt:lpstr>
      <vt:lpstr>PowerPoint Presentation</vt:lpstr>
      <vt:lpstr>PowerPoint Presentation</vt:lpstr>
      <vt:lpstr>PowerPoint Presentation</vt:lpstr>
      <vt:lpstr>PowerPoint Presentation</vt:lpstr>
      <vt:lpstr>Naïve Forecasting</vt:lpstr>
      <vt:lpstr>Moving Average</vt:lpstr>
      <vt:lpstr>Train-Test Split</vt:lpstr>
      <vt:lpstr>Autoregressive Moving Average (ARMA) Model</vt:lpstr>
      <vt:lpstr>PowerPoint Presentation</vt:lpstr>
      <vt:lpstr>PowerPoint Presentation</vt:lpstr>
      <vt:lpstr>PowerPoint Presentation</vt:lpstr>
      <vt:lpstr>Autoregressive Integrated Moving Average (ARIMA) Model</vt:lpstr>
      <vt:lpstr>PowerPoint Presentation</vt:lpstr>
      <vt:lpstr>Seasonal ARIMA (SARIMA) Model</vt:lpstr>
      <vt:lpstr>Prophet Model</vt:lpstr>
      <vt:lpstr>SQL-Based Forecasting</vt:lpstr>
      <vt:lpstr>Introduction to Time Series Analysis</vt:lpstr>
      <vt:lpstr>Methods used in Forecasting</vt:lpstr>
      <vt:lpstr>Components of TSA</vt:lpstr>
      <vt:lpstr>Components of TSA (Cont.)</vt:lpstr>
      <vt:lpstr>Time Series Plot</vt:lpstr>
      <vt:lpstr>PowerPoint Presentation</vt:lpstr>
      <vt:lpstr>Components of TSA (Cont.)</vt:lpstr>
      <vt:lpstr>Some Time Series Terms</vt:lpstr>
      <vt:lpstr>Approaching Time Series Analysis</vt:lpstr>
      <vt:lpstr>Measuring Accuracy</vt:lpstr>
      <vt:lpstr>Extrapolation Models</vt:lpstr>
      <vt:lpstr>Moving Averages</vt:lpstr>
      <vt:lpstr>Weighted Moving Average</vt:lpstr>
      <vt:lpstr>Exponential Smoothing</vt:lpstr>
      <vt:lpstr>Seasonality</vt:lpstr>
      <vt:lpstr>Stationary Seasonal Effects</vt:lpstr>
      <vt:lpstr>Trend Models</vt:lpstr>
      <vt:lpstr>The Linear Trend Model</vt:lpstr>
      <vt:lpstr>The TREND() Function</vt:lpstr>
      <vt:lpstr>The Quadratic Trend Model</vt:lpstr>
      <vt:lpstr>Combining Forecasts</vt:lpstr>
      <vt:lpstr>Example Calculation for SQL-Based Forecasting</vt:lpstr>
      <vt:lpstr>Conclusion</vt:lpstr>
      <vt:lpstr>ARMA Model: How It Forecasts</vt:lpstr>
      <vt:lpstr>ARIMA Model: How It Forecasts</vt:lpstr>
      <vt:lpstr>SARIMA Model: How It Forecasts</vt:lpstr>
      <vt:lpstr>Prophet Model: How It Forecasts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Session1: Introduction to Data-Driven Manufacturing and statistics</dc:title>
  <dc:creator>Arunkarthik Thangaraj</dc:creator>
  <cp:lastModifiedBy>Aakash Goel (MSTIC DS&amp;AI)</cp:lastModifiedBy>
  <cp:revision>398</cp:revision>
  <dcterms:created xsi:type="dcterms:W3CDTF">2023-10-16T14:03:13Z</dcterms:created>
  <dcterms:modified xsi:type="dcterms:W3CDTF">2025-07-07T09:56:08Z</dcterms:modified>
</cp:coreProperties>
</file>