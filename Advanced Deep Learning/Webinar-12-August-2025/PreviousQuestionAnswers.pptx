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83EAA-DFD6-4942-DECD-F944BF85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- 01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046F1-5B81-7AC2-ACEC-D92B49D9A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36" y="1417638"/>
            <a:ext cx="5449060" cy="2210108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81B106F-D178-982A-E7D9-332C278F67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432639"/>
              </p:ext>
            </p:extLst>
          </p:nvPr>
        </p:nvGraphicFramePr>
        <p:xfrm>
          <a:off x="2379663" y="4460875"/>
          <a:ext cx="14351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435092" imgH="526915" progId="Package">
                  <p:embed/>
                </p:oleObj>
              </mc:Choice>
              <mc:Fallback>
                <p:oleObj name="Packager Shell Object" showAsIcon="1" r:id="rId3" imgW="1435092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79663" y="4460875"/>
                        <a:ext cx="14351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385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C50F78-8DD4-2015-D889-C1AFA0965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82" y="147144"/>
            <a:ext cx="5443526" cy="650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6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F00D6F-7A43-C13E-9BAF-9E8E42330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1" y="141889"/>
            <a:ext cx="4474010" cy="657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A4266-2628-6EE5-5838-C6DCF48F9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05" y="173420"/>
            <a:ext cx="4758794" cy="651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3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9820-7341-F5F4-3AAB-1FD9BAD8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- 02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A003D-84CF-70D7-F405-259E13B75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35" y="1765738"/>
            <a:ext cx="8367362" cy="36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00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D9B6-0128-1CFB-6F65-174D9D39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500" b="1" dirty="0"/>
              <a:t>What will be the value of loss function at iteration t? Choose appropriate activation function and loss function.</a:t>
            </a:r>
            <a:br>
              <a:rPr lang="en-US" sz="1500" b="1" dirty="0"/>
            </a:br>
            <a:endParaRPr lang="en-US" sz="1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357FC-4774-0BA7-09DB-CE3E5C983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3" y="1119035"/>
            <a:ext cx="6754168" cy="2181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8DE505-CC2A-E399-B97C-52F7D7B3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4" y="3429001"/>
            <a:ext cx="6488146" cy="316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05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670645-532D-D7A3-5A08-8865B279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979"/>
            <a:ext cx="592537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4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C30C-D221-E49A-1E8E-D580E469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500" b="1" dirty="0"/>
              <a:t>What will be the weights w1 and w3 in iteration t+1 assuming backpropagation with momentum update is used? </a:t>
            </a:r>
            <a:br>
              <a:rPr lang="en-US" sz="1500" b="1" dirty="0"/>
            </a:br>
            <a:endParaRPr lang="en-US" sz="1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298DC-7F54-1012-CEBA-555947F2E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20" y="1114102"/>
            <a:ext cx="6925642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6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FCC27-F213-6544-ACE4-6C7AA0F26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6" y="113837"/>
            <a:ext cx="7716327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98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F51F-AD77-A077-3CC2-B0F3E4B8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- 03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5964F-F1B8-E877-2127-FCADE074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36" y="1242707"/>
            <a:ext cx="8440328" cy="4372585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C73B45A-BF5F-62D8-35D6-4DA85C368C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379986"/>
              </p:ext>
            </p:extLst>
          </p:nvPr>
        </p:nvGraphicFramePr>
        <p:xfrm>
          <a:off x="4365625" y="5710238"/>
          <a:ext cx="12255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225681" imgH="526915" progId="Package">
                  <p:embed/>
                </p:oleObj>
              </mc:Choice>
              <mc:Fallback>
                <p:oleObj name="Packager Shell Object" showAsIcon="1" r:id="rId3" imgW="1225681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5625" y="5710238"/>
                        <a:ext cx="122555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25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816EE4EE-76EA-A116-C7ED-55043DFC4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" y="2232305"/>
            <a:ext cx="2637839" cy="238724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42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DC384BB-D64F-7B1C-E92F-DAE8A3CA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72" y="2626708"/>
            <a:ext cx="2653008" cy="159843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9694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92796F09-13FB-199B-00FF-6CD45EFB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044" y="2370170"/>
            <a:ext cx="2637840" cy="17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8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FEAD83-489B-3E11-1A08-6F2FDF741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19" y="176776"/>
            <a:ext cx="6179651" cy="650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68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5B05DD-ED90-879D-2B18-751A4A47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6" y="99849"/>
            <a:ext cx="4674435" cy="6658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BCE724-D4DD-48F5-1E8A-89C92C2C0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195" y="559820"/>
            <a:ext cx="4123789" cy="197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3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021B-ECC8-BBE7-A3F5-F4E30494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- 04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D796D5C-9514-F792-4CEA-AC637B67EB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691640"/>
              </p:ext>
            </p:extLst>
          </p:nvPr>
        </p:nvGraphicFramePr>
        <p:xfrm>
          <a:off x="2273300" y="2609850"/>
          <a:ext cx="1955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955986" imgH="526915" progId="Package">
                  <p:embed/>
                </p:oleObj>
              </mc:Choice>
              <mc:Fallback>
                <p:oleObj name="Packager Shell Object" showAsIcon="1" r:id="rId2" imgW="1955986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3300" y="2609850"/>
                        <a:ext cx="19558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824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BE23-0741-98E5-D273-FDEC6DEC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 – 05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76AAAB5-1C69-D840-8B53-56734A5AA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066987"/>
              </p:ext>
            </p:extLst>
          </p:nvPr>
        </p:nvGraphicFramePr>
        <p:xfrm>
          <a:off x="1611313" y="3062288"/>
          <a:ext cx="1905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904949" imgH="526915" progId="Package">
                  <p:embed/>
                </p:oleObj>
              </mc:Choice>
              <mc:Fallback>
                <p:oleObj name="Packager Shell Object" showAsIcon="1" r:id="rId2" imgW="1904949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11313" y="3062288"/>
                        <a:ext cx="19050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701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D339-619F-F372-ECB1-114581F4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- 06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412A18C-3463-451B-9B85-7AF88E2E6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936253"/>
              </p:ext>
            </p:extLst>
          </p:nvPr>
        </p:nvGraphicFramePr>
        <p:xfrm>
          <a:off x="3409950" y="2400300"/>
          <a:ext cx="19431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943024" imgH="526915" progId="Package">
                  <p:embed/>
                </p:oleObj>
              </mc:Choice>
              <mc:Fallback>
                <p:oleObj name="Packager Shell Object" showAsIcon="1" r:id="rId2" imgW="1943024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09950" y="2400300"/>
                        <a:ext cx="19431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9889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61</Words>
  <Application>Microsoft Office PowerPoint</Application>
  <PresentationFormat>On-screen Show (4:3)</PresentationFormat>
  <Paragraphs>8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Office Theme</vt:lpstr>
      <vt:lpstr>Package</vt:lpstr>
      <vt:lpstr>Question - 01</vt:lpstr>
      <vt:lpstr>PowerPoint Presentation</vt:lpstr>
      <vt:lpstr>PowerPoint Presentation</vt:lpstr>
      <vt:lpstr>PowerPoint Presentation</vt:lpstr>
      <vt:lpstr>Question - 02</vt:lpstr>
      <vt:lpstr>What will be the value of loss function at iteration t? Choose appropriate activation function and loss function. </vt:lpstr>
      <vt:lpstr>PowerPoint Presentation</vt:lpstr>
      <vt:lpstr>What will be the weights w1 and w3 in iteration t+1 assuming backpropagation with momentum update is used?  </vt:lpstr>
      <vt:lpstr>PowerPoint Presentation</vt:lpstr>
      <vt:lpstr>Question - 03</vt:lpstr>
      <vt:lpstr>PowerPoint Presentation</vt:lpstr>
      <vt:lpstr>PowerPoint Presentation</vt:lpstr>
      <vt:lpstr>PowerPoint Presentation</vt:lpstr>
      <vt:lpstr>Question - 04</vt:lpstr>
      <vt:lpstr>Question – 05</vt:lpstr>
      <vt:lpstr>Question - 06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Aakash Goel (MSTIC DS&amp;AI)</cp:lastModifiedBy>
  <cp:revision>16</cp:revision>
  <dcterms:created xsi:type="dcterms:W3CDTF">2013-01-27T09:14:16Z</dcterms:created>
  <dcterms:modified xsi:type="dcterms:W3CDTF">2025-08-12T14:09:12Z</dcterms:modified>
  <cp:category/>
</cp:coreProperties>
</file>